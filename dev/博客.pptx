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7"/>
  </p:notesMasterIdLst>
  <p:sldIdLst>
    <p:sldId id="256" r:id="rId2"/>
    <p:sldId id="281" r:id="rId3"/>
    <p:sldId id="274" r:id="rId4"/>
    <p:sldId id="319" r:id="rId5"/>
    <p:sldId id="275" r:id="rId6"/>
    <p:sldId id="276" r:id="rId7"/>
    <p:sldId id="320" r:id="rId8"/>
    <p:sldId id="330" r:id="rId9"/>
    <p:sldId id="331" r:id="rId10"/>
    <p:sldId id="332" r:id="rId11"/>
    <p:sldId id="333" r:id="rId12"/>
    <p:sldId id="277" r:id="rId13"/>
    <p:sldId id="280" r:id="rId14"/>
    <p:sldId id="310" r:id="rId15"/>
    <p:sldId id="311" r:id="rId16"/>
    <p:sldId id="312" r:id="rId17"/>
    <p:sldId id="313" r:id="rId18"/>
    <p:sldId id="314" r:id="rId19"/>
    <p:sldId id="316" r:id="rId20"/>
    <p:sldId id="317" r:id="rId21"/>
    <p:sldId id="318" r:id="rId22"/>
    <p:sldId id="282" r:id="rId23"/>
    <p:sldId id="284" r:id="rId24"/>
    <p:sldId id="287" r:id="rId25"/>
    <p:sldId id="289" r:id="rId26"/>
    <p:sldId id="291" r:id="rId27"/>
    <p:sldId id="292" r:id="rId28"/>
    <p:sldId id="293" r:id="rId29"/>
    <p:sldId id="294" r:id="rId30"/>
    <p:sldId id="296" r:id="rId31"/>
    <p:sldId id="297" r:id="rId32"/>
    <p:sldId id="298" r:id="rId33"/>
    <p:sldId id="299" r:id="rId34"/>
    <p:sldId id="300" r:id="rId35"/>
    <p:sldId id="301" r:id="rId36"/>
    <p:sldId id="302" r:id="rId37"/>
    <p:sldId id="303" r:id="rId38"/>
    <p:sldId id="306" r:id="rId39"/>
    <p:sldId id="307" r:id="rId40"/>
    <p:sldId id="308" r:id="rId41"/>
    <p:sldId id="309" r:id="rId42"/>
    <p:sldId id="269" r:id="rId43"/>
    <p:sldId id="270" r:id="rId44"/>
    <p:sldId id="272" r:id="rId45"/>
    <p:sldId id="321" r:id="rId46"/>
    <p:sldId id="258" r:id="rId47"/>
    <p:sldId id="260" r:id="rId48"/>
    <p:sldId id="262" r:id="rId49"/>
    <p:sldId id="263" r:id="rId50"/>
    <p:sldId id="266" r:id="rId51"/>
    <p:sldId id="265" r:id="rId52"/>
    <p:sldId id="267" r:id="rId53"/>
    <p:sldId id="268" r:id="rId54"/>
    <p:sldId id="322" r:id="rId55"/>
    <p:sldId id="323" r:id="rId56"/>
    <p:sldId id="324" r:id="rId57"/>
    <p:sldId id="325" r:id="rId58"/>
    <p:sldId id="326" r:id="rId59"/>
    <p:sldId id="327" r:id="rId60"/>
    <p:sldId id="328" r:id="rId61"/>
    <p:sldId id="359" r:id="rId62"/>
    <p:sldId id="329" r:id="rId63"/>
    <p:sldId id="358" r:id="rId64"/>
    <p:sldId id="334" r:id="rId65"/>
    <p:sldId id="335" r:id="rId66"/>
    <p:sldId id="336" r:id="rId67"/>
    <p:sldId id="338" r:id="rId68"/>
    <p:sldId id="339" r:id="rId69"/>
    <p:sldId id="340" r:id="rId70"/>
    <p:sldId id="341" r:id="rId71"/>
    <p:sldId id="342" r:id="rId72"/>
    <p:sldId id="343" r:id="rId73"/>
    <p:sldId id="344" r:id="rId74"/>
    <p:sldId id="345" r:id="rId75"/>
    <p:sldId id="346" r:id="rId76"/>
    <p:sldId id="348" r:id="rId77"/>
    <p:sldId id="347" r:id="rId78"/>
    <p:sldId id="350" r:id="rId79"/>
    <p:sldId id="349" r:id="rId80"/>
    <p:sldId id="351" r:id="rId81"/>
    <p:sldId id="352" r:id="rId82"/>
    <p:sldId id="353" r:id="rId83"/>
    <p:sldId id="354" r:id="rId84"/>
    <p:sldId id="355" r:id="rId85"/>
    <p:sldId id="356" r:id="rId86"/>
    <p:sldId id="357" r:id="rId87"/>
    <p:sldId id="360" r:id="rId88"/>
    <p:sldId id="361" r:id="rId89"/>
    <p:sldId id="378" r:id="rId90"/>
    <p:sldId id="362" r:id="rId91"/>
    <p:sldId id="363" r:id="rId92"/>
    <p:sldId id="377" r:id="rId93"/>
    <p:sldId id="372" r:id="rId94"/>
    <p:sldId id="374" r:id="rId95"/>
    <p:sldId id="376" r:id="rId9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" id="{EDAE617B-E6B7-4A55-94E6-40644991DD9F}">
          <p14:sldIdLst>
            <p14:sldId id="256"/>
          </p14:sldIdLst>
        </p14:section>
        <p14:section name="汇编" id="{743CC1BC-F8C0-4E71-B84C-8245BA13D66B}">
          <p14:sldIdLst>
            <p14:sldId id="281"/>
          </p14:sldIdLst>
        </p14:section>
        <p14:section name="buffer overflow" id="{11F9C6F8-A120-48BB-BFA4-415A2BFA46C3}">
          <p14:sldIdLst>
            <p14:sldId id="274"/>
          </p14:sldIdLst>
        </p14:section>
        <p14:section name="ret2libc" id="{528D2DE7-0E44-4720-9739-1144DE8815CF}">
          <p14:sldIdLst>
            <p14:sldId id="319"/>
          </p14:sldIdLst>
        </p14:section>
        <p14:section name="md5" id="{67C193A4-F083-4CBE-AF27-F0435F218660}">
          <p14:sldIdLst>
            <p14:sldId id="275"/>
          </p14:sldIdLst>
        </p14:section>
        <p14:section name="arp" id="{DC92BE26-ED9B-4288-8D8D-C127A6F6441A}">
          <p14:sldIdLst>
            <p14:sldId id="276"/>
          </p14:sldIdLst>
        </p14:section>
        <p14:section name="icmp" id="{163BC435-17AA-4C16-B258-EB646244B5D0}">
          <p14:sldIdLst>
            <p14:sldId id="320"/>
          </p14:sldIdLst>
        </p14:section>
        <p14:section name="tcp" id="{9C46CD99-E18C-4613-A54A-2FDEDE4C6B38}">
          <p14:sldIdLst>
            <p14:sldId id="330"/>
          </p14:sldIdLst>
        </p14:section>
        <p14:section name="vpn" id="{DB22A661-5AED-4663-87CC-3F1960AB99E8}">
          <p14:sldIdLst>
            <p14:sldId id="331"/>
            <p14:sldId id="332"/>
            <p14:sldId id="333"/>
          </p14:sldIdLst>
        </p14:section>
        <p14:section name="星座图" id="{D7567EF8-BD44-4D13-AA08-E8182ABB1FF1}">
          <p14:sldIdLst>
            <p14:sldId id="277"/>
            <p14:sldId id="280"/>
          </p14:sldIdLst>
        </p14:section>
        <p14:section name="GPS" id="{AD30F449-0F08-49DD-8900-F160C8AA19A2}">
          <p14:sldIdLst>
            <p14:sldId id="310"/>
            <p14:sldId id="311"/>
            <p14:sldId id="312"/>
            <p14:sldId id="313"/>
            <p14:sldId id="314"/>
            <p14:sldId id="316"/>
            <p14:sldId id="317"/>
          </p14:sldIdLst>
        </p14:section>
        <p14:section name="频谱" id="{F8378D95-982C-4210-A632-6314645264DA}">
          <p14:sldIdLst>
            <p14:sldId id="318"/>
          </p14:sldIdLst>
        </p14:section>
        <p14:section name="密码学笔记" id="{B521E2ED-9B27-42D4-BB57-804F0289000D}">
          <p14:sldIdLst>
            <p14:sldId id="282"/>
            <p14:sldId id="284"/>
            <p14:sldId id="287"/>
            <p14:sldId id="289"/>
            <p14:sldId id="291"/>
            <p14:sldId id="292"/>
            <p14:sldId id="293"/>
            <p14:sldId id="294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6"/>
            <p14:sldId id="307"/>
            <p14:sldId id="308"/>
            <p14:sldId id="309"/>
          </p14:sldIdLst>
        </p14:section>
        <p14:section name="mysql" id="{9AA97EA9-A9E9-4C55-B88F-C6BB48C23BAB}">
          <p14:sldIdLst>
            <p14:sldId id="269"/>
          </p14:sldIdLst>
        </p14:section>
        <p14:section name="juc" id="{6535FEB7-42A1-43AE-A9A3-FE51B592EB54}">
          <p14:sldIdLst>
            <p14:sldId id="270"/>
            <p14:sldId id="272"/>
          </p14:sldIdLst>
        </p14:section>
        <p14:section name="docker" id="{BFB91B02-354E-466E-A614-72E76FDD318C}">
          <p14:sldIdLst>
            <p14:sldId id="321"/>
            <p14:sldId id="258"/>
            <p14:sldId id="260"/>
          </p14:sldIdLst>
        </p14:section>
        <p14:section name="zkp" id="{86E37129-3064-4D02-A5DC-A0C44F0C1DA7}">
          <p14:sldIdLst>
            <p14:sldId id="262"/>
          </p14:sldIdLst>
        </p14:section>
        <p14:section name="diff" id="{60738F3E-6908-4BFB-822A-877E595ACCBB}">
          <p14:sldIdLst>
            <p14:sldId id="263"/>
            <p14:sldId id="266"/>
            <p14:sldId id="265"/>
          </p14:sldIdLst>
        </p14:section>
        <p14:section name="波函数塌缩" id="{A349C720-0D16-4CC7-8EB1-AA5835B0A56B}">
          <p14:sldIdLst>
            <p14:sldId id="267"/>
            <p14:sldId id="268"/>
          </p14:sldIdLst>
        </p14:section>
        <p14:section name="对偶问题" id="{A6C20820-682C-48AA-928E-D3B002397E67}">
          <p14:sldIdLst>
            <p14:sldId id="322"/>
            <p14:sldId id="323"/>
          </p14:sldIdLst>
        </p14:section>
        <p14:section name="格式化字符串" id="{9E484C58-F338-46BB-AC9C-5E8F1E371133}">
          <p14:sldIdLst>
            <p14:sldId id="324"/>
            <p14:sldId id="325"/>
            <p14:sldId id="326"/>
          </p14:sldIdLst>
        </p14:section>
        <p14:section name="区块链" id="{D648DE7A-A867-4E42-916A-2B0A38892B60}">
          <p14:sldIdLst>
            <p14:sldId id="327"/>
          </p14:sldIdLst>
        </p14:section>
        <p14:section name="redis" id="{C5AF89BA-0ED9-45AD-9C30-FE72B53ABD5C}">
          <p14:sldIdLst>
            <p14:sldId id="328"/>
            <p14:sldId id="359"/>
          </p14:sldIdLst>
        </p14:section>
        <p14:section name="ssl" id="{7169136B-6CA9-4F11-978E-5302BE94EBD6}">
          <p14:sldIdLst>
            <p14:sldId id="329"/>
          </p14:sldIdLst>
        </p14:section>
        <p14:section name="minios" id="{3E36F35B-3CF9-4F2D-A7EA-D52F65978C0D}">
          <p14:sldIdLst>
            <p14:sldId id="358"/>
            <p14:sldId id="334"/>
            <p14:sldId id="335"/>
            <p14:sldId id="336"/>
          </p14:sldIdLst>
        </p14:section>
        <p14:section name="nat" id="{6CB7EC6A-1708-435B-BE95-A54D42D09FC6}">
          <p14:sldIdLst>
            <p14:sldId id="338"/>
            <p14:sldId id="339"/>
            <p14:sldId id="340"/>
            <p14:sldId id="341"/>
          </p14:sldIdLst>
        </p14:section>
        <p14:section name="树莓派" id="{19790AF5-8ECF-46F7-9AA9-C8377CA13260}">
          <p14:sldIdLst>
            <p14:sldId id="342"/>
          </p14:sldIdLst>
        </p14:section>
        <p14:section name="spring" id="{13DFEFB6-F5FE-464A-836D-4C4C9B82373D}">
          <p14:sldIdLst>
            <p14:sldId id="343"/>
            <p14:sldId id="344"/>
          </p14:sldIdLst>
        </p14:section>
        <p14:section name="java" id="{3AFFC3C1-D86D-4D35-A398-4E5A3D875EDE}">
          <p14:sldIdLst>
            <p14:sldId id="345"/>
            <p14:sldId id="346"/>
          </p14:sldIdLst>
        </p14:section>
        <p14:section name="tree" id="{40A0EAD9-7FF4-49EE-9B81-1501E09743E0}">
          <p14:sldIdLst>
            <p14:sldId id="348"/>
            <p14:sldId id="347"/>
            <p14:sldId id="350"/>
            <p14:sldId id="349"/>
            <p14:sldId id="351"/>
            <p14:sldId id="352"/>
            <p14:sldId id="353"/>
            <p14:sldId id="354"/>
            <p14:sldId id="355"/>
            <p14:sldId id="356"/>
            <p14:sldId id="357"/>
          </p14:sldIdLst>
        </p14:section>
        <p14:section name="弹簧摆" id="{6419F944-29C7-4384-BD65-88F1EC262B60}">
          <p14:sldIdLst>
            <p14:sldId id="360"/>
          </p14:sldIdLst>
        </p14:section>
        <p14:section name="翻墙" id="{C1A71B46-EEE1-450C-8826-CBA9682ABE64}">
          <p14:sldIdLst>
            <p14:sldId id="361"/>
          </p14:sldIdLst>
        </p14:section>
        <p14:section name="支付" id="{44FB3514-4967-4DB2-989A-2B16B3272630}">
          <p14:sldIdLst>
            <p14:sldId id="378"/>
            <p14:sldId id="362"/>
            <p14:sldId id="363"/>
            <p14:sldId id="377"/>
            <p14:sldId id="372"/>
            <p14:sldId id="374"/>
            <p14:sldId id="3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835C"/>
    <a:srgbClr val="D74514"/>
    <a:srgbClr val="F8CCB9"/>
    <a:srgbClr val="FDEFE8"/>
    <a:srgbClr val="176ECC"/>
    <a:srgbClr val="FEF8F6"/>
    <a:srgbClr val="F7F7F7"/>
    <a:srgbClr val="CB0202"/>
    <a:srgbClr val="B1120D"/>
    <a:srgbClr val="2B2B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45" autoAdjust="0"/>
    <p:restoredTop sz="96706" autoAdjust="0"/>
  </p:normalViewPr>
  <p:slideViewPr>
    <p:cSldViewPr snapToGrid="0">
      <p:cViewPr varScale="1">
        <p:scale>
          <a:sx n="78" d="100"/>
          <a:sy n="78" d="100"/>
        </p:scale>
        <p:origin x="54" y="18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presProps" Target="presProps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86B6ED-9BC9-4179-BE80-E98EF60EDDEC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061E2C-CA68-4232-9C74-8E875AE686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4385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061E2C-CA68-4232-9C74-8E875AE686D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24587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061E2C-CA68-4232-9C74-8E875AE686D0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2918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061E2C-CA68-4232-9C74-8E875AE686D0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21882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061E2C-CA68-4232-9C74-8E875AE686D0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66517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061E2C-CA68-4232-9C74-8E875AE686D0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3870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2FCD059F-A8AB-41FE-BBF0-196298E44A3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2000">
                <a:srgbClr val="F8CCB9"/>
              </a:gs>
              <a:gs pos="46000">
                <a:srgbClr val="F0835C"/>
              </a:gs>
              <a:gs pos="75000">
                <a:srgbClr val="A32D0F"/>
              </a:gs>
              <a:gs pos="61000">
                <a:srgbClr val="D74514"/>
              </a:gs>
              <a:gs pos="18000">
                <a:srgbClr val="FDEFE8"/>
              </a:gs>
              <a:gs pos="5000">
                <a:srgbClr val="FEF8F6"/>
              </a:gs>
              <a:gs pos="89000">
                <a:srgbClr val="5D1709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933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普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8182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0FE6DA-0F4E-4E49-9C05-A9342205A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3C10FA-7862-4531-9A81-40C68AB3D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8EB89A-9DDB-4101-B835-B7A643953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085BB-21CA-4E2A-9F78-BE78D906C2C0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CCE794-0098-47DB-9687-0E2A0DBAF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52F9DB-94C4-49A8-A73D-42D166378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F2D5A-22C6-47C8-9C34-7C600F4D16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1000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3972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0.png"/><Relationship Id="rId2" Type="http://schemas.openxmlformats.org/officeDocument/2006/relationships/image" Target="../media/image21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0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image" Target="../media/image12.png"/><Relationship Id="rId21" Type="http://schemas.openxmlformats.org/officeDocument/2006/relationships/image" Target="../media/image30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5" Type="http://schemas.openxmlformats.org/officeDocument/2006/relationships/image" Target="../media/image34.png"/><Relationship Id="rId2" Type="http://schemas.openxmlformats.org/officeDocument/2006/relationships/image" Target="../media/image11.png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24" Type="http://schemas.openxmlformats.org/officeDocument/2006/relationships/image" Target="../media/image33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Relationship Id="rId22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18" Type="http://schemas.openxmlformats.org/officeDocument/2006/relationships/image" Target="../media/image49.png"/><Relationship Id="rId3" Type="http://schemas.openxmlformats.org/officeDocument/2006/relationships/image" Target="../media/image36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" Type="http://schemas.openxmlformats.org/officeDocument/2006/relationships/image" Target="../media/image35.png"/><Relationship Id="rId16" Type="http://schemas.openxmlformats.org/officeDocument/2006/relationships/image" Target="../media/image47.png"/><Relationship Id="rId20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25.png"/><Relationship Id="rId15" Type="http://schemas.openxmlformats.org/officeDocument/2006/relationships/image" Target="../media/image46.png"/><Relationship Id="rId10" Type="http://schemas.openxmlformats.org/officeDocument/2006/relationships/image" Target="../media/image41.png"/><Relationship Id="rId19" Type="http://schemas.openxmlformats.org/officeDocument/2006/relationships/image" Target="../media/image50.png"/><Relationship Id="rId4" Type="http://schemas.openxmlformats.org/officeDocument/2006/relationships/image" Target="../media/image24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1.png"/><Relationship Id="rId18" Type="http://schemas.openxmlformats.org/officeDocument/2006/relationships/image" Target="../media/image86.png"/><Relationship Id="rId3" Type="http://schemas.openxmlformats.org/officeDocument/2006/relationships/image" Target="../media/image71.png"/><Relationship Id="rId21" Type="http://schemas.openxmlformats.org/officeDocument/2006/relationships/image" Target="../media/image89.png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17" Type="http://schemas.openxmlformats.org/officeDocument/2006/relationships/image" Target="../media/image85.png"/><Relationship Id="rId2" Type="http://schemas.openxmlformats.org/officeDocument/2006/relationships/image" Target="../media/image70.png"/><Relationship Id="rId16" Type="http://schemas.openxmlformats.org/officeDocument/2006/relationships/image" Target="../media/image84.png"/><Relationship Id="rId20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24" Type="http://schemas.openxmlformats.org/officeDocument/2006/relationships/image" Target="../media/image92.png"/><Relationship Id="rId5" Type="http://schemas.openxmlformats.org/officeDocument/2006/relationships/image" Target="../media/image73.png"/><Relationship Id="rId15" Type="http://schemas.openxmlformats.org/officeDocument/2006/relationships/image" Target="../media/image83.png"/><Relationship Id="rId23" Type="http://schemas.openxmlformats.org/officeDocument/2006/relationships/image" Target="../media/image91.png"/><Relationship Id="rId10" Type="http://schemas.openxmlformats.org/officeDocument/2006/relationships/image" Target="../media/image78.png"/><Relationship Id="rId19" Type="http://schemas.openxmlformats.org/officeDocument/2006/relationships/image" Target="../media/image87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Relationship Id="rId14" Type="http://schemas.openxmlformats.org/officeDocument/2006/relationships/image" Target="../media/image82.png"/><Relationship Id="rId22" Type="http://schemas.openxmlformats.org/officeDocument/2006/relationships/image" Target="../media/image90.png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4.png"/><Relationship Id="rId18" Type="http://schemas.openxmlformats.org/officeDocument/2006/relationships/image" Target="../media/image109.png"/><Relationship Id="rId26" Type="http://schemas.openxmlformats.org/officeDocument/2006/relationships/image" Target="../media/image117.png"/><Relationship Id="rId21" Type="http://schemas.openxmlformats.org/officeDocument/2006/relationships/image" Target="../media/image112.png"/><Relationship Id="rId34" Type="http://schemas.openxmlformats.org/officeDocument/2006/relationships/image" Target="../media/image125.png"/><Relationship Id="rId7" Type="http://schemas.openxmlformats.org/officeDocument/2006/relationships/image" Target="../media/image98.png"/><Relationship Id="rId12" Type="http://schemas.openxmlformats.org/officeDocument/2006/relationships/image" Target="../media/image103.png"/><Relationship Id="rId17" Type="http://schemas.openxmlformats.org/officeDocument/2006/relationships/image" Target="../media/image108.png"/><Relationship Id="rId25" Type="http://schemas.openxmlformats.org/officeDocument/2006/relationships/image" Target="../media/image116.png"/><Relationship Id="rId33" Type="http://schemas.openxmlformats.org/officeDocument/2006/relationships/image" Target="../media/image124.png"/><Relationship Id="rId38" Type="http://schemas.openxmlformats.org/officeDocument/2006/relationships/image" Target="../media/image129.png"/><Relationship Id="rId2" Type="http://schemas.openxmlformats.org/officeDocument/2006/relationships/image" Target="../media/image93.png"/><Relationship Id="rId16" Type="http://schemas.openxmlformats.org/officeDocument/2006/relationships/image" Target="../media/image107.png"/><Relationship Id="rId20" Type="http://schemas.openxmlformats.org/officeDocument/2006/relationships/image" Target="../media/image111.png"/><Relationship Id="rId29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11" Type="http://schemas.openxmlformats.org/officeDocument/2006/relationships/image" Target="../media/image102.png"/><Relationship Id="rId24" Type="http://schemas.openxmlformats.org/officeDocument/2006/relationships/image" Target="../media/image115.png"/><Relationship Id="rId32" Type="http://schemas.openxmlformats.org/officeDocument/2006/relationships/image" Target="../media/image123.png"/><Relationship Id="rId37" Type="http://schemas.openxmlformats.org/officeDocument/2006/relationships/image" Target="../media/image128.png"/><Relationship Id="rId5" Type="http://schemas.openxmlformats.org/officeDocument/2006/relationships/image" Target="../media/image96.png"/><Relationship Id="rId15" Type="http://schemas.openxmlformats.org/officeDocument/2006/relationships/image" Target="../media/image106.png"/><Relationship Id="rId23" Type="http://schemas.openxmlformats.org/officeDocument/2006/relationships/image" Target="../media/image114.png"/><Relationship Id="rId28" Type="http://schemas.openxmlformats.org/officeDocument/2006/relationships/image" Target="../media/image119.png"/><Relationship Id="rId36" Type="http://schemas.openxmlformats.org/officeDocument/2006/relationships/image" Target="../media/image127.png"/><Relationship Id="rId10" Type="http://schemas.openxmlformats.org/officeDocument/2006/relationships/image" Target="../media/image101.png"/><Relationship Id="rId19" Type="http://schemas.openxmlformats.org/officeDocument/2006/relationships/image" Target="../media/image110.png"/><Relationship Id="rId31" Type="http://schemas.openxmlformats.org/officeDocument/2006/relationships/image" Target="../media/image122.png"/><Relationship Id="rId4" Type="http://schemas.openxmlformats.org/officeDocument/2006/relationships/image" Target="../media/image95.png"/><Relationship Id="rId9" Type="http://schemas.openxmlformats.org/officeDocument/2006/relationships/image" Target="../media/image100.png"/><Relationship Id="rId14" Type="http://schemas.openxmlformats.org/officeDocument/2006/relationships/image" Target="../media/image105.png"/><Relationship Id="rId22" Type="http://schemas.openxmlformats.org/officeDocument/2006/relationships/image" Target="../media/image113.png"/><Relationship Id="rId27" Type="http://schemas.openxmlformats.org/officeDocument/2006/relationships/image" Target="../media/image118.png"/><Relationship Id="rId30" Type="http://schemas.openxmlformats.org/officeDocument/2006/relationships/image" Target="../media/image121.png"/><Relationship Id="rId35" Type="http://schemas.openxmlformats.org/officeDocument/2006/relationships/image" Target="../media/image126.png"/><Relationship Id="rId8" Type="http://schemas.openxmlformats.org/officeDocument/2006/relationships/image" Target="../media/image99.png"/><Relationship Id="rId3" Type="http://schemas.openxmlformats.org/officeDocument/2006/relationships/image" Target="../media/image9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13" Type="http://schemas.openxmlformats.org/officeDocument/2006/relationships/image" Target="../media/image141.png"/><Relationship Id="rId18" Type="http://schemas.openxmlformats.org/officeDocument/2006/relationships/image" Target="../media/image146.png"/><Relationship Id="rId3" Type="http://schemas.openxmlformats.org/officeDocument/2006/relationships/image" Target="../media/image131.png"/><Relationship Id="rId21" Type="http://schemas.openxmlformats.org/officeDocument/2006/relationships/image" Target="../media/image149.png"/><Relationship Id="rId7" Type="http://schemas.openxmlformats.org/officeDocument/2006/relationships/image" Target="../media/image135.png"/><Relationship Id="rId12" Type="http://schemas.openxmlformats.org/officeDocument/2006/relationships/image" Target="../media/image140.png"/><Relationship Id="rId17" Type="http://schemas.openxmlformats.org/officeDocument/2006/relationships/image" Target="../media/image145.png"/><Relationship Id="rId2" Type="http://schemas.openxmlformats.org/officeDocument/2006/relationships/image" Target="../media/image130.png"/><Relationship Id="rId16" Type="http://schemas.openxmlformats.org/officeDocument/2006/relationships/image" Target="../media/image144.png"/><Relationship Id="rId20" Type="http://schemas.openxmlformats.org/officeDocument/2006/relationships/image" Target="../media/image1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4.png"/><Relationship Id="rId11" Type="http://schemas.openxmlformats.org/officeDocument/2006/relationships/image" Target="../media/image139.png"/><Relationship Id="rId24" Type="http://schemas.openxmlformats.org/officeDocument/2006/relationships/image" Target="../media/image152.png"/><Relationship Id="rId5" Type="http://schemas.openxmlformats.org/officeDocument/2006/relationships/image" Target="../media/image133.png"/><Relationship Id="rId15" Type="http://schemas.openxmlformats.org/officeDocument/2006/relationships/image" Target="../media/image143.png"/><Relationship Id="rId23" Type="http://schemas.openxmlformats.org/officeDocument/2006/relationships/image" Target="../media/image151.png"/><Relationship Id="rId10" Type="http://schemas.openxmlformats.org/officeDocument/2006/relationships/image" Target="../media/image138.png"/><Relationship Id="rId19" Type="http://schemas.openxmlformats.org/officeDocument/2006/relationships/image" Target="../media/image147.png"/><Relationship Id="rId4" Type="http://schemas.openxmlformats.org/officeDocument/2006/relationships/image" Target="../media/image132.png"/><Relationship Id="rId9" Type="http://schemas.openxmlformats.org/officeDocument/2006/relationships/image" Target="../media/image137.png"/><Relationship Id="rId14" Type="http://schemas.openxmlformats.org/officeDocument/2006/relationships/image" Target="../media/image142.png"/><Relationship Id="rId22" Type="http://schemas.openxmlformats.org/officeDocument/2006/relationships/image" Target="../media/image15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png"/><Relationship Id="rId13" Type="http://schemas.openxmlformats.org/officeDocument/2006/relationships/image" Target="../media/image164.png"/><Relationship Id="rId18" Type="http://schemas.openxmlformats.org/officeDocument/2006/relationships/image" Target="../media/image169.png"/><Relationship Id="rId26" Type="http://schemas.openxmlformats.org/officeDocument/2006/relationships/image" Target="../media/image177.png"/><Relationship Id="rId3" Type="http://schemas.openxmlformats.org/officeDocument/2006/relationships/image" Target="../media/image154.png"/><Relationship Id="rId21" Type="http://schemas.openxmlformats.org/officeDocument/2006/relationships/image" Target="../media/image172.png"/><Relationship Id="rId7" Type="http://schemas.openxmlformats.org/officeDocument/2006/relationships/image" Target="../media/image158.png"/><Relationship Id="rId12" Type="http://schemas.openxmlformats.org/officeDocument/2006/relationships/image" Target="../media/image163.png"/><Relationship Id="rId17" Type="http://schemas.openxmlformats.org/officeDocument/2006/relationships/image" Target="../media/image168.png"/><Relationship Id="rId25" Type="http://schemas.openxmlformats.org/officeDocument/2006/relationships/image" Target="../media/image176.png"/><Relationship Id="rId2" Type="http://schemas.openxmlformats.org/officeDocument/2006/relationships/image" Target="../media/image153.png"/><Relationship Id="rId16" Type="http://schemas.openxmlformats.org/officeDocument/2006/relationships/image" Target="../media/image167.png"/><Relationship Id="rId20" Type="http://schemas.openxmlformats.org/officeDocument/2006/relationships/image" Target="../media/image1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7.png"/><Relationship Id="rId11" Type="http://schemas.openxmlformats.org/officeDocument/2006/relationships/image" Target="../media/image162.png"/><Relationship Id="rId24" Type="http://schemas.openxmlformats.org/officeDocument/2006/relationships/image" Target="../media/image175.png"/><Relationship Id="rId5" Type="http://schemas.openxmlformats.org/officeDocument/2006/relationships/image" Target="../media/image156.png"/><Relationship Id="rId15" Type="http://schemas.openxmlformats.org/officeDocument/2006/relationships/image" Target="../media/image166.png"/><Relationship Id="rId23" Type="http://schemas.openxmlformats.org/officeDocument/2006/relationships/image" Target="../media/image174.png"/><Relationship Id="rId10" Type="http://schemas.openxmlformats.org/officeDocument/2006/relationships/image" Target="../media/image161.png"/><Relationship Id="rId19" Type="http://schemas.openxmlformats.org/officeDocument/2006/relationships/image" Target="../media/image170.png"/><Relationship Id="rId4" Type="http://schemas.openxmlformats.org/officeDocument/2006/relationships/image" Target="../media/image155.png"/><Relationship Id="rId9" Type="http://schemas.openxmlformats.org/officeDocument/2006/relationships/image" Target="../media/image160.png"/><Relationship Id="rId14" Type="http://schemas.openxmlformats.org/officeDocument/2006/relationships/image" Target="../media/image165.png"/><Relationship Id="rId22" Type="http://schemas.openxmlformats.org/officeDocument/2006/relationships/image" Target="../media/image17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png"/><Relationship Id="rId13" Type="http://schemas.openxmlformats.org/officeDocument/2006/relationships/image" Target="../media/image189.png"/><Relationship Id="rId3" Type="http://schemas.openxmlformats.org/officeDocument/2006/relationships/image" Target="../media/image179.png"/><Relationship Id="rId7" Type="http://schemas.openxmlformats.org/officeDocument/2006/relationships/image" Target="../media/image183.png"/><Relationship Id="rId12" Type="http://schemas.openxmlformats.org/officeDocument/2006/relationships/image" Target="../media/image188.png"/><Relationship Id="rId17" Type="http://schemas.openxmlformats.org/officeDocument/2006/relationships/image" Target="../media/image193.png"/><Relationship Id="rId2" Type="http://schemas.openxmlformats.org/officeDocument/2006/relationships/image" Target="../media/image178.png"/><Relationship Id="rId16" Type="http://schemas.openxmlformats.org/officeDocument/2006/relationships/image" Target="../media/image1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2.png"/><Relationship Id="rId11" Type="http://schemas.openxmlformats.org/officeDocument/2006/relationships/image" Target="../media/image187.png"/><Relationship Id="rId5" Type="http://schemas.openxmlformats.org/officeDocument/2006/relationships/image" Target="../media/image181.png"/><Relationship Id="rId15" Type="http://schemas.openxmlformats.org/officeDocument/2006/relationships/image" Target="../media/image191.png"/><Relationship Id="rId10" Type="http://schemas.openxmlformats.org/officeDocument/2006/relationships/image" Target="../media/image186.png"/><Relationship Id="rId4" Type="http://schemas.openxmlformats.org/officeDocument/2006/relationships/image" Target="../media/image180.png"/><Relationship Id="rId9" Type="http://schemas.openxmlformats.org/officeDocument/2006/relationships/image" Target="../media/image185.png"/><Relationship Id="rId14" Type="http://schemas.openxmlformats.org/officeDocument/2006/relationships/image" Target="../media/image19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3" Type="http://schemas.openxmlformats.org/officeDocument/2006/relationships/image" Target="../media/image195.png"/><Relationship Id="rId7" Type="http://schemas.openxmlformats.org/officeDocument/2006/relationships/image" Target="../media/image199.png"/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8.png"/><Relationship Id="rId5" Type="http://schemas.openxmlformats.org/officeDocument/2006/relationships/image" Target="../media/image197.png"/><Relationship Id="rId10" Type="http://schemas.openxmlformats.org/officeDocument/2006/relationships/image" Target="../media/image202.png"/><Relationship Id="rId4" Type="http://schemas.openxmlformats.org/officeDocument/2006/relationships/image" Target="../media/image196.png"/><Relationship Id="rId9" Type="http://schemas.openxmlformats.org/officeDocument/2006/relationships/image" Target="../media/image201.png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4.png"/><Relationship Id="rId18" Type="http://schemas.openxmlformats.org/officeDocument/2006/relationships/image" Target="../media/image219.png"/><Relationship Id="rId26" Type="http://schemas.openxmlformats.org/officeDocument/2006/relationships/image" Target="../media/image227.png"/><Relationship Id="rId39" Type="http://schemas.openxmlformats.org/officeDocument/2006/relationships/image" Target="../media/image240.png"/><Relationship Id="rId21" Type="http://schemas.openxmlformats.org/officeDocument/2006/relationships/image" Target="../media/image222.png"/><Relationship Id="rId34" Type="http://schemas.openxmlformats.org/officeDocument/2006/relationships/image" Target="../media/image235.png"/><Relationship Id="rId42" Type="http://schemas.openxmlformats.org/officeDocument/2006/relationships/image" Target="../media/image243.png"/><Relationship Id="rId7" Type="http://schemas.openxmlformats.org/officeDocument/2006/relationships/image" Target="../media/image208.png"/><Relationship Id="rId2" Type="http://schemas.openxmlformats.org/officeDocument/2006/relationships/image" Target="../media/image203.png"/><Relationship Id="rId16" Type="http://schemas.openxmlformats.org/officeDocument/2006/relationships/image" Target="../media/image217.png"/><Relationship Id="rId29" Type="http://schemas.openxmlformats.org/officeDocument/2006/relationships/image" Target="../media/image2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7.png"/><Relationship Id="rId11" Type="http://schemas.openxmlformats.org/officeDocument/2006/relationships/image" Target="../media/image212.png"/><Relationship Id="rId24" Type="http://schemas.openxmlformats.org/officeDocument/2006/relationships/image" Target="../media/image225.png"/><Relationship Id="rId32" Type="http://schemas.openxmlformats.org/officeDocument/2006/relationships/image" Target="../media/image233.png"/><Relationship Id="rId37" Type="http://schemas.openxmlformats.org/officeDocument/2006/relationships/image" Target="../media/image238.png"/><Relationship Id="rId40" Type="http://schemas.openxmlformats.org/officeDocument/2006/relationships/image" Target="../media/image241.png"/><Relationship Id="rId45" Type="http://schemas.openxmlformats.org/officeDocument/2006/relationships/image" Target="../media/image246.png"/><Relationship Id="rId5" Type="http://schemas.openxmlformats.org/officeDocument/2006/relationships/image" Target="../media/image206.png"/><Relationship Id="rId15" Type="http://schemas.openxmlformats.org/officeDocument/2006/relationships/image" Target="../media/image216.png"/><Relationship Id="rId23" Type="http://schemas.openxmlformats.org/officeDocument/2006/relationships/image" Target="../media/image224.png"/><Relationship Id="rId28" Type="http://schemas.openxmlformats.org/officeDocument/2006/relationships/image" Target="../media/image229.png"/><Relationship Id="rId36" Type="http://schemas.openxmlformats.org/officeDocument/2006/relationships/image" Target="../media/image237.png"/><Relationship Id="rId10" Type="http://schemas.openxmlformats.org/officeDocument/2006/relationships/image" Target="../media/image211.png"/><Relationship Id="rId19" Type="http://schemas.openxmlformats.org/officeDocument/2006/relationships/image" Target="../media/image220.png"/><Relationship Id="rId31" Type="http://schemas.openxmlformats.org/officeDocument/2006/relationships/image" Target="../media/image232.png"/><Relationship Id="rId44" Type="http://schemas.openxmlformats.org/officeDocument/2006/relationships/image" Target="../media/image245.png"/><Relationship Id="rId4" Type="http://schemas.openxmlformats.org/officeDocument/2006/relationships/image" Target="../media/image205.png"/><Relationship Id="rId9" Type="http://schemas.openxmlformats.org/officeDocument/2006/relationships/image" Target="../media/image210.png"/><Relationship Id="rId14" Type="http://schemas.openxmlformats.org/officeDocument/2006/relationships/image" Target="../media/image215.png"/><Relationship Id="rId22" Type="http://schemas.openxmlformats.org/officeDocument/2006/relationships/image" Target="../media/image223.png"/><Relationship Id="rId27" Type="http://schemas.openxmlformats.org/officeDocument/2006/relationships/image" Target="../media/image228.png"/><Relationship Id="rId30" Type="http://schemas.openxmlformats.org/officeDocument/2006/relationships/image" Target="../media/image231.png"/><Relationship Id="rId35" Type="http://schemas.openxmlformats.org/officeDocument/2006/relationships/image" Target="../media/image236.png"/><Relationship Id="rId43" Type="http://schemas.openxmlformats.org/officeDocument/2006/relationships/image" Target="../media/image244.png"/><Relationship Id="rId8" Type="http://schemas.openxmlformats.org/officeDocument/2006/relationships/image" Target="../media/image209.png"/><Relationship Id="rId3" Type="http://schemas.openxmlformats.org/officeDocument/2006/relationships/image" Target="../media/image204.png"/><Relationship Id="rId12" Type="http://schemas.openxmlformats.org/officeDocument/2006/relationships/image" Target="../media/image213.png"/><Relationship Id="rId17" Type="http://schemas.openxmlformats.org/officeDocument/2006/relationships/image" Target="../media/image218.png"/><Relationship Id="rId25" Type="http://schemas.openxmlformats.org/officeDocument/2006/relationships/image" Target="../media/image226.png"/><Relationship Id="rId33" Type="http://schemas.openxmlformats.org/officeDocument/2006/relationships/image" Target="../media/image234.png"/><Relationship Id="rId38" Type="http://schemas.openxmlformats.org/officeDocument/2006/relationships/image" Target="../media/image239.png"/><Relationship Id="rId20" Type="http://schemas.openxmlformats.org/officeDocument/2006/relationships/image" Target="../media/image221.png"/><Relationship Id="rId41" Type="http://schemas.openxmlformats.org/officeDocument/2006/relationships/image" Target="../media/image24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3.png"/><Relationship Id="rId13" Type="http://schemas.openxmlformats.org/officeDocument/2006/relationships/image" Target="../media/image258.png"/><Relationship Id="rId18" Type="http://schemas.openxmlformats.org/officeDocument/2006/relationships/image" Target="../media/image263.png"/><Relationship Id="rId3" Type="http://schemas.openxmlformats.org/officeDocument/2006/relationships/image" Target="../media/image248.png"/><Relationship Id="rId21" Type="http://schemas.openxmlformats.org/officeDocument/2006/relationships/image" Target="../media/image266.png"/><Relationship Id="rId7" Type="http://schemas.openxmlformats.org/officeDocument/2006/relationships/image" Target="../media/image252.png"/><Relationship Id="rId12" Type="http://schemas.openxmlformats.org/officeDocument/2006/relationships/image" Target="../media/image257.png"/><Relationship Id="rId17" Type="http://schemas.openxmlformats.org/officeDocument/2006/relationships/image" Target="../media/image262.png"/><Relationship Id="rId2" Type="http://schemas.openxmlformats.org/officeDocument/2006/relationships/image" Target="../media/image247.png"/><Relationship Id="rId16" Type="http://schemas.openxmlformats.org/officeDocument/2006/relationships/image" Target="../media/image261.png"/><Relationship Id="rId20" Type="http://schemas.openxmlformats.org/officeDocument/2006/relationships/image" Target="../media/image2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1.png"/><Relationship Id="rId11" Type="http://schemas.openxmlformats.org/officeDocument/2006/relationships/image" Target="../media/image256.png"/><Relationship Id="rId5" Type="http://schemas.openxmlformats.org/officeDocument/2006/relationships/image" Target="../media/image250.png"/><Relationship Id="rId15" Type="http://schemas.openxmlformats.org/officeDocument/2006/relationships/image" Target="../media/image260.png"/><Relationship Id="rId10" Type="http://schemas.openxmlformats.org/officeDocument/2006/relationships/image" Target="../media/image255.png"/><Relationship Id="rId19" Type="http://schemas.openxmlformats.org/officeDocument/2006/relationships/image" Target="../media/image264.png"/><Relationship Id="rId4" Type="http://schemas.openxmlformats.org/officeDocument/2006/relationships/image" Target="../media/image249.png"/><Relationship Id="rId9" Type="http://schemas.openxmlformats.org/officeDocument/2006/relationships/image" Target="../media/image254.png"/><Relationship Id="rId14" Type="http://schemas.openxmlformats.org/officeDocument/2006/relationships/image" Target="../media/image259.png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8.png"/><Relationship Id="rId18" Type="http://schemas.openxmlformats.org/officeDocument/2006/relationships/image" Target="../media/image283.png"/><Relationship Id="rId26" Type="http://schemas.openxmlformats.org/officeDocument/2006/relationships/image" Target="../media/image291.png"/><Relationship Id="rId39" Type="http://schemas.openxmlformats.org/officeDocument/2006/relationships/image" Target="../media/image304.png"/><Relationship Id="rId21" Type="http://schemas.openxmlformats.org/officeDocument/2006/relationships/image" Target="../media/image286.png"/><Relationship Id="rId34" Type="http://schemas.openxmlformats.org/officeDocument/2006/relationships/image" Target="../media/image299.png"/><Relationship Id="rId42" Type="http://schemas.openxmlformats.org/officeDocument/2006/relationships/image" Target="../media/image307.png"/><Relationship Id="rId47" Type="http://schemas.openxmlformats.org/officeDocument/2006/relationships/image" Target="../media/image312.png"/><Relationship Id="rId50" Type="http://schemas.openxmlformats.org/officeDocument/2006/relationships/image" Target="../media/image315.png"/><Relationship Id="rId7" Type="http://schemas.openxmlformats.org/officeDocument/2006/relationships/image" Target="../media/image272.png"/><Relationship Id="rId2" Type="http://schemas.openxmlformats.org/officeDocument/2006/relationships/image" Target="../media/image267.png"/><Relationship Id="rId16" Type="http://schemas.openxmlformats.org/officeDocument/2006/relationships/image" Target="../media/image281.png"/><Relationship Id="rId29" Type="http://schemas.openxmlformats.org/officeDocument/2006/relationships/image" Target="../media/image294.png"/><Relationship Id="rId11" Type="http://schemas.openxmlformats.org/officeDocument/2006/relationships/image" Target="../media/image276.png"/><Relationship Id="rId24" Type="http://schemas.openxmlformats.org/officeDocument/2006/relationships/image" Target="../media/image289.png"/><Relationship Id="rId32" Type="http://schemas.openxmlformats.org/officeDocument/2006/relationships/image" Target="../media/image297.png"/><Relationship Id="rId37" Type="http://schemas.openxmlformats.org/officeDocument/2006/relationships/image" Target="../media/image302.png"/><Relationship Id="rId40" Type="http://schemas.openxmlformats.org/officeDocument/2006/relationships/image" Target="../media/image305.png"/><Relationship Id="rId45" Type="http://schemas.openxmlformats.org/officeDocument/2006/relationships/image" Target="../media/image310.png"/><Relationship Id="rId53" Type="http://schemas.openxmlformats.org/officeDocument/2006/relationships/image" Target="../media/image318.png"/><Relationship Id="rId5" Type="http://schemas.openxmlformats.org/officeDocument/2006/relationships/image" Target="../media/image270.png"/><Relationship Id="rId10" Type="http://schemas.openxmlformats.org/officeDocument/2006/relationships/image" Target="../media/image275.png"/><Relationship Id="rId19" Type="http://schemas.openxmlformats.org/officeDocument/2006/relationships/image" Target="../media/image284.png"/><Relationship Id="rId31" Type="http://schemas.openxmlformats.org/officeDocument/2006/relationships/image" Target="../media/image296.png"/><Relationship Id="rId44" Type="http://schemas.openxmlformats.org/officeDocument/2006/relationships/image" Target="../media/image309.png"/><Relationship Id="rId52" Type="http://schemas.openxmlformats.org/officeDocument/2006/relationships/image" Target="../media/image317.png"/><Relationship Id="rId4" Type="http://schemas.openxmlformats.org/officeDocument/2006/relationships/image" Target="../media/image269.png"/><Relationship Id="rId9" Type="http://schemas.openxmlformats.org/officeDocument/2006/relationships/image" Target="../media/image274.png"/><Relationship Id="rId14" Type="http://schemas.openxmlformats.org/officeDocument/2006/relationships/image" Target="../media/image279.png"/><Relationship Id="rId22" Type="http://schemas.openxmlformats.org/officeDocument/2006/relationships/image" Target="../media/image287.png"/><Relationship Id="rId27" Type="http://schemas.openxmlformats.org/officeDocument/2006/relationships/image" Target="../media/image292.png"/><Relationship Id="rId30" Type="http://schemas.openxmlformats.org/officeDocument/2006/relationships/image" Target="../media/image295.png"/><Relationship Id="rId35" Type="http://schemas.openxmlformats.org/officeDocument/2006/relationships/image" Target="../media/image300.png"/><Relationship Id="rId43" Type="http://schemas.openxmlformats.org/officeDocument/2006/relationships/image" Target="../media/image308.png"/><Relationship Id="rId48" Type="http://schemas.openxmlformats.org/officeDocument/2006/relationships/image" Target="../media/image313.png"/><Relationship Id="rId8" Type="http://schemas.openxmlformats.org/officeDocument/2006/relationships/image" Target="../media/image273.png"/><Relationship Id="rId51" Type="http://schemas.openxmlformats.org/officeDocument/2006/relationships/image" Target="../media/image316.png"/><Relationship Id="rId3" Type="http://schemas.openxmlformats.org/officeDocument/2006/relationships/image" Target="../media/image268.png"/><Relationship Id="rId12" Type="http://schemas.openxmlformats.org/officeDocument/2006/relationships/image" Target="../media/image277.png"/><Relationship Id="rId17" Type="http://schemas.openxmlformats.org/officeDocument/2006/relationships/image" Target="../media/image282.png"/><Relationship Id="rId25" Type="http://schemas.openxmlformats.org/officeDocument/2006/relationships/image" Target="../media/image290.png"/><Relationship Id="rId33" Type="http://schemas.openxmlformats.org/officeDocument/2006/relationships/image" Target="../media/image298.png"/><Relationship Id="rId38" Type="http://schemas.openxmlformats.org/officeDocument/2006/relationships/image" Target="../media/image303.png"/><Relationship Id="rId46" Type="http://schemas.openxmlformats.org/officeDocument/2006/relationships/image" Target="../media/image311.png"/><Relationship Id="rId20" Type="http://schemas.openxmlformats.org/officeDocument/2006/relationships/image" Target="../media/image285.png"/><Relationship Id="rId41" Type="http://schemas.openxmlformats.org/officeDocument/2006/relationships/image" Target="../media/image3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1.png"/><Relationship Id="rId15" Type="http://schemas.openxmlformats.org/officeDocument/2006/relationships/image" Target="../media/image280.png"/><Relationship Id="rId23" Type="http://schemas.openxmlformats.org/officeDocument/2006/relationships/image" Target="../media/image288.png"/><Relationship Id="rId28" Type="http://schemas.openxmlformats.org/officeDocument/2006/relationships/image" Target="../media/image293.png"/><Relationship Id="rId36" Type="http://schemas.openxmlformats.org/officeDocument/2006/relationships/image" Target="../media/image301.png"/><Relationship Id="rId49" Type="http://schemas.openxmlformats.org/officeDocument/2006/relationships/image" Target="../media/image314.png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0.png"/><Relationship Id="rId18" Type="http://schemas.openxmlformats.org/officeDocument/2006/relationships/image" Target="../media/image335.png"/><Relationship Id="rId26" Type="http://schemas.openxmlformats.org/officeDocument/2006/relationships/image" Target="../media/image343.png"/><Relationship Id="rId39" Type="http://schemas.openxmlformats.org/officeDocument/2006/relationships/image" Target="../media/image356.png"/><Relationship Id="rId21" Type="http://schemas.openxmlformats.org/officeDocument/2006/relationships/image" Target="../media/image338.png"/><Relationship Id="rId34" Type="http://schemas.openxmlformats.org/officeDocument/2006/relationships/image" Target="../media/image351.png"/><Relationship Id="rId42" Type="http://schemas.openxmlformats.org/officeDocument/2006/relationships/image" Target="../media/image359.png"/><Relationship Id="rId47" Type="http://schemas.openxmlformats.org/officeDocument/2006/relationships/image" Target="../media/image364.png"/><Relationship Id="rId50" Type="http://schemas.openxmlformats.org/officeDocument/2006/relationships/image" Target="../media/image367.png"/><Relationship Id="rId55" Type="http://schemas.openxmlformats.org/officeDocument/2006/relationships/image" Target="../media/image372.png"/><Relationship Id="rId7" Type="http://schemas.openxmlformats.org/officeDocument/2006/relationships/image" Target="../media/image324.png"/><Relationship Id="rId2" Type="http://schemas.openxmlformats.org/officeDocument/2006/relationships/image" Target="../media/image319.png"/><Relationship Id="rId16" Type="http://schemas.openxmlformats.org/officeDocument/2006/relationships/image" Target="../media/image333.png"/><Relationship Id="rId29" Type="http://schemas.openxmlformats.org/officeDocument/2006/relationships/image" Target="../media/image346.png"/><Relationship Id="rId11" Type="http://schemas.openxmlformats.org/officeDocument/2006/relationships/image" Target="../media/image328.png"/><Relationship Id="rId24" Type="http://schemas.openxmlformats.org/officeDocument/2006/relationships/image" Target="../media/image341.png"/><Relationship Id="rId32" Type="http://schemas.openxmlformats.org/officeDocument/2006/relationships/image" Target="../media/image349.png"/><Relationship Id="rId37" Type="http://schemas.openxmlformats.org/officeDocument/2006/relationships/image" Target="../media/image354.png"/><Relationship Id="rId40" Type="http://schemas.openxmlformats.org/officeDocument/2006/relationships/image" Target="../media/image357.png"/><Relationship Id="rId45" Type="http://schemas.openxmlformats.org/officeDocument/2006/relationships/image" Target="../media/image362.png"/><Relationship Id="rId53" Type="http://schemas.openxmlformats.org/officeDocument/2006/relationships/image" Target="../media/image370.png"/><Relationship Id="rId58" Type="http://schemas.openxmlformats.org/officeDocument/2006/relationships/image" Target="../media/image375.png"/><Relationship Id="rId5" Type="http://schemas.openxmlformats.org/officeDocument/2006/relationships/image" Target="../media/image322.png"/><Relationship Id="rId19" Type="http://schemas.openxmlformats.org/officeDocument/2006/relationships/image" Target="../media/image336.png"/><Relationship Id="rId4" Type="http://schemas.openxmlformats.org/officeDocument/2006/relationships/image" Target="../media/image321.png"/><Relationship Id="rId9" Type="http://schemas.openxmlformats.org/officeDocument/2006/relationships/image" Target="../media/image326.png"/><Relationship Id="rId14" Type="http://schemas.openxmlformats.org/officeDocument/2006/relationships/image" Target="../media/image331.png"/><Relationship Id="rId22" Type="http://schemas.openxmlformats.org/officeDocument/2006/relationships/image" Target="../media/image339.png"/><Relationship Id="rId27" Type="http://schemas.openxmlformats.org/officeDocument/2006/relationships/image" Target="../media/image344.png"/><Relationship Id="rId30" Type="http://schemas.openxmlformats.org/officeDocument/2006/relationships/image" Target="../media/image347.png"/><Relationship Id="rId35" Type="http://schemas.openxmlformats.org/officeDocument/2006/relationships/image" Target="../media/image352.png"/><Relationship Id="rId43" Type="http://schemas.openxmlformats.org/officeDocument/2006/relationships/image" Target="../media/image360.png"/><Relationship Id="rId48" Type="http://schemas.openxmlformats.org/officeDocument/2006/relationships/image" Target="../media/image365.png"/><Relationship Id="rId56" Type="http://schemas.openxmlformats.org/officeDocument/2006/relationships/image" Target="../media/image373.png"/><Relationship Id="rId8" Type="http://schemas.openxmlformats.org/officeDocument/2006/relationships/image" Target="../media/image325.png"/><Relationship Id="rId51" Type="http://schemas.openxmlformats.org/officeDocument/2006/relationships/image" Target="../media/image368.png"/><Relationship Id="rId3" Type="http://schemas.openxmlformats.org/officeDocument/2006/relationships/image" Target="../media/image320.png"/><Relationship Id="rId12" Type="http://schemas.openxmlformats.org/officeDocument/2006/relationships/image" Target="../media/image329.png"/><Relationship Id="rId17" Type="http://schemas.openxmlformats.org/officeDocument/2006/relationships/image" Target="../media/image334.png"/><Relationship Id="rId25" Type="http://schemas.openxmlformats.org/officeDocument/2006/relationships/image" Target="../media/image342.png"/><Relationship Id="rId33" Type="http://schemas.openxmlformats.org/officeDocument/2006/relationships/image" Target="../media/image350.png"/><Relationship Id="rId38" Type="http://schemas.openxmlformats.org/officeDocument/2006/relationships/image" Target="../media/image355.png"/><Relationship Id="rId46" Type="http://schemas.openxmlformats.org/officeDocument/2006/relationships/image" Target="../media/image363.png"/><Relationship Id="rId20" Type="http://schemas.openxmlformats.org/officeDocument/2006/relationships/image" Target="../media/image337.png"/><Relationship Id="rId41" Type="http://schemas.openxmlformats.org/officeDocument/2006/relationships/image" Target="../media/image358.png"/><Relationship Id="rId54" Type="http://schemas.openxmlformats.org/officeDocument/2006/relationships/image" Target="../media/image3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3.png"/><Relationship Id="rId15" Type="http://schemas.openxmlformats.org/officeDocument/2006/relationships/image" Target="../media/image332.png"/><Relationship Id="rId23" Type="http://schemas.openxmlformats.org/officeDocument/2006/relationships/image" Target="../media/image340.png"/><Relationship Id="rId28" Type="http://schemas.openxmlformats.org/officeDocument/2006/relationships/image" Target="../media/image345.png"/><Relationship Id="rId36" Type="http://schemas.openxmlformats.org/officeDocument/2006/relationships/image" Target="../media/image353.png"/><Relationship Id="rId49" Type="http://schemas.openxmlformats.org/officeDocument/2006/relationships/image" Target="../media/image366.png"/><Relationship Id="rId57" Type="http://schemas.openxmlformats.org/officeDocument/2006/relationships/image" Target="../media/image374.png"/><Relationship Id="rId10" Type="http://schemas.openxmlformats.org/officeDocument/2006/relationships/image" Target="../media/image327.png"/><Relationship Id="rId31" Type="http://schemas.openxmlformats.org/officeDocument/2006/relationships/image" Target="../media/image348.png"/><Relationship Id="rId44" Type="http://schemas.openxmlformats.org/officeDocument/2006/relationships/image" Target="../media/image361.png"/><Relationship Id="rId52" Type="http://schemas.openxmlformats.org/officeDocument/2006/relationships/image" Target="../media/image36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2.png"/><Relationship Id="rId3" Type="http://schemas.openxmlformats.org/officeDocument/2006/relationships/image" Target="../media/image377.png"/><Relationship Id="rId7" Type="http://schemas.openxmlformats.org/officeDocument/2006/relationships/image" Target="../media/image381.png"/><Relationship Id="rId2" Type="http://schemas.openxmlformats.org/officeDocument/2006/relationships/image" Target="../media/image3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0.png"/><Relationship Id="rId5" Type="http://schemas.openxmlformats.org/officeDocument/2006/relationships/image" Target="../media/image379.png"/><Relationship Id="rId4" Type="http://schemas.openxmlformats.org/officeDocument/2006/relationships/image" Target="../media/image378.png"/><Relationship Id="rId9" Type="http://schemas.openxmlformats.org/officeDocument/2006/relationships/image" Target="../media/image383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0.png"/><Relationship Id="rId13" Type="http://schemas.openxmlformats.org/officeDocument/2006/relationships/image" Target="../media/image395.png"/><Relationship Id="rId3" Type="http://schemas.openxmlformats.org/officeDocument/2006/relationships/image" Target="../media/image385.png"/><Relationship Id="rId7" Type="http://schemas.openxmlformats.org/officeDocument/2006/relationships/image" Target="../media/image389.png"/><Relationship Id="rId12" Type="http://schemas.openxmlformats.org/officeDocument/2006/relationships/image" Target="../media/image394.png"/><Relationship Id="rId2" Type="http://schemas.openxmlformats.org/officeDocument/2006/relationships/image" Target="../media/image3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8.png"/><Relationship Id="rId11" Type="http://schemas.openxmlformats.org/officeDocument/2006/relationships/image" Target="../media/image393.png"/><Relationship Id="rId5" Type="http://schemas.openxmlformats.org/officeDocument/2006/relationships/image" Target="../media/image387.png"/><Relationship Id="rId10" Type="http://schemas.openxmlformats.org/officeDocument/2006/relationships/image" Target="../media/image392.png"/><Relationship Id="rId4" Type="http://schemas.openxmlformats.org/officeDocument/2006/relationships/image" Target="../media/image386.png"/><Relationship Id="rId9" Type="http://schemas.openxmlformats.org/officeDocument/2006/relationships/image" Target="../media/image391.png"/><Relationship Id="rId14" Type="http://schemas.openxmlformats.org/officeDocument/2006/relationships/image" Target="../media/image396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3.png"/><Relationship Id="rId3" Type="http://schemas.openxmlformats.org/officeDocument/2006/relationships/image" Target="../media/image398.png"/><Relationship Id="rId7" Type="http://schemas.openxmlformats.org/officeDocument/2006/relationships/image" Target="../media/image402.png"/><Relationship Id="rId12" Type="http://schemas.openxmlformats.org/officeDocument/2006/relationships/image" Target="../media/image407.png"/><Relationship Id="rId2" Type="http://schemas.openxmlformats.org/officeDocument/2006/relationships/image" Target="../media/image3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1.png"/><Relationship Id="rId11" Type="http://schemas.openxmlformats.org/officeDocument/2006/relationships/image" Target="../media/image406.png"/><Relationship Id="rId5" Type="http://schemas.openxmlformats.org/officeDocument/2006/relationships/image" Target="../media/image400.png"/><Relationship Id="rId10" Type="http://schemas.openxmlformats.org/officeDocument/2006/relationships/image" Target="../media/image405.png"/><Relationship Id="rId4" Type="http://schemas.openxmlformats.org/officeDocument/2006/relationships/image" Target="../media/image399.png"/><Relationship Id="rId9" Type="http://schemas.openxmlformats.org/officeDocument/2006/relationships/image" Target="../media/image404.png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19.png"/><Relationship Id="rId18" Type="http://schemas.openxmlformats.org/officeDocument/2006/relationships/image" Target="../media/image424.png"/><Relationship Id="rId26" Type="http://schemas.openxmlformats.org/officeDocument/2006/relationships/image" Target="../media/image432.png"/><Relationship Id="rId3" Type="http://schemas.openxmlformats.org/officeDocument/2006/relationships/image" Target="../media/image409.png"/><Relationship Id="rId21" Type="http://schemas.openxmlformats.org/officeDocument/2006/relationships/image" Target="../media/image427.png"/><Relationship Id="rId34" Type="http://schemas.openxmlformats.org/officeDocument/2006/relationships/image" Target="../media/image440.png"/><Relationship Id="rId7" Type="http://schemas.openxmlformats.org/officeDocument/2006/relationships/image" Target="../media/image413.png"/><Relationship Id="rId12" Type="http://schemas.openxmlformats.org/officeDocument/2006/relationships/image" Target="../media/image418.png"/><Relationship Id="rId17" Type="http://schemas.openxmlformats.org/officeDocument/2006/relationships/image" Target="../media/image423.png"/><Relationship Id="rId25" Type="http://schemas.openxmlformats.org/officeDocument/2006/relationships/image" Target="../media/image431.png"/><Relationship Id="rId33" Type="http://schemas.openxmlformats.org/officeDocument/2006/relationships/image" Target="../media/image439.png"/><Relationship Id="rId2" Type="http://schemas.openxmlformats.org/officeDocument/2006/relationships/image" Target="../media/image408.png"/><Relationship Id="rId16" Type="http://schemas.openxmlformats.org/officeDocument/2006/relationships/image" Target="../media/image422.png"/><Relationship Id="rId20" Type="http://schemas.openxmlformats.org/officeDocument/2006/relationships/image" Target="../media/image426.png"/><Relationship Id="rId29" Type="http://schemas.openxmlformats.org/officeDocument/2006/relationships/image" Target="../media/image4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2.png"/><Relationship Id="rId11" Type="http://schemas.openxmlformats.org/officeDocument/2006/relationships/image" Target="../media/image417.png"/><Relationship Id="rId24" Type="http://schemas.openxmlformats.org/officeDocument/2006/relationships/image" Target="../media/image430.png"/><Relationship Id="rId32" Type="http://schemas.openxmlformats.org/officeDocument/2006/relationships/image" Target="../media/image438.png"/><Relationship Id="rId5" Type="http://schemas.openxmlformats.org/officeDocument/2006/relationships/image" Target="../media/image411.png"/><Relationship Id="rId15" Type="http://schemas.openxmlformats.org/officeDocument/2006/relationships/image" Target="../media/image421.png"/><Relationship Id="rId23" Type="http://schemas.openxmlformats.org/officeDocument/2006/relationships/image" Target="../media/image429.png"/><Relationship Id="rId28" Type="http://schemas.openxmlformats.org/officeDocument/2006/relationships/image" Target="../media/image434.png"/><Relationship Id="rId10" Type="http://schemas.openxmlformats.org/officeDocument/2006/relationships/image" Target="../media/image416.png"/><Relationship Id="rId19" Type="http://schemas.openxmlformats.org/officeDocument/2006/relationships/image" Target="../media/image425.png"/><Relationship Id="rId31" Type="http://schemas.openxmlformats.org/officeDocument/2006/relationships/image" Target="../media/image437.png"/><Relationship Id="rId4" Type="http://schemas.openxmlformats.org/officeDocument/2006/relationships/image" Target="../media/image410.png"/><Relationship Id="rId9" Type="http://schemas.openxmlformats.org/officeDocument/2006/relationships/image" Target="../media/image415.png"/><Relationship Id="rId14" Type="http://schemas.openxmlformats.org/officeDocument/2006/relationships/image" Target="../media/image420.png"/><Relationship Id="rId22" Type="http://schemas.openxmlformats.org/officeDocument/2006/relationships/image" Target="../media/image428.png"/><Relationship Id="rId27" Type="http://schemas.openxmlformats.org/officeDocument/2006/relationships/image" Target="../media/image433.png"/><Relationship Id="rId30" Type="http://schemas.openxmlformats.org/officeDocument/2006/relationships/image" Target="../media/image436.png"/><Relationship Id="rId35" Type="http://schemas.openxmlformats.org/officeDocument/2006/relationships/image" Target="../media/image441.png"/><Relationship Id="rId8" Type="http://schemas.openxmlformats.org/officeDocument/2006/relationships/image" Target="../media/image414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8.png"/><Relationship Id="rId13" Type="http://schemas.openxmlformats.org/officeDocument/2006/relationships/image" Target="../media/image453.png"/><Relationship Id="rId18" Type="http://schemas.openxmlformats.org/officeDocument/2006/relationships/image" Target="../media/image458.png"/><Relationship Id="rId3" Type="http://schemas.openxmlformats.org/officeDocument/2006/relationships/image" Target="../media/image443.png"/><Relationship Id="rId21" Type="http://schemas.openxmlformats.org/officeDocument/2006/relationships/image" Target="../media/image461.png"/><Relationship Id="rId7" Type="http://schemas.openxmlformats.org/officeDocument/2006/relationships/image" Target="../media/image447.png"/><Relationship Id="rId12" Type="http://schemas.openxmlformats.org/officeDocument/2006/relationships/image" Target="../media/image452.png"/><Relationship Id="rId17" Type="http://schemas.openxmlformats.org/officeDocument/2006/relationships/image" Target="../media/image457.png"/><Relationship Id="rId2" Type="http://schemas.openxmlformats.org/officeDocument/2006/relationships/image" Target="../media/image442.png"/><Relationship Id="rId16" Type="http://schemas.openxmlformats.org/officeDocument/2006/relationships/image" Target="../media/image456.png"/><Relationship Id="rId20" Type="http://schemas.openxmlformats.org/officeDocument/2006/relationships/image" Target="../media/image4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6.png"/><Relationship Id="rId11" Type="http://schemas.openxmlformats.org/officeDocument/2006/relationships/image" Target="../media/image451.png"/><Relationship Id="rId24" Type="http://schemas.openxmlformats.org/officeDocument/2006/relationships/image" Target="../media/image464.png"/><Relationship Id="rId5" Type="http://schemas.openxmlformats.org/officeDocument/2006/relationships/image" Target="../media/image445.png"/><Relationship Id="rId15" Type="http://schemas.openxmlformats.org/officeDocument/2006/relationships/image" Target="../media/image455.png"/><Relationship Id="rId23" Type="http://schemas.openxmlformats.org/officeDocument/2006/relationships/image" Target="../media/image463.png"/><Relationship Id="rId10" Type="http://schemas.openxmlformats.org/officeDocument/2006/relationships/image" Target="../media/image450.png"/><Relationship Id="rId19" Type="http://schemas.openxmlformats.org/officeDocument/2006/relationships/image" Target="../media/image459.png"/><Relationship Id="rId4" Type="http://schemas.openxmlformats.org/officeDocument/2006/relationships/image" Target="../media/image444.png"/><Relationship Id="rId9" Type="http://schemas.openxmlformats.org/officeDocument/2006/relationships/image" Target="../media/image449.png"/><Relationship Id="rId14" Type="http://schemas.openxmlformats.org/officeDocument/2006/relationships/image" Target="../media/image454.png"/><Relationship Id="rId22" Type="http://schemas.openxmlformats.org/officeDocument/2006/relationships/image" Target="../media/image462.png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76.png"/><Relationship Id="rId18" Type="http://schemas.openxmlformats.org/officeDocument/2006/relationships/image" Target="../media/image481.png"/><Relationship Id="rId26" Type="http://schemas.openxmlformats.org/officeDocument/2006/relationships/image" Target="../media/image489.png"/><Relationship Id="rId21" Type="http://schemas.openxmlformats.org/officeDocument/2006/relationships/image" Target="../media/image484.png"/><Relationship Id="rId34" Type="http://schemas.openxmlformats.org/officeDocument/2006/relationships/image" Target="../media/image497.png"/><Relationship Id="rId7" Type="http://schemas.openxmlformats.org/officeDocument/2006/relationships/image" Target="../media/image470.png"/><Relationship Id="rId12" Type="http://schemas.openxmlformats.org/officeDocument/2006/relationships/image" Target="../media/image475.png"/><Relationship Id="rId17" Type="http://schemas.openxmlformats.org/officeDocument/2006/relationships/image" Target="../media/image480.png"/><Relationship Id="rId25" Type="http://schemas.openxmlformats.org/officeDocument/2006/relationships/image" Target="../media/image488.png"/><Relationship Id="rId33" Type="http://schemas.openxmlformats.org/officeDocument/2006/relationships/image" Target="../media/image496.png"/><Relationship Id="rId38" Type="http://schemas.openxmlformats.org/officeDocument/2006/relationships/image" Target="../media/image501.png"/><Relationship Id="rId2" Type="http://schemas.openxmlformats.org/officeDocument/2006/relationships/image" Target="../media/image465.png"/><Relationship Id="rId16" Type="http://schemas.openxmlformats.org/officeDocument/2006/relationships/image" Target="../media/image479.png"/><Relationship Id="rId20" Type="http://schemas.openxmlformats.org/officeDocument/2006/relationships/image" Target="../media/image483.png"/><Relationship Id="rId29" Type="http://schemas.openxmlformats.org/officeDocument/2006/relationships/image" Target="../media/image4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9.png"/><Relationship Id="rId11" Type="http://schemas.openxmlformats.org/officeDocument/2006/relationships/image" Target="../media/image474.png"/><Relationship Id="rId24" Type="http://schemas.openxmlformats.org/officeDocument/2006/relationships/image" Target="../media/image487.png"/><Relationship Id="rId32" Type="http://schemas.openxmlformats.org/officeDocument/2006/relationships/image" Target="../media/image495.png"/><Relationship Id="rId37" Type="http://schemas.openxmlformats.org/officeDocument/2006/relationships/image" Target="../media/image500.png"/><Relationship Id="rId5" Type="http://schemas.openxmlformats.org/officeDocument/2006/relationships/image" Target="../media/image468.png"/><Relationship Id="rId15" Type="http://schemas.openxmlformats.org/officeDocument/2006/relationships/image" Target="../media/image478.png"/><Relationship Id="rId23" Type="http://schemas.openxmlformats.org/officeDocument/2006/relationships/image" Target="../media/image486.png"/><Relationship Id="rId28" Type="http://schemas.openxmlformats.org/officeDocument/2006/relationships/image" Target="../media/image491.png"/><Relationship Id="rId36" Type="http://schemas.openxmlformats.org/officeDocument/2006/relationships/image" Target="../media/image499.png"/><Relationship Id="rId10" Type="http://schemas.openxmlformats.org/officeDocument/2006/relationships/image" Target="../media/image473.png"/><Relationship Id="rId19" Type="http://schemas.openxmlformats.org/officeDocument/2006/relationships/image" Target="../media/image482.png"/><Relationship Id="rId31" Type="http://schemas.openxmlformats.org/officeDocument/2006/relationships/image" Target="../media/image494.png"/><Relationship Id="rId4" Type="http://schemas.openxmlformats.org/officeDocument/2006/relationships/image" Target="../media/image467.png"/><Relationship Id="rId9" Type="http://schemas.openxmlformats.org/officeDocument/2006/relationships/image" Target="../media/image472.png"/><Relationship Id="rId14" Type="http://schemas.openxmlformats.org/officeDocument/2006/relationships/image" Target="../media/image477.png"/><Relationship Id="rId22" Type="http://schemas.openxmlformats.org/officeDocument/2006/relationships/image" Target="../media/image485.png"/><Relationship Id="rId27" Type="http://schemas.openxmlformats.org/officeDocument/2006/relationships/image" Target="../media/image490.png"/><Relationship Id="rId30" Type="http://schemas.openxmlformats.org/officeDocument/2006/relationships/image" Target="../media/image493.png"/><Relationship Id="rId35" Type="http://schemas.openxmlformats.org/officeDocument/2006/relationships/image" Target="../media/image498.png"/><Relationship Id="rId8" Type="http://schemas.openxmlformats.org/officeDocument/2006/relationships/image" Target="../media/image471.png"/><Relationship Id="rId3" Type="http://schemas.openxmlformats.org/officeDocument/2006/relationships/image" Target="../media/image466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8.png"/><Relationship Id="rId13" Type="http://schemas.openxmlformats.org/officeDocument/2006/relationships/image" Target="../media/image513.png"/><Relationship Id="rId3" Type="http://schemas.openxmlformats.org/officeDocument/2006/relationships/image" Target="../media/image503.png"/><Relationship Id="rId7" Type="http://schemas.openxmlformats.org/officeDocument/2006/relationships/image" Target="../media/image507.png"/><Relationship Id="rId12" Type="http://schemas.openxmlformats.org/officeDocument/2006/relationships/image" Target="../media/image512.png"/><Relationship Id="rId2" Type="http://schemas.openxmlformats.org/officeDocument/2006/relationships/image" Target="../media/image5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6.png"/><Relationship Id="rId11" Type="http://schemas.openxmlformats.org/officeDocument/2006/relationships/image" Target="../media/image511.png"/><Relationship Id="rId5" Type="http://schemas.openxmlformats.org/officeDocument/2006/relationships/image" Target="../media/image505.png"/><Relationship Id="rId15" Type="http://schemas.openxmlformats.org/officeDocument/2006/relationships/image" Target="../media/image515.png"/><Relationship Id="rId10" Type="http://schemas.openxmlformats.org/officeDocument/2006/relationships/image" Target="../media/image510.png"/><Relationship Id="rId4" Type="http://schemas.openxmlformats.org/officeDocument/2006/relationships/image" Target="../media/image504.png"/><Relationship Id="rId9" Type="http://schemas.openxmlformats.org/officeDocument/2006/relationships/image" Target="../media/image509.png"/><Relationship Id="rId14" Type="http://schemas.openxmlformats.org/officeDocument/2006/relationships/image" Target="../media/image514.png"/></Relationships>
</file>

<file path=ppt/slides/_rels/slide3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40.png"/><Relationship Id="rId21" Type="http://schemas.openxmlformats.org/officeDocument/2006/relationships/image" Target="../media/image535.png"/><Relationship Id="rId42" Type="http://schemas.openxmlformats.org/officeDocument/2006/relationships/image" Target="../media/image556.png"/><Relationship Id="rId47" Type="http://schemas.openxmlformats.org/officeDocument/2006/relationships/image" Target="../media/image561.png"/><Relationship Id="rId63" Type="http://schemas.openxmlformats.org/officeDocument/2006/relationships/image" Target="../media/image577.png"/><Relationship Id="rId68" Type="http://schemas.openxmlformats.org/officeDocument/2006/relationships/image" Target="../media/image582.png"/><Relationship Id="rId2" Type="http://schemas.openxmlformats.org/officeDocument/2006/relationships/image" Target="../media/image516.png"/><Relationship Id="rId16" Type="http://schemas.openxmlformats.org/officeDocument/2006/relationships/image" Target="../media/image530.png"/><Relationship Id="rId29" Type="http://schemas.openxmlformats.org/officeDocument/2006/relationships/image" Target="../media/image543.png"/><Relationship Id="rId11" Type="http://schemas.openxmlformats.org/officeDocument/2006/relationships/image" Target="../media/image525.png"/><Relationship Id="rId24" Type="http://schemas.openxmlformats.org/officeDocument/2006/relationships/image" Target="../media/image538.png"/><Relationship Id="rId32" Type="http://schemas.openxmlformats.org/officeDocument/2006/relationships/image" Target="../media/image546.png"/><Relationship Id="rId37" Type="http://schemas.openxmlformats.org/officeDocument/2006/relationships/image" Target="../media/image551.png"/><Relationship Id="rId40" Type="http://schemas.openxmlformats.org/officeDocument/2006/relationships/image" Target="../media/image554.png"/><Relationship Id="rId45" Type="http://schemas.openxmlformats.org/officeDocument/2006/relationships/image" Target="../media/image559.png"/><Relationship Id="rId53" Type="http://schemas.openxmlformats.org/officeDocument/2006/relationships/image" Target="../media/image567.png"/><Relationship Id="rId58" Type="http://schemas.openxmlformats.org/officeDocument/2006/relationships/image" Target="../media/image572.png"/><Relationship Id="rId66" Type="http://schemas.openxmlformats.org/officeDocument/2006/relationships/image" Target="../media/image580.png"/><Relationship Id="rId74" Type="http://schemas.openxmlformats.org/officeDocument/2006/relationships/image" Target="../media/image588.png"/><Relationship Id="rId5" Type="http://schemas.openxmlformats.org/officeDocument/2006/relationships/image" Target="../media/image519.png"/><Relationship Id="rId61" Type="http://schemas.openxmlformats.org/officeDocument/2006/relationships/image" Target="../media/image575.png"/><Relationship Id="rId19" Type="http://schemas.openxmlformats.org/officeDocument/2006/relationships/image" Target="../media/image533.png"/><Relationship Id="rId14" Type="http://schemas.openxmlformats.org/officeDocument/2006/relationships/image" Target="../media/image528.png"/><Relationship Id="rId22" Type="http://schemas.openxmlformats.org/officeDocument/2006/relationships/image" Target="../media/image536.png"/><Relationship Id="rId27" Type="http://schemas.openxmlformats.org/officeDocument/2006/relationships/image" Target="../media/image541.png"/><Relationship Id="rId30" Type="http://schemas.openxmlformats.org/officeDocument/2006/relationships/image" Target="../media/image544.png"/><Relationship Id="rId35" Type="http://schemas.openxmlformats.org/officeDocument/2006/relationships/image" Target="../media/image549.png"/><Relationship Id="rId43" Type="http://schemas.openxmlformats.org/officeDocument/2006/relationships/image" Target="../media/image557.png"/><Relationship Id="rId48" Type="http://schemas.openxmlformats.org/officeDocument/2006/relationships/image" Target="../media/image562.png"/><Relationship Id="rId56" Type="http://schemas.openxmlformats.org/officeDocument/2006/relationships/image" Target="../media/image570.png"/><Relationship Id="rId64" Type="http://schemas.openxmlformats.org/officeDocument/2006/relationships/image" Target="../media/image578.png"/><Relationship Id="rId69" Type="http://schemas.openxmlformats.org/officeDocument/2006/relationships/image" Target="../media/image583.png"/><Relationship Id="rId8" Type="http://schemas.openxmlformats.org/officeDocument/2006/relationships/image" Target="../media/image522.png"/><Relationship Id="rId51" Type="http://schemas.openxmlformats.org/officeDocument/2006/relationships/image" Target="../media/image565.png"/><Relationship Id="rId72" Type="http://schemas.openxmlformats.org/officeDocument/2006/relationships/image" Target="../media/image586.png"/><Relationship Id="rId3" Type="http://schemas.openxmlformats.org/officeDocument/2006/relationships/image" Target="../media/image517.png"/><Relationship Id="rId12" Type="http://schemas.openxmlformats.org/officeDocument/2006/relationships/image" Target="../media/image526.png"/><Relationship Id="rId17" Type="http://schemas.openxmlformats.org/officeDocument/2006/relationships/image" Target="../media/image531.png"/><Relationship Id="rId25" Type="http://schemas.openxmlformats.org/officeDocument/2006/relationships/image" Target="../media/image539.png"/><Relationship Id="rId33" Type="http://schemas.openxmlformats.org/officeDocument/2006/relationships/image" Target="../media/image547.png"/><Relationship Id="rId38" Type="http://schemas.openxmlformats.org/officeDocument/2006/relationships/image" Target="../media/image552.png"/><Relationship Id="rId46" Type="http://schemas.openxmlformats.org/officeDocument/2006/relationships/image" Target="../media/image560.png"/><Relationship Id="rId59" Type="http://schemas.openxmlformats.org/officeDocument/2006/relationships/image" Target="../media/image573.png"/><Relationship Id="rId67" Type="http://schemas.openxmlformats.org/officeDocument/2006/relationships/image" Target="../media/image581.png"/><Relationship Id="rId20" Type="http://schemas.openxmlformats.org/officeDocument/2006/relationships/image" Target="../media/image534.png"/><Relationship Id="rId41" Type="http://schemas.openxmlformats.org/officeDocument/2006/relationships/image" Target="../media/image555.png"/><Relationship Id="rId54" Type="http://schemas.openxmlformats.org/officeDocument/2006/relationships/image" Target="../media/image568.png"/><Relationship Id="rId62" Type="http://schemas.openxmlformats.org/officeDocument/2006/relationships/image" Target="../media/image576.png"/><Relationship Id="rId70" Type="http://schemas.openxmlformats.org/officeDocument/2006/relationships/image" Target="../media/image584.png"/><Relationship Id="rId75" Type="http://schemas.openxmlformats.org/officeDocument/2006/relationships/image" Target="../media/image5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0.png"/><Relationship Id="rId15" Type="http://schemas.openxmlformats.org/officeDocument/2006/relationships/image" Target="../media/image529.png"/><Relationship Id="rId23" Type="http://schemas.openxmlformats.org/officeDocument/2006/relationships/image" Target="../media/image537.png"/><Relationship Id="rId28" Type="http://schemas.openxmlformats.org/officeDocument/2006/relationships/image" Target="../media/image542.png"/><Relationship Id="rId36" Type="http://schemas.openxmlformats.org/officeDocument/2006/relationships/image" Target="../media/image550.png"/><Relationship Id="rId49" Type="http://schemas.openxmlformats.org/officeDocument/2006/relationships/image" Target="../media/image563.png"/><Relationship Id="rId57" Type="http://schemas.openxmlformats.org/officeDocument/2006/relationships/image" Target="../media/image571.png"/><Relationship Id="rId10" Type="http://schemas.openxmlformats.org/officeDocument/2006/relationships/image" Target="../media/image524.png"/><Relationship Id="rId31" Type="http://schemas.openxmlformats.org/officeDocument/2006/relationships/image" Target="../media/image545.png"/><Relationship Id="rId44" Type="http://schemas.openxmlformats.org/officeDocument/2006/relationships/image" Target="../media/image558.png"/><Relationship Id="rId52" Type="http://schemas.openxmlformats.org/officeDocument/2006/relationships/image" Target="../media/image566.png"/><Relationship Id="rId60" Type="http://schemas.openxmlformats.org/officeDocument/2006/relationships/image" Target="../media/image574.png"/><Relationship Id="rId65" Type="http://schemas.openxmlformats.org/officeDocument/2006/relationships/image" Target="../media/image579.png"/><Relationship Id="rId73" Type="http://schemas.openxmlformats.org/officeDocument/2006/relationships/image" Target="../media/image587.png"/><Relationship Id="rId4" Type="http://schemas.openxmlformats.org/officeDocument/2006/relationships/image" Target="../media/image518.png"/><Relationship Id="rId9" Type="http://schemas.openxmlformats.org/officeDocument/2006/relationships/image" Target="../media/image523.png"/><Relationship Id="rId13" Type="http://schemas.openxmlformats.org/officeDocument/2006/relationships/image" Target="../media/image527.png"/><Relationship Id="rId18" Type="http://schemas.openxmlformats.org/officeDocument/2006/relationships/image" Target="../media/image532.png"/><Relationship Id="rId39" Type="http://schemas.openxmlformats.org/officeDocument/2006/relationships/image" Target="../media/image553.png"/><Relationship Id="rId34" Type="http://schemas.openxmlformats.org/officeDocument/2006/relationships/image" Target="../media/image548.png"/><Relationship Id="rId50" Type="http://schemas.openxmlformats.org/officeDocument/2006/relationships/image" Target="../media/image564.png"/><Relationship Id="rId55" Type="http://schemas.openxmlformats.org/officeDocument/2006/relationships/image" Target="../media/image569.png"/><Relationship Id="rId76" Type="http://schemas.openxmlformats.org/officeDocument/2006/relationships/image" Target="../media/image590.png"/><Relationship Id="rId7" Type="http://schemas.openxmlformats.org/officeDocument/2006/relationships/image" Target="../media/image521.png"/><Relationship Id="rId71" Type="http://schemas.openxmlformats.org/officeDocument/2006/relationships/image" Target="../media/image585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7.png"/><Relationship Id="rId13" Type="http://schemas.openxmlformats.org/officeDocument/2006/relationships/image" Target="../media/image602.png"/><Relationship Id="rId18" Type="http://schemas.openxmlformats.org/officeDocument/2006/relationships/image" Target="../media/image607.png"/><Relationship Id="rId26" Type="http://schemas.openxmlformats.org/officeDocument/2006/relationships/image" Target="../media/image615.png"/><Relationship Id="rId3" Type="http://schemas.openxmlformats.org/officeDocument/2006/relationships/image" Target="../media/image592.png"/><Relationship Id="rId21" Type="http://schemas.openxmlformats.org/officeDocument/2006/relationships/image" Target="../media/image610.png"/><Relationship Id="rId7" Type="http://schemas.openxmlformats.org/officeDocument/2006/relationships/image" Target="../media/image596.png"/><Relationship Id="rId12" Type="http://schemas.openxmlformats.org/officeDocument/2006/relationships/image" Target="../media/image601.png"/><Relationship Id="rId17" Type="http://schemas.openxmlformats.org/officeDocument/2006/relationships/image" Target="../media/image606.png"/><Relationship Id="rId25" Type="http://schemas.openxmlformats.org/officeDocument/2006/relationships/image" Target="../media/image614.png"/><Relationship Id="rId2" Type="http://schemas.openxmlformats.org/officeDocument/2006/relationships/image" Target="../media/image591.png"/><Relationship Id="rId16" Type="http://schemas.openxmlformats.org/officeDocument/2006/relationships/image" Target="../media/image605.png"/><Relationship Id="rId20" Type="http://schemas.openxmlformats.org/officeDocument/2006/relationships/image" Target="../media/image609.png"/><Relationship Id="rId29" Type="http://schemas.openxmlformats.org/officeDocument/2006/relationships/image" Target="../media/image6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5.png"/><Relationship Id="rId11" Type="http://schemas.openxmlformats.org/officeDocument/2006/relationships/image" Target="../media/image600.png"/><Relationship Id="rId24" Type="http://schemas.openxmlformats.org/officeDocument/2006/relationships/image" Target="../media/image613.png"/><Relationship Id="rId5" Type="http://schemas.openxmlformats.org/officeDocument/2006/relationships/image" Target="../media/image594.png"/><Relationship Id="rId15" Type="http://schemas.openxmlformats.org/officeDocument/2006/relationships/image" Target="../media/image604.png"/><Relationship Id="rId23" Type="http://schemas.openxmlformats.org/officeDocument/2006/relationships/image" Target="../media/image612.png"/><Relationship Id="rId28" Type="http://schemas.openxmlformats.org/officeDocument/2006/relationships/image" Target="../media/image617.png"/><Relationship Id="rId10" Type="http://schemas.openxmlformats.org/officeDocument/2006/relationships/image" Target="../media/image599.png"/><Relationship Id="rId19" Type="http://schemas.openxmlformats.org/officeDocument/2006/relationships/image" Target="../media/image608.png"/><Relationship Id="rId31" Type="http://schemas.openxmlformats.org/officeDocument/2006/relationships/image" Target="../media/image620.png"/><Relationship Id="rId4" Type="http://schemas.openxmlformats.org/officeDocument/2006/relationships/image" Target="../media/image593.png"/><Relationship Id="rId9" Type="http://schemas.openxmlformats.org/officeDocument/2006/relationships/image" Target="../media/image598.png"/><Relationship Id="rId14" Type="http://schemas.openxmlformats.org/officeDocument/2006/relationships/image" Target="../media/image603.png"/><Relationship Id="rId22" Type="http://schemas.openxmlformats.org/officeDocument/2006/relationships/image" Target="../media/image611.png"/><Relationship Id="rId27" Type="http://schemas.openxmlformats.org/officeDocument/2006/relationships/image" Target="../media/image616.png"/><Relationship Id="rId30" Type="http://schemas.openxmlformats.org/officeDocument/2006/relationships/image" Target="../media/image619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7.png"/><Relationship Id="rId13" Type="http://schemas.openxmlformats.org/officeDocument/2006/relationships/image" Target="../media/image632.png"/><Relationship Id="rId18" Type="http://schemas.openxmlformats.org/officeDocument/2006/relationships/image" Target="../media/image637.png"/><Relationship Id="rId26" Type="http://schemas.openxmlformats.org/officeDocument/2006/relationships/image" Target="../media/image645.png"/><Relationship Id="rId3" Type="http://schemas.openxmlformats.org/officeDocument/2006/relationships/image" Target="../media/image622.png"/><Relationship Id="rId21" Type="http://schemas.openxmlformats.org/officeDocument/2006/relationships/image" Target="../media/image640.png"/><Relationship Id="rId7" Type="http://schemas.openxmlformats.org/officeDocument/2006/relationships/image" Target="../media/image626.png"/><Relationship Id="rId12" Type="http://schemas.openxmlformats.org/officeDocument/2006/relationships/image" Target="../media/image631.png"/><Relationship Id="rId17" Type="http://schemas.openxmlformats.org/officeDocument/2006/relationships/image" Target="../media/image636.png"/><Relationship Id="rId25" Type="http://schemas.openxmlformats.org/officeDocument/2006/relationships/image" Target="../media/image644.png"/><Relationship Id="rId2" Type="http://schemas.openxmlformats.org/officeDocument/2006/relationships/image" Target="../media/image621.png"/><Relationship Id="rId16" Type="http://schemas.openxmlformats.org/officeDocument/2006/relationships/image" Target="../media/image635.png"/><Relationship Id="rId20" Type="http://schemas.openxmlformats.org/officeDocument/2006/relationships/image" Target="../media/image639.png"/><Relationship Id="rId29" Type="http://schemas.openxmlformats.org/officeDocument/2006/relationships/image" Target="../media/image6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5.png"/><Relationship Id="rId11" Type="http://schemas.openxmlformats.org/officeDocument/2006/relationships/image" Target="../media/image630.png"/><Relationship Id="rId24" Type="http://schemas.openxmlformats.org/officeDocument/2006/relationships/image" Target="../media/image643.png"/><Relationship Id="rId5" Type="http://schemas.openxmlformats.org/officeDocument/2006/relationships/image" Target="../media/image624.png"/><Relationship Id="rId15" Type="http://schemas.openxmlformats.org/officeDocument/2006/relationships/image" Target="../media/image634.png"/><Relationship Id="rId23" Type="http://schemas.openxmlformats.org/officeDocument/2006/relationships/image" Target="../media/image642.png"/><Relationship Id="rId28" Type="http://schemas.openxmlformats.org/officeDocument/2006/relationships/image" Target="../media/image647.png"/><Relationship Id="rId10" Type="http://schemas.openxmlformats.org/officeDocument/2006/relationships/image" Target="../media/image629.png"/><Relationship Id="rId19" Type="http://schemas.openxmlformats.org/officeDocument/2006/relationships/image" Target="../media/image638.png"/><Relationship Id="rId31" Type="http://schemas.openxmlformats.org/officeDocument/2006/relationships/image" Target="../media/image650.png"/><Relationship Id="rId4" Type="http://schemas.openxmlformats.org/officeDocument/2006/relationships/image" Target="../media/image623.png"/><Relationship Id="rId9" Type="http://schemas.openxmlformats.org/officeDocument/2006/relationships/image" Target="../media/image628.png"/><Relationship Id="rId14" Type="http://schemas.openxmlformats.org/officeDocument/2006/relationships/image" Target="../media/image633.png"/><Relationship Id="rId22" Type="http://schemas.openxmlformats.org/officeDocument/2006/relationships/image" Target="../media/image641.png"/><Relationship Id="rId27" Type="http://schemas.openxmlformats.org/officeDocument/2006/relationships/image" Target="../media/image646.png"/><Relationship Id="rId30" Type="http://schemas.openxmlformats.org/officeDocument/2006/relationships/image" Target="../media/image649.png"/></Relationships>
</file>

<file path=ppt/slides/_rels/slide4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47.png"/><Relationship Id="rId18" Type="http://schemas.openxmlformats.org/officeDocument/2006/relationships/image" Target="../media/image663.png"/><Relationship Id="rId26" Type="http://schemas.openxmlformats.org/officeDocument/2006/relationships/image" Target="../media/image671.png"/><Relationship Id="rId3" Type="http://schemas.openxmlformats.org/officeDocument/2006/relationships/image" Target="../media/image652.png"/><Relationship Id="rId21" Type="http://schemas.openxmlformats.org/officeDocument/2006/relationships/image" Target="../media/image666.png"/><Relationship Id="rId34" Type="http://schemas.openxmlformats.org/officeDocument/2006/relationships/image" Target="../media/image679.png"/><Relationship Id="rId7" Type="http://schemas.openxmlformats.org/officeDocument/2006/relationships/image" Target="../media/image655.png"/><Relationship Id="rId12" Type="http://schemas.openxmlformats.org/officeDocument/2006/relationships/image" Target="../media/image646.png"/><Relationship Id="rId17" Type="http://schemas.openxmlformats.org/officeDocument/2006/relationships/image" Target="../media/image662.png"/><Relationship Id="rId25" Type="http://schemas.openxmlformats.org/officeDocument/2006/relationships/image" Target="../media/image670.png"/><Relationship Id="rId33" Type="http://schemas.openxmlformats.org/officeDocument/2006/relationships/image" Target="../media/image678.png"/><Relationship Id="rId2" Type="http://schemas.openxmlformats.org/officeDocument/2006/relationships/image" Target="../media/image651.png"/><Relationship Id="rId16" Type="http://schemas.openxmlformats.org/officeDocument/2006/relationships/image" Target="../media/image661.png"/><Relationship Id="rId20" Type="http://schemas.openxmlformats.org/officeDocument/2006/relationships/image" Target="../media/image665.png"/><Relationship Id="rId29" Type="http://schemas.openxmlformats.org/officeDocument/2006/relationships/image" Target="../media/image6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4.png"/><Relationship Id="rId11" Type="http://schemas.openxmlformats.org/officeDocument/2006/relationships/image" Target="../media/image659.png"/><Relationship Id="rId24" Type="http://schemas.openxmlformats.org/officeDocument/2006/relationships/image" Target="../media/image669.png"/><Relationship Id="rId32" Type="http://schemas.openxmlformats.org/officeDocument/2006/relationships/image" Target="../media/image677.png"/><Relationship Id="rId5" Type="http://schemas.openxmlformats.org/officeDocument/2006/relationships/image" Target="../media/image653.png"/><Relationship Id="rId15" Type="http://schemas.openxmlformats.org/officeDocument/2006/relationships/image" Target="../media/image649.png"/><Relationship Id="rId23" Type="http://schemas.openxmlformats.org/officeDocument/2006/relationships/image" Target="../media/image668.png"/><Relationship Id="rId28" Type="http://schemas.openxmlformats.org/officeDocument/2006/relationships/image" Target="../media/image673.png"/><Relationship Id="rId36" Type="http://schemas.openxmlformats.org/officeDocument/2006/relationships/image" Target="../media/image681.png"/><Relationship Id="rId10" Type="http://schemas.openxmlformats.org/officeDocument/2006/relationships/image" Target="../media/image658.png"/><Relationship Id="rId19" Type="http://schemas.openxmlformats.org/officeDocument/2006/relationships/image" Target="../media/image664.png"/><Relationship Id="rId31" Type="http://schemas.openxmlformats.org/officeDocument/2006/relationships/image" Target="../media/image676.png"/><Relationship Id="rId4" Type="http://schemas.openxmlformats.org/officeDocument/2006/relationships/image" Target="../media/image626.png"/><Relationship Id="rId9" Type="http://schemas.openxmlformats.org/officeDocument/2006/relationships/image" Target="../media/image657.png"/><Relationship Id="rId14" Type="http://schemas.openxmlformats.org/officeDocument/2006/relationships/image" Target="../media/image660.png"/><Relationship Id="rId22" Type="http://schemas.openxmlformats.org/officeDocument/2006/relationships/image" Target="../media/image667.png"/><Relationship Id="rId27" Type="http://schemas.openxmlformats.org/officeDocument/2006/relationships/image" Target="../media/image672.png"/><Relationship Id="rId30" Type="http://schemas.openxmlformats.org/officeDocument/2006/relationships/image" Target="../media/image675.png"/><Relationship Id="rId35" Type="http://schemas.openxmlformats.org/officeDocument/2006/relationships/image" Target="../media/image680.png"/><Relationship Id="rId8" Type="http://schemas.openxmlformats.org/officeDocument/2006/relationships/image" Target="../media/image656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7.png"/><Relationship Id="rId13" Type="http://schemas.openxmlformats.org/officeDocument/2006/relationships/image" Target="../media/image692.png"/><Relationship Id="rId18" Type="http://schemas.openxmlformats.org/officeDocument/2006/relationships/image" Target="../media/image697.png"/><Relationship Id="rId26" Type="http://schemas.openxmlformats.org/officeDocument/2006/relationships/image" Target="../media/image705.png"/><Relationship Id="rId3" Type="http://schemas.openxmlformats.org/officeDocument/2006/relationships/image" Target="../media/image683.png"/><Relationship Id="rId21" Type="http://schemas.openxmlformats.org/officeDocument/2006/relationships/image" Target="../media/image700.png"/><Relationship Id="rId7" Type="http://schemas.openxmlformats.org/officeDocument/2006/relationships/image" Target="../media/image686.png"/><Relationship Id="rId12" Type="http://schemas.openxmlformats.org/officeDocument/2006/relationships/image" Target="../media/image691.png"/><Relationship Id="rId17" Type="http://schemas.openxmlformats.org/officeDocument/2006/relationships/image" Target="../media/image696.png"/><Relationship Id="rId25" Type="http://schemas.openxmlformats.org/officeDocument/2006/relationships/image" Target="../media/image704.png"/><Relationship Id="rId2" Type="http://schemas.openxmlformats.org/officeDocument/2006/relationships/image" Target="../media/image682.png"/><Relationship Id="rId16" Type="http://schemas.openxmlformats.org/officeDocument/2006/relationships/image" Target="../media/image695.png"/><Relationship Id="rId20" Type="http://schemas.openxmlformats.org/officeDocument/2006/relationships/image" Target="../media/image6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5.png"/><Relationship Id="rId11" Type="http://schemas.openxmlformats.org/officeDocument/2006/relationships/image" Target="../media/image690.png"/><Relationship Id="rId24" Type="http://schemas.openxmlformats.org/officeDocument/2006/relationships/image" Target="../media/image703.png"/><Relationship Id="rId5" Type="http://schemas.openxmlformats.org/officeDocument/2006/relationships/image" Target="../media/image684.png"/><Relationship Id="rId15" Type="http://schemas.openxmlformats.org/officeDocument/2006/relationships/image" Target="../media/image694.png"/><Relationship Id="rId23" Type="http://schemas.openxmlformats.org/officeDocument/2006/relationships/image" Target="../media/image702.png"/><Relationship Id="rId10" Type="http://schemas.openxmlformats.org/officeDocument/2006/relationships/image" Target="../media/image689.png"/><Relationship Id="rId19" Type="http://schemas.openxmlformats.org/officeDocument/2006/relationships/image" Target="../media/image698.png"/><Relationship Id="rId4" Type="http://schemas.openxmlformats.org/officeDocument/2006/relationships/image" Target="../media/image467.png"/><Relationship Id="rId9" Type="http://schemas.openxmlformats.org/officeDocument/2006/relationships/image" Target="../media/image688.png"/><Relationship Id="rId14" Type="http://schemas.openxmlformats.org/officeDocument/2006/relationships/image" Target="../media/image693.png"/><Relationship Id="rId22" Type="http://schemas.openxmlformats.org/officeDocument/2006/relationships/image" Target="../media/image701.png"/><Relationship Id="rId27" Type="http://schemas.openxmlformats.org/officeDocument/2006/relationships/image" Target="../media/image706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3.png"/><Relationship Id="rId3" Type="http://schemas.openxmlformats.org/officeDocument/2006/relationships/image" Target="../media/image708.svg"/><Relationship Id="rId7" Type="http://schemas.openxmlformats.org/officeDocument/2006/relationships/image" Target="../media/image712.svg"/><Relationship Id="rId2" Type="http://schemas.openxmlformats.org/officeDocument/2006/relationships/image" Target="../media/image7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1.png"/><Relationship Id="rId5" Type="http://schemas.openxmlformats.org/officeDocument/2006/relationships/image" Target="../media/image710.svg"/><Relationship Id="rId4" Type="http://schemas.openxmlformats.org/officeDocument/2006/relationships/image" Target="../media/image709.png"/><Relationship Id="rId9" Type="http://schemas.openxmlformats.org/officeDocument/2006/relationships/image" Target="../media/image714.sv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25.png"/><Relationship Id="rId18" Type="http://schemas.openxmlformats.org/officeDocument/2006/relationships/image" Target="../media/image730.png"/><Relationship Id="rId26" Type="http://schemas.openxmlformats.org/officeDocument/2006/relationships/image" Target="../media/image738.png"/><Relationship Id="rId39" Type="http://schemas.openxmlformats.org/officeDocument/2006/relationships/image" Target="../media/image751.png"/><Relationship Id="rId21" Type="http://schemas.openxmlformats.org/officeDocument/2006/relationships/image" Target="../media/image733.png"/><Relationship Id="rId34" Type="http://schemas.openxmlformats.org/officeDocument/2006/relationships/image" Target="../media/image746.png"/><Relationship Id="rId42" Type="http://schemas.openxmlformats.org/officeDocument/2006/relationships/image" Target="../media/image754.png"/><Relationship Id="rId47" Type="http://schemas.openxmlformats.org/officeDocument/2006/relationships/image" Target="../media/image759.png"/><Relationship Id="rId50" Type="http://schemas.openxmlformats.org/officeDocument/2006/relationships/image" Target="../media/image762.png"/><Relationship Id="rId55" Type="http://schemas.openxmlformats.org/officeDocument/2006/relationships/image" Target="../media/image767.png"/><Relationship Id="rId7" Type="http://schemas.openxmlformats.org/officeDocument/2006/relationships/image" Target="../media/image71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728.png"/><Relationship Id="rId29" Type="http://schemas.openxmlformats.org/officeDocument/2006/relationships/image" Target="../media/image741.png"/><Relationship Id="rId11" Type="http://schemas.openxmlformats.org/officeDocument/2006/relationships/image" Target="../media/image723.png"/><Relationship Id="rId24" Type="http://schemas.openxmlformats.org/officeDocument/2006/relationships/image" Target="../media/image736.png"/><Relationship Id="rId32" Type="http://schemas.openxmlformats.org/officeDocument/2006/relationships/image" Target="../media/image744.png"/><Relationship Id="rId37" Type="http://schemas.openxmlformats.org/officeDocument/2006/relationships/image" Target="../media/image749.png"/><Relationship Id="rId40" Type="http://schemas.openxmlformats.org/officeDocument/2006/relationships/image" Target="../media/image752.png"/><Relationship Id="rId45" Type="http://schemas.openxmlformats.org/officeDocument/2006/relationships/image" Target="../media/image757.png"/><Relationship Id="rId53" Type="http://schemas.openxmlformats.org/officeDocument/2006/relationships/image" Target="../media/image765.png"/><Relationship Id="rId5" Type="http://schemas.openxmlformats.org/officeDocument/2006/relationships/image" Target="../media/image717.png"/><Relationship Id="rId19" Type="http://schemas.openxmlformats.org/officeDocument/2006/relationships/image" Target="../media/image731.png"/><Relationship Id="rId4" Type="http://schemas.openxmlformats.org/officeDocument/2006/relationships/image" Target="../media/image716.png"/><Relationship Id="rId9" Type="http://schemas.openxmlformats.org/officeDocument/2006/relationships/image" Target="../media/image721.png"/><Relationship Id="rId14" Type="http://schemas.openxmlformats.org/officeDocument/2006/relationships/image" Target="../media/image726.png"/><Relationship Id="rId22" Type="http://schemas.openxmlformats.org/officeDocument/2006/relationships/image" Target="../media/image734.png"/><Relationship Id="rId27" Type="http://schemas.openxmlformats.org/officeDocument/2006/relationships/image" Target="../media/image739.png"/><Relationship Id="rId30" Type="http://schemas.openxmlformats.org/officeDocument/2006/relationships/image" Target="../media/image742.png"/><Relationship Id="rId35" Type="http://schemas.openxmlformats.org/officeDocument/2006/relationships/image" Target="../media/image747.png"/><Relationship Id="rId43" Type="http://schemas.openxmlformats.org/officeDocument/2006/relationships/image" Target="../media/image755.png"/><Relationship Id="rId48" Type="http://schemas.openxmlformats.org/officeDocument/2006/relationships/image" Target="../media/image760.png"/><Relationship Id="rId56" Type="http://schemas.openxmlformats.org/officeDocument/2006/relationships/image" Target="../media/image768.png"/><Relationship Id="rId8" Type="http://schemas.openxmlformats.org/officeDocument/2006/relationships/image" Target="../media/image720.png"/><Relationship Id="rId51" Type="http://schemas.openxmlformats.org/officeDocument/2006/relationships/image" Target="../media/image763.png"/><Relationship Id="rId3" Type="http://schemas.openxmlformats.org/officeDocument/2006/relationships/image" Target="../media/image715.png"/><Relationship Id="rId12" Type="http://schemas.openxmlformats.org/officeDocument/2006/relationships/image" Target="../media/image724.png"/><Relationship Id="rId17" Type="http://schemas.openxmlformats.org/officeDocument/2006/relationships/image" Target="../media/image729.png"/><Relationship Id="rId25" Type="http://schemas.openxmlformats.org/officeDocument/2006/relationships/image" Target="../media/image737.png"/><Relationship Id="rId33" Type="http://schemas.openxmlformats.org/officeDocument/2006/relationships/image" Target="../media/image745.png"/><Relationship Id="rId38" Type="http://schemas.openxmlformats.org/officeDocument/2006/relationships/image" Target="../media/image750.png"/><Relationship Id="rId46" Type="http://schemas.openxmlformats.org/officeDocument/2006/relationships/image" Target="../media/image758.png"/><Relationship Id="rId20" Type="http://schemas.openxmlformats.org/officeDocument/2006/relationships/image" Target="../media/image732.png"/><Relationship Id="rId41" Type="http://schemas.openxmlformats.org/officeDocument/2006/relationships/image" Target="../media/image753.png"/><Relationship Id="rId54" Type="http://schemas.openxmlformats.org/officeDocument/2006/relationships/image" Target="../media/image7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8.png"/><Relationship Id="rId15" Type="http://schemas.openxmlformats.org/officeDocument/2006/relationships/image" Target="../media/image727.png"/><Relationship Id="rId23" Type="http://schemas.openxmlformats.org/officeDocument/2006/relationships/image" Target="../media/image735.png"/><Relationship Id="rId28" Type="http://schemas.openxmlformats.org/officeDocument/2006/relationships/image" Target="../media/image740.png"/><Relationship Id="rId36" Type="http://schemas.openxmlformats.org/officeDocument/2006/relationships/image" Target="../media/image748.png"/><Relationship Id="rId49" Type="http://schemas.openxmlformats.org/officeDocument/2006/relationships/image" Target="../media/image761.png"/><Relationship Id="rId57" Type="http://schemas.openxmlformats.org/officeDocument/2006/relationships/image" Target="../media/image769.png"/><Relationship Id="rId10" Type="http://schemas.openxmlformats.org/officeDocument/2006/relationships/image" Target="../media/image722.png"/><Relationship Id="rId31" Type="http://schemas.openxmlformats.org/officeDocument/2006/relationships/image" Target="../media/image743.png"/><Relationship Id="rId44" Type="http://schemas.openxmlformats.org/officeDocument/2006/relationships/image" Target="../media/image756.png"/><Relationship Id="rId52" Type="http://schemas.openxmlformats.org/officeDocument/2006/relationships/image" Target="../media/image764.png"/></Relationships>
</file>

<file path=ppt/slides/_rels/slide5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81.png"/><Relationship Id="rId18" Type="http://schemas.openxmlformats.org/officeDocument/2006/relationships/image" Target="../media/image786.png"/><Relationship Id="rId26" Type="http://schemas.openxmlformats.org/officeDocument/2006/relationships/image" Target="../media/image794.png"/><Relationship Id="rId39" Type="http://schemas.openxmlformats.org/officeDocument/2006/relationships/image" Target="../media/image807.png"/><Relationship Id="rId21" Type="http://schemas.openxmlformats.org/officeDocument/2006/relationships/image" Target="../media/image789.png"/><Relationship Id="rId34" Type="http://schemas.openxmlformats.org/officeDocument/2006/relationships/image" Target="../media/image802.png"/><Relationship Id="rId42" Type="http://schemas.openxmlformats.org/officeDocument/2006/relationships/image" Target="../media/image810.png"/><Relationship Id="rId47" Type="http://schemas.openxmlformats.org/officeDocument/2006/relationships/image" Target="../media/image815.png"/><Relationship Id="rId50" Type="http://schemas.openxmlformats.org/officeDocument/2006/relationships/image" Target="../media/image818.png"/><Relationship Id="rId7" Type="http://schemas.openxmlformats.org/officeDocument/2006/relationships/image" Target="../media/image775.png"/><Relationship Id="rId2" Type="http://schemas.openxmlformats.org/officeDocument/2006/relationships/image" Target="../media/image770.png"/><Relationship Id="rId16" Type="http://schemas.openxmlformats.org/officeDocument/2006/relationships/image" Target="../media/image784.png"/><Relationship Id="rId29" Type="http://schemas.openxmlformats.org/officeDocument/2006/relationships/image" Target="../media/image797.png"/><Relationship Id="rId11" Type="http://schemas.openxmlformats.org/officeDocument/2006/relationships/image" Target="../media/image779.png"/><Relationship Id="rId24" Type="http://schemas.openxmlformats.org/officeDocument/2006/relationships/image" Target="../media/image792.png"/><Relationship Id="rId32" Type="http://schemas.openxmlformats.org/officeDocument/2006/relationships/image" Target="../media/image800.png"/><Relationship Id="rId37" Type="http://schemas.openxmlformats.org/officeDocument/2006/relationships/image" Target="../media/image805.png"/><Relationship Id="rId40" Type="http://schemas.openxmlformats.org/officeDocument/2006/relationships/image" Target="../media/image808.png"/><Relationship Id="rId45" Type="http://schemas.openxmlformats.org/officeDocument/2006/relationships/image" Target="../media/image813.png"/><Relationship Id="rId5" Type="http://schemas.openxmlformats.org/officeDocument/2006/relationships/image" Target="../media/image773.png"/><Relationship Id="rId15" Type="http://schemas.openxmlformats.org/officeDocument/2006/relationships/image" Target="../media/image783.png"/><Relationship Id="rId23" Type="http://schemas.openxmlformats.org/officeDocument/2006/relationships/image" Target="../media/image791.png"/><Relationship Id="rId28" Type="http://schemas.openxmlformats.org/officeDocument/2006/relationships/image" Target="../media/image796.png"/><Relationship Id="rId36" Type="http://schemas.openxmlformats.org/officeDocument/2006/relationships/image" Target="../media/image804.png"/><Relationship Id="rId49" Type="http://schemas.openxmlformats.org/officeDocument/2006/relationships/image" Target="../media/image817.png"/><Relationship Id="rId10" Type="http://schemas.openxmlformats.org/officeDocument/2006/relationships/image" Target="../media/image778.png"/><Relationship Id="rId19" Type="http://schemas.openxmlformats.org/officeDocument/2006/relationships/image" Target="../media/image787.png"/><Relationship Id="rId31" Type="http://schemas.openxmlformats.org/officeDocument/2006/relationships/image" Target="../media/image799.png"/><Relationship Id="rId44" Type="http://schemas.openxmlformats.org/officeDocument/2006/relationships/image" Target="../media/image812.png"/><Relationship Id="rId4" Type="http://schemas.openxmlformats.org/officeDocument/2006/relationships/image" Target="../media/image772.png"/><Relationship Id="rId9" Type="http://schemas.openxmlformats.org/officeDocument/2006/relationships/image" Target="../media/image777.png"/><Relationship Id="rId14" Type="http://schemas.openxmlformats.org/officeDocument/2006/relationships/image" Target="../media/image782.png"/><Relationship Id="rId22" Type="http://schemas.openxmlformats.org/officeDocument/2006/relationships/image" Target="../media/image790.png"/><Relationship Id="rId27" Type="http://schemas.openxmlformats.org/officeDocument/2006/relationships/image" Target="../media/image795.png"/><Relationship Id="rId30" Type="http://schemas.openxmlformats.org/officeDocument/2006/relationships/image" Target="../media/image798.png"/><Relationship Id="rId35" Type="http://schemas.openxmlformats.org/officeDocument/2006/relationships/image" Target="../media/image803.png"/><Relationship Id="rId43" Type="http://schemas.openxmlformats.org/officeDocument/2006/relationships/image" Target="../media/image811.png"/><Relationship Id="rId48" Type="http://schemas.openxmlformats.org/officeDocument/2006/relationships/image" Target="../media/image816.png"/><Relationship Id="rId8" Type="http://schemas.openxmlformats.org/officeDocument/2006/relationships/image" Target="../media/image776.png"/><Relationship Id="rId3" Type="http://schemas.openxmlformats.org/officeDocument/2006/relationships/image" Target="../media/image771.png"/><Relationship Id="rId12" Type="http://schemas.openxmlformats.org/officeDocument/2006/relationships/image" Target="../media/image780.png"/><Relationship Id="rId17" Type="http://schemas.openxmlformats.org/officeDocument/2006/relationships/image" Target="../media/image785.png"/><Relationship Id="rId25" Type="http://schemas.openxmlformats.org/officeDocument/2006/relationships/image" Target="../media/image793.png"/><Relationship Id="rId33" Type="http://schemas.openxmlformats.org/officeDocument/2006/relationships/image" Target="../media/image801.png"/><Relationship Id="rId38" Type="http://schemas.openxmlformats.org/officeDocument/2006/relationships/image" Target="../media/image806.png"/><Relationship Id="rId46" Type="http://schemas.openxmlformats.org/officeDocument/2006/relationships/image" Target="../media/image814.png"/><Relationship Id="rId20" Type="http://schemas.openxmlformats.org/officeDocument/2006/relationships/image" Target="../media/image788.png"/><Relationship Id="rId41" Type="http://schemas.openxmlformats.org/officeDocument/2006/relationships/image" Target="../media/image8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4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5.png"/><Relationship Id="rId13" Type="http://schemas.openxmlformats.org/officeDocument/2006/relationships/image" Target="../media/image830.png"/><Relationship Id="rId18" Type="http://schemas.openxmlformats.org/officeDocument/2006/relationships/image" Target="../media/image835.png"/><Relationship Id="rId26" Type="http://schemas.openxmlformats.org/officeDocument/2006/relationships/image" Target="../media/image843.png"/><Relationship Id="rId3" Type="http://schemas.openxmlformats.org/officeDocument/2006/relationships/image" Target="../media/image820.png"/><Relationship Id="rId21" Type="http://schemas.openxmlformats.org/officeDocument/2006/relationships/image" Target="../media/image838.png"/><Relationship Id="rId7" Type="http://schemas.openxmlformats.org/officeDocument/2006/relationships/image" Target="../media/image824.png"/><Relationship Id="rId12" Type="http://schemas.openxmlformats.org/officeDocument/2006/relationships/image" Target="../media/image829.png"/><Relationship Id="rId17" Type="http://schemas.openxmlformats.org/officeDocument/2006/relationships/image" Target="../media/image834.png"/><Relationship Id="rId25" Type="http://schemas.openxmlformats.org/officeDocument/2006/relationships/image" Target="../media/image842.png"/><Relationship Id="rId2" Type="http://schemas.openxmlformats.org/officeDocument/2006/relationships/image" Target="../media/image819.png"/><Relationship Id="rId16" Type="http://schemas.openxmlformats.org/officeDocument/2006/relationships/image" Target="../media/image833.png"/><Relationship Id="rId20" Type="http://schemas.openxmlformats.org/officeDocument/2006/relationships/image" Target="../media/image8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3.png"/><Relationship Id="rId11" Type="http://schemas.openxmlformats.org/officeDocument/2006/relationships/image" Target="../media/image828.png"/><Relationship Id="rId24" Type="http://schemas.openxmlformats.org/officeDocument/2006/relationships/image" Target="../media/image841.png"/><Relationship Id="rId5" Type="http://schemas.openxmlformats.org/officeDocument/2006/relationships/image" Target="../media/image822.png"/><Relationship Id="rId15" Type="http://schemas.openxmlformats.org/officeDocument/2006/relationships/image" Target="../media/image832.png"/><Relationship Id="rId23" Type="http://schemas.openxmlformats.org/officeDocument/2006/relationships/image" Target="../media/image840.png"/><Relationship Id="rId10" Type="http://schemas.openxmlformats.org/officeDocument/2006/relationships/image" Target="../media/image827.png"/><Relationship Id="rId19" Type="http://schemas.openxmlformats.org/officeDocument/2006/relationships/image" Target="../media/image836.png"/><Relationship Id="rId4" Type="http://schemas.openxmlformats.org/officeDocument/2006/relationships/image" Target="../media/image821.png"/><Relationship Id="rId9" Type="http://schemas.openxmlformats.org/officeDocument/2006/relationships/image" Target="../media/image826.png"/><Relationship Id="rId14" Type="http://schemas.openxmlformats.org/officeDocument/2006/relationships/image" Target="../media/image831.png"/><Relationship Id="rId22" Type="http://schemas.openxmlformats.org/officeDocument/2006/relationships/image" Target="../media/image839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0.png"/><Relationship Id="rId3" Type="http://schemas.openxmlformats.org/officeDocument/2006/relationships/image" Target="../media/image845.png"/><Relationship Id="rId7" Type="http://schemas.openxmlformats.org/officeDocument/2006/relationships/image" Target="../media/image849.png"/><Relationship Id="rId2" Type="http://schemas.openxmlformats.org/officeDocument/2006/relationships/image" Target="../media/image8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8.png"/><Relationship Id="rId5" Type="http://schemas.openxmlformats.org/officeDocument/2006/relationships/image" Target="../media/image847.png"/><Relationship Id="rId4" Type="http://schemas.openxmlformats.org/officeDocument/2006/relationships/image" Target="../media/image846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7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1.png"/><Relationship Id="rId2" Type="http://schemas.openxmlformats.org/officeDocument/2006/relationships/image" Target="../media/image81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53.png"/><Relationship Id="rId4" Type="http://schemas.openxmlformats.org/officeDocument/2006/relationships/image" Target="../media/image852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855.svg"/><Relationship Id="rId4" Type="http://schemas.openxmlformats.org/officeDocument/2006/relationships/image" Target="../media/image854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9.svg"/><Relationship Id="rId5" Type="http://schemas.openxmlformats.org/officeDocument/2006/relationships/image" Target="../media/image858.png"/><Relationship Id="rId4" Type="http://schemas.openxmlformats.org/officeDocument/2006/relationships/image" Target="../media/image857.sv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6.png"/><Relationship Id="rId13" Type="http://schemas.openxmlformats.org/officeDocument/2006/relationships/image" Target="../media/image871.png"/><Relationship Id="rId3" Type="http://schemas.openxmlformats.org/officeDocument/2006/relationships/image" Target="../media/image861.png"/><Relationship Id="rId7" Type="http://schemas.openxmlformats.org/officeDocument/2006/relationships/image" Target="../media/image865.png"/><Relationship Id="rId12" Type="http://schemas.openxmlformats.org/officeDocument/2006/relationships/image" Target="../media/image870.png"/><Relationship Id="rId2" Type="http://schemas.openxmlformats.org/officeDocument/2006/relationships/image" Target="../media/image8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4.png"/><Relationship Id="rId11" Type="http://schemas.openxmlformats.org/officeDocument/2006/relationships/image" Target="../media/image869.png"/><Relationship Id="rId5" Type="http://schemas.openxmlformats.org/officeDocument/2006/relationships/image" Target="../media/image863.png"/><Relationship Id="rId10" Type="http://schemas.openxmlformats.org/officeDocument/2006/relationships/image" Target="../media/image868.png"/><Relationship Id="rId4" Type="http://schemas.openxmlformats.org/officeDocument/2006/relationships/image" Target="../media/image862.png"/><Relationship Id="rId9" Type="http://schemas.openxmlformats.org/officeDocument/2006/relationships/image" Target="../media/image867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3.svg"/><Relationship Id="rId5" Type="http://schemas.openxmlformats.org/officeDocument/2006/relationships/image" Target="../media/image872.png"/><Relationship Id="rId4" Type="http://schemas.openxmlformats.org/officeDocument/2006/relationships/image" Target="../media/image10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4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86.svg"/><Relationship Id="rId18" Type="http://schemas.openxmlformats.org/officeDocument/2006/relationships/image" Target="../media/image891.png"/><Relationship Id="rId26" Type="http://schemas.openxmlformats.org/officeDocument/2006/relationships/image" Target="../media/image899.png"/><Relationship Id="rId39" Type="http://schemas.openxmlformats.org/officeDocument/2006/relationships/image" Target="../media/image912.svg"/><Relationship Id="rId21" Type="http://schemas.openxmlformats.org/officeDocument/2006/relationships/image" Target="../media/image894.svg"/><Relationship Id="rId34" Type="http://schemas.openxmlformats.org/officeDocument/2006/relationships/image" Target="../media/image907.png"/><Relationship Id="rId42" Type="http://schemas.openxmlformats.org/officeDocument/2006/relationships/image" Target="../media/image915.png"/><Relationship Id="rId7" Type="http://schemas.openxmlformats.org/officeDocument/2006/relationships/image" Target="../media/image880.svg"/><Relationship Id="rId2" Type="http://schemas.openxmlformats.org/officeDocument/2006/relationships/image" Target="../media/image875.png"/><Relationship Id="rId16" Type="http://schemas.openxmlformats.org/officeDocument/2006/relationships/image" Target="../media/image889.png"/><Relationship Id="rId20" Type="http://schemas.openxmlformats.org/officeDocument/2006/relationships/image" Target="../media/image893.png"/><Relationship Id="rId29" Type="http://schemas.openxmlformats.org/officeDocument/2006/relationships/image" Target="../media/image902.svg"/><Relationship Id="rId41" Type="http://schemas.openxmlformats.org/officeDocument/2006/relationships/image" Target="../media/image91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9.png"/><Relationship Id="rId11" Type="http://schemas.openxmlformats.org/officeDocument/2006/relationships/image" Target="../media/image884.svg"/><Relationship Id="rId24" Type="http://schemas.openxmlformats.org/officeDocument/2006/relationships/image" Target="../media/image897.png"/><Relationship Id="rId32" Type="http://schemas.openxmlformats.org/officeDocument/2006/relationships/image" Target="../media/image905.png"/><Relationship Id="rId37" Type="http://schemas.openxmlformats.org/officeDocument/2006/relationships/image" Target="../media/image910.svg"/><Relationship Id="rId40" Type="http://schemas.openxmlformats.org/officeDocument/2006/relationships/image" Target="../media/image913.png"/><Relationship Id="rId5" Type="http://schemas.openxmlformats.org/officeDocument/2006/relationships/image" Target="../media/image878.svg"/><Relationship Id="rId15" Type="http://schemas.openxmlformats.org/officeDocument/2006/relationships/image" Target="../media/image888.svg"/><Relationship Id="rId23" Type="http://schemas.openxmlformats.org/officeDocument/2006/relationships/image" Target="../media/image896.svg"/><Relationship Id="rId28" Type="http://schemas.openxmlformats.org/officeDocument/2006/relationships/image" Target="../media/image901.png"/><Relationship Id="rId36" Type="http://schemas.openxmlformats.org/officeDocument/2006/relationships/image" Target="../media/image909.png"/><Relationship Id="rId10" Type="http://schemas.openxmlformats.org/officeDocument/2006/relationships/image" Target="../media/image883.png"/><Relationship Id="rId19" Type="http://schemas.openxmlformats.org/officeDocument/2006/relationships/image" Target="../media/image892.svg"/><Relationship Id="rId31" Type="http://schemas.openxmlformats.org/officeDocument/2006/relationships/image" Target="../media/image904.svg"/><Relationship Id="rId4" Type="http://schemas.openxmlformats.org/officeDocument/2006/relationships/image" Target="../media/image877.png"/><Relationship Id="rId9" Type="http://schemas.openxmlformats.org/officeDocument/2006/relationships/image" Target="../media/image882.svg"/><Relationship Id="rId14" Type="http://schemas.openxmlformats.org/officeDocument/2006/relationships/image" Target="../media/image887.png"/><Relationship Id="rId22" Type="http://schemas.openxmlformats.org/officeDocument/2006/relationships/image" Target="../media/image895.png"/><Relationship Id="rId27" Type="http://schemas.openxmlformats.org/officeDocument/2006/relationships/image" Target="../media/image900.svg"/><Relationship Id="rId30" Type="http://schemas.openxmlformats.org/officeDocument/2006/relationships/image" Target="../media/image903.png"/><Relationship Id="rId35" Type="http://schemas.openxmlformats.org/officeDocument/2006/relationships/image" Target="../media/image908.svg"/><Relationship Id="rId8" Type="http://schemas.openxmlformats.org/officeDocument/2006/relationships/image" Target="../media/image881.png"/><Relationship Id="rId3" Type="http://schemas.openxmlformats.org/officeDocument/2006/relationships/image" Target="../media/image876.svg"/><Relationship Id="rId12" Type="http://schemas.openxmlformats.org/officeDocument/2006/relationships/image" Target="../media/image885.png"/><Relationship Id="rId17" Type="http://schemas.openxmlformats.org/officeDocument/2006/relationships/image" Target="../media/image890.svg"/><Relationship Id="rId25" Type="http://schemas.openxmlformats.org/officeDocument/2006/relationships/image" Target="../media/image898.svg"/><Relationship Id="rId33" Type="http://schemas.openxmlformats.org/officeDocument/2006/relationships/image" Target="../media/image906.svg"/><Relationship Id="rId38" Type="http://schemas.openxmlformats.org/officeDocument/2006/relationships/image" Target="../media/image911.png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5.png"/><Relationship Id="rId13" Type="http://schemas.openxmlformats.org/officeDocument/2006/relationships/image" Target="../media/image909.png"/><Relationship Id="rId18" Type="http://schemas.openxmlformats.org/officeDocument/2006/relationships/image" Target="../media/image876.svg"/><Relationship Id="rId3" Type="http://schemas.openxmlformats.org/officeDocument/2006/relationships/image" Target="../media/image884.svg"/><Relationship Id="rId7" Type="http://schemas.openxmlformats.org/officeDocument/2006/relationships/image" Target="../media/image906.svg"/><Relationship Id="rId12" Type="http://schemas.openxmlformats.org/officeDocument/2006/relationships/image" Target="../media/image886.svg"/><Relationship Id="rId17" Type="http://schemas.openxmlformats.org/officeDocument/2006/relationships/image" Target="../media/image875.png"/><Relationship Id="rId2" Type="http://schemas.openxmlformats.org/officeDocument/2006/relationships/image" Target="../media/image883.png"/><Relationship Id="rId16" Type="http://schemas.openxmlformats.org/officeDocument/2006/relationships/image" Target="../media/image902.svg"/><Relationship Id="rId20" Type="http://schemas.openxmlformats.org/officeDocument/2006/relationships/image" Target="../media/image88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5.png"/><Relationship Id="rId11" Type="http://schemas.openxmlformats.org/officeDocument/2006/relationships/image" Target="../media/image885.png"/><Relationship Id="rId5" Type="http://schemas.openxmlformats.org/officeDocument/2006/relationships/image" Target="../media/image904.svg"/><Relationship Id="rId15" Type="http://schemas.openxmlformats.org/officeDocument/2006/relationships/image" Target="../media/image901.png"/><Relationship Id="rId10" Type="http://schemas.openxmlformats.org/officeDocument/2006/relationships/image" Target="../media/image890.svg"/><Relationship Id="rId19" Type="http://schemas.openxmlformats.org/officeDocument/2006/relationships/image" Target="../media/image879.png"/><Relationship Id="rId4" Type="http://schemas.openxmlformats.org/officeDocument/2006/relationships/image" Target="../media/image903.png"/><Relationship Id="rId9" Type="http://schemas.openxmlformats.org/officeDocument/2006/relationships/image" Target="../media/image889.png"/><Relationship Id="rId14" Type="http://schemas.openxmlformats.org/officeDocument/2006/relationships/image" Target="../media/image910.svg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2.png"/><Relationship Id="rId3" Type="http://schemas.openxmlformats.org/officeDocument/2006/relationships/image" Target="../media/image917.png"/><Relationship Id="rId7" Type="http://schemas.openxmlformats.org/officeDocument/2006/relationships/image" Target="../media/image921.png"/><Relationship Id="rId2" Type="http://schemas.openxmlformats.org/officeDocument/2006/relationships/image" Target="../media/image9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0.png"/><Relationship Id="rId5" Type="http://schemas.openxmlformats.org/officeDocument/2006/relationships/image" Target="../media/image919.png"/><Relationship Id="rId4" Type="http://schemas.openxmlformats.org/officeDocument/2006/relationships/image" Target="../media/image918.png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9.png"/><Relationship Id="rId13" Type="http://schemas.openxmlformats.org/officeDocument/2006/relationships/image" Target="../media/image889.png"/><Relationship Id="rId18" Type="http://schemas.openxmlformats.org/officeDocument/2006/relationships/image" Target="../media/image933.svg"/><Relationship Id="rId3" Type="http://schemas.openxmlformats.org/officeDocument/2006/relationships/image" Target="../media/image924.png"/><Relationship Id="rId21" Type="http://schemas.openxmlformats.org/officeDocument/2006/relationships/image" Target="../media/image936.png"/><Relationship Id="rId7" Type="http://schemas.openxmlformats.org/officeDocument/2006/relationships/image" Target="../media/image928.png"/><Relationship Id="rId12" Type="http://schemas.openxmlformats.org/officeDocument/2006/relationships/image" Target="../media/image910.svg"/><Relationship Id="rId17" Type="http://schemas.openxmlformats.org/officeDocument/2006/relationships/image" Target="../media/image932.png"/><Relationship Id="rId2" Type="http://schemas.openxmlformats.org/officeDocument/2006/relationships/image" Target="../media/image923.png"/><Relationship Id="rId16" Type="http://schemas.openxmlformats.org/officeDocument/2006/relationships/image" Target="../media/image931.svg"/><Relationship Id="rId20" Type="http://schemas.openxmlformats.org/officeDocument/2006/relationships/image" Target="../media/image935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7.png"/><Relationship Id="rId11" Type="http://schemas.openxmlformats.org/officeDocument/2006/relationships/image" Target="../media/image909.png"/><Relationship Id="rId5" Type="http://schemas.openxmlformats.org/officeDocument/2006/relationships/image" Target="../media/image926.png"/><Relationship Id="rId15" Type="http://schemas.openxmlformats.org/officeDocument/2006/relationships/image" Target="../media/image930.png"/><Relationship Id="rId23" Type="http://schemas.openxmlformats.org/officeDocument/2006/relationships/image" Target="../media/image884.svg"/><Relationship Id="rId10" Type="http://schemas.openxmlformats.org/officeDocument/2006/relationships/image" Target="../media/image886.svg"/><Relationship Id="rId19" Type="http://schemas.openxmlformats.org/officeDocument/2006/relationships/image" Target="../media/image934.png"/><Relationship Id="rId4" Type="http://schemas.openxmlformats.org/officeDocument/2006/relationships/image" Target="../media/image925.png"/><Relationship Id="rId9" Type="http://schemas.openxmlformats.org/officeDocument/2006/relationships/image" Target="../media/image885.png"/><Relationship Id="rId14" Type="http://schemas.openxmlformats.org/officeDocument/2006/relationships/image" Target="../media/image890.svg"/><Relationship Id="rId22" Type="http://schemas.openxmlformats.org/officeDocument/2006/relationships/image" Target="../media/image883.png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5.png"/><Relationship Id="rId3" Type="http://schemas.openxmlformats.org/officeDocument/2006/relationships/image" Target="../media/image938.svg"/><Relationship Id="rId7" Type="http://schemas.openxmlformats.org/officeDocument/2006/relationships/image" Target="../media/image940.svg"/><Relationship Id="rId2" Type="http://schemas.openxmlformats.org/officeDocument/2006/relationships/image" Target="../media/image9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9.png"/><Relationship Id="rId5" Type="http://schemas.openxmlformats.org/officeDocument/2006/relationships/image" Target="../media/image888.svg"/><Relationship Id="rId4" Type="http://schemas.openxmlformats.org/officeDocument/2006/relationships/image" Target="../media/image887.png"/><Relationship Id="rId9" Type="http://schemas.openxmlformats.org/officeDocument/2006/relationships/image" Target="../media/image941.png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8.png"/><Relationship Id="rId13" Type="http://schemas.openxmlformats.org/officeDocument/2006/relationships/image" Target="../media/image935.svg"/><Relationship Id="rId3" Type="http://schemas.openxmlformats.org/officeDocument/2006/relationships/image" Target="../media/image943.png"/><Relationship Id="rId7" Type="http://schemas.openxmlformats.org/officeDocument/2006/relationships/image" Target="../media/image947.png"/><Relationship Id="rId12" Type="http://schemas.openxmlformats.org/officeDocument/2006/relationships/image" Target="../media/image934.png"/><Relationship Id="rId2" Type="http://schemas.openxmlformats.org/officeDocument/2006/relationships/image" Target="../media/image942.png"/><Relationship Id="rId16" Type="http://schemas.openxmlformats.org/officeDocument/2006/relationships/image" Target="../media/image9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6.png"/><Relationship Id="rId11" Type="http://schemas.openxmlformats.org/officeDocument/2006/relationships/image" Target="../media/image933.svg"/><Relationship Id="rId5" Type="http://schemas.openxmlformats.org/officeDocument/2006/relationships/image" Target="../media/image945.png"/><Relationship Id="rId15" Type="http://schemas.openxmlformats.org/officeDocument/2006/relationships/image" Target="../media/image950.svg"/><Relationship Id="rId10" Type="http://schemas.openxmlformats.org/officeDocument/2006/relationships/image" Target="../media/image932.png"/><Relationship Id="rId4" Type="http://schemas.openxmlformats.org/officeDocument/2006/relationships/image" Target="../media/image944.png"/><Relationship Id="rId9" Type="http://schemas.openxmlformats.org/officeDocument/2006/relationships/image" Target="../media/image915.png"/><Relationship Id="rId14" Type="http://schemas.openxmlformats.org/officeDocument/2006/relationships/image" Target="../media/image9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6B4B66D-00D1-4CD6-BF87-3EF7B493831D}"/>
              </a:ext>
            </a:extLst>
          </p:cNvPr>
          <p:cNvSpPr/>
          <p:nvPr/>
        </p:nvSpPr>
        <p:spPr>
          <a:xfrm>
            <a:off x="1329179" y="782425"/>
            <a:ext cx="3431357" cy="754144"/>
          </a:xfrm>
          <a:prstGeom prst="rect">
            <a:avLst/>
          </a:prstGeom>
          <a:solidFill>
            <a:srgbClr val="5D17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48DF31-6289-4126-A557-54A52335C745}"/>
              </a:ext>
            </a:extLst>
          </p:cNvPr>
          <p:cNvSpPr/>
          <p:nvPr/>
        </p:nvSpPr>
        <p:spPr>
          <a:xfrm>
            <a:off x="1329178" y="1536569"/>
            <a:ext cx="3431357" cy="754144"/>
          </a:xfrm>
          <a:prstGeom prst="rect">
            <a:avLst/>
          </a:prstGeom>
          <a:solidFill>
            <a:srgbClr val="A32D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4A68C4C-40E8-4B9F-8F1C-F61CFC9CB46C}"/>
              </a:ext>
            </a:extLst>
          </p:cNvPr>
          <p:cNvSpPr/>
          <p:nvPr/>
        </p:nvSpPr>
        <p:spPr>
          <a:xfrm>
            <a:off x="1329178" y="2290713"/>
            <a:ext cx="3431357" cy="754144"/>
          </a:xfrm>
          <a:prstGeom prst="rect">
            <a:avLst/>
          </a:prstGeom>
          <a:solidFill>
            <a:srgbClr val="D745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662999B-D921-4BF3-AB7D-1010AA7B66BA}"/>
              </a:ext>
            </a:extLst>
          </p:cNvPr>
          <p:cNvSpPr/>
          <p:nvPr/>
        </p:nvSpPr>
        <p:spPr>
          <a:xfrm>
            <a:off x="1329177" y="3044857"/>
            <a:ext cx="3431357" cy="754144"/>
          </a:xfrm>
          <a:prstGeom prst="rect">
            <a:avLst/>
          </a:prstGeom>
          <a:solidFill>
            <a:srgbClr val="F083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5D170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3E2BD89-BBF6-4217-9E8B-E83648D439BC}"/>
              </a:ext>
            </a:extLst>
          </p:cNvPr>
          <p:cNvSpPr/>
          <p:nvPr/>
        </p:nvSpPr>
        <p:spPr>
          <a:xfrm>
            <a:off x="1329176" y="3799001"/>
            <a:ext cx="3431357" cy="754144"/>
          </a:xfrm>
          <a:prstGeom prst="rect">
            <a:avLst/>
          </a:prstGeom>
          <a:solidFill>
            <a:srgbClr val="F8CC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5D170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7E0C3BC-493F-4CFA-87A5-CD3C7693D745}"/>
              </a:ext>
            </a:extLst>
          </p:cNvPr>
          <p:cNvSpPr/>
          <p:nvPr/>
        </p:nvSpPr>
        <p:spPr>
          <a:xfrm>
            <a:off x="1329175" y="4553145"/>
            <a:ext cx="3431357" cy="754144"/>
          </a:xfrm>
          <a:prstGeom prst="rect">
            <a:avLst/>
          </a:prstGeom>
          <a:solidFill>
            <a:srgbClr val="FDEF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5D170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1C80C8E-31B4-4201-8E7F-48C5E87D113B}"/>
              </a:ext>
            </a:extLst>
          </p:cNvPr>
          <p:cNvSpPr/>
          <p:nvPr/>
        </p:nvSpPr>
        <p:spPr>
          <a:xfrm>
            <a:off x="1329175" y="5307289"/>
            <a:ext cx="3431357" cy="754144"/>
          </a:xfrm>
          <a:prstGeom prst="rect">
            <a:avLst/>
          </a:prstGeom>
          <a:solidFill>
            <a:srgbClr val="FE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5D170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E831CBD-072E-48CD-BB56-04BDE67B1594}"/>
              </a:ext>
            </a:extLst>
          </p:cNvPr>
          <p:cNvSpPr txBox="1"/>
          <p:nvPr/>
        </p:nvSpPr>
        <p:spPr>
          <a:xfrm>
            <a:off x="6334807" y="974831"/>
            <a:ext cx="343135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dirty="0">
                <a:solidFill>
                  <a:srgbClr val="5D17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文本框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0A9C558-B3CD-437A-9AC7-ADC3439D40BE}"/>
              </a:ext>
            </a:extLst>
          </p:cNvPr>
          <p:cNvSpPr txBox="1"/>
          <p:nvPr/>
        </p:nvSpPr>
        <p:spPr>
          <a:xfrm>
            <a:off x="6334807" y="5684361"/>
            <a:ext cx="343135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文本框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5576B9F3-5824-4CD7-A6EB-A32117DC2F5A}"/>
              </a:ext>
            </a:extLst>
          </p:cNvPr>
          <p:cNvCxnSpPr/>
          <p:nvPr/>
        </p:nvCxnSpPr>
        <p:spPr>
          <a:xfrm>
            <a:off x="6693025" y="1762812"/>
            <a:ext cx="2714919" cy="0"/>
          </a:xfrm>
          <a:prstGeom prst="straightConnector1">
            <a:avLst/>
          </a:prstGeom>
          <a:ln w="25400">
            <a:solidFill>
              <a:srgbClr val="5D170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832B4CAB-1831-4A13-B14E-63DC0CA6E65E}"/>
              </a:ext>
            </a:extLst>
          </p:cNvPr>
          <p:cNvCxnSpPr/>
          <p:nvPr/>
        </p:nvCxnSpPr>
        <p:spPr>
          <a:xfrm>
            <a:off x="6693024" y="1983306"/>
            <a:ext cx="2714919" cy="0"/>
          </a:xfrm>
          <a:prstGeom prst="straightConnector1">
            <a:avLst/>
          </a:prstGeom>
          <a:ln w="25400">
            <a:solidFill>
              <a:srgbClr val="5D1709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F474EFA0-D528-4256-A5BD-2C7070BF6E21}"/>
              </a:ext>
            </a:extLst>
          </p:cNvPr>
          <p:cNvCxnSpPr>
            <a:cxnSpLocks/>
          </p:cNvCxnSpPr>
          <p:nvPr/>
        </p:nvCxnSpPr>
        <p:spPr>
          <a:xfrm>
            <a:off x="6693024" y="2290713"/>
            <a:ext cx="2714919" cy="520581"/>
          </a:xfrm>
          <a:prstGeom prst="bentConnector3">
            <a:avLst>
              <a:gd name="adj1" fmla="val 66482"/>
            </a:avLst>
          </a:prstGeom>
          <a:ln w="25400">
            <a:solidFill>
              <a:srgbClr val="5D170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连接符: 肘形 19">
            <a:extLst>
              <a:ext uri="{FF2B5EF4-FFF2-40B4-BE49-F238E27FC236}">
                <a16:creationId xmlns:a16="http://schemas.microsoft.com/office/drawing/2014/main" id="{71997674-EC6B-4777-8AD9-55825FD0111B}"/>
              </a:ext>
            </a:extLst>
          </p:cNvPr>
          <p:cNvCxnSpPr>
            <a:cxnSpLocks/>
          </p:cNvCxnSpPr>
          <p:nvPr/>
        </p:nvCxnSpPr>
        <p:spPr>
          <a:xfrm>
            <a:off x="6693024" y="2598119"/>
            <a:ext cx="2714919" cy="520581"/>
          </a:xfrm>
          <a:prstGeom prst="bentConnector3">
            <a:avLst>
              <a:gd name="adj1" fmla="val 41759"/>
            </a:avLst>
          </a:prstGeom>
          <a:ln w="25400">
            <a:solidFill>
              <a:srgbClr val="5D1709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EE03FF52-EB07-40E9-B703-8D32ED2B30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1450" y="3854394"/>
            <a:ext cx="1541717" cy="154171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6CAC018-073D-472E-8DB5-2D1F7A33C3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3076" y="2087550"/>
            <a:ext cx="1541717" cy="1541717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B72A8F32-6A4A-4CC6-8883-6F9C27BBE3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659" y="320706"/>
            <a:ext cx="1541717" cy="1541717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13ED6AB9-7432-4D22-827F-E543A988A8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7593" y="4558735"/>
            <a:ext cx="1202772" cy="1202772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61019E9E-7EFB-4E59-A585-2DC557DAD9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7201" y="4584403"/>
            <a:ext cx="1239986" cy="1239986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C1244215-9D5A-42DA-9274-0E8D7774554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6831" y="3256873"/>
            <a:ext cx="1239986" cy="1239986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476F2239-A940-4A95-BB9B-C9781289218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1005" y="3306906"/>
            <a:ext cx="1239986" cy="1239986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5BED8997-23BF-41D6-A773-644DF08F7C7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2325" y="3310081"/>
            <a:ext cx="1239986" cy="1239986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00D04BD9-A53D-41E0-9AE4-916AC290FC7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3088" y="3395894"/>
            <a:ext cx="1239986" cy="1239986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573A949A-9A4E-483F-AF71-CA11F0425987}"/>
              </a:ext>
            </a:extLst>
          </p:cNvPr>
          <p:cNvSpPr txBox="1"/>
          <p:nvPr/>
        </p:nvSpPr>
        <p:spPr>
          <a:xfrm>
            <a:off x="4760532" y="6075575"/>
            <a:ext cx="2996993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①②③④⑤⑥⑦⑧⑨</a:t>
            </a: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  <a:p>
            <a:pPr algn="ctr"/>
            <a:r>
              <a:rPr lang="zh-CN" altLang="en-US" sz="1600" dirty="0">
                <a:solidFill>
                  <a:schemeClr val="bg1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❶❷❸❹❺❻❼❽❾</a:t>
            </a:r>
          </a:p>
        </p:txBody>
      </p:sp>
      <p:pic>
        <p:nvPicPr>
          <p:cNvPr id="11" name="图片 10" descr="防火墙">
            <a:extLst>
              <a:ext uri="{FF2B5EF4-FFF2-40B4-BE49-F238E27FC236}">
                <a16:creationId xmlns:a16="http://schemas.microsoft.com/office/drawing/2014/main" id="{907DFBA6-087E-DD03-D40D-0E178E0C723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4609" y="4591748"/>
            <a:ext cx="1202772" cy="1202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399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C76FF41B-8568-477E-BE8A-779503428B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732703"/>
              </p:ext>
            </p:extLst>
          </p:nvPr>
        </p:nvGraphicFramePr>
        <p:xfrm>
          <a:off x="488950" y="325966"/>
          <a:ext cx="37200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965053875"/>
                    </a:ext>
                  </a:extLst>
                </a:gridCol>
                <a:gridCol w="600000">
                  <a:extLst>
                    <a:ext uri="{9D8B030D-6E8A-4147-A177-3AD203B41FA5}">
                      <a16:colId xmlns:a16="http://schemas.microsoft.com/office/drawing/2014/main" val="4054509546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4155893327"/>
                    </a:ext>
                  </a:extLst>
                </a:gridCol>
                <a:gridCol w="600000">
                  <a:extLst>
                    <a:ext uri="{9D8B030D-6E8A-4147-A177-3AD203B41FA5}">
                      <a16:colId xmlns:a16="http://schemas.microsoft.com/office/drawing/2014/main" val="455382618"/>
                    </a:ext>
                  </a:extLst>
                </a:gridCol>
                <a:gridCol w="600000">
                  <a:extLst>
                    <a:ext uri="{9D8B030D-6E8A-4147-A177-3AD203B41FA5}">
                      <a16:colId xmlns:a16="http://schemas.microsoft.com/office/drawing/2014/main" val="29361455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endParaRPr lang="zh-CN" altLang="en-US" sz="1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rgbClr val="D7451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16bit</a:t>
                      </a:r>
                      <a:endParaRPr lang="zh-CN" altLang="en-US" sz="1600" b="0" dirty="0">
                        <a:solidFill>
                          <a:srgbClr val="D7451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rgbClr val="D7451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8bit</a:t>
                      </a:r>
                      <a:endParaRPr lang="zh-CN" altLang="en-US" sz="1600" b="0" dirty="0">
                        <a:solidFill>
                          <a:srgbClr val="D7451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rgbClr val="D7451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8bit</a:t>
                      </a:r>
                      <a:endParaRPr lang="zh-CN" altLang="en-US" sz="1600" b="0" dirty="0">
                        <a:solidFill>
                          <a:srgbClr val="D7451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3434596"/>
                  </a:ext>
                </a:extLst>
              </a:tr>
              <a:tr h="370840">
                <a:tc rowSpan="6">
                  <a:txBody>
                    <a:bodyPr/>
                    <a:lstStyle/>
                    <a:p>
                      <a:pPr algn="r"/>
                      <a:r>
                        <a:rPr lang="zh-CN" altLang="en-US" sz="11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urier New" panose="02070309020205020404" pitchFamily="49" charset="0"/>
                        </a:rPr>
                        <a:t>通用</a:t>
                      </a:r>
                      <a:endParaRPr lang="en-US" altLang="zh-CN" sz="11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Courier New" panose="02070309020205020404" pitchFamily="49" charset="0"/>
                      </a:endParaRPr>
                    </a:p>
                    <a:p>
                      <a:pPr algn="r"/>
                      <a:r>
                        <a:rPr lang="zh-CN" altLang="en-US" sz="11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urier New" panose="02070309020205020404" pitchFamily="49" charset="0"/>
                        </a:rPr>
                        <a:t>寄存器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EAX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</a:t>
                      </a:r>
                      <a:endParaRPr lang="zh-CN" altLang="en-US" b="0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C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AH</a:t>
                      </a:r>
                      <a:endParaRPr lang="zh-CN" altLang="en-US" b="0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</a:t>
                      </a:r>
                      <a:endParaRPr lang="zh-CN" altLang="en-US" b="0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1354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r"/>
                      <a:endParaRPr lang="zh-CN" altLang="en-US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EBX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BX</a:t>
                      </a:r>
                      <a:endParaRPr lang="zh-CN" altLang="en-US" b="0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C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BH</a:t>
                      </a:r>
                      <a:endParaRPr lang="zh-CN" altLang="en-US" b="0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BL</a:t>
                      </a:r>
                      <a:endParaRPr lang="zh-CN" altLang="en-US" b="0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84009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r"/>
                      <a:endParaRPr lang="zh-CN" altLang="en-US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ECX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CX</a:t>
                      </a:r>
                      <a:endParaRPr lang="zh-CN" altLang="en-US" b="0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C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CH</a:t>
                      </a:r>
                      <a:endParaRPr lang="zh-CN" altLang="en-US" b="0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</a:t>
                      </a:r>
                      <a:endParaRPr lang="zh-CN" altLang="en-US" b="0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3461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r"/>
                      <a:endParaRPr lang="zh-CN" altLang="en-US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EDX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DX</a:t>
                      </a:r>
                      <a:endParaRPr lang="zh-CN" altLang="en-US" b="0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C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DH</a:t>
                      </a:r>
                      <a:endParaRPr lang="zh-CN" altLang="en-US" b="0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DL</a:t>
                      </a:r>
                      <a:endParaRPr lang="zh-CN" altLang="en-US" b="0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19102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r"/>
                      <a:endParaRPr lang="zh-CN" altLang="en-US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ESI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CB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13816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r"/>
                      <a:endParaRPr lang="zh-CN" altLang="en-US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EDI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CB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0078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1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urier New" panose="02070309020205020404" pitchFamily="49" charset="0"/>
                        </a:rPr>
                        <a:t>栈指针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ESP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2D0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61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1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urier New" panose="02070309020205020404" pitchFamily="49" charset="0"/>
                        </a:rPr>
                        <a:t>基指针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EBP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170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93684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3505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2">
                <a:extLst>
                  <a:ext uri="{FF2B5EF4-FFF2-40B4-BE49-F238E27FC236}">
                    <a16:creationId xmlns:a16="http://schemas.microsoft.com/office/drawing/2014/main" id="{05546CAC-6098-42FB-BB26-0F725F3422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8028642"/>
                  </p:ext>
                </p:extLst>
              </p:nvPr>
            </p:nvGraphicFramePr>
            <p:xfrm>
              <a:off x="254000" y="114300"/>
              <a:ext cx="1377950" cy="34925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77950">
                      <a:extLst>
                        <a:ext uri="{9D8B030D-6E8A-4147-A177-3AD203B41FA5}">
                          <a16:colId xmlns:a16="http://schemas.microsoft.com/office/drawing/2014/main" val="2980392593"/>
                        </a:ext>
                      </a:extLst>
                    </a:gridCol>
                  </a:tblGrid>
                  <a:tr h="94615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09748139"/>
                      </a:ext>
                    </a:extLst>
                  </a:tr>
                  <a:tr h="5524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参数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83536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返回地址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390983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上一个帧指针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70534191"/>
                      </a:ext>
                    </a:extLst>
                  </a:tr>
                  <a:tr h="8813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buffer[99]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altLang="zh-CN" sz="12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  <a:p>
                          <a:pPr algn="ctr"/>
                          <a:r>
                            <a:rPr lang="en-US" altLang="zh-CN" sz="1200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buffer[0]</a:t>
                          </a:r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13009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056657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2">
                <a:extLst>
                  <a:ext uri="{FF2B5EF4-FFF2-40B4-BE49-F238E27FC236}">
                    <a16:creationId xmlns:a16="http://schemas.microsoft.com/office/drawing/2014/main" id="{05546CAC-6098-42FB-BB26-0F725F3422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8028642"/>
                  </p:ext>
                </p:extLst>
              </p:nvPr>
            </p:nvGraphicFramePr>
            <p:xfrm>
              <a:off x="254000" y="114300"/>
              <a:ext cx="1377950" cy="34925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77950">
                      <a:extLst>
                        <a:ext uri="{9D8B030D-6E8A-4147-A177-3AD203B41FA5}">
                          <a16:colId xmlns:a16="http://schemas.microsoft.com/office/drawing/2014/main" val="2980392593"/>
                        </a:ext>
                      </a:extLst>
                    </a:gridCol>
                  </a:tblGrid>
                  <a:tr h="94615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09748139"/>
                      </a:ext>
                    </a:extLst>
                  </a:tr>
                  <a:tr h="5524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参数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83536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返回地址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390983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上一个帧指针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70534191"/>
                      </a:ext>
                    </a:extLst>
                  </a:tr>
                  <a:tr h="8813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41" t="-253793" r="-881" b="-427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13009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05665760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4481870-DA59-44D1-BC7E-AC669384B5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3716"/>
              </p:ext>
            </p:extLst>
          </p:nvPr>
        </p:nvGraphicFramePr>
        <p:xfrm>
          <a:off x="2292350" y="469900"/>
          <a:ext cx="1054100" cy="2777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980392593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恶意代码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C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748139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8353618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新返回地址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C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9098348"/>
                  </a:ext>
                </a:extLst>
              </a:tr>
              <a:tr h="12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5665760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0982CDE-8575-4620-9651-EF2C755AE8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5965030"/>
              </p:ext>
            </p:extLst>
          </p:nvPr>
        </p:nvGraphicFramePr>
        <p:xfrm>
          <a:off x="4076700" y="111700"/>
          <a:ext cx="1377950" cy="3494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7950">
                  <a:extLst>
                    <a:ext uri="{9D8B030D-6E8A-4147-A177-3AD203B41FA5}">
                      <a16:colId xmlns:a16="http://schemas.microsoft.com/office/drawing/2014/main" val="2980392593"/>
                    </a:ext>
                  </a:extLst>
                </a:gridCol>
              </a:tblGrid>
              <a:tr h="3528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630679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恶意代码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C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748139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200" b="0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被覆盖</a:t>
                      </a:r>
                      <a:r>
                        <a:rPr lang="en-US" altLang="zh-CN" sz="1200" b="0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zh-CN" altLang="en-US" sz="1200" b="0" dirty="0">
                        <a:solidFill>
                          <a:srgbClr val="D7451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8353618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新返回地址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C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9098348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200" b="0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被覆盖</a:t>
                      </a:r>
                      <a:r>
                        <a:rPr lang="en-US" altLang="zh-CN" sz="1200" b="0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zh-CN" altLang="en-US" sz="1200" b="0" dirty="0">
                        <a:solidFill>
                          <a:srgbClr val="D7451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5665760"/>
                  </a:ext>
                </a:extLst>
              </a:tr>
              <a:tr h="88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200" b="0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被覆盖</a:t>
                      </a:r>
                      <a:r>
                        <a:rPr lang="en-US" altLang="zh-CN" sz="1200" b="0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zh-CN" altLang="en-US" sz="1200" b="0" dirty="0">
                        <a:solidFill>
                          <a:srgbClr val="D7451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702976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356639"/>
                  </a:ext>
                </a:extLst>
              </a:tr>
            </a:tbl>
          </a:graphicData>
        </a:graphic>
      </p:graphicFrame>
      <p:sp>
        <p:nvSpPr>
          <p:cNvPr id="6" name="十字形 5">
            <a:extLst>
              <a:ext uri="{FF2B5EF4-FFF2-40B4-BE49-F238E27FC236}">
                <a16:creationId xmlns:a16="http://schemas.microsoft.com/office/drawing/2014/main" id="{36B71C0D-2037-4C7D-B362-F776529D6D76}"/>
              </a:ext>
            </a:extLst>
          </p:cNvPr>
          <p:cNvSpPr/>
          <p:nvPr/>
        </p:nvSpPr>
        <p:spPr>
          <a:xfrm>
            <a:off x="1758950" y="1655525"/>
            <a:ext cx="406400" cy="406400"/>
          </a:xfrm>
          <a:prstGeom prst="plus">
            <a:avLst>
              <a:gd name="adj" fmla="val 37500"/>
            </a:avLst>
          </a:prstGeom>
          <a:solidFill>
            <a:srgbClr val="D745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31038760-D900-4F61-8DDF-B917782D4553}"/>
              </a:ext>
            </a:extLst>
          </p:cNvPr>
          <p:cNvSpPr/>
          <p:nvPr/>
        </p:nvSpPr>
        <p:spPr>
          <a:xfrm>
            <a:off x="3473450" y="1655525"/>
            <a:ext cx="476250" cy="406400"/>
          </a:xfrm>
          <a:prstGeom prst="rightArrow">
            <a:avLst>
              <a:gd name="adj1" fmla="val 37500"/>
              <a:gd name="adj2" fmla="val 64063"/>
            </a:avLst>
          </a:prstGeom>
          <a:solidFill>
            <a:srgbClr val="D745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43DDA99-5FC4-4B1D-807A-844F426AE638}"/>
              </a:ext>
            </a:extLst>
          </p:cNvPr>
          <p:cNvSpPr txBox="1"/>
          <p:nvPr/>
        </p:nvSpPr>
        <p:spPr>
          <a:xfrm>
            <a:off x="2081553" y="3233800"/>
            <a:ext cx="147569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solidFill>
                  <a:srgbClr val="5D17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600" dirty="0" err="1">
                <a:solidFill>
                  <a:srgbClr val="5D17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badfile</a:t>
            </a:r>
            <a:r>
              <a:rPr lang="en-US" altLang="zh-CN" sz="1600" dirty="0">
                <a:solidFill>
                  <a:srgbClr val="5D17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1600" dirty="0">
              <a:solidFill>
                <a:srgbClr val="5D170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F09277B-0825-4B2B-AA29-F8D6F41E8818}"/>
              </a:ext>
            </a:extLst>
          </p:cNvPr>
          <p:cNvSpPr txBox="1"/>
          <p:nvPr/>
        </p:nvSpPr>
        <p:spPr>
          <a:xfrm>
            <a:off x="5378792" y="2195575"/>
            <a:ext cx="80610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rgbClr val="5D17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←</a:t>
            </a:r>
            <a:r>
              <a:rPr lang="en-US" altLang="zh-CN" sz="1600" dirty="0" err="1">
                <a:solidFill>
                  <a:srgbClr val="5D17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ebp</a:t>
            </a:r>
            <a:endParaRPr lang="zh-CN" altLang="en-US" sz="1600" dirty="0">
              <a:solidFill>
                <a:srgbClr val="5D170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FE665B49-3E2B-489E-8CFB-07E8EEED4D1B}"/>
              </a:ext>
            </a:extLst>
          </p:cNvPr>
          <p:cNvSpPr/>
          <p:nvPr/>
        </p:nvSpPr>
        <p:spPr>
          <a:xfrm>
            <a:off x="5448300" y="942975"/>
            <a:ext cx="257189" cy="857250"/>
          </a:xfrm>
          <a:custGeom>
            <a:avLst/>
            <a:gdLst>
              <a:gd name="connsiteX0" fmla="*/ 0 w 257189"/>
              <a:gd name="connsiteY0" fmla="*/ 857250 h 857250"/>
              <a:gd name="connsiteX1" fmla="*/ 257175 w 257189"/>
              <a:gd name="connsiteY1" fmla="*/ 323850 h 857250"/>
              <a:gd name="connsiteX2" fmla="*/ 9525 w 257189"/>
              <a:gd name="connsiteY2" fmla="*/ 0 h 857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7189" h="857250">
                <a:moveTo>
                  <a:pt x="0" y="857250"/>
                </a:moveTo>
                <a:cubicBezTo>
                  <a:pt x="127794" y="661987"/>
                  <a:pt x="255588" y="466725"/>
                  <a:pt x="257175" y="323850"/>
                </a:cubicBezTo>
                <a:cubicBezTo>
                  <a:pt x="258762" y="180975"/>
                  <a:pt x="134143" y="90487"/>
                  <a:pt x="9525" y="0"/>
                </a:cubicBezTo>
              </a:path>
            </a:pathLst>
          </a:custGeom>
          <a:noFill/>
          <a:ln w="25400">
            <a:solidFill>
              <a:srgbClr val="D74514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3495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3">
            <a:extLst>
              <a:ext uri="{FF2B5EF4-FFF2-40B4-BE49-F238E27FC236}">
                <a16:creationId xmlns:a16="http://schemas.microsoft.com/office/drawing/2014/main" id="{23D5AC9D-C77C-4905-B91B-2545BBF4DF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6606311"/>
              </p:ext>
            </p:extLst>
          </p:nvPr>
        </p:nvGraphicFramePr>
        <p:xfrm>
          <a:off x="8038147" y="1977110"/>
          <a:ext cx="2511425" cy="307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1425">
                  <a:extLst>
                    <a:ext uri="{9D8B030D-6E8A-4147-A177-3AD203B41FA5}">
                      <a16:colId xmlns:a16="http://schemas.microsoft.com/office/drawing/2014/main" val="2062051210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45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67999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ea typeface="微软雅黑" panose="020B0503020204020204" pitchFamily="34" charset="-122"/>
                          <a:cs typeface="Courier New" panose="02070309020205020404" pitchFamily="49" charset="0"/>
                        </a:rPr>
                        <a:t>/bin/</a:t>
                      </a:r>
                      <a:r>
                        <a:rPr lang="en-US" altLang="zh-CN" sz="1400" b="1" dirty="0" err="1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ea typeface="微软雅黑" panose="020B0503020204020204" pitchFamily="34" charset="-122"/>
                          <a:cs typeface="Courier New" panose="02070309020205020404" pitchFamily="49" charset="0"/>
                        </a:rPr>
                        <a:t>sh</a:t>
                      </a:r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ea typeface="微软雅黑" panose="020B0503020204020204" pitchFamily="34" charset="-122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zh-CN" altLang="en-US" sz="1400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地址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745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45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45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6246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padding2</a:t>
                      </a:r>
                      <a:endParaRPr lang="zh-CN" altLang="en-US" sz="1400" b="0" dirty="0">
                        <a:solidFill>
                          <a:srgbClr val="D7451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45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45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45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8296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ea typeface="微软雅黑" panose="020B0503020204020204" pitchFamily="34" charset="-122"/>
                          <a:cs typeface="Courier New" panose="02070309020205020404" pitchFamily="49" charset="0"/>
                        </a:rPr>
                        <a:t>system() </a:t>
                      </a:r>
                      <a:r>
                        <a:rPr lang="zh-CN" altLang="en-US" sz="1400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45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3179141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padding1</a:t>
                      </a:r>
                      <a:endParaRPr lang="zh-CN" altLang="en-US" sz="1400" b="0" dirty="0">
                        <a:solidFill>
                          <a:srgbClr val="D7451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0679403"/>
                  </a:ext>
                </a:extLst>
              </a:tr>
            </a:tbl>
          </a:graphicData>
        </a:graphic>
      </p:graphicFrame>
      <p:sp>
        <p:nvSpPr>
          <p:cNvPr id="3" name="箭头: 下 2">
            <a:extLst>
              <a:ext uri="{FF2B5EF4-FFF2-40B4-BE49-F238E27FC236}">
                <a16:creationId xmlns:a16="http://schemas.microsoft.com/office/drawing/2014/main" id="{ECFC9F25-7D13-4611-8FED-C35C75726D9C}"/>
              </a:ext>
            </a:extLst>
          </p:cNvPr>
          <p:cNvSpPr/>
          <p:nvPr/>
        </p:nvSpPr>
        <p:spPr>
          <a:xfrm>
            <a:off x="8950958" y="5051510"/>
            <a:ext cx="685800" cy="563880"/>
          </a:xfrm>
          <a:prstGeom prst="downArrow">
            <a:avLst/>
          </a:prstGeom>
          <a:solidFill>
            <a:srgbClr val="D745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046E87C-E458-4D18-B1E5-CCCD6A89D490}"/>
              </a:ext>
            </a:extLst>
          </p:cNvPr>
          <p:cNvSpPr txBox="1"/>
          <p:nvPr/>
        </p:nvSpPr>
        <p:spPr>
          <a:xfrm>
            <a:off x="8556012" y="5615390"/>
            <a:ext cx="1475693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5D17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低地址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CF48EE0-2AA9-44E7-A049-1F9639260E47}"/>
              </a:ext>
            </a:extLst>
          </p:cNvPr>
          <p:cNvSpPr txBox="1"/>
          <p:nvPr/>
        </p:nvSpPr>
        <p:spPr>
          <a:xfrm>
            <a:off x="8556012" y="1720225"/>
            <a:ext cx="1475693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5D17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高地址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BFD6F1B-1D59-4F66-9247-4E95312A1125}"/>
              </a:ext>
            </a:extLst>
          </p:cNvPr>
          <p:cNvSpPr txBox="1"/>
          <p:nvPr/>
        </p:nvSpPr>
        <p:spPr>
          <a:xfrm>
            <a:off x="6927850" y="2395629"/>
            <a:ext cx="1110297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zh-CN" altLang="en-US" sz="1200" dirty="0">
                <a:solidFill>
                  <a:srgbClr val="5D17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调用函数状态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CD6E1D1-87BE-4EB4-B784-1E06FDA318AF}"/>
              </a:ext>
            </a:extLst>
          </p:cNvPr>
          <p:cNvSpPr txBox="1"/>
          <p:nvPr/>
        </p:nvSpPr>
        <p:spPr>
          <a:xfrm>
            <a:off x="6927850" y="4374289"/>
            <a:ext cx="1110297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zh-CN" altLang="en-US" sz="1200" dirty="0">
                <a:solidFill>
                  <a:srgbClr val="5D17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被调函数状态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EE988DB-30E4-4E3C-B5B1-D1DDFF880CE3}"/>
              </a:ext>
            </a:extLst>
          </p:cNvPr>
          <p:cNvSpPr txBox="1"/>
          <p:nvPr/>
        </p:nvSpPr>
        <p:spPr>
          <a:xfrm>
            <a:off x="6564947" y="3671909"/>
            <a:ext cx="147319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zh-CN" altLang="en-US" sz="1200" dirty="0">
                <a:solidFill>
                  <a:srgbClr val="5D17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被调函数返回地址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AD505CF-14D7-4D00-9382-52DB6A336C23}"/>
              </a:ext>
            </a:extLst>
          </p:cNvPr>
          <p:cNvSpPr txBox="1"/>
          <p:nvPr/>
        </p:nvSpPr>
        <p:spPr>
          <a:xfrm>
            <a:off x="10461332" y="3841185"/>
            <a:ext cx="625768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 dirty="0">
                <a:solidFill>
                  <a:srgbClr val="5D17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←</a:t>
            </a:r>
            <a:r>
              <a:rPr lang="en-US" altLang="zh-CN" sz="1200" dirty="0" err="1">
                <a:solidFill>
                  <a:srgbClr val="5D17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ebp</a:t>
            </a:r>
            <a:endParaRPr lang="zh-CN" altLang="en-US" sz="1200" dirty="0">
              <a:solidFill>
                <a:srgbClr val="5D170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F3C6E0C-51C9-4D73-A412-32372ACD3BDB}"/>
              </a:ext>
            </a:extLst>
          </p:cNvPr>
          <p:cNvSpPr txBox="1"/>
          <p:nvPr/>
        </p:nvSpPr>
        <p:spPr>
          <a:xfrm>
            <a:off x="10472262" y="4917951"/>
            <a:ext cx="625768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 dirty="0">
                <a:solidFill>
                  <a:srgbClr val="5D17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←</a:t>
            </a:r>
            <a:r>
              <a:rPr lang="en-US" altLang="zh-CN" sz="1200" dirty="0" err="1">
                <a:solidFill>
                  <a:srgbClr val="5D17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esp</a:t>
            </a:r>
            <a:endParaRPr lang="zh-CN" altLang="en-US" sz="1200" dirty="0">
              <a:solidFill>
                <a:srgbClr val="5D170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8D1CD3D-59A5-4A59-B114-C31F2C7D54AC}"/>
              </a:ext>
            </a:extLst>
          </p:cNvPr>
          <p:cNvSpPr txBox="1"/>
          <p:nvPr/>
        </p:nvSpPr>
        <p:spPr>
          <a:xfrm>
            <a:off x="10549573" y="3141467"/>
            <a:ext cx="78136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 dirty="0">
                <a:solidFill>
                  <a:srgbClr val="5D17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栈溢出</a:t>
            </a:r>
            <a:endParaRPr lang="en-US" altLang="zh-CN" sz="1200" dirty="0">
              <a:solidFill>
                <a:srgbClr val="5D170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solidFill>
                  <a:srgbClr val="5D17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payload</a:t>
            </a:r>
            <a:endParaRPr lang="zh-CN" altLang="en-US" sz="1200" dirty="0">
              <a:solidFill>
                <a:srgbClr val="5D170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3533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BE11CCDE-B8FB-4B71-8C82-3E7EB562050B}"/>
              </a:ext>
            </a:extLst>
          </p:cNvPr>
          <p:cNvCxnSpPr>
            <a:cxnSpLocks/>
          </p:cNvCxnSpPr>
          <p:nvPr/>
        </p:nvCxnSpPr>
        <p:spPr>
          <a:xfrm flipH="1">
            <a:off x="2702310" y="1728655"/>
            <a:ext cx="3214769" cy="0"/>
          </a:xfrm>
          <a:prstGeom prst="straightConnector1">
            <a:avLst/>
          </a:prstGeom>
          <a:ln w="25400">
            <a:solidFill>
              <a:srgbClr val="5D170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80C89713-414A-4371-91E3-38BFDDD057B3}"/>
              </a:ext>
            </a:extLst>
          </p:cNvPr>
          <p:cNvCxnSpPr>
            <a:cxnSpLocks/>
          </p:cNvCxnSpPr>
          <p:nvPr/>
        </p:nvCxnSpPr>
        <p:spPr>
          <a:xfrm flipH="1">
            <a:off x="2700364" y="1946035"/>
            <a:ext cx="1774777" cy="0"/>
          </a:xfrm>
          <a:prstGeom prst="straightConnector1">
            <a:avLst/>
          </a:prstGeom>
          <a:ln w="25400">
            <a:solidFill>
              <a:srgbClr val="5D170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1F65CF55-8604-4922-B4C3-01FA2C7EBF57}"/>
              </a:ext>
            </a:extLst>
          </p:cNvPr>
          <p:cNvCxnSpPr>
            <a:cxnSpLocks/>
          </p:cNvCxnSpPr>
          <p:nvPr/>
        </p:nvCxnSpPr>
        <p:spPr>
          <a:xfrm flipH="1">
            <a:off x="2700364" y="2147755"/>
            <a:ext cx="289858" cy="0"/>
          </a:xfrm>
          <a:prstGeom prst="straightConnector1">
            <a:avLst/>
          </a:prstGeom>
          <a:ln w="25400">
            <a:solidFill>
              <a:srgbClr val="5D170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9925683E-2CB3-44CA-863B-34CBFEB1CE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219433"/>
              </p:ext>
            </p:extLst>
          </p:nvPr>
        </p:nvGraphicFramePr>
        <p:xfrm>
          <a:off x="760883" y="479513"/>
          <a:ext cx="5869356" cy="6636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7339">
                  <a:extLst>
                    <a:ext uri="{9D8B030D-6E8A-4147-A177-3AD203B41FA5}">
                      <a16:colId xmlns:a16="http://schemas.microsoft.com/office/drawing/2014/main" val="811723185"/>
                    </a:ext>
                  </a:extLst>
                </a:gridCol>
                <a:gridCol w="1467339">
                  <a:extLst>
                    <a:ext uri="{9D8B030D-6E8A-4147-A177-3AD203B41FA5}">
                      <a16:colId xmlns:a16="http://schemas.microsoft.com/office/drawing/2014/main" val="1852968331"/>
                    </a:ext>
                  </a:extLst>
                </a:gridCol>
                <a:gridCol w="1467339">
                  <a:extLst>
                    <a:ext uri="{9D8B030D-6E8A-4147-A177-3AD203B41FA5}">
                      <a16:colId xmlns:a16="http://schemas.microsoft.com/office/drawing/2014/main" val="3726579682"/>
                    </a:ext>
                  </a:extLst>
                </a:gridCol>
                <a:gridCol w="1467339">
                  <a:extLst>
                    <a:ext uri="{9D8B030D-6E8A-4147-A177-3AD203B41FA5}">
                      <a16:colId xmlns:a16="http://schemas.microsoft.com/office/drawing/2014/main" val="3050370435"/>
                    </a:ext>
                  </a:extLst>
                </a:gridCol>
              </a:tblGrid>
              <a:tr h="6636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A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45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B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45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C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45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D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45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650919"/>
                  </a:ext>
                </a:extLst>
              </a:tr>
            </a:tbl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3CC0D58C-6D60-42E8-8CB3-95CDDE9A02D2}"/>
              </a:ext>
            </a:extLst>
          </p:cNvPr>
          <p:cNvGrpSpPr/>
          <p:nvPr/>
        </p:nvGrpSpPr>
        <p:grpSpPr>
          <a:xfrm>
            <a:off x="1167283" y="1623651"/>
            <a:ext cx="644769" cy="644769"/>
            <a:chOff x="2473569" y="1629508"/>
            <a:chExt cx="644769" cy="644769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0E571DFB-81FA-4410-99AA-D0D119CBC738}"/>
                </a:ext>
              </a:extLst>
            </p:cNvPr>
            <p:cNvSpPr/>
            <p:nvPr/>
          </p:nvSpPr>
          <p:spPr>
            <a:xfrm>
              <a:off x="2473569" y="1629508"/>
              <a:ext cx="644769" cy="644769"/>
            </a:xfrm>
            <a:prstGeom prst="rect">
              <a:avLst/>
            </a:prstGeom>
            <a:noFill/>
            <a:ln w="381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8D35B1E2-CF0F-42A3-8E1F-C7FFB27FDC57}"/>
                </a:ext>
              </a:extLst>
            </p:cNvPr>
            <p:cNvCxnSpPr>
              <a:stCxn id="3" idx="1"/>
              <a:endCxn id="3" idx="3"/>
            </p:cNvCxnSpPr>
            <p:nvPr/>
          </p:nvCxnSpPr>
          <p:spPr>
            <a:xfrm>
              <a:off x="2473569" y="1951893"/>
              <a:ext cx="644769" cy="0"/>
            </a:xfrm>
            <a:prstGeom prst="line">
              <a:avLst/>
            </a:prstGeom>
            <a:ln w="381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EC152C23-6981-4A99-90C2-E7598A192863}"/>
                </a:ext>
              </a:extLst>
            </p:cNvPr>
            <p:cNvCxnSpPr>
              <a:cxnSpLocks/>
              <a:stCxn id="3" idx="0"/>
              <a:endCxn id="3" idx="2"/>
            </p:cNvCxnSpPr>
            <p:nvPr/>
          </p:nvCxnSpPr>
          <p:spPr>
            <a:xfrm>
              <a:off x="2795954" y="1629508"/>
              <a:ext cx="0" cy="644769"/>
            </a:xfrm>
            <a:prstGeom prst="line">
              <a:avLst/>
            </a:prstGeom>
            <a:ln w="381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2899894A-CCDC-4065-A953-FCDBD283589D}"/>
              </a:ext>
            </a:extLst>
          </p:cNvPr>
          <p:cNvSpPr/>
          <p:nvPr/>
        </p:nvSpPr>
        <p:spPr>
          <a:xfrm>
            <a:off x="2055594" y="1623651"/>
            <a:ext cx="644769" cy="644769"/>
          </a:xfrm>
          <a:prstGeom prst="rect">
            <a:avLst/>
          </a:prstGeom>
          <a:solidFill>
            <a:srgbClr val="F8CCB9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D74514"/>
                </a:solidFill>
              </a:rPr>
              <a:t>F</a:t>
            </a:r>
            <a:endParaRPr lang="zh-CN" altLang="en-US" dirty="0">
              <a:solidFill>
                <a:srgbClr val="D74514"/>
              </a:solidFill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6CB98B8-EF6A-4C15-A454-3A85D0F83331}"/>
              </a:ext>
            </a:extLst>
          </p:cNvPr>
          <p:cNvGrpSpPr/>
          <p:nvPr/>
        </p:nvGrpSpPr>
        <p:grpSpPr>
          <a:xfrm>
            <a:off x="1167283" y="2546843"/>
            <a:ext cx="644769" cy="644769"/>
            <a:chOff x="2473569" y="1629508"/>
            <a:chExt cx="644769" cy="644769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DD85AB75-BEB0-4F8B-9918-226076477E7B}"/>
                </a:ext>
              </a:extLst>
            </p:cNvPr>
            <p:cNvSpPr/>
            <p:nvPr/>
          </p:nvSpPr>
          <p:spPr>
            <a:xfrm>
              <a:off x="2473569" y="1629508"/>
              <a:ext cx="644769" cy="644769"/>
            </a:xfrm>
            <a:prstGeom prst="rect">
              <a:avLst/>
            </a:prstGeom>
            <a:noFill/>
            <a:ln w="381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89A89D29-7974-453D-8515-E71F9BA01D8D}"/>
                </a:ext>
              </a:extLst>
            </p:cNvPr>
            <p:cNvCxnSpPr>
              <a:stCxn id="12" idx="1"/>
              <a:endCxn id="12" idx="3"/>
            </p:cNvCxnSpPr>
            <p:nvPr/>
          </p:nvCxnSpPr>
          <p:spPr>
            <a:xfrm>
              <a:off x="2473569" y="1951893"/>
              <a:ext cx="644769" cy="0"/>
            </a:xfrm>
            <a:prstGeom prst="line">
              <a:avLst/>
            </a:prstGeom>
            <a:ln w="381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5A06D8A8-B0C7-4D38-A486-937C2910A7A8}"/>
                </a:ext>
              </a:extLst>
            </p:cNvPr>
            <p:cNvCxnSpPr>
              <a:cxnSpLocks/>
              <a:stCxn id="12" idx="0"/>
              <a:endCxn id="12" idx="2"/>
            </p:cNvCxnSpPr>
            <p:nvPr/>
          </p:nvCxnSpPr>
          <p:spPr>
            <a:xfrm>
              <a:off x="2795954" y="1629508"/>
              <a:ext cx="0" cy="644769"/>
            </a:xfrm>
            <a:prstGeom prst="line">
              <a:avLst/>
            </a:prstGeom>
            <a:ln w="381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16B79CD-788A-4635-B24F-CA5EE942F2B2}"/>
              </a:ext>
            </a:extLst>
          </p:cNvPr>
          <p:cNvGrpSpPr/>
          <p:nvPr/>
        </p:nvGrpSpPr>
        <p:grpSpPr>
          <a:xfrm>
            <a:off x="1167283" y="3470035"/>
            <a:ext cx="644769" cy="644769"/>
            <a:chOff x="2473569" y="1629508"/>
            <a:chExt cx="644769" cy="644769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58FE7DAC-C7C0-4839-819A-758D7976DDBC}"/>
                </a:ext>
              </a:extLst>
            </p:cNvPr>
            <p:cNvSpPr/>
            <p:nvPr/>
          </p:nvSpPr>
          <p:spPr>
            <a:xfrm>
              <a:off x="2473569" y="1629508"/>
              <a:ext cx="644769" cy="644769"/>
            </a:xfrm>
            <a:prstGeom prst="rect">
              <a:avLst/>
            </a:prstGeom>
            <a:noFill/>
            <a:ln w="381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E9A8994-B7CC-4237-8281-D83B4A7D0E67}"/>
                </a:ext>
              </a:extLst>
            </p:cNvPr>
            <p:cNvCxnSpPr>
              <a:stCxn id="16" idx="1"/>
              <a:endCxn id="16" idx="3"/>
            </p:cNvCxnSpPr>
            <p:nvPr/>
          </p:nvCxnSpPr>
          <p:spPr>
            <a:xfrm>
              <a:off x="2473569" y="1951893"/>
              <a:ext cx="644769" cy="0"/>
            </a:xfrm>
            <a:prstGeom prst="line">
              <a:avLst/>
            </a:prstGeom>
            <a:ln w="381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C08B345F-0DC5-426E-BB5B-EC16899013AE}"/>
                </a:ext>
              </a:extLst>
            </p:cNvPr>
            <p:cNvCxnSpPr>
              <a:cxnSpLocks/>
              <a:stCxn id="16" idx="0"/>
              <a:endCxn id="16" idx="2"/>
            </p:cNvCxnSpPr>
            <p:nvPr/>
          </p:nvCxnSpPr>
          <p:spPr>
            <a:xfrm>
              <a:off x="2795954" y="1629508"/>
              <a:ext cx="0" cy="644769"/>
            </a:xfrm>
            <a:prstGeom prst="line">
              <a:avLst/>
            </a:prstGeom>
            <a:ln w="381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EFE1184A-E5B7-48B0-8937-17917EE169AC}"/>
                  </a:ext>
                </a:extLst>
              </p:cNvPr>
              <p:cNvSpPr/>
              <p:nvPr/>
            </p:nvSpPr>
            <p:spPr>
              <a:xfrm>
                <a:off x="926962" y="4393227"/>
                <a:ext cx="1125409" cy="644769"/>
              </a:xfrm>
              <a:prstGeom prst="rect">
                <a:avLst/>
              </a:prstGeom>
              <a:solidFill>
                <a:srgbClr val="FDEFE8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</a:rPr>
                            <m:t>&lt;&lt;&lt;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D74514"/>
                  </a:solidFill>
                </a:endParaRPr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EFE1184A-E5B7-48B0-8937-17917EE169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962" y="4393227"/>
                <a:ext cx="1125409" cy="64476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组合 19">
            <a:extLst>
              <a:ext uri="{FF2B5EF4-FFF2-40B4-BE49-F238E27FC236}">
                <a16:creationId xmlns:a16="http://schemas.microsoft.com/office/drawing/2014/main" id="{4306F94B-994E-455D-9488-561709A206F7}"/>
              </a:ext>
            </a:extLst>
          </p:cNvPr>
          <p:cNvGrpSpPr/>
          <p:nvPr/>
        </p:nvGrpSpPr>
        <p:grpSpPr>
          <a:xfrm>
            <a:off x="1167283" y="5316418"/>
            <a:ext cx="644769" cy="644769"/>
            <a:chOff x="2473569" y="1629508"/>
            <a:chExt cx="644769" cy="644769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C1BD733B-9294-487C-95BD-A3EC76FA189A}"/>
                </a:ext>
              </a:extLst>
            </p:cNvPr>
            <p:cNvSpPr/>
            <p:nvPr/>
          </p:nvSpPr>
          <p:spPr>
            <a:xfrm>
              <a:off x="2473569" y="1629508"/>
              <a:ext cx="644769" cy="644769"/>
            </a:xfrm>
            <a:prstGeom prst="rect">
              <a:avLst/>
            </a:prstGeom>
            <a:noFill/>
            <a:ln w="381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43817997-2557-47C3-83C7-D0BFA7C076C5}"/>
                </a:ext>
              </a:extLst>
            </p:cNvPr>
            <p:cNvCxnSpPr>
              <a:stCxn id="21" idx="1"/>
              <a:endCxn id="21" idx="3"/>
            </p:cNvCxnSpPr>
            <p:nvPr/>
          </p:nvCxnSpPr>
          <p:spPr>
            <a:xfrm>
              <a:off x="2473569" y="1951893"/>
              <a:ext cx="644769" cy="0"/>
            </a:xfrm>
            <a:prstGeom prst="line">
              <a:avLst/>
            </a:prstGeom>
            <a:ln w="381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5F334C3E-49E2-49B4-AE9B-08815DFFC44F}"/>
                </a:ext>
              </a:extLst>
            </p:cNvPr>
            <p:cNvCxnSpPr>
              <a:cxnSpLocks/>
              <a:stCxn id="21" idx="0"/>
              <a:endCxn id="21" idx="2"/>
            </p:cNvCxnSpPr>
            <p:nvPr/>
          </p:nvCxnSpPr>
          <p:spPr>
            <a:xfrm>
              <a:off x="2795954" y="1629508"/>
              <a:ext cx="0" cy="644769"/>
            </a:xfrm>
            <a:prstGeom prst="line">
              <a:avLst/>
            </a:prstGeom>
            <a:ln w="381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CF9376E1-40F9-4BA8-AA3E-A9F11378CA02}"/>
              </a:ext>
            </a:extLst>
          </p:cNvPr>
          <p:cNvCxnSpPr>
            <a:stCxn id="3" idx="2"/>
            <a:endCxn id="12" idx="0"/>
          </p:cNvCxnSpPr>
          <p:nvPr/>
        </p:nvCxnSpPr>
        <p:spPr>
          <a:xfrm>
            <a:off x="1489668" y="2268420"/>
            <a:ext cx="0" cy="278423"/>
          </a:xfrm>
          <a:prstGeom prst="straightConnector1">
            <a:avLst/>
          </a:prstGeom>
          <a:ln w="25400">
            <a:solidFill>
              <a:srgbClr val="5D170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BF2E9480-405C-4534-8343-4D4C2B174B56}"/>
              </a:ext>
            </a:extLst>
          </p:cNvPr>
          <p:cNvCxnSpPr>
            <a:cxnSpLocks/>
            <a:stCxn id="12" idx="2"/>
            <a:endCxn id="16" idx="0"/>
          </p:cNvCxnSpPr>
          <p:nvPr/>
        </p:nvCxnSpPr>
        <p:spPr>
          <a:xfrm>
            <a:off x="1489668" y="3191612"/>
            <a:ext cx="0" cy="278423"/>
          </a:xfrm>
          <a:prstGeom prst="straightConnector1">
            <a:avLst/>
          </a:prstGeom>
          <a:ln w="25400">
            <a:solidFill>
              <a:srgbClr val="5D170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109C16FF-4058-4082-8595-1204DAB2087A}"/>
              </a:ext>
            </a:extLst>
          </p:cNvPr>
          <p:cNvCxnSpPr>
            <a:cxnSpLocks/>
            <a:stCxn id="16" idx="2"/>
            <a:endCxn id="19" idx="0"/>
          </p:cNvCxnSpPr>
          <p:nvPr/>
        </p:nvCxnSpPr>
        <p:spPr>
          <a:xfrm flipH="1">
            <a:off x="1489667" y="4114804"/>
            <a:ext cx="1" cy="278423"/>
          </a:xfrm>
          <a:prstGeom prst="straightConnector1">
            <a:avLst/>
          </a:prstGeom>
          <a:ln w="25400">
            <a:solidFill>
              <a:srgbClr val="5D170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E17127DD-38B3-4638-A8C9-551D0CF8DF6C}"/>
              </a:ext>
            </a:extLst>
          </p:cNvPr>
          <p:cNvCxnSpPr>
            <a:cxnSpLocks/>
            <a:stCxn id="19" idx="2"/>
            <a:endCxn id="21" idx="0"/>
          </p:cNvCxnSpPr>
          <p:nvPr/>
        </p:nvCxnSpPr>
        <p:spPr>
          <a:xfrm>
            <a:off x="1489667" y="5037996"/>
            <a:ext cx="1" cy="278422"/>
          </a:xfrm>
          <a:prstGeom prst="straightConnector1">
            <a:avLst/>
          </a:prstGeom>
          <a:ln w="25400">
            <a:solidFill>
              <a:srgbClr val="5D170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F5316554-1872-4F4E-9983-C690C2E7B7A3}"/>
              </a:ext>
            </a:extLst>
          </p:cNvPr>
          <p:cNvCxnSpPr>
            <a:cxnSpLocks/>
            <a:stCxn id="10" idx="1"/>
            <a:endCxn id="3" idx="3"/>
          </p:cNvCxnSpPr>
          <p:nvPr/>
        </p:nvCxnSpPr>
        <p:spPr>
          <a:xfrm flipH="1">
            <a:off x="1812052" y="1946036"/>
            <a:ext cx="243542" cy="0"/>
          </a:xfrm>
          <a:prstGeom prst="straightConnector1">
            <a:avLst/>
          </a:prstGeom>
          <a:ln w="25400">
            <a:solidFill>
              <a:srgbClr val="5D170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9EA194CB-E950-469D-ABE0-7EA281DA48DF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1489668" y="1143170"/>
            <a:ext cx="0" cy="480481"/>
          </a:xfrm>
          <a:prstGeom prst="straightConnector1">
            <a:avLst/>
          </a:prstGeom>
          <a:ln w="25400">
            <a:solidFill>
              <a:srgbClr val="5D170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2" name="表格 2">
            <a:extLst>
              <a:ext uri="{FF2B5EF4-FFF2-40B4-BE49-F238E27FC236}">
                <a16:creationId xmlns:a16="http://schemas.microsoft.com/office/drawing/2014/main" id="{D7ECC3F4-2D64-4532-BB70-CEB2A7618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1247629"/>
              </p:ext>
            </p:extLst>
          </p:nvPr>
        </p:nvGraphicFramePr>
        <p:xfrm>
          <a:off x="760883" y="6858000"/>
          <a:ext cx="5869356" cy="6636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7339">
                  <a:extLst>
                    <a:ext uri="{9D8B030D-6E8A-4147-A177-3AD203B41FA5}">
                      <a16:colId xmlns:a16="http://schemas.microsoft.com/office/drawing/2014/main" val="811723185"/>
                    </a:ext>
                  </a:extLst>
                </a:gridCol>
                <a:gridCol w="1467339">
                  <a:extLst>
                    <a:ext uri="{9D8B030D-6E8A-4147-A177-3AD203B41FA5}">
                      <a16:colId xmlns:a16="http://schemas.microsoft.com/office/drawing/2014/main" val="1852968331"/>
                    </a:ext>
                  </a:extLst>
                </a:gridCol>
                <a:gridCol w="1467339">
                  <a:extLst>
                    <a:ext uri="{9D8B030D-6E8A-4147-A177-3AD203B41FA5}">
                      <a16:colId xmlns:a16="http://schemas.microsoft.com/office/drawing/2014/main" val="3726579682"/>
                    </a:ext>
                  </a:extLst>
                </a:gridCol>
                <a:gridCol w="1467339">
                  <a:extLst>
                    <a:ext uri="{9D8B030D-6E8A-4147-A177-3AD203B41FA5}">
                      <a16:colId xmlns:a16="http://schemas.microsoft.com/office/drawing/2014/main" val="3050370435"/>
                    </a:ext>
                  </a:extLst>
                </a:gridCol>
              </a:tblGrid>
              <a:tr h="6636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A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45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B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45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C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45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D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45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650919"/>
                  </a:ext>
                </a:extLst>
              </a:tr>
            </a:tbl>
          </a:graphicData>
        </a:graphic>
      </p:graphicFrame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CE9CB80B-9DC3-443A-BD3C-1997FA64562E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1489668" y="5961187"/>
            <a:ext cx="0" cy="218016"/>
          </a:xfrm>
          <a:prstGeom prst="straightConnector1">
            <a:avLst/>
          </a:prstGeom>
          <a:ln w="25400">
            <a:solidFill>
              <a:srgbClr val="5D1709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4BD826E7-F3AF-45AC-8A9B-BC8625A0C031}"/>
              </a:ext>
            </a:extLst>
          </p:cNvPr>
          <p:cNvCxnSpPr>
            <a:cxnSpLocks/>
          </p:cNvCxnSpPr>
          <p:nvPr/>
        </p:nvCxnSpPr>
        <p:spPr>
          <a:xfrm>
            <a:off x="2990222" y="1143170"/>
            <a:ext cx="0" cy="5036033"/>
          </a:xfrm>
          <a:prstGeom prst="straightConnector1">
            <a:avLst/>
          </a:prstGeom>
          <a:ln w="25400">
            <a:solidFill>
              <a:srgbClr val="5D1709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AB8F52B2-F47E-4CA2-B31D-E6EAAD6E2165}"/>
              </a:ext>
            </a:extLst>
          </p:cNvPr>
          <p:cNvCxnSpPr>
            <a:cxnSpLocks/>
          </p:cNvCxnSpPr>
          <p:nvPr/>
        </p:nvCxnSpPr>
        <p:spPr>
          <a:xfrm>
            <a:off x="4479053" y="1143170"/>
            <a:ext cx="0" cy="5036033"/>
          </a:xfrm>
          <a:prstGeom prst="straightConnector1">
            <a:avLst/>
          </a:prstGeom>
          <a:ln w="25400">
            <a:solidFill>
              <a:srgbClr val="5D1709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8317FC1A-2A58-4B9F-B737-E8ED61F7C852}"/>
              </a:ext>
            </a:extLst>
          </p:cNvPr>
          <p:cNvCxnSpPr>
            <a:cxnSpLocks/>
          </p:cNvCxnSpPr>
          <p:nvPr/>
        </p:nvCxnSpPr>
        <p:spPr>
          <a:xfrm>
            <a:off x="5920991" y="1143169"/>
            <a:ext cx="0" cy="5036033"/>
          </a:xfrm>
          <a:prstGeom prst="straightConnector1">
            <a:avLst/>
          </a:prstGeom>
          <a:ln w="25400">
            <a:solidFill>
              <a:srgbClr val="5D1709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0407EECB-9A64-4C5E-8882-99BAAD467E83}"/>
              </a:ext>
            </a:extLst>
          </p:cNvPr>
          <p:cNvCxnSpPr>
            <a:cxnSpLocks/>
          </p:cNvCxnSpPr>
          <p:nvPr/>
        </p:nvCxnSpPr>
        <p:spPr>
          <a:xfrm>
            <a:off x="1489666" y="6179202"/>
            <a:ext cx="1524001" cy="400374"/>
          </a:xfrm>
          <a:prstGeom prst="straightConnector1">
            <a:avLst/>
          </a:prstGeom>
          <a:ln w="25400">
            <a:solidFill>
              <a:srgbClr val="5D1709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B3CCF9CA-E9A2-40D4-8E62-4D769DDDAC69}"/>
              </a:ext>
            </a:extLst>
          </p:cNvPr>
          <p:cNvCxnSpPr>
            <a:cxnSpLocks/>
          </p:cNvCxnSpPr>
          <p:nvPr/>
        </p:nvCxnSpPr>
        <p:spPr>
          <a:xfrm>
            <a:off x="3013667" y="6579577"/>
            <a:ext cx="1" cy="278422"/>
          </a:xfrm>
          <a:prstGeom prst="straightConnector1">
            <a:avLst/>
          </a:prstGeom>
          <a:ln w="25400">
            <a:solidFill>
              <a:srgbClr val="5D170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7E66F1A0-864D-4108-B49B-F2C01DBCF23D}"/>
              </a:ext>
            </a:extLst>
          </p:cNvPr>
          <p:cNvCxnSpPr>
            <a:cxnSpLocks/>
          </p:cNvCxnSpPr>
          <p:nvPr/>
        </p:nvCxnSpPr>
        <p:spPr>
          <a:xfrm>
            <a:off x="1489666" y="6579577"/>
            <a:ext cx="1" cy="278422"/>
          </a:xfrm>
          <a:prstGeom prst="straightConnector1">
            <a:avLst/>
          </a:prstGeom>
          <a:ln w="25400">
            <a:solidFill>
              <a:srgbClr val="5D170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6843BFF7-359A-4172-8D79-DA63A84BD2CF}"/>
              </a:ext>
            </a:extLst>
          </p:cNvPr>
          <p:cNvCxnSpPr>
            <a:cxnSpLocks/>
          </p:cNvCxnSpPr>
          <p:nvPr/>
        </p:nvCxnSpPr>
        <p:spPr>
          <a:xfrm>
            <a:off x="4479053" y="6579577"/>
            <a:ext cx="1" cy="278422"/>
          </a:xfrm>
          <a:prstGeom prst="straightConnector1">
            <a:avLst/>
          </a:prstGeom>
          <a:ln w="25400">
            <a:solidFill>
              <a:srgbClr val="5D170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E0A74254-7D26-49C4-9DA0-A373776AA34E}"/>
              </a:ext>
            </a:extLst>
          </p:cNvPr>
          <p:cNvCxnSpPr>
            <a:cxnSpLocks/>
          </p:cNvCxnSpPr>
          <p:nvPr/>
        </p:nvCxnSpPr>
        <p:spPr>
          <a:xfrm>
            <a:off x="5920991" y="6595122"/>
            <a:ext cx="1" cy="278422"/>
          </a:xfrm>
          <a:prstGeom prst="straightConnector1">
            <a:avLst/>
          </a:prstGeom>
          <a:ln w="25400">
            <a:solidFill>
              <a:srgbClr val="5D170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BCECEFB4-EC4C-4CBE-97DE-B9634FD8E2CC}"/>
              </a:ext>
            </a:extLst>
          </p:cNvPr>
          <p:cNvCxnSpPr>
            <a:cxnSpLocks/>
          </p:cNvCxnSpPr>
          <p:nvPr/>
        </p:nvCxnSpPr>
        <p:spPr>
          <a:xfrm>
            <a:off x="2980449" y="6179202"/>
            <a:ext cx="1494692" cy="400374"/>
          </a:xfrm>
          <a:prstGeom prst="straightConnector1">
            <a:avLst/>
          </a:prstGeom>
          <a:ln w="25400">
            <a:solidFill>
              <a:srgbClr val="5D1709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8EB1E9BD-2666-4990-BC08-4B22402302AB}"/>
              </a:ext>
            </a:extLst>
          </p:cNvPr>
          <p:cNvCxnSpPr>
            <a:cxnSpLocks/>
          </p:cNvCxnSpPr>
          <p:nvPr/>
        </p:nvCxnSpPr>
        <p:spPr>
          <a:xfrm>
            <a:off x="4475142" y="6179202"/>
            <a:ext cx="1445849" cy="400374"/>
          </a:xfrm>
          <a:prstGeom prst="straightConnector1">
            <a:avLst/>
          </a:prstGeom>
          <a:ln w="25400">
            <a:solidFill>
              <a:srgbClr val="5D1709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4AE8A9A1-7324-4036-8D14-1ECD813E0ADD}"/>
              </a:ext>
            </a:extLst>
          </p:cNvPr>
          <p:cNvCxnSpPr>
            <a:cxnSpLocks/>
          </p:cNvCxnSpPr>
          <p:nvPr/>
        </p:nvCxnSpPr>
        <p:spPr>
          <a:xfrm flipH="1">
            <a:off x="1489665" y="6179201"/>
            <a:ext cx="4427414" cy="394639"/>
          </a:xfrm>
          <a:prstGeom prst="straightConnector1">
            <a:avLst/>
          </a:prstGeom>
          <a:ln w="25400">
            <a:solidFill>
              <a:srgbClr val="5D1709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04BB2E00-A638-479D-AC52-B6A7F8AA9C0F}"/>
              </a:ext>
            </a:extLst>
          </p:cNvPr>
          <p:cNvCxnSpPr>
            <a:cxnSpLocks/>
          </p:cNvCxnSpPr>
          <p:nvPr/>
        </p:nvCxnSpPr>
        <p:spPr>
          <a:xfrm>
            <a:off x="2963560" y="1143169"/>
            <a:ext cx="0" cy="5036033"/>
          </a:xfrm>
          <a:prstGeom prst="straightConnector1">
            <a:avLst/>
          </a:prstGeom>
          <a:ln w="2540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5D782FE9-F487-4DBA-9EB9-B816107552F3}"/>
              </a:ext>
            </a:extLst>
          </p:cNvPr>
          <p:cNvCxnSpPr>
            <a:cxnSpLocks/>
          </p:cNvCxnSpPr>
          <p:nvPr/>
        </p:nvCxnSpPr>
        <p:spPr>
          <a:xfrm>
            <a:off x="3015840" y="1143168"/>
            <a:ext cx="0" cy="5036033"/>
          </a:xfrm>
          <a:prstGeom prst="straightConnector1">
            <a:avLst/>
          </a:prstGeom>
          <a:ln w="2540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F648470D-2FF5-433C-9DB3-07DA5C148014}"/>
              </a:ext>
            </a:extLst>
          </p:cNvPr>
          <p:cNvCxnSpPr>
            <a:cxnSpLocks/>
          </p:cNvCxnSpPr>
          <p:nvPr/>
        </p:nvCxnSpPr>
        <p:spPr>
          <a:xfrm>
            <a:off x="4453818" y="1143169"/>
            <a:ext cx="0" cy="5036033"/>
          </a:xfrm>
          <a:prstGeom prst="straightConnector1">
            <a:avLst/>
          </a:prstGeom>
          <a:ln w="2540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DB15F66E-C7C5-4816-9F65-35679B7B2EE4}"/>
              </a:ext>
            </a:extLst>
          </p:cNvPr>
          <p:cNvCxnSpPr>
            <a:cxnSpLocks/>
          </p:cNvCxnSpPr>
          <p:nvPr/>
        </p:nvCxnSpPr>
        <p:spPr>
          <a:xfrm>
            <a:off x="4506098" y="1143168"/>
            <a:ext cx="0" cy="5036033"/>
          </a:xfrm>
          <a:prstGeom prst="straightConnector1">
            <a:avLst/>
          </a:prstGeom>
          <a:ln w="2540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6D743409-76FD-4B15-B2BE-89042F364B25}"/>
                  </a:ext>
                </a:extLst>
              </p:cNvPr>
              <p:cNvSpPr/>
              <p:nvPr/>
            </p:nvSpPr>
            <p:spPr>
              <a:xfrm>
                <a:off x="491595" y="2546842"/>
                <a:ext cx="294686" cy="644769"/>
              </a:xfrm>
              <a:prstGeom prst="rect">
                <a:avLst/>
              </a:prstGeom>
              <a:noFill/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zh-CN" b="0" dirty="0">
                  <a:solidFill>
                    <a:srgbClr val="D74514"/>
                  </a:solidFill>
                </a:endParaRPr>
              </a:p>
            </p:txBody>
          </p:sp>
        </mc:Choice>
        <mc:Fallback xmlns="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6D743409-76FD-4B15-B2BE-89042F364B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595" y="2546842"/>
                <a:ext cx="294686" cy="644769"/>
              </a:xfrm>
              <a:prstGeom prst="rect">
                <a:avLst/>
              </a:prstGeom>
              <a:blipFill>
                <a:blip r:embed="rId3"/>
                <a:stretch>
                  <a:fillRect l="-33333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98F11219-6972-45E4-8800-34AE41A2DA68}"/>
                  </a:ext>
                </a:extLst>
              </p:cNvPr>
              <p:cNvSpPr/>
              <p:nvPr/>
            </p:nvSpPr>
            <p:spPr>
              <a:xfrm>
                <a:off x="491595" y="3475771"/>
                <a:ext cx="294686" cy="644769"/>
              </a:xfrm>
              <a:prstGeom prst="rect">
                <a:avLst/>
              </a:prstGeom>
              <a:noFill/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zh-CN" b="0" dirty="0">
                  <a:solidFill>
                    <a:srgbClr val="D74514"/>
                  </a:solidFill>
                </a:endParaRPr>
              </a:p>
            </p:txBody>
          </p:sp>
        </mc:Choice>
        <mc:Fallback xmlns=""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98F11219-6972-45E4-8800-34AE41A2DA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595" y="3475771"/>
                <a:ext cx="294686" cy="644769"/>
              </a:xfrm>
              <a:prstGeom prst="rect">
                <a:avLst/>
              </a:prstGeom>
              <a:blipFill>
                <a:blip r:embed="rId4"/>
                <a:stretch>
                  <a:fillRect l="-2500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7FC1FB90-D2B7-4A68-B00E-1A36EC3EB727}"/>
              </a:ext>
            </a:extLst>
          </p:cNvPr>
          <p:cNvCxnSpPr>
            <a:cxnSpLocks/>
            <a:stCxn id="79" idx="3"/>
            <a:endCxn id="16" idx="1"/>
          </p:cNvCxnSpPr>
          <p:nvPr/>
        </p:nvCxnSpPr>
        <p:spPr>
          <a:xfrm flipV="1">
            <a:off x="786281" y="3792420"/>
            <a:ext cx="381002" cy="5736"/>
          </a:xfrm>
          <a:prstGeom prst="straightConnector1">
            <a:avLst/>
          </a:prstGeom>
          <a:ln w="25400">
            <a:solidFill>
              <a:srgbClr val="5D170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9A9C90CE-DD7F-46D9-894C-CBE9E0CA2940}"/>
              </a:ext>
            </a:extLst>
          </p:cNvPr>
          <p:cNvCxnSpPr>
            <a:cxnSpLocks/>
            <a:stCxn id="78" idx="3"/>
            <a:endCxn id="12" idx="1"/>
          </p:cNvCxnSpPr>
          <p:nvPr/>
        </p:nvCxnSpPr>
        <p:spPr>
          <a:xfrm>
            <a:off x="786281" y="2869227"/>
            <a:ext cx="381002" cy="1"/>
          </a:xfrm>
          <a:prstGeom prst="straightConnector1">
            <a:avLst/>
          </a:prstGeom>
          <a:ln w="25400">
            <a:solidFill>
              <a:srgbClr val="5D170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6813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DB2F0941-2C04-4842-B6DF-4526E8513D8F}"/>
              </a:ext>
            </a:extLst>
          </p:cNvPr>
          <p:cNvGrpSpPr/>
          <p:nvPr/>
        </p:nvGrpSpPr>
        <p:grpSpPr>
          <a:xfrm>
            <a:off x="1368538" y="160044"/>
            <a:ext cx="5198608" cy="2216878"/>
            <a:chOff x="1368538" y="160044"/>
            <a:chExt cx="5198608" cy="2216878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17544B68-910A-4F28-9348-1A4A77042036}"/>
                </a:ext>
              </a:extLst>
            </p:cNvPr>
            <p:cNvCxnSpPr>
              <a:cxnSpLocks/>
            </p:cNvCxnSpPr>
            <p:nvPr/>
          </p:nvCxnSpPr>
          <p:spPr>
            <a:xfrm>
              <a:off x="1649185" y="511419"/>
              <a:ext cx="4637315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A832731-9171-4B1A-992B-B11F4F9390EC}"/>
                </a:ext>
              </a:extLst>
            </p:cNvPr>
            <p:cNvSpPr txBox="1"/>
            <p:nvPr/>
          </p:nvSpPr>
          <p:spPr>
            <a:xfrm>
              <a:off x="1368538" y="1792147"/>
              <a:ext cx="1475693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Host A</a:t>
              </a:r>
            </a:p>
            <a:p>
              <a:pPr algn="ctr"/>
              <a:r>
                <a:rPr lang="en-US" altLang="zh-CN" sz="16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10.9.0.5</a:t>
              </a:r>
              <a:endParaRPr lang="zh-CN" altLang="en-US" sz="16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C525714-E556-4B61-8A7D-D5DDF642B87C}"/>
                </a:ext>
              </a:extLst>
            </p:cNvPr>
            <p:cNvSpPr txBox="1"/>
            <p:nvPr/>
          </p:nvSpPr>
          <p:spPr>
            <a:xfrm>
              <a:off x="5091453" y="1792146"/>
              <a:ext cx="1475693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Host B</a:t>
              </a:r>
            </a:p>
            <a:p>
              <a:pPr algn="ctr"/>
              <a:r>
                <a:rPr lang="en-US" altLang="zh-CN" sz="16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10.9.0.6</a:t>
              </a:r>
              <a:endParaRPr lang="zh-CN" altLang="en-US" sz="16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7E20862-A77A-44FD-8310-1F9047976A21}"/>
                </a:ext>
              </a:extLst>
            </p:cNvPr>
            <p:cNvSpPr txBox="1"/>
            <p:nvPr/>
          </p:nvSpPr>
          <p:spPr>
            <a:xfrm>
              <a:off x="2982683" y="1792146"/>
              <a:ext cx="1970318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Host M (Attacker)</a:t>
              </a:r>
            </a:p>
            <a:p>
              <a:pPr algn="ctr"/>
              <a:r>
                <a:rPr lang="en-US" altLang="zh-CN" sz="1600" dirty="0">
                  <a:solidFill>
                    <a:srgbClr val="D74514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10.9.0.105</a:t>
              </a:r>
              <a:endParaRPr lang="zh-CN" altLang="en-US" sz="1600" dirty="0">
                <a:solidFill>
                  <a:srgbClr val="D74514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F71D44BE-728F-439A-8112-C29C9AE09A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06385" y="511419"/>
              <a:ext cx="0" cy="47555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16690D9F-FF9D-4391-8A7D-9B54DC6210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67842" y="511419"/>
              <a:ext cx="0" cy="47555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2D8458F8-16D8-4E27-9945-BE231E231A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29300" y="511419"/>
              <a:ext cx="0" cy="47555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5D4C73F7-597A-4450-8B6F-0D333821F70D}"/>
                </a:ext>
              </a:extLst>
            </p:cNvPr>
            <p:cNvSpPr txBox="1"/>
            <p:nvPr/>
          </p:nvSpPr>
          <p:spPr>
            <a:xfrm>
              <a:off x="2339577" y="160044"/>
              <a:ext cx="3256530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10.9.0.0/24</a:t>
              </a:r>
              <a:endParaRPr lang="zh-CN" altLang="en-US" sz="1600" b="1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05769C89-502A-4318-A8F1-28CD77E1D5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8935" y="877745"/>
              <a:ext cx="914401" cy="914401"/>
            </a:xfrm>
            <a:prstGeom prst="rect">
              <a:avLst/>
            </a:prstGeom>
          </p:spPr>
        </p:pic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F9AA06B0-4248-478C-8683-E43D151CA9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0060" y="877745"/>
              <a:ext cx="914401" cy="914401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69AF2EE6-1EC3-47A5-9FEC-826ABFFA1F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098" y="877745"/>
              <a:ext cx="914401" cy="9144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98318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>
            <a:extLst>
              <a:ext uri="{FF2B5EF4-FFF2-40B4-BE49-F238E27FC236}">
                <a16:creationId xmlns:a16="http://schemas.microsoft.com/office/drawing/2014/main" id="{BBA5FF6E-A196-4882-8412-C348FE9D14E3}"/>
              </a:ext>
            </a:extLst>
          </p:cNvPr>
          <p:cNvGrpSpPr/>
          <p:nvPr/>
        </p:nvGrpSpPr>
        <p:grpSpPr>
          <a:xfrm>
            <a:off x="1185659" y="1059590"/>
            <a:ext cx="8220937" cy="3769849"/>
            <a:chOff x="1185659" y="1059590"/>
            <a:chExt cx="8220937" cy="3769849"/>
          </a:xfrm>
        </p:grpSpPr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51DD6998-77A8-4428-B66D-779FA1DEAFAC}"/>
                </a:ext>
              </a:extLst>
            </p:cNvPr>
            <p:cNvCxnSpPr>
              <a:cxnSpLocks/>
            </p:cNvCxnSpPr>
            <p:nvPr/>
          </p:nvCxnSpPr>
          <p:spPr>
            <a:xfrm>
              <a:off x="1466305" y="1059591"/>
              <a:ext cx="748393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0037809-7426-4EC1-B1EF-D93A2F24A71C}"/>
                </a:ext>
              </a:extLst>
            </p:cNvPr>
            <p:cNvSpPr txBox="1"/>
            <p:nvPr/>
          </p:nvSpPr>
          <p:spPr>
            <a:xfrm>
              <a:off x="1185659" y="2340319"/>
              <a:ext cx="1475692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Attacker</a:t>
              </a:r>
            </a:p>
            <a:p>
              <a:pPr algn="ctr"/>
              <a:r>
                <a:rPr lang="en-US" altLang="zh-CN" sz="1600" dirty="0">
                  <a:solidFill>
                    <a:srgbClr val="D74514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10.9.0.105</a:t>
              </a:r>
              <a:endParaRPr lang="zh-CN" altLang="en-US" sz="1600" dirty="0">
                <a:solidFill>
                  <a:srgbClr val="D74514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92C1CAA0-798F-4A1A-8591-A1085C121CA9}"/>
                </a:ext>
              </a:extLst>
            </p:cNvPr>
            <p:cNvSpPr txBox="1"/>
            <p:nvPr/>
          </p:nvSpPr>
          <p:spPr>
            <a:xfrm>
              <a:off x="4628608" y="2340318"/>
              <a:ext cx="2035624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Malicious Router</a:t>
              </a:r>
            </a:p>
            <a:p>
              <a:pPr algn="ctr"/>
              <a:r>
                <a:rPr lang="en-US" altLang="zh-CN" sz="1600" dirty="0">
                  <a:solidFill>
                    <a:srgbClr val="D74514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10.9.0.111</a:t>
              </a:r>
              <a:endParaRPr lang="zh-CN" altLang="en-US" sz="1600" dirty="0">
                <a:solidFill>
                  <a:srgbClr val="D74514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401BA17-ADD5-454D-81F3-AD8FB97B51A9}"/>
                </a:ext>
              </a:extLst>
            </p:cNvPr>
            <p:cNvSpPr txBox="1"/>
            <p:nvPr/>
          </p:nvSpPr>
          <p:spPr>
            <a:xfrm>
              <a:off x="2799803" y="2340318"/>
              <a:ext cx="1970318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Victim</a:t>
              </a:r>
            </a:p>
            <a:p>
              <a:pPr algn="ctr"/>
              <a:r>
                <a:rPr lang="en-US" altLang="zh-CN" sz="16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10.9.0.5</a:t>
              </a:r>
              <a:endParaRPr lang="zh-CN" altLang="en-US" sz="16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660223D6-1C44-4CA3-903C-E8A3596550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23505" y="1059591"/>
              <a:ext cx="0" cy="47555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62E021AF-FD66-457E-9F9C-DB9E54EDB0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84962" y="1059591"/>
              <a:ext cx="0" cy="47555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B6B7D2AF-D0AC-4192-A228-C7128D326A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46420" y="1059591"/>
              <a:ext cx="0" cy="47555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2B36C2BD-DF1F-4E4E-A217-6DC011C95BD2}"/>
                </a:ext>
              </a:extLst>
            </p:cNvPr>
            <p:cNvSpPr txBox="1"/>
            <p:nvPr/>
          </p:nvSpPr>
          <p:spPr>
            <a:xfrm>
              <a:off x="3784962" y="1096262"/>
              <a:ext cx="1542539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10.9.0.0/24</a:t>
              </a:r>
              <a:endParaRPr lang="zh-CN" altLang="en-US" sz="1600" b="1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A4B2266F-4235-4D58-9153-3B56B4175BF2}"/>
                </a:ext>
              </a:extLst>
            </p:cNvPr>
            <p:cNvSpPr txBox="1"/>
            <p:nvPr/>
          </p:nvSpPr>
          <p:spPr>
            <a:xfrm>
              <a:off x="6490065" y="2340317"/>
              <a:ext cx="2035624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Router</a:t>
              </a:r>
            </a:p>
            <a:p>
              <a:pPr algn="ctr"/>
              <a:r>
                <a:rPr lang="en-US" altLang="zh-CN" sz="16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192.168.60.11</a:t>
              </a:r>
              <a:endParaRPr lang="zh-CN" altLang="en-US" sz="16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D49E7921-D9DF-4664-AFFE-4539998F053A}"/>
                </a:ext>
              </a:extLst>
            </p:cNvPr>
            <p:cNvCxnSpPr>
              <a:cxnSpLocks/>
            </p:cNvCxnSpPr>
            <p:nvPr/>
          </p:nvCxnSpPr>
          <p:spPr>
            <a:xfrm>
              <a:off x="4312922" y="3224862"/>
              <a:ext cx="4637315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6B9A22FC-A143-465A-90D4-BD49F65B83B7}"/>
                </a:ext>
              </a:extLst>
            </p:cNvPr>
            <p:cNvSpPr txBox="1"/>
            <p:nvPr/>
          </p:nvSpPr>
          <p:spPr>
            <a:xfrm>
              <a:off x="5646420" y="4490885"/>
              <a:ext cx="1970318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192.168.60.5</a:t>
              </a:r>
              <a:endParaRPr lang="zh-CN" altLang="en-US" sz="16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5034487B-172F-477F-81A3-177795CB63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31579" y="3224862"/>
              <a:ext cx="0" cy="47555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5464EF5C-8538-4D36-88ED-0666329D0B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3037" y="3224862"/>
              <a:ext cx="0" cy="47555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E51F54A6-4D3E-4D29-8A86-052ADA4E4BDD}"/>
                </a:ext>
              </a:extLst>
            </p:cNvPr>
            <p:cNvSpPr txBox="1"/>
            <p:nvPr/>
          </p:nvSpPr>
          <p:spPr>
            <a:xfrm>
              <a:off x="4454442" y="3239205"/>
              <a:ext cx="2035623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192.168.60.0/24</a:t>
              </a:r>
              <a:endParaRPr lang="zh-CN" altLang="en-US" sz="1600" b="1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A60D72F4-74D7-449D-AE29-B695D09D2B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07877" y="1059590"/>
              <a:ext cx="1" cy="82797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A75CF897-5DB4-4BFB-BAA9-8EB661A661DF}"/>
                </a:ext>
              </a:extLst>
            </p:cNvPr>
            <p:cNvSpPr txBox="1"/>
            <p:nvPr/>
          </p:nvSpPr>
          <p:spPr>
            <a:xfrm>
              <a:off x="7475224" y="1133073"/>
              <a:ext cx="1362071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10.9.0.11</a:t>
              </a:r>
              <a:endParaRPr lang="zh-CN" altLang="en-US" sz="16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3DB1FB4C-B532-4592-8906-8BF7C024E589}"/>
                </a:ext>
              </a:extLst>
            </p:cNvPr>
            <p:cNvCxnSpPr>
              <a:cxnSpLocks/>
              <a:endCxn id="15" idx="2"/>
            </p:cNvCxnSpPr>
            <p:nvPr/>
          </p:nvCxnSpPr>
          <p:spPr>
            <a:xfrm flipV="1">
              <a:off x="7507877" y="2925092"/>
              <a:ext cx="0" cy="29976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A68999C-3184-4182-88B4-8B66BB82A500}"/>
                </a:ext>
              </a:extLst>
            </p:cNvPr>
            <p:cNvSpPr txBox="1"/>
            <p:nvPr/>
          </p:nvSpPr>
          <p:spPr>
            <a:xfrm>
              <a:off x="7644782" y="4490885"/>
              <a:ext cx="1761814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192.168.60.6</a:t>
              </a:r>
              <a:endParaRPr lang="zh-CN" altLang="en-US" sz="16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21398C4B-D665-42E4-992A-6BC8736D9C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60417" y="1430367"/>
              <a:ext cx="914401" cy="914401"/>
            </a:xfrm>
            <a:prstGeom prst="rect">
              <a:avLst/>
            </a:prstGeom>
          </p:spPr>
        </p:pic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314C9EE1-6DD4-4AF0-93E9-BEA0C8DF3B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0707" y="3574639"/>
              <a:ext cx="914401" cy="914401"/>
            </a:xfrm>
            <a:prstGeom prst="rect">
              <a:avLst/>
            </a:prstGeom>
          </p:spPr>
        </p:pic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0CEC7FFB-B759-4B53-A263-8BE8518E38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57610" y="3574639"/>
              <a:ext cx="914401" cy="914401"/>
            </a:xfrm>
            <a:prstGeom prst="rect">
              <a:avLst/>
            </a:prstGeom>
          </p:spPr>
        </p:pic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D2F42E90-C316-4CD7-A70A-C3E195C615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8957" y="1430367"/>
              <a:ext cx="914401" cy="914401"/>
            </a:xfrm>
            <a:prstGeom prst="rect">
              <a:avLst/>
            </a:prstGeom>
          </p:spPr>
        </p:pic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FAF1E4CE-A8EC-4471-88EC-784462E614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05548" y="1418746"/>
              <a:ext cx="914401" cy="914401"/>
            </a:xfrm>
            <a:prstGeom prst="rect">
              <a:avLst/>
            </a:prstGeom>
          </p:spPr>
        </p:pic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97AD706C-D603-4441-825B-74B7007395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0640" y="1572421"/>
              <a:ext cx="872098" cy="8720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07329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>
            <a:extLst>
              <a:ext uri="{FF2B5EF4-FFF2-40B4-BE49-F238E27FC236}">
                <a16:creationId xmlns:a16="http://schemas.microsoft.com/office/drawing/2014/main" id="{3530448D-066A-4C56-80DC-753E941D1D41}"/>
              </a:ext>
            </a:extLst>
          </p:cNvPr>
          <p:cNvGrpSpPr/>
          <p:nvPr/>
        </p:nvGrpSpPr>
        <p:grpSpPr>
          <a:xfrm>
            <a:off x="2982683" y="160044"/>
            <a:ext cx="7354799" cy="2216877"/>
            <a:chOff x="2982683" y="160044"/>
            <a:chExt cx="7354799" cy="2216877"/>
          </a:xfrm>
        </p:grpSpPr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D47BBF5C-5A17-4FF5-92A2-437C808CAF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88580" y="511419"/>
              <a:ext cx="0" cy="47555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688BBAE1-1718-4AEF-8B5D-95CBD840D0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96628" y="511419"/>
              <a:ext cx="0" cy="47555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D1FB1987-FFBA-4C13-9C63-8CB712C5E2EC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511419"/>
              <a:ext cx="682752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8B234A0B-A586-40C2-85D1-C0173A1C1D4C}"/>
                </a:ext>
              </a:extLst>
            </p:cNvPr>
            <p:cNvSpPr txBox="1"/>
            <p:nvPr/>
          </p:nvSpPr>
          <p:spPr>
            <a:xfrm>
              <a:off x="5091453" y="1792146"/>
              <a:ext cx="1475693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Host A</a:t>
              </a:r>
            </a:p>
            <a:p>
              <a:pPr algn="ctr"/>
              <a:r>
                <a:rPr lang="en-US" altLang="zh-CN" sz="16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10.9.0.5</a:t>
              </a:r>
              <a:endParaRPr lang="zh-CN" altLang="en-US" sz="16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93908425-E17E-499F-A7F1-26983EA17797}"/>
                </a:ext>
              </a:extLst>
            </p:cNvPr>
            <p:cNvSpPr txBox="1"/>
            <p:nvPr/>
          </p:nvSpPr>
          <p:spPr>
            <a:xfrm>
              <a:off x="2982683" y="1792146"/>
              <a:ext cx="1970318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Attacker</a:t>
              </a:r>
            </a:p>
            <a:p>
              <a:pPr algn="ctr"/>
              <a:r>
                <a:rPr lang="en-US" altLang="zh-CN" sz="1600" dirty="0">
                  <a:solidFill>
                    <a:srgbClr val="D74514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10.9.0.1</a:t>
              </a:r>
              <a:endParaRPr lang="zh-CN" altLang="en-US" sz="1600" dirty="0">
                <a:solidFill>
                  <a:srgbClr val="D74514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F801B3C3-4B9B-462B-93D1-1D10ABB567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67842" y="511419"/>
              <a:ext cx="0" cy="47555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E27D6396-0B7E-41F8-A25A-B6D6DD7F2A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29300" y="511419"/>
              <a:ext cx="0" cy="47555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2F422E7D-9673-4357-B9DD-D23ED72A43CB}"/>
                </a:ext>
              </a:extLst>
            </p:cNvPr>
            <p:cNvSpPr txBox="1"/>
            <p:nvPr/>
          </p:nvSpPr>
          <p:spPr>
            <a:xfrm>
              <a:off x="3352799" y="160044"/>
              <a:ext cx="6827520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10.9.0.0/24</a:t>
              </a:r>
              <a:endParaRPr lang="zh-CN" altLang="en-US" sz="1600" b="1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605A4EFB-8612-4C44-BEBB-6B7AB0EE4E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0060" y="877745"/>
              <a:ext cx="914401" cy="914401"/>
            </a:xfrm>
            <a:prstGeom prst="rect">
              <a:avLst/>
            </a:prstGeom>
          </p:spPr>
        </p:pic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BEB3AC9D-D637-48BA-B230-E2C033765B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098" y="877745"/>
              <a:ext cx="914401" cy="914401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6714F8B0-A8F5-4CD5-88DB-85ADD10985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57267" y="877745"/>
              <a:ext cx="914401" cy="914401"/>
            </a:xfrm>
            <a:prstGeom prst="rect">
              <a:avLst/>
            </a:prstGeom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C98BFC13-7F51-43B2-9683-930492B6E7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42436" y="877745"/>
              <a:ext cx="914401" cy="914401"/>
            </a:xfrm>
            <a:prstGeom prst="rect">
              <a:avLst/>
            </a:prstGeom>
          </p:spPr>
        </p:pic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48AB53B8-9DF9-49BD-B848-14FFB983BCE1}"/>
                </a:ext>
              </a:extLst>
            </p:cNvPr>
            <p:cNvSpPr txBox="1"/>
            <p:nvPr/>
          </p:nvSpPr>
          <p:spPr>
            <a:xfrm>
              <a:off x="6976620" y="1792144"/>
              <a:ext cx="1475693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Host B</a:t>
              </a:r>
            </a:p>
            <a:p>
              <a:pPr algn="ctr"/>
              <a:r>
                <a:rPr lang="en-US" altLang="zh-CN" sz="16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10.9.0.6</a:t>
              </a:r>
              <a:endParaRPr lang="zh-CN" altLang="en-US" sz="16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F39A978-1592-4596-87D3-289E0F690540}"/>
                </a:ext>
              </a:extLst>
            </p:cNvPr>
            <p:cNvSpPr txBox="1"/>
            <p:nvPr/>
          </p:nvSpPr>
          <p:spPr>
            <a:xfrm>
              <a:off x="8861789" y="1792144"/>
              <a:ext cx="1475693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Host C</a:t>
              </a:r>
            </a:p>
            <a:p>
              <a:pPr algn="ctr"/>
              <a:r>
                <a:rPr lang="en-US" altLang="zh-CN" sz="16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10.9.0.7</a:t>
              </a:r>
              <a:endParaRPr lang="zh-CN" altLang="en-US" sz="16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3177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组合 70">
            <a:extLst>
              <a:ext uri="{FF2B5EF4-FFF2-40B4-BE49-F238E27FC236}">
                <a16:creationId xmlns:a16="http://schemas.microsoft.com/office/drawing/2014/main" id="{69816A6D-2BC0-4F28-BDEF-787CE0BE98D3}"/>
              </a:ext>
            </a:extLst>
          </p:cNvPr>
          <p:cNvGrpSpPr/>
          <p:nvPr/>
        </p:nvGrpSpPr>
        <p:grpSpPr>
          <a:xfrm>
            <a:off x="1856109" y="306348"/>
            <a:ext cx="8785064" cy="5906750"/>
            <a:chOff x="1856109" y="306348"/>
            <a:chExt cx="8785064" cy="5906750"/>
          </a:xfrm>
        </p:grpSpPr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1125033F-2465-4D06-8FFB-9526B9E44FF2}"/>
                </a:ext>
              </a:extLst>
            </p:cNvPr>
            <p:cNvCxnSpPr>
              <a:cxnSpLocks/>
              <a:stCxn id="60" idx="0"/>
            </p:cNvCxnSpPr>
            <p:nvPr/>
          </p:nvCxnSpPr>
          <p:spPr>
            <a:xfrm flipH="1" flipV="1">
              <a:off x="9031889" y="4061350"/>
              <a:ext cx="1" cy="89495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007AB675-6E37-4D5E-ACFD-0CFF3488C4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58800" y="3185991"/>
              <a:ext cx="1" cy="89495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6DB60228-10D8-4045-94B8-2287BF22AC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798583" y="3185991"/>
              <a:ext cx="1" cy="894956"/>
            </a:xfrm>
            <a:prstGeom prst="line">
              <a:avLst/>
            </a:prstGeom>
            <a:ln w="254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EEF9F8F2-D9DB-443F-9EC2-841990ABE7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58800" y="657723"/>
              <a:ext cx="0" cy="121976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057340C5-0B85-473D-823E-C0650033D0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70799" y="644902"/>
              <a:ext cx="0" cy="1232586"/>
            </a:xfrm>
            <a:prstGeom prst="line">
              <a:avLst/>
            </a:prstGeom>
            <a:ln w="254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CB67F28F-5F60-4F00-8513-0059F2076E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09734" y="657723"/>
              <a:ext cx="25888" cy="121976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780131E6-20AF-49E2-80AA-43C3BA8E2C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69127" y="672674"/>
              <a:ext cx="3008" cy="121976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AEFE29BC-0CA6-418A-B684-4D6702C90B3A}"/>
                </a:ext>
              </a:extLst>
            </p:cNvPr>
            <p:cNvCxnSpPr>
              <a:cxnSpLocks/>
            </p:cNvCxnSpPr>
            <p:nvPr/>
          </p:nvCxnSpPr>
          <p:spPr>
            <a:xfrm>
              <a:off x="1856109" y="644902"/>
              <a:ext cx="8781384" cy="2777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06CA052A-7E4D-41D9-80BB-BF12C5EB3DF0}"/>
                </a:ext>
              </a:extLst>
            </p:cNvPr>
            <p:cNvSpPr txBox="1"/>
            <p:nvPr/>
          </p:nvSpPr>
          <p:spPr>
            <a:xfrm>
              <a:off x="1881951" y="2819664"/>
              <a:ext cx="1475693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VPN Client 1</a:t>
              </a:r>
              <a:endParaRPr lang="zh-CN" altLang="en-US" sz="16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252185D2-59A1-4BD1-8621-608BE4B083DE}"/>
                </a:ext>
              </a:extLst>
            </p:cNvPr>
            <p:cNvCxnSpPr>
              <a:cxnSpLocks/>
              <a:stCxn id="12" idx="0"/>
            </p:cNvCxnSpPr>
            <p:nvPr/>
          </p:nvCxnSpPr>
          <p:spPr>
            <a:xfrm flipV="1">
              <a:off x="2622803" y="657723"/>
              <a:ext cx="1" cy="121976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EE36AAB8-4B7A-4973-9603-9592BC408AE7}"/>
                </a:ext>
              </a:extLst>
            </p:cNvPr>
            <p:cNvSpPr txBox="1"/>
            <p:nvPr/>
          </p:nvSpPr>
          <p:spPr>
            <a:xfrm>
              <a:off x="1881951" y="306348"/>
              <a:ext cx="8755542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“NAT Network” Adapter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853D265A-817B-4796-A435-691C6FD47D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65602" y="1877489"/>
              <a:ext cx="914401" cy="914401"/>
            </a:xfrm>
            <a:prstGeom prst="rect">
              <a:avLst/>
            </a:prstGeom>
          </p:spPr>
        </p:pic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C6CC3B30-579A-4B64-85E4-55FAC9D509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05529" y="1877488"/>
              <a:ext cx="914401" cy="914401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61E74B1A-E974-4951-9B5C-1FB7BE8E64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5017" y="1877488"/>
              <a:ext cx="914401" cy="914401"/>
            </a:xfrm>
            <a:prstGeom prst="rect">
              <a:avLst/>
            </a:prstGeom>
          </p:spPr>
        </p:pic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09F18EB2-9DF3-4691-8503-BED761DF466D}"/>
                </a:ext>
              </a:extLst>
            </p:cNvPr>
            <p:cNvSpPr txBox="1"/>
            <p:nvPr/>
          </p:nvSpPr>
          <p:spPr>
            <a:xfrm>
              <a:off x="3696955" y="2819662"/>
              <a:ext cx="1475693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VPN Client 2</a:t>
              </a:r>
              <a:endParaRPr lang="zh-CN" altLang="en-US" sz="16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4A3C4406-5842-404A-81FA-8EA7D766E904}"/>
                </a:ext>
              </a:extLst>
            </p:cNvPr>
            <p:cNvSpPr txBox="1"/>
            <p:nvPr/>
          </p:nvSpPr>
          <p:spPr>
            <a:xfrm>
              <a:off x="5564370" y="2819662"/>
              <a:ext cx="1475693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VPN Client 3</a:t>
              </a:r>
              <a:endParaRPr lang="zh-CN" altLang="en-US" sz="16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DDA99970-838E-41AE-9BA4-B2293AE5A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93202" y="1877488"/>
              <a:ext cx="914399" cy="914399"/>
            </a:xfrm>
            <a:prstGeom prst="rect">
              <a:avLst/>
            </a:prstGeom>
          </p:spPr>
        </p:pic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929E8198-2433-4A81-84F1-E3FA9E719D05}"/>
                </a:ext>
              </a:extLst>
            </p:cNvPr>
            <p:cNvGrpSpPr/>
            <p:nvPr/>
          </p:nvGrpSpPr>
          <p:grpSpPr>
            <a:xfrm>
              <a:off x="1856109" y="823598"/>
              <a:ext cx="1533388" cy="862374"/>
              <a:chOff x="1799104" y="823598"/>
              <a:chExt cx="1533388" cy="862374"/>
            </a:xfrm>
          </p:grpSpPr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AFABC5EE-C130-41C2-B64A-557FD40D1DC9}"/>
                  </a:ext>
                </a:extLst>
              </p:cNvPr>
              <p:cNvSpPr/>
              <p:nvPr/>
            </p:nvSpPr>
            <p:spPr>
              <a:xfrm>
                <a:off x="1799104" y="1254785"/>
                <a:ext cx="1533388" cy="431187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rgbClr val="5D1709"/>
                    </a:solidFill>
                    <a:latin typeface="Courier New" panose="020703090202050204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192.168.53.3</a:t>
                </a:r>
                <a:endParaRPr lang="zh-CN" altLang="en-US" sz="1400" dirty="0">
                  <a:solidFill>
                    <a:srgbClr val="5D1709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endParaRPr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F6BDC08A-C61E-4E80-8CBD-61EC4D3F1A2F}"/>
                  </a:ext>
                </a:extLst>
              </p:cNvPr>
              <p:cNvSpPr/>
              <p:nvPr/>
            </p:nvSpPr>
            <p:spPr>
              <a:xfrm>
                <a:off x="1799104" y="823598"/>
                <a:ext cx="1533388" cy="431187"/>
              </a:xfrm>
              <a:prstGeom prst="rect">
                <a:avLst/>
              </a:prstGeom>
              <a:solidFill>
                <a:srgbClr val="FDEFE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rgbClr val="5D1709"/>
                    </a:solidFill>
                    <a:latin typeface="Courier New" panose="020703090202050204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10.0.2.5</a:t>
                </a:r>
                <a:endParaRPr lang="zh-CN" altLang="en-US" sz="1400" dirty="0">
                  <a:solidFill>
                    <a:srgbClr val="5D1709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28FC3926-E38F-4A5C-94B9-0D1C0B4DEA26}"/>
                </a:ext>
              </a:extLst>
            </p:cNvPr>
            <p:cNvGrpSpPr/>
            <p:nvPr/>
          </p:nvGrpSpPr>
          <p:grpSpPr>
            <a:xfrm>
              <a:off x="3668108" y="823598"/>
              <a:ext cx="1533388" cy="862374"/>
              <a:chOff x="3647714" y="823598"/>
              <a:chExt cx="1533388" cy="862374"/>
            </a:xfrm>
          </p:grpSpPr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110BDEAF-85BD-4380-983A-EDF4A8EDFDA4}"/>
                  </a:ext>
                </a:extLst>
              </p:cNvPr>
              <p:cNvSpPr/>
              <p:nvPr/>
            </p:nvSpPr>
            <p:spPr>
              <a:xfrm>
                <a:off x="3647714" y="1254785"/>
                <a:ext cx="1533388" cy="431187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rgbClr val="5D1709"/>
                    </a:solidFill>
                    <a:latin typeface="Courier New" panose="020703090202050204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192.168.53.3</a:t>
                </a:r>
                <a:endParaRPr lang="zh-CN" altLang="en-US" sz="1400" dirty="0">
                  <a:solidFill>
                    <a:srgbClr val="5D1709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endParaRPr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248706D8-FB1C-4D86-A0AE-8CAB5EA30811}"/>
                  </a:ext>
                </a:extLst>
              </p:cNvPr>
              <p:cNvSpPr/>
              <p:nvPr/>
            </p:nvSpPr>
            <p:spPr>
              <a:xfrm>
                <a:off x="3647714" y="823598"/>
                <a:ext cx="1533388" cy="431187"/>
              </a:xfrm>
              <a:prstGeom prst="rect">
                <a:avLst/>
              </a:prstGeom>
              <a:solidFill>
                <a:srgbClr val="FDEFE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rgbClr val="5D1709"/>
                    </a:solidFill>
                    <a:latin typeface="Courier New" panose="020703090202050204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10.0.2.5</a:t>
                </a:r>
                <a:endParaRPr lang="zh-CN" altLang="en-US" sz="1400" dirty="0">
                  <a:solidFill>
                    <a:srgbClr val="5D1709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7AD098DE-407E-46EE-AE34-3A3C25EA7825}"/>
                </a:ext>
              </a:extLst>
            </p:cNvPr>
            <p:cNvGrpSpPr/>
            <p:nvPr/>
          </p:nvGrpSpPr>
          <p:grpSpPr>
            <a:xfrm>
              <a:off x="5480107" y="823598"/>
              <a:ext cx="1533388" cy="862374"/>
              <a:chOff x="5496316" y="823598"/>
              <a:chExt cx="1533388" cy="862374"/>
            </a:xfrm>
          </p:grpSpPr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75A590FE-65F5-4209-88B0-68210883978F}"/>
                  </a:ext>
                </a:extLst>
              </p:cNvPr>
              <p:cNvSpPr/>
              <p:nvPr/>
            </p:nvSpPr>
            <p:spPr>
              <a:xfrm>
                <a:off x="5496316" y="1254785"/>
                <a:ext cx="1533388" cy="431187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rgbClr val="5D1709"/>
                    </a:solidFill>
                    <a:latin typeface="Courier New" panose="020703090202050204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192.168.53.3</a:t>
                </a:r>
                <a:endParaRPr lang="zh-CN" altLang="en-US" sz="1400" dirty="0">
                  <a:solidFill>
                    <a:srgbClr val="5D1709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endParaRPr>
              </a:p>
            </p:txBody>
          </p:sp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19AEA7BB-5015-4793-A305-8C2F5B2CDAEA}"/>
                  </a:ext>
                </a:extLst>
              </p:cNvPr>
              <p:cNvSpPr/>
              <p:nvPr/>
            </p:nvSpPr>
            <p:spPr>
              <a:xfrm>
                <a:off x="5496316" y="823598"/>
                <a:ext cx="1533388" cy="431187"/>
              </a:xfrm>
              <a:prstGeom prst="rect">
                <a:avLst/>
              </a:prstGeom>
              <a:solidFill>
                <a:srgbClr val="FDEFE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rgbClr val="5D1709"/>
                    </a:solidFill>
                    <a:latin typeface="Courier New" panose="020703090202050204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10.0.2.5</a:t>
                </a:r>
                <a:endParaRPr lang="zh-CN" altLang="en-US" sz="1400" dirty="0">
                  <a:solidFill>
                    <a:srgbClr val="5D1709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21A7D29B-289E-4335-9342-8631A1D6DF96}"/>
                </a:ext>
              </a:extLst>
            </p:cNvPr>
            <p:cNvGrpSpPr/>
            <p:nvPr/>
          </p:nvGrpSpPr>
          <p:grpSpPr>
            <a:xfrm>
              <a:off x="7292106" y="823598"/>
              <a:ext cx="1533388" cy="862374"/>
              <a:chOff x="7404364" y="823598"/>
              <a:chExt cx="1533388" cy="862374"/>
            </a:xfrm>
          </p:grpSpPr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E8BF8368-1B80-4EFC-A389-6D24F26B1412}"/>
                  </a:ext>
                </a:extLst>
              </p:cNvPr>
              <p:cNvSpPr/>
              <p:nvPr/>
            </p:nvSpPr>
            <p:spPr>
              <a:xfrm>
                <a:off x="7404364" y="1254785"/>
                <a:ext cx="1533388" cy="431187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rgbClr val="5D1709"/>
                    </a:solidFill>
                    <a:latin typeface="Courier New" panose="020703090202050204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192.168.53.3</a:t>
                </a:r>
                <a:endParaRPr lang="zh-CN" altLang="en-US" sz="1400" dirty="0">
                  <a:solidFill>
                    <a:srgbClr val="5D1709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endParaRPr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614B5C61-CE46-4563-AC45-651ECE44F1E6}"/>
                  </a:ext>
                </a:extLst>
              </p:cNvPr>
              <p:cNvSpPr/>
              <p:nvPr/>
            </p:nvSpPr>
            <p:spPr>
              <a:xfrm>
                <a:off x="7404364" y="823598"/>
                <a:ext cx="1533388" cy="431187"/>
              </a:xfrm>
              <a:prstGeom prst="rect">
                <a:avLst/>
              </a:prstGeom>
              <a:solidFill>
                <a:srgbClr val="FDEFE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rgbClr val="5D1709"/>
                    </a:solidFill>
                    <a:latin typeface="Courier New" panose="020703090202050204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10.0.2.5</a:t>
                </a:r>
                <a:endParaRPr lang="zh-CN" altLang="en-US" sz="1400" dirty="0">
                  <a:solidFill>
                    <a:srgbClr val="5D1709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0B3FA834-C906-4C20-B174-B1515529885C}"/>
                </a:ext>
              </a:extLst>
            </p:cNvPr>
            <p:cNvGrpSpPr/>
            <p:nvPr/>
          </p:nvGrpSpPr>
          <p:grpSpPr>
            <a:xfrm>
              <a:off x="9104105" y="823598"/>
              <a:ext cx="1533388" cy="862374"/>
              <a:chOff x="9104105" y="823598"/>
              <a:chExt cx="1533388" cy="862374"/>
            </a:xfrm>
          </p:grpSpPr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B2A648D3-5FA5-43ED-ADA4-840407D69C48}"/>
                  </a:ext>
                </a:extLst>
              </p:cNvPr>
              <p:cNvSpPr/>
              <p:nvPr/>
            </p:nvSpPr>
            <p:spPr>
              <a:xfrm>
                <a:off x="9104105" y="1254785"/>
                <a:ext cx="1533388" cy="431187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rgbClr val="5D1709"/>
                    </a:solidFill>
                    <a:latin typeface="Courier New" panose="020703090202050204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192.168.53.3</a:t>
                </a:r>
                <a:endParaRPr lang="zh-CN" altLang="en-US" sz="1400" dirty="0">
                  <a:solidFill>
                    <a:srgbClr val="5D1709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endParaRPr>
              </a:p>
            </p:txBody>
          </p:sp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4A3F13AE-DDB4-4D98-BEB3-40324548F26C}"/>
                  </a:ext>
                </a:extLst>
              </p:cNvPr>
              <p:cNvSpPr/>
              <p:nvPr/>
            </p:nvSpPr>
            <p:spPr>
              <a:xfrm>
                <a:off x="9104105" y="823598"/>
                <a:ext cx="1533388" cy="431187"/>
              </a:xfrm>
              <a:prstGeom prst="rect">
                <a:avLst/>
              </a:prstGeom>
              <a:solidFill>
                <a:srgbClr val="FDEFE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rgbClr val="5D1709"/>
                    </a:solidFill>
                    <a:latin typeface="Courier New" panose="020703090202050204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10.0.2.5</a:t>
                </a:r>
                <a:endParaRPr lang="zh-CN" altLang="en-US" sz="1400" dirty="0">
                  <a:solidFill>
                    <a:srgbClr val="5D1709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endParaRPr>
              </a:p>
            </p:txBody>
          </p:sp>
        </p:grp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5F732E0D-AF9A-455C-A058-DD8BA3E4B2B6}"/>
                </a:ext>
              </a:extLst>
            </p:cNvPr>
            <p:cNvSpPr txBox="1"/>
            <p:nvPr/>
          </p:nvSpPr>
          <p:spPr>
            <a:xfrm>
              <a:off x="7312554" y="2819662"/>
              <a:ext cx="1475693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VPN Server</a:t>
              </a:r>
              <a:endParaRPr lang="zh-CN" altLang="en-US" sz="16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B3A8D4DB-376C-43B9-A4B6-44FD52D665E5}"/>
                </a:ext>
              </a:extLst>
            </p:cNvPr>
            <p:cNvSpPr txBox="1"/>
            <p:nvPr/>
          </p:nvSpPr>
          <p:spPr>
            <a:xfrm>
              <a:off x="9132951" y="2819662"/>
              <a:ext cx="1475693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MITM Server</a:t>
              </a:r>
              <a:endParaRPr lang="zh-CN" altLang="en-US" sz="16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pic>
          <p:nvPicPr>
            <p:cNvPr id="54" name="图片 53">
              <a:extLst>
                <a:ext uri="{FF2B5EF4-FFF2-40B4-BE49-F238E27FC236}">
                  <a16:creationId xmlns:a16="http://schemas.microsoft.com/office/drawing/2014/main" id="{47B5E669-5168-4174-9BFC-ACCE392551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41385" y="1877488"/>
              <a:ext cx="914399" cy="914399"/>
            </a:xfrm>
            <a:prstGeom prst="rect">
              <a:avLst/>
            </a:prstGeom>
          </p:spPr>
        </p:pic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218CE542-D04E-45F4-AA23-6AD283067166}"/>
                </a:ext>
              </a:extLst>
            </p:cNvPr>
            <p:cNvSpPr/>
            <p:nvPr/>
          </p:nvSpPr>
          <p:spPr>
            <a:xfrm>
              <a:off x="7296315" y="3419205"/>
              <a:ext cx="1533388" cy="431187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rgbClr val="5D1709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192.168.60.1</a:t>
              </a:r>
              <a:endParaRPr lang="zh-CN" altLang="en-US" sz="1400" dirty="0">
                <a:solidFill>
                  <a:srgbClr val="5D1709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2EB71143-BD17-4C21-B875-CEF70B090675}"/>
                </a:ext>
              </a:extLst>
            </p:cNvPr>
            <p:cNvSpPr/>
            <p:nvPr/>
          </p:nvSpPr>
          <p:spPr>
            <a:xfrm>
              <a:off x="9107785" y="3419204"/>
              <a:ext cx="1533388" cy="431187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rgbClr val="5D1709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192.168.60.2</a:t>
              </a:r>
              <a:endParaRPr lang="zh-CN" altLang="en-US" sz="1400" dirty="0">
                <a:solidFill>
                  <a:srgbClr val="5D1709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2143B3E9-6AEA-4785-80AB-B639FAF9C76A}"/>
                </a:ext>
              </a:extLst>
            </p:cNvPr>
            <p:cNvCxnSpPr>
              <a:cxnSpLocks/>
            </p:cNvCxnSpPr>
            <p:nvPr/>
          </p:nvCxnSpPr>
          <p:spPr>
            <a:xfrm>
              <a:off x="3696955" y="4061350"/>
              <a:ext cx="6940538" cy="2192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B9B2BF83-998F-4456-9111-491745768304}"/>
                </a:ext>
              </a:extLst>
            </p:cNvPr>
            <p:cNvSpPr/>
            <p:nvPr/>
          </p:nvSpPr>
          <p:spPr>
            <a:xfrm>
              <a:off x="8192981" y="4324553"/>
              <a:ext cx="1677818" cy="431187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rgbClr val="5D1709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192.168.60.101</a:t>
              </a:r>
              <a:endParaRPr lang="zh-CN" altLang="en-US" sz="1400" dirty="0">
                <a:solidFill>
                  <a:srgbClr val="5D1709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pic>
          <p:nvPicPr>
            <p:cNvPr id="60" name="图片 59">
              <a:extLst>
                <a:ext uri="{FF2B5EF4-FFF2-40B4-BE49-F238E27FC236}">
                  <a16:creationId xmlns:a16="http://schemas.microsoft.com/office/drawing/2014/main" id="{B3DD788E-F7E9-40D4-8426-02C4F8C964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74689" y="4956306"/>
              <a:ext cx="914401" cy="914401"/>
            </a:xfrm>
            <a:prstGeom prst="rect">
              <a:avLst/>
            </a:prstGeom>
          </p:spPr>
        </p:pic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09737EC5-4454-4DEA-A754-96B3E6633C1E}"/>
                </a:ext>
              </a:extLst>
            </p:cNvPr>
            <p:cNvSpPr txBox="1"/>
            <p:nvPr/>
          </p:nvSpPr>
          <p:spPr>
            <a:xfrm>
              <a:off x="3871745" y="3696082"/>
              <a:ext cx="3235129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“Internal Network” Adapter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6A5D8EC3-7C8E-4C68-ACD7-DE559978A788}"/>
                </a:ext>
              </a:extLst>
            </p:cNvPr>
            <p:cNvSpPr txBox="1"/>
            <p:nvPr/>
          </p:nvSpPr>
          <p:spPr>
            <a:xfrm>
              <a:off x="8366258" y="5874544"/>
              <a:ext cx="1475693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Host V</a:t>
              </a:r>
              <a:endParaRPr lang="zh-CN" altLang="en-US" sz="16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1623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E4003B15-E190-4D67-9E3A-D9D305FEA51A}"/>
              </a:ext>
            </a:extLst>
          </p:cNvPr>
          <p:cNvGrpSpPr/>
          <p:nvPr/>
        </p:nvGrpSpPr>
        <p:grpSpPr>
          <a:xfrm>
            <a:off x="4078172" y="686918"/>
            <a:ext cx="6559321" cy="5516761"/>
            <a:chOff x="4078172" y="686918"/>
            <a:chExt cx="6559321" cy="5516761"/>
          </a:xfrm>
        </p:grpSpPr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007AB675-6E37-4D5E-ACFD-0CFF3488C4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44625" y="3185991"/>
              <a:ext cx="1" cy="86594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EEF9F8F2-D9DB-443F-9EC2-841990ABE7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44625" y="1044149"/>
              <a:ext cx="0" cy="83334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780131E6-20AF-49E2-80AA-43C3BA8E2C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69127" y="1044149"/>
              <a:ext cx="3008" cy="84829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AEFE29BC-0CA6-418A-B684-4D6702C90B3A}"/>
                </a:ext>
              </a:extLst>
            </p:cNvPr>
            <p:cNvCxnSpPr>
              <a:cxnSpLocks/>
            </p:cNvCxnSpPr>
            <p:nvPr/>
          </p:nvCxnSpPr>
          <p:spPr>
            <a:xfrm>
              <a:off x="4360323" y="1044149"/>
              <a:ext cx="627717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EE36AAB8-4B7A-4973-9603-9592BC408AE7}"/>
                </a:ext>
              </a:extLst>
            </p:cNvPr>
            <p:cNvSpPr txBox="1"/>
            <p:nvPr/>
          </p:nvSpPr>
          <p:spPr>
            <a:xfrm>
              <a:off x="4360321" y="686918"/>
              <a:ext cx="6277171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10.9.0.0/24</a:t>
              </a:r>
              <a:endParaRPr lang="zh-CN" altLang="en-US" sz="1600" b="1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61E74B1A-E974-4951-9B5C-1FB7BE8E64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5017" y="1877488"/>
              <a:ext cx="914401" cy="914401"/>
            </a:xfrm>
            <a:prstGeom prst="rect">
              <a:avLst/>
            </a:prstGeom>
          </p:spPr>
        </p:pic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4A3C4406-5842-404A-81FA-8EA7D766E904}"/>
                </a:ext>
              </a:extLst>
            </p:cNvPr>
            <p:cNvSpPr txBox="1"/>
            <p:nvPr/>
          </p:nvSpPr>
          <p:spPr>
            <a:xfrm>
              <a:off x="5564370" y="2819662"/>
              <a:ext cx="1475693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VPN Client</a:t>
              </a:r>
              <a:endParaRPr lang="zh-CN" altLang="en-US" sz="16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DDA99970-838E-41AE-9BA4-B2293AE5A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9027" y="1877488"/>
              <a:ext cx="914399" cy="914399"/>
            </a:xfrm>
            <a:prstGeom prst="rect">
              <a:avLst/>
            </a:prstGeom>
          </p:spPr>
        </p:pic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19AEA7BB-5015-4793-A305-8C2F5B2CDAEA}"/>
                </a:ext>
              </a:extLst>
            </p:cNvPr>
            <p:cNvSpPr/>
            <p:nvPr/>
          </p:nvSpPr>
          <p:spPr>
            <a:xfrm>
              <a:off x="5480107" y="1261748"/>
              <a:ext cx="1533388" cy="431187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rgbClr val="5D1709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10.9.0.5</a:t>
              </a:r>
              <a:endParaRPr lang="zh-CN" altLang="en-US" sz="1400" dirty="0">
                <a:solidFill>
                  <a:srgbClr val="5D1709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614B5C61-CE46-4563-AC45-651ECE44F1E6}"/>
                </a:ext>
              </a:extLst>
            </p:cNvPr>
            <p:cNvSpPr/>
            <p:nvPr/>
          </p:nvSpPr>
          <p:spPr>
            <a:xfrm>
              <a:off x="8177931" y="1261748"/>
              <a:ext cx="1533388" cy="431187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rgbClr val="5D1709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10.9.0.11</a:t>
              </a:r>
              <a:endParaRPr lang="zh-CN" altLang="en-US" sz="1400" dirty="0">
                <a:solidFill>
                  <a:srgbClr val="5D1709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5F732E0D-AF9A-455C-A058-DD8BA3E4B2B6}"/>
                </a:ext>
              </a:extLst>
            </p:cNvPr>
            <p:cNvSpPr txBox="1"/>
            <p:nvPr/>
          </p:nvSpPr>
          <p:spPr>
            <a:xfrm>
              <a:off x="7874627" y="2819662"/>
              <a:ext cx="2123198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VPN Server (Router)</a:t>
              </a:r>
              <a:endParaRPr lang="zh-CN" altLang="en-US" sz="16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218CE542-D04E-45F4-AA23-6AD283067166}"/>
                </a:ext>
              </a:extLst>
            </p:cNvPr>
            <p:cNvSpPr/>
            <p:nvPr/>
          </p:nvSpPr>
          <p:spPr>
            <a:xfrm>
              <a:off x="8096445" y="3419205"/>
              <a:ext cx="1704778" cy="431187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rgbClr val="5D1709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192.168.60.11</a:t>
              </a:r>
              <a:endParaRPr lang="zh-CN" altLang="en-US" sz="1400" dirty="0">
                <a:solidFill>
                  <a:srgbClr val="5D1709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2143B3E9-6AEA-4785-80AB-B639FAF9C76A}"/>
                </a:ext>
              </a:extLst>
            </p:cNvPr>
            <p:cNvCxnSpPr>
              <a:cxnSpLocks/>
            </p:cNvCxnSpPr>
            <p:nvPr/>
          </p:nvCxnSpPr>
          <p:spPr>
            <a:xfrm>
              <a:off x="5479402" y="4051931"/>
              <a:ext cx="508406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09737EC5-4454-4DEA-A754-96B3E6633C1E}"/>
                </a:ext>
              </a:extLst>
            </p:cNvPr>
            <p:cNvSpPr txBox="1"/>
            <p:nvPr/>
          </p:nvSpPr>
          <p:spPr>
            <a:xfrm>
              <a:off x="5493393" y="3726325"/>
              <a:ext cx="2221857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192.168.60.0/24</a:t>
              </a:r>
              <a:endParaRPr lang="zh-CN" altLang="en-US" sz="1600" b="1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19CF3BDF-8F43-4E18-B2A3-8037415049F3}"/>
                </a:ext>
              </a:extLst>
            </p:cNvPr>
            <p:cNvCxnSpPr>
              <a:cxnSpLocks/>
              <a:stCxn id="58" idx="0"/>
            </p:cNvCxnSpPr>
            <p:nvPr/>
          </p:nvCxnSpPr>
          <p:spPr>
            <a:xfrm flipH="1" flipV="1">
              <a:off x="6237763" y="4051931"/>
              <a:ext cx="1" cy="89495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47594812-2783-4716-B4F9-D9DF21C87858}"/>
                </a:ext>
              </a:extLst>
            </p:cNvPr>
            <p:cNvSpPr/>
            <p:nvPr/>
          </p:nvSpPr>
          <p:spPr>
            <a:xfrm>
              <a:off x="5479402" y="4315134"/>
              <a:ext cx="1516724" cy="431187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rgbClr val="5D1709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192.168.60.5</a:t>
              </a:r>
              <a:endParaRPr lang="zh-CN" altLang="en-US" sz="1400" dirty="0">
                <a:solidFill>
                  <a:srgbClr val="5D1709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3EFFBCC7-98C9-42AB-883E-B774A0604B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80563" y="4946887"/>
              <a:ext cx="914401" cy="914401"/>
            </a:xfrm>
            <a:prstGeom prst="rect">
              <a:avLst/>
            </a:prstGeom>
          </p:spPr>
        </p:pic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9A35BB84-F24A-4A8D-AA6A-75CEF4E2FE94}"/>
                </a:ext>
              </a:extLst>
            </p:cNvPr>
            <p:cNvSpPr txBox="1"/>
            <p:nvPr/>
          </p:nvSpPr>
          <p:spPr>
            <a:xfrm>
              <a:off x="5493393" y="5865125"/>
              <a:ext cx="1475693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Host V</a:t>
              </a:r>
              <a:endParaRPr lang="zh-CN" altLang="en-US" sz="16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04CD724E-3DD7-448F-80C9-47AC822E534E}"/>
                </a:ext>
              </a:extLst>
            </p:cNvPr>
            <p:cNvCxnSpPr>
              <a:cxnSpLocks/>
              <a:stCxn id="69" idx="0"/>
            </p:cNvCxnSpPr>
            <p:nvPr/>
          </p:nvCxnSpPr>
          <p:spPr>
            <a:xfrm flipV="1">
              <a:off x="8056925" y="4064879"/>
              <a:ext cx="0" cy="90409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A6DA1C80-5623-450F-80C6-13D28A4C9AC2}"/>
                </a:ext>
              </a:extLst>
            </p:cNvPr>
            <p:cNvSpPr/>
            <p:nvPr/>
          </p:nvSpPr>
          <p:spPr>
            <a:xfrm>
              <a:off x="7298563" y="4337225"/>
              <a:ext cx="1516724" cy="431187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rgbClr val="5D1709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192.168.60.6</a:t>
              </a:r>
              <a:endParaRPr lang="zh-CN" altLang="en-US" sz="1400" dirty="0">
                <a:solidFill>
                  <a:srgbClr val="5D1709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pic>
          <p:nvPicPr>
            <p:cNvPr id="69" name="图片 68">
              <a:extLst>
                <a:ext uri="{FF2B5EF4-FFF2-40B4-BE49-F238E27FC236}">
                  <a16:creationId xmlns:a16="http://schemas.microsoft.com/office/drawing/2014/main" id="{A2F09336-5672-4F22-B327-9039551440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99724" y="4968978"/>
              <a:ext cx="914401" cy="914401"/>
            </a:xfrm>
            <a:prstGeom prst="rect">
              <a:avLst/>
            </a:prstGeom>
          </p:spPr>
        </p:pic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EA51D469-30B3-4AC4-AFA6-F6AAC988D225}"/>
                </a:ext>
              </a:extLst>
            </p:cNvPr>
            <p:cNvCxnSpPr>
              <a:cxnSpLocks/>
              <a:stCxn id="75" idx="0"/>
            </p:cNvCxnSpPr>
            <p:nvPr/>
          </p:nvCxnSpPr>
          <p:spPr>
            <a:xfrm flipH="1" flipV="1">
              <a:off x="9805106" y="4051931"/>
              <a:ext cx="1" cy="89495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CFE94A7B-1838-4211-B9F2-58AFE745F07B}"/>
                </a:ext>
              </a:extLst>
            </p:cNvPr>
            <p:cNvSpPr/>
            <p:nvPr/>
          </p:nvSpPr>
          <p:spPr>
            <a:xfrm>
              <a:off x="9046745" y="4315134"/>
              <a:ext cx="1516724" cy="431187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rgbClr val="5D1709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192.168.60.7</a:t>
              </a:r>
              <a:endParaRPr lang="zh-CN" altLang="en-US" sz="1400" dirty="0">
                <a:solidFill>
                  <a:srgbClr val="5D1709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pic>
          <p:nvPicPr>
            <p:cNvPr id="75" name="图片 74">
              <a:extLst>
                <a:ext uri="{FF2B5EF4-FFF2-40B4-BE49-F238E27FC236}">
                  <a16:creationId xmlns:a16="http://schemas.microsoft.com/office/drawing/2014/main" id="{B54D5AC4-9AA5-40FC-B3E7-388E948DFC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47906" y="4946887"/>
              <a:ext cx="914401" cy="914401"/>
            </a:xfrm>
            <a:prstGeom prst="rect">
              <a:avLst/>
            </a:prstGeom>
          </p:spPr>
        </p:pic>
        <p:pic>
          <p:nvPicPr>
            <p:cNvPr id="77" name="图片 76">
              <a:extLst>
                <a:ext uri="{FF2B5EF4-FFF2-40B4-BE49-F238E27FC236}">
                  <a16:creationId xmlns:a16="http://schemas.microsoft.com/office/drawing/2014/main" id="{7CA9727C-31E0-45E6-9B27-EDC54FAA0E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0323" y="1869776"/>
              <a:ext cx="911393" cy="911393"/>
            </a:xfrm>
            <a:prstGeom prst="rect">
              <a:avLst/>
            </a:prstGeom>
          </p:spPr>
        </p:pic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92E4A518-EC36-45A3-B53D-D9061A6F5ECF}"/>
                </a:ext>
              </a:extLst>
            </p:cNvPr>
            <p:cNvSpPr txBox="1"/>
            <p:nvPr/>
          </p:nvSpPr>
          <p:spPr>
            <a:xfrm>
              <a:off x="4078172" y="2814387"/>
              <a:ext cx="1475693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User</a:t>
              </a:r>
            </a:p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(Host U)</a:t>
              </a:r>
              <a:endParaRPr lang="zh-CN" altLang="en-US" sz="16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0740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2F295ED5-4710-4F03-94BE-82DF69AF9BB2}"/>
              </a:ext>
            </a:extLst>
          </p:cNvPr>
          <p:cNvGrpSpPr/>
          <p:nvPr/>
        </p:nvGrpSpPr>
        <p:grpSpPr>
          <a:xfrm>
            <a:off x="2256539" y="724827"/>
            <a:ext cx="8380954" cy="5755431"/>
            <a:chOff x="2256539" y="724827"/>
            <a:chExt cx="8380954" cy="5755431"/>
          </a:xfrm>
        </p:grpSpPr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007AB675-6E37-4D5E-ACFD-0CFF3488C4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44626" y="3185991"/>
              <a:ext cx="0" cy="115930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EEF9F8F2-D9DB-443F-9EC2-841990ABE7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44625" y="1044149"/>
              <a:ext cx="0" cy="83334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AEFE29BC-0CA6-418A-B684-4D6702C90B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62513" y="1044150"/>
              <a:ext cx="8274980" cy="3846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EE36AAB8-4B7A-4973-9603-9592BC408AE7}"/>
                </a:ext>
              </a:extLst>
            </p:cNvPr>
            <p:cNvSpPr txBox="1"/>
            <p:nvPr/>
          </p:nvSpPr>
          <p:spPr>
            <a:xfrm>
              <a:off x="2362513" y="724827"/>
              <a:ext cx="8274980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10.9.0.0/24</a:t>
              </a:r>
              <a:endParaRPr lang="zh-CN" altLang="en-US" sz="1600" b="1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DDA99970-838E-41AE-9BA4-B2293AE5A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9027" y="1877488"/>
              <a:ext cx="914399" cy="914399"/>
            </a:xfrm>
            <a:prstGeom prst="rect">
              <a:avLst/>
            </a:prstGeom>
          </p:spPr>
        </p:pic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614B5C61-CE46-4563-AC45-651ECE44F1E6}"/>
                </a:ext>
              </a:extLst>
            </p:cNvPr>
            <p:cNvSpPr/>
            <p:nvPr/>
          </p:nvSpPr>
          <p:spPr>
            <a:xfrm>
              <a:off x="8177931" y="1261748"/>
              <a:ext cx="1533388" cy="431187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rgbClr val="5D1709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10.9.0.11</a:t>
              </a:r>
              <a:endParaRPr lang="zh-CN" altLang="en-US" sz="1400" dirty="0">
                <a:solidFill>
                  <a:srgbClr val="5D1709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5F732E0D-AF9A-455C-A058-DD8BA3E4B2B6}"/>
                </a:ext>
              </a:extLst>
            </p:cNvPr>
            <p:cNvSpPr txBox="1"/>
            <p:nvPr/>
          </p:nvSpPr>
          <p:spPr>
            <a:xfrm>
              <a:off x="7874627" y="2819662"/>
              <a:ext cx="2123198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VPN Server (Router)</a:t>
              </a:r>
              <a:endParaRPr lang="zh-CN" altLang="en-US" sz="16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218CE542-D04E-45F4-AA23-6AD283067166}"/>
                </a:ext>
              </a:extLst>
            </p:cNvPr>
            <p:cNvSpPr/>
            <p:nvPr/>
          </p:nvSpPr>
          <p:spPr>
            <a:xfrm>
              <a:off x="8096445" y="3419205"/>
              <a:ext cx="1704778" cy="431187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rgbClr val="5D1709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192.168.60.11</a:t>
              </a:r>
              <a:endParaRPr lang="zh-CN" altLang="en-US" sz="1400" dirty="0">
                <a:solidFill>
                  <a:srgbClr val="5D1709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2143B3E9-6AEA-4785-80AB-B639FAF9C7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4887" y="4332347"/>
              <a:ext cx="3738582" cy="1294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09737EC5-4454-4DEA-A754-96B3E6633C1E}"/>
                </a:ext>
              </a:extLst>
            </p:cNvPr>
            <p:cNvSpPr txBox="1"/>
            <p:nvPr/>
          </p:nvSpPr>
          <p:spPr>
            <a:xfrm>
              <a:off x="6824887" y="3993793"/>
              <a:ext cx="2221857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192.168.60.0/24</a:t>
              </a:r>
              <a:endParaRPr lang="zh-CN" altLang="en-US" sz="1600" b="1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9A35BB84-F24A-4A8D-AA6A-75CEF4E2FE94}"/>
                </a:ext>
              </a:extLst>
            </p:cNvPr>
            <p:cNvSpPr txBox="1"/>
            <p:nvPr/>
          </p:nvSpPr>
          <p:spPr>
            <a:xfrm>
              <a:off x="7440084" y="6141704"/>
              <a:ext cx="1475693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Host V</a:t>
              </a:r>
              <a:endParaRPr lang="zh-CN" altLang="en-US" sz="16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04CD724E-3DD7-448F-80C9-47AC822E534E}"/>
                </a:ext>
              </a:extLst>
            </p:cNvPr>
            <p:cNvCxnSpPr>
              <a:cxnSpLocks/>
              <a:stCxn id="69" idx="0"/>
            </p:cNvCxnSpPr>
            <p:nvPr/>
          </p:nvCxnSpPr>
          <p:spPr>
            <a:xfrm flipV="1">
              <a:off x="8056925" y="4345295"/>
              <a:ext cx="0" cy="90409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A6DA1C80-5623-450F-80C6-13D28A4C9AC2}"/>
                </a:ext>
              </a:extLst>
            </p:cNvPr>
            <p:cNvSpPr/>
            <p:nvPr/>
          </p:nvSpPr>
          <p:spPr>
            <a:xfrm>
              <a:off x="7298563" y="4617641"/>
              <a:ext cx="1516724" cy="431187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rgbClr val="5D1709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192.168.60.5</a:t>
              </a:r>
              <a:endParaRPr lang="zh-CN" altLang="en-US" sz="1400" dirty="0">
                <a:solidFill>
                  <a:srgbClr val="5D1709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pic>
          <p:nvPicPr>
            <p:cNvPr id="69" name="图片 68">
              <a:extLst>
                <a:ext uri="{FF2B5EF4-FFF2-40B4-BE49-F238E27FC236}">
                  <a16:creationId xmlns:a16="http://schemas.microsoft.com/office/drawing/2014/main" id="{A2F09336-5672-4F22-B327-9039551440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99724" y="5249394"/>
              <a:ext cx="914401" cy="914401"/>
            </a:xfrm>
            <a:prstGeom prst="rect">
              <a:avLst/>
            </a:prstGeom>
          </p:spPr>
        </p:pic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EA51D469-30B3-4AC4-AFA6-F6AAC988D225}"/>
                </a:ext>
              </a:extLst>
            </p:cNvPr>
            <p:cNvCxnSpPr>
              <a:cxnSpLocks/>
              <a:stCxn id="75" idx="0"/>
            </p:cNvCxnSpPr>
            <p:nvPr/>
          </p:nvCxnSpPr>
          <p:spPr>
            <a:xfrm flipH="1" flipV="1">
              <a:off x="9805106" y="4332347"/>
              <a:ext cx="1" cy="89495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CFE94A7B-1838-4211-B9F2-58AFE745F07B}"/>
                </a:ext>
              </a:extLst>
            </p:cNvPr>
            <p:cNvSpPr/>
            <p:nvPr/>
          </p:nvSpPr>
          <p:spPr>
            <a:xfrm>
              <a:off x="9046745" y="4595550"/>
              <a:ext cx="1516724" cy="431187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rgbClr val="5D1709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192.168.60.6</a:t>
              </a:r>
              <a:endParaRPr lang="zh-CN" altLang="en-US" sz="1400" dirty="0">
                <a:solidFill>
                  <a:srgbClr val="5D1709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pic>
          <p:nvPicPr>
            <p:cNvPr id="75" name="图片 74">
              <a:extLst>
                <a:ext uri="{FF2B5EF4-FFF2-40B4-BE49-F238E27FC236}">
                  <a16:creationId xmlns:a16="http://schemas.microsoft.com/office/drawing/2014/main" id="{B54D5AC4-9AA5-40FC-B3E7-388E948DFC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47906" y="5227303"/>
              <a:ext cx="914401" cy="914401"/>
            </a:xfrm>
            <a:prstGeom prst="rect">
              <a:avLst/>
            </a:prstGeom>
          </p:spPr>
        </p:pic>
        <p:pic>
          <p:nvPicPr>
            <p:cNvPr id="77" name="图片 76">
              <a:extLst>
                <a:ext uri="{FF2B5EF4-FFF2-40B4-BE49-F238E27FC236}">
                  <a16:creationId xmlns:a16="http://schemas.microsoft.com/office/drawing/2014/main" id="{7CA9727C-31E0-45E6-9B27-EDC54FAA0E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62513" y="4634409"/>
              <a:ext cx="911393" cy="911393"/>
            </a:xfrm>
            <a:prstGeom prst="rect">
              <a:avLst/>
            </a:prstGeom>
          </p:spPr>
        </p:pic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92E4A518-EC36-45A3-B53D-D9061A6F5ECF}"/>
                </a:ext>
              </a:extLst>
            </p:cNvPr>
            <p:cNvSpPr txBox="1"/>
            <p:nvPr/>
          </p:nvSpPr>
          <p:spPr>
            <a:xfrm>
              <a:off x="2256539" y="5579020"/>
              <a:ext cx="1123340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User</a:t>
              </a:r>
            </a:p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(Host U)</a:t>
              </a:r>
              <a:endParaRPr lang="zh-CN" altLang="en-US" sz="16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22A260B-52D6-4E4B-B2E7-895F4D463F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94135" y="3200278"/>
              <a:ext cx="0" cy="115930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CAE108C4-48EE-461A-816C-16997F2959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94134" y="1058436"/>
              <a:ext cx="0" cy="83334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4" name="图片 33">
              <a:extLst>
                <a:ext uri="{FF2B5EF4-FFF2-40B4-BE49-F238E27FC236}">
                  <a16:creationId xmlns:a16="http://schemas.microsoft.com/office/drawing/2014/main" id="{ACD8FF0C-0DCD-4971-8B7C-AAC4D886CA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28536" y="1891775"/>
              <a:ext cx="914399" cy="914399"/>
            </a:xfrm>
            <a:prstGeom prst="rect">
              <a:avLst/>
            </a:prstGeom>
          </p:spPr>
        </p:pic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C13B4F86-921A-4D03-BD11-639DCB783A21}"/>
                </a:ext>
              </a:extLst>
            </p:cNvPr>
            <p:cNvSpPr/>
            <p:nvPr/>
          </p:nvSpPr>
          <p:spPr>
            <a:xfrm>
              <a:off x="4327440" y="1276035"/>
              <a:ext cx="1533388" cy="431187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rgbClr val="5D1709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10.9.0.12</a:t>
              </a:r>
              <a:endParaRPr lang="zh-CN" altLang="en-US" sz="1400" dirty="0">
                <a:solidFill>
                  <a:srgbClr val="5D1709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EBEEB087-713B-4CBD-82DD-32AEEBD9445E}"/>
                </a:ext>
              </a:extLst>
            </p:cNvPr>
            <p:cNvSpPr txBox="1"/>
            <p:nvPr/>
          </p:nvSpPr>
          <p:spPr>
            <a:xfrm>
              <a:off x="4024136" y="2833949"/>
              <a:ext cx="2123198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VPN Client (Router)</a:t>
              </a:r>
              <a:endParaRPr lang="zh-CN" altLang="en-US" sz="16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69FF3B1F-67AB-42CA-A329-A9692E14D49C}"/>
                </a:ext>
              </a:extLst>
            </p:cNvPr>
            <p:cNvSpPr/>
            <p:nvPr/>
          </p:nvSpPr>
          <p:spPr>
            <a:xfrm>
              <a:off x="4245954" y="3433492"/>
              <a:ext cx="1704778" cy="431187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rgbClr val="5D1709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192.168.50.12</a:t>
              </a:r>
              <a:endParaRPr lang="zh-CN" altLang="en-US" sz="1400" dirty="0">
                <a:solidFill>
                  <a:srgbClr val="5D1709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9A31A9DE-A9BF-4515-8824-4163117CB3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62513" y="4346634"/>
              <a:ext cx="4350465" cy="3321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83D01C00-8F67-483A-B2BB-C5DBD8EDBC6F}"/>
                </a:ext>
              </a:extLst>
            </p:cNvPr>
            <p:cNvSpPr txBox="1"/>
            <p:nvPr/>
          </p:nvSpPr>
          <p:spPr>
            <a:xfrm>
              <a:off x="2437142" y="4021028"/>
              <a:ext cx="2221857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192.168.50.0/24</a:t>
              </a:r>
              <a:endParaRPr lang="zh-CN" altLang="en-US" sz="1600" b="1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8657DC6F-DEFD-491D-9E88-F04160EDF699}"/>
                </a:ext>
              </a:extLst>
            </p:cNvPr>
            <p:cNvCxnSpPr>
              <a:cxnSpLocks/>
              <a:stCxn id="44" idx="0"/>
            </p:cNvCxnSpPr>
            <p:nvPr/>
          </p:nvCxnSpPr>
          <p:spPr>
            <a:xfrm flipV="1">
              <a:off x="4206434" y="4359582"/>
              <a:ext cx="0" cy="90409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F7D90E22-D5A5-4715-BFA6-825DD65A59D5}"/>
                </a:ext>
              </a:extLst>
            </p:cNvPr>
            <p:cNvSpPr/>
            <p:nvPr/>
          </p:nvSpPr>
          <p:spPr>
            <a:xfrm>
              <a:off x="3448072" y="4631928"/>
              <a:ext cx="1516724" cy="431187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rgbClr val="5D1709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192.168.50.5</a:t>
              </a:r>
              <a:endParaRPr lang="zh-CN" altLang="en-US" sz="1400" dirty="0">
                <a:solidFill>
                  <a:srgbClr val="5D1709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41FD5250-9BB5-49FB-92C7-0667CF74A9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49233" y="5263681"/>
              <a:ext cx="914401" cy="914401"/>
            </a:xfrm>
            <a:prstGeom prst="rect">
              <a:avLst/>
            </a:prstGeom>
          </p:spPr>
        </p:pic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AA576AD9-E88D-48C0-BD59-434AEB71DE70}"/>
                </a:ext>
              </a:extLst>
            </p:cNvPr>
            <p:cNvCxnSpPr>
              <a:cxnSpLocks/>
              <a:stCxn id="47" idx="0"/>
            </p:cNvCxnSpPr>
            <p:nvPr/>
          </p:nvCxnSpPr>
          <p:spPr>
            <a:xfrm flipH="1" flipV="1">
              <a:off x="5954615" y="4346634"/>
              <a:ext cx="1" cy="89495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4876CC9C-5DCD-43E3-B0ED-9046BA53C74B}"/>
                </a:ext>
              </a:extLst>
            </p:cNvPr>
            <p:cNvSpPr/>
            <p:nvPr/>
          </p:nvSpPr>
          <p:spPr>
            <a:xfrm>
              <a:off x="5196254" y="4609837"/>
              <a:ext cx="1516724" cy="431187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rgbClr val="5D1709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192.168.50.6</a:t>
              </a:r>
              <a:endParaRPr lang="zh-CN" altLang="en-US" sz="1400" dirty="0">
                <a:solidFill>
                  <a:srgbClr val="5D1709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pic>
          <p:nvPicPr>
            <p:cNvPr id="47" name="图片 46">
              <a:extLst>
                <a:ext uri="{FF2B5EF4-FFF2-40B4-BE49-F238E27FC236}">
                  <a16:creationId xmlns:a16="http://schemas.microsoft.com/office/drawing/2014/main" id="{DE4D23E1-EC46-407B-86D6-F2B0550CB9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97415" y="5241590"/>
              <a:ext cx="914401" cy="9144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62470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组合 44">
            <a:extLst>
              <a:ext uri="{FF2B5EF4-FFF2-40B4-BE49-F238E27FC236}">
                <a16:creationId xmlns:a16="http://schemas.microsoft.com/office/drawing/2014/main" id="{30B4D784-EC7E-4592-8F27-D7F2D7D32582}"/>
              </a:ext>
            </a:extLst>
          </p:cNvPr>
          <p:cNvGrpSpPr/>
          <p:nvPr/>
        </p:nvGrpSpPr>
        <p:grpSpPr>
          <a:xfrm>
            <a:off x="243254" y="65222"/>
            <a:ext cx="3295650" cy="3057525"/>
            <a:chOff x="1485900" y="1895475"/>
            <a:chExt cx="3295650" cy="3057525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11B0CC74-DD83-4A72-99E9-1C5E66132E12}"/>
                </a:ext>
              </a:extLst>
            </p:cNvPr>
            <p:cNvSpPr/>
            <p:nvPr/>
          </p:nvSpPr>
          <p:spPr>
            <a:xfrm>
              <a:off x="1715477" y="2108200"/>
              <a:ext cx="2641599" cy="2641599"/>
            </a:xfrm>
            <a:prstGeom prst="ellipse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3CC123AE-E54F-4311-A3C0-3D6231EE5397}"/>
                </a:ext>
              </a:extLst>
            </p:cNvPr>
            <p:cNvCxnSpPr>
              <a:cxnSpLocks/>
            </p:cNvCxnSpPr>
            <p:nvPr/>
          </p:nvCxnSpPr>
          <p:spPr>
            <a:xfrm>
              <a:off x="1485900" y="3429000"/>
              <a:ext cx="329565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C20D6632-823C-4741-A564-74A321D812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36277" y="1895475"/>
              <a:ext cx="0" cy="305752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02BD5D09-D568-46A0-8709-F554DB11D018}"/>
                </a:ext>
              </a:extLst>
            </p:cNvPr>
            <p:cNvSpPr/>
            <p:nvPr/>
          </p:nvSpPr>
          <p:spPr>
            <a:xfrm>
              <a:off x="3838803" y="2335850"/>
              <a:ext cx="241908" cy="241908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0752F452-B294-4227-9708-FC4A15917D25}"/>
                </a:ext>
              </a:extLst>
            </p:cNvPr>
            <p:cNvCxnSpPr>
              <a:cxnSpLocks/>
              <a:endCxn id="10" idx="3"/>
            </p:cNvCxnSpPr>
            <p:nvPr/>
          </p:nvCxnSpPr>
          <p:spPr>
            <a:xfrm flipV="1">
              <a:off x="3036277" y="2542331"/>
              <a:ext cx="837953" cy="886669"/>
            </a:xfrm>
            <a:prstGeom prst="line">
              <a:avLst/>
            </a:prstGeom>
            <a:ln w="254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87AA4303-5402-49BC-B7A8-A132064D3EE4}"/>
                </a:ext>
              </a:extLst>
            </p:cNvPr>
            <p:cNvSpPr txBox="1"/>
            <p:nvPr/>
          </p:nvSpPr>
          <p:spPr>
            <a:xfrm rot="18784179">
              <a:off x="2868651" y="2630102"/>
              <a:ext cx="1056150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magnitude</a:t>
              </a:r>
              <a:endParaRPr lang="zh-CN" altLang="en-US" sz="1200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81D1771E-8F66-4A75-95B2-B636B96CA72E}"/>
                </a:ext>
              </a:extLst>
            </p:cNvPr>
            <p:cNvSpPr/>
            <p:nvPr/>
          </p:nvSpPr>
          <p:spPr>
            <a:xfrm>
              <a:off x="3314700" y="3176588"/>
              <a:ext cx="103014" cy="252412"/>
            </a:xfrm>
            <a:custGeom>
              <a:avLst/>
              <a:gdLst>
                <a:gd name="connsiteX0" fmla="*/ 100013 w 103014"/>
                <a:gd name="connsiteY0" fmla="*/ 252412 h 252412"/>
                <a:gd name="connsiteX1" fmla="*/ 90488 w 103014"/>
                <a:gd name="connsiteY1" fmla="*/ 114300 h 252412"/>
                <a:gd name="connsiteX2" fmla="*/ 0 w 103014"/>
                <a:gd name="connsiteY2" fmla="*/ 0 h 252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3014" h="252412">
                  <a:moveTo>
                    <a:pt x="100013" y="252412"/>
                  </a:moveTo>
                  <a:cubicBezTo>
                    <a:pt x="103585" y="204390"/>
                    <a:pt x="107157" y="156369"/>
                    <a:pt x="90488" y="114300"/>
                  </a:cubicBezTo>
                  <a:cubicBezTo>
                    <a:pt x="73819" y="72231"/>
                    <a:pt x="36909" y="36115"/>
                    <a:pt x="0" y="0"/>
                  </a:cubicBezTo>
                </a:path>
              </a:pathLst>
            </a:custGeom>
            <a:noFill/>
            <a:ln w="25400">
              <a:solidFill>
                <a:srgbClr val="5D1709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F5EABC34-E23F-4E4D-BCE0-ED807E7313C0}"/>
                    </a:ext>
                  </a:extLst>
                </p:cNvPr>
                <p:cNvSpPr txBox="1"/>
                <p:nvPr/>
              </p:nvSpPr>
              <p:spPr>
                <a:xfrm>
                  <a:off x="3465955" y="3090447"/>
                  <a:ext cx="294625" cy="33855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l-GR" altLang="zh-CN" sz="1600" i="1" smtClean="0">
                            <a:solidFill>
                              <a:srgbClr val="5D170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oMath>
                    </m:oMathPara>
                  </a14:m>
                  <a:endParaRPr lang="zh-CN" altLang="en-US" sz="1600" dirty="0">
                    <a:solidFill>
                      <a:srgbClr val="5D170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F5EABC34-E23F-4E4D-BCE0-ED807E7313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5955" y="3090447"/>
                  <a:ext cx="294625" cy="338554"/>
                </a:xfrm>
                <a:prstGeom prst="rect">
                  <a:avLst/>
                </a:prstGeom>
                <a:blipFill>
                  <a:blip r:embed="rId2"/>
                  <a:stretch>
                    <a:fillRect l="-12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DD42688D-F11D-4398-9422-7299ED62A359}"/>
                    </a:ext>
                  </a:extLst>
                </p:cNvPr>
                <p:cNvSpPr txBox="1"/>
                <p:nvPr/>
              </p:nvSpPr>
              <p:spPr>
                <a:xfrm>
                  <a:off x="4404479" y="3079676"/>
                  <a:ext cx="294625" cy="33855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rgbClr val="5D1709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  <m:r>
                          <a:rPr lang="en-US" altLang="zh-CN" sz="1600" b="0" i="1" smtClean="0">
                            <a:solidFill>
                              <a:srgbClr val="5D170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1600" dirty="0">
                    <a:solidFill>
                      <a:srgbClr val="5D170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DD42688D-F11D-4398-9422-7299ED62A3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4479" y="3079676"/>
                  <a:ext cx="294625" cy="338554"/>
                </a:xfrm>
                <a:prstGeom prst="rect">
                  <a:avLst/>
                </a:prstGeom>
                <a:blipFill>
                  <a:blip r:embed="rId3"/>
                  <a:stretch>
                    <a:fillRect l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AE771050-DCB7-43A8-B6A5-0DDBDA0AEB95}"/>
                    </a:ext>
                  </a:extLst>
                </p:cNvPr>
                <p:cNvSpPr txBox="1"/>
                <p:nvPr/>
              </p:nvSpPr>
              <p:spPr>
                <a:xfrm>
                  <a:off x="4320860" y="2257410"/>
                  <a:ext cx="294625" cy="33855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l-GR" altLang="zh-CN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l-GR" altLang="zh-CN" sz="1600" i="1" smtClean="0">
                                <a:solidFill>
                                  <a:srgbClr val="5D1709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Φ</m:t>
                            </m:r>
                          </m:e>
                        </m:d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AE771050-DCB7-43A8-B6A5-0DDBDA0AEB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0860" y="2257410"/>
                  <a:ext cx="294625" cy="338554"/>
                </a:xfrm>
                <a:prstGeom prst="rect">
                  <a:avLst/>
                </a:prstGeom>
                <a:blipFill>
                  <a:blip r:embed="rId4"/>
                  <a:stretch>
                    <a:fillRect l="-54167" r="-3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5DF18442-5D95-4C0E-B7A7-E089F31FF3F2}"/>
              </a:ext>
            </a:extLst>
          </p:cNvPr>
          <p:cNvGrpSpPr/>
          <p:nvPr/>
        </p:nvGrpSpPr>
        <p:grpSpPr>
          <a:xfrm>
            <a:off x="243254" y="3453224"/>
            <a:ext cx="3295650" cy="3126829"/>
            <a:chOff x="6385891" y="1646124"/>
            <a:chExt cx="3295650" cy="3126829"/>
          </a:xfrm>
        </p:grpSpPr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C21DB655-C2F7-456F-B861-EDEBBF095744}"/>
                </a:ext>
              </a:extLst>
            </p:cNvPr>
            <p:cNvSpPr/>
            <p:nvPr/>
          </p:nvSpPr>
          <p:spPr>
            <a:xfrm>
              <a:off x="6615468" y="1928153"/>
              <a:ext cx="2641599" cy="2641599"/>
            </a:xfrm>
            <a:prstGeom prst="ellipse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0A8D8F23-093A-462E-A840-9316B4936A98}"/>
                </a:ext>
              </a:extLst>
            </p:cNvPr>
            <p:cNvCxnSpPr>
              <a:cxnSpLocks/>
            </p:cNvCxnSpPr>
            <p:nvPr/>
          </p:nvCxnSpPr>
          <p:spPr>
            <a:xfrm>
              <a:off x="6385891" y="3248953"/>
              <a:ext cx="329565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C63A282D-0BA4-4C6F-9DFD-DCBCBC4791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36268" y="1715428"/>
              <a:ext cx="0" cy="305752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1631058A-7F19-44A4-995D-119EFBC11DE8}"/>
                </a:ext>
              </a:extLst>
            </p:cNvPr>
            <p:cNvSpPr/>
            <p:nvPr/>
          </p:nvSpPr>
          <p:spPr>
            <a:xfrm>
              <a:off x="8738794" y="2155803"/>
              <a:ext cx="241908" cy="241908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B62FA9B0-AE5D-447E-B569-8C86033528CD}"/>
                </a:ext>
              </a:extLst>
            </p:cNvPr>
            <p:cNvCxnSpPr>
              <a:cxnSpLocks/>
              <a:endCxn id="28" idx="3"/>
            </p:cNvCxnSpPr>
            <p:nvPr/>
          </p:nvCxnSpPr>
          <p:spPr>
            <a:xfrm flipV="1">
              <a:off x="7936268" y="2362284"/>
              <a:ext cx="837953" cy="886669"/>
            </a:xfrm>
            <a:prstGeom prst="line">
              <a:avLst/>
            </a:prstGeom>
            <a:ln w="254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5FBE39A-A233-4AC0-831E-CB2A545FEDBC}"/>
                </a:ext>
              </a:extLst>
            </p:cNvPr>
            <p:cNvSpPr txBox="1"/>
            <p:nvPr/>
          </p:nvSpPr>
          <p:spPr>
            <a:xfrm rot="18784179">
              <a:off x="7768642" y="2450055"/>
              <a:ext cx="1056150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magnitude</a:t>
              </a:r>
              <a:endParaRPr lang="zh-CN" altLang="en-US" sz="1200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675CDBC9-CDF0-4B0D-BF51-FE4DE4C0FE96}"/>
                </a:ext>
              </a:extLst>
            </p:cNvPr>
            <p:cNvSpPr/>
            <p:nvPr/>
          </p:nvSpPr>
          <p:spPr>
            <a:xfrm>
              <a:off x="8214691" y="2996541"/>
              <a:ext cx="103014" cy="252412"/>
            </a:xfrm>
            <a:custGeom>
              <a:avLst/>
              <a:gdLst>
                <a:gd name="connsiteX0" fmla="*/ 100013 w 103014"/>
                <a:gd name="connsiteY0" fmla="*/ 252412 h 252412"/>
                <a:gd name="connsiteX1" fmla="*/ 90488 w 103014"/>
                <a:gd name="connsiteY1" fmla="*/ 114300 h 252412"/>
                <a:gd name="connsiteX2" fmla="*/ 0 w 103014"/>
                <a:gd name="connsiteY2" fmla="*/ 0 h 252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3014" h="252412">
                  <a:moveTo>
                    <a:pt x="100013" y="252412"/>
                  </a:moveTo>
                  <a:cubicBezTo>
                    <a:pt x="103585" y="204390"/>
                    <a:pt x="107157" y="156369"/>
                    <a:pt x="90488" y="114300"/>
                  </a:cubicBezTo>
                  <a:cubicBezTo>
                    <a:pt x="73819" y="72231"/>
                    <a:pt x="36909" y="36115"/>
                    <a:pt x="0" y="0"/>
                  </a:cubicBezTo>
                </a:path>
              </a:pathLst>
            </a:custGeom>
            <a:noFill/>
            <a:ln w="25400">
              <a:solidFill>
                <a:srgbClr val="5D1709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453306A4-F8A4-4A3B-841B-4D62132AD986}"/>
                    </a:ext>
                  </a:extLst>
                </p:cNvPr>
                <p:cNvSpPr txBox="1"/>
                <p:nvPr/>
              </p:nvSpPr>
              <p:spPr>
                <a:xfrm>
                  <a:off x="8365946" y="2910400"/>
                  <a:ext cx="294625" cy="33855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l-GR" altLang="zh-CN" sz="1600" i="1" smtClean="0">
                            <a:solidFill>
                              <a:srgbClr val="5D170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oMath>
                    </m:oMathPara>
                  </a14:m>
                  <a:endParaRPr lang="zh-CN" altLang="en-US" sz="1600" dirty="0">
                    <a:solidFill>
                      <a:srgbClr val="5D170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453306A4-F8A4-4A3B-841B-4D62132AD9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65946" y="2910400"/>
                  <a:ext cx="294625" cy="338554"/>
                </a:xfrm>
                <a:prstGeom prst="rect">
                  <a:avLst/>
                </a:prstGeom>
                <a:blipFill>
                  <a:blip r:embed="rId5"/>
                  <a:stretch>
                    <a:fillRect l="-12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E1978C2F-A4D6-4A56-8ABE-93AF37AD6F7F}"/>
                    </a:ext>
                  </a:extLst>
                </p:cNvPr>
                <p:cNvSpPr txBox="1"/>
                <p:nvPr/>
              </p:nvSpPr>
              <p:spPr>
                <a:xfrm>
                  <a:off x="9304470" y="2899629"/>
                  <a:ext cx="294625" cy="33855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rgbClr val="5D1709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  <m:r>
                          <a:rPr lang="en-US" altLang="zh-CN" sz="1600" b="0" i="1" smtClean="0">
                            <a:solidFill>
                              <a:srgbClr val="5D170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1600" dirty="0">
                    <a:solidFill>
                      <a:srgbClr val="5D170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E1978C2F-A4D6-4A56-8ABE-93AF37AD6F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04470" y="2899629"/>
                  <a:ext cx="294625" cy="338554"/>
                </a:xfrm>
                <a:prstGeom prst="rect">
                  <a:avLst/>
                </a:prstGeom>
                <a:blipFill>
                  <a:blip r:embed="rId6"/>
                  <a:stretch>
                    <a:fillRect l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29447557-9D07-4FD9-9EB2-B00BACC9356B}"/>
                    </a:ext>
                  </a:extLst>
                </p:cNvPr>
                <p:cNvSpPr txBox="1"/>
                <p:nvPr/>
              </p:nvSpPr>
              <p:spPr>
                <a:xfrm>
                  <a:off x="8914170" y="1815818"/>
                  <a:ext cx="718485" cy="58477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d>
                        <m:dPr>
                          <m:ctrlPr>
                            <a:rPr lang="el-GR" altLang="zh-C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l-GR" altLang="zh-CN" sz="1600" i="1" smtClean="0">
                              <a:solidFill>
                                <a:srgbClr val="5D170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</m:e>
                      </m:d>
                    </m:oMath>
                  </a14:m>
                  <a:r>
                    <a:rPr lang="en-US" altLang="zh-CN" sz="16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l-GR" altLang="zh-C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</m:oMath>
                  </a14:m>
                  <a:r>
                    <a:rPr lang="zh-CN" altLang="en-US" sz="16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29447557-9D07-4FD9-9EB2-B00BACC935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14170" y="1815818"/>
                  <a:ext cx="718485" cy="584775"/>
                </a:xfrm>
                <a:prstGeom prst="rect">
                  <a:avLst/>
                </a:prstGeom>
                <a:blipFill>
                  <a:blip r:embed="rId7"/>
                  <a:stretch>
                    <a:fillRect b="-41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1C1802D3-E7CC-4167-BDF6-13E884FDE33E}"/>
                    </a:ext>
                  </a:extLst>
                </p:cNvPr>
                <p:cNvSpPr txBox="1"/>
                <p:nvPr/>
              </p:nvSpPr>
              <p:spPr>
                <a:xfrm>
                  <a:off x="9386915" y="3302794"/>
                  <a:ext cx="294625" cy="33855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𝐼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1C1802D3-E7CC-4167-BDF6-13E884FDE3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86915" y="3302794"/>
                  <a:ext cx="294625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E55F5A30-C219-471D-BF97-10E129F08F82}"/>
                    </a:ext>
                  </a:extLst>
                </p:cNvPr>
                <p:cNvSpPr txBox="1"/>
                <p:nvPr/>
              </p:nvSpPr>
              <p:spPr>
                <a:xfrm>
                  <a:off x="7964059" y="1646124"/>
                  <a:ext cx="294625" cy="339388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𝑄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E55F5A30-C219-471D-BF97-10E129F08F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4059" y="1646124"/>
                  <a:ext cx="294625" cy="339388"/>
                </a:xfrm>
                <a:prstGeom prst="rect">
                  <a:avLst/>
                </a:prstGeom>
                <a:blipFill>
                  <a:blip r:embed="rId9"/>
                  <a:stretch>
                    <a:fillRect r="-6250" b="-89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B7E9A625-AA74-4411-B518-A0C76484C948}"/>
                </a:ext>
              </a:extLst>
            </p:cNvPr>
            <p:cNvCxnSpPr>
              <a:cxnSpLocks/>
              <a:endCxn id="28" idx="4"/>
            </p:cNvCxnSpPr>
            <p:nvPr/>
          </p:nvCxnSpPr>
          <p:spPr>
            <a:xfrm flipH="1" flipV="1">
              <a:off x="8859748" y="2397711"/>
              <a:ext cx="2172" cy="840472"/>
            </a:xfrm>
            <a:prstGeom prst="line">
              <a:avLst/>
            </a:prstGeom>
            <a:ln w="254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AE510567-B98C-4A8A-8A45-B88BA069C5F2}"/>
                </a:ext>
              </a:extLst>
            </p:cNvPr>
            <p:cNvCxnSpPr>
              <a:cxnSpLocks/>
              <a:endCxn id="28" idx="2"/>
            </p:cNvCxnSpPr>
            <p:nvPr/>
          </p:nvCxnSpPr>
          <p:spPr>
            <a:xfrm flipV="1">
              <a:off x="7941472" y="2276757"/>
              <a:ext cx="797322" cy="11493"/>
            </a:xfrm>
            <a:prstGeom prst="line">
              <a:avLst/>
            </a:prstGeom>
            <a:ln w="254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7DFBB363-1F41-45F1-A10E-FC85483C62AE}"/>
                    </a:ext>
                  </a:extLst>
                </p:cNvPr>
                <p:cNvSpPr txBox="1"/>
                <p:nvPr/>
              </p:nvSpPr>
              <p:spPr>
                <a:xfrm>
                  <a:off x="8066126" y="3244190"/>
                  <a:ext cx="603779" cy="2769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𝐼</m:t>
                      </m:r>
                    </m:oMath>
                  </a14:m>
                  <a:r>
                    <a:rPr lang="zh-CN" altLang="en-US" sz="12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值</a:t>
                  </a:r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7DFBB363-1F41-45F1-A10E-FC85483C62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66126" y="3244190"/>
                  <a:ext cx="603779" cy="276999"/>
                </a:xfrm>
                <a:prstGeom prst="rect">
                  <a:avLst/>
                </a:prstGeom>
                <a:blipFill>
                  <a:blip r:embed="rId10"/>
                  <a:stretch>
                    <a:fillRect t="-2222" b="-177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A4C09DED-03F6-477A-904B-7CF565340884}"/>
                    </a:ext>
                  </a:extLst>
                </p:cNvPr>
                <p:cNvSpPr txBox="1"/>
                <p:nvPr/>
              </p:nvSpPr>
              <p:spPr>
                <a:xfrm rot="16200000">
                  <a:off x="7447507" y="2622629"/>
                  <a:ext cx="603779" cy="2769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𝑄</m:t>
                      </m:r>
                    </m:oMath>
                  </a14:m>
                  <a:r>
                    <a:rPr lang="zh-CN" altLang="en-US" sz="12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值</a:t>
                  </a:r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A4C09DED-03F6-477A-904B-7CF5653408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7447507" y="2622629"/>
                  <a:ext cx="603779" cy="276999"/>
                </a:xfrm>
                <a:prstGeom prst="rect">
                  <a:avLst/>
                </a:prstGeom>
                <a:blipFill>
                  <a:blip r:embed="rId11"/>
                  <a:stretch>
                    <a:fillRect r="-177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06BE0760-4F04-4A85-9978-9C375809CB9D}"/>
              </a:ext>
            </a:extLst>
          </p:cNvPr>
          <p:cNvGrpSpPr/>
          <p:nvPr/>
        </p:nvGrpSpPr>
        <p:grpSpPr>
          <a:xfrm>
            <a:off x="4435230" y="205206"/>
            <a:ext cx="4248372" cy="842689"/>
            <a:chOff x="440784" y="2058687"/>
            <a:chExt cx="4248372" cy="842689"/>
          </a:xfrm>
        </p:grpSpPr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27D2B09E-C755-419E-8D68-8CE83C1A1579}"/>
                </a:ext>
              </a:extLst>
            </p:cNvPr>
            <p:cNvGrpSpPr/>
            <p:nvPr/>
          </p:nvGrpSpPr>
          <p:grpSpPr>
            <a:xfrm>
              <a:off x="735805" y="2139950"/>
              <a:ext cx="650515" cy="180000"/>
              <a:chOff x="735805" y="2139950"/>
              <a:chExt cx="650515" cy="180000"/>
            </a:xfrm>
          </p:grpSpPr>
          <p:cxnSp>
            <p:nvCxnSpPr>
              <p:cNvPr id="113" name="直接连接符 112">
                <a:extLst>
                  <a:ext uri="{FF2B5EF4-FFF2-40B4-BE49-F238E27FC236}">
                    <a16:creationId xmlns:a16="http://schemas.microsoft.com/office/drawing/2014/main" id="{4CA2B320-5828-45D6-976D-1D6976F10D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5805" y="2151855"/>
                <a:ext cx="180000" cy="0"/>
              </a:xfrm>
              <a:prstGeom prst="line">
                <a:avLst/>
              </a:prstGeom>
              <a:ln w="1905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接连接符 113">
                <a:extLst>
                  <a:ext uri="{FF2B5EF4-FFF2-40B4-BE49-F238E27FC236}">
                    <a16:creationId xmlns:a16="http://schemas.microsoft.com/office/drawing/2014/main" id="{7C25AFB2-61D4-4261-96CC-76D733860C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3900" y="2139950"/>
                <a:ext cx="0" cy="180000"/>
              </a:xfrm>
              <a:prstGeom prst="line">
                <a:avLst/>
              </a:prstGeom>
              <a:ln w="1905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直接连接符 114">
                <a:extLst>
                  <a:ext uri="{FF2B5EF4-FFF2-40B4-BE49-F238E27FC236}">
                    <a16:creationId xmlns:a16="http://schemas.microsoft.com/office/drawing/2014/main" id="{BBFEE047-12F5-42CA-9AF8-2BF38EC32E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1995" y="2307251"/>
                <a:ext cx="180000" cy="0"/>
              </a:xfrm>
              <a:prstGeom prst="line">
                <a:avLst/>
              </a:prstGeom>
              <a:ln w="1905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直接连接符 115">
                <a:extLst>
                  <a:ext uri="{FF2B5EF4-FFF2-40B4-BE49-F238E27FC236}">
                    <a16:creationId xmlns:a16="http://schemas.microsoft.com/office/drawing/2014/main" id="{A3718A74-58A0-4ED7-96A0-8040838CB5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9114" y="2139950"/>
                <a:ext cx="0" cy="180000"/>
              </a:xfrm>
              <a:prstGeom prst="line">
                <a:avLst/>
              </a:prstGeom>
              <a:ln w="1905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直接连接符 116">
                <a:extLst>
                  <a:ext uri="{FF2B5EF4-FFF2-40B4-BE49-F238E27FC236}">
                    <a16:creationId xmlns:a16="http://schemas.microsoft.com/office/drawing/2014/main" id="{653CA6CD-6548-4C59-8883-D88F7BAFCC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0130" y="2151855"/>
                <a:ext cx="180000" cy="0"/>
              </a:xfrm>
              <a:prstGeom prst="line">
                <a:avLst/>
              </a:prstGeom>
              <a:ln w="1905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直接连接符 117">
                <a:extLst>
                  <a:ext uri="{FF2B5EF4-FFF2-40B4-BE49-F238E27FC236}">
                    <a16:creationId xmlns:a16="http://schemas.microsoft.com/office/drawing/2014/main" id="{4C833223-FAB2-4F62-A8A7-9BC1F911D9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8225" y="2139950"/>
                <a:ext cx="0" cy="180000"/>
              </a:xfrm>
              <a:prstGeom prst="line">
                <a:avLst/>
              </a:prstGeom>
              <a:ln w="1905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直接连接符 118">
                <a:extLst>
                  <a:ext uri="{FF2B5EF4-FFF2-40B4-BE49-F238E27FC236}">
                    <a16:creationId xmlns:a16="http://schemas.microsoft.com/office/drawing/2014/main" id="{27FED06D-CEDF-4414-AD74-FBC3494D45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06320" y="2307251"/>
                <a:ext cx="180000" cy="0"/>
              </a:xfrm>
              <a:prstGeom prst="line">
                <a:avLst/>
              </a:prstGeom>
              <a:ln w="1905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A4CEEEEF-7EB1-4247-B12E-F275D436AAB9}"/>
                </a:ext>
              </a:extLst>
            </p:cNvPr>
            <p:cNvGrpSpPr/>
            <p:nvPr/>
          </p:nvGrpSpPr>
          <p:grpSpPr>
            <a:xfrm>
              <a:off x="724658" y="2644594"/>
              <a:ext cx="650944" cy="180000"/>
              <a:chOff x="734400" y="2392363"/>
              <a:chExt cx="650944" cy="180000"/>
            </a:xfrm>
          </p:grpSpPr>
          <p:cxnSp>
            <p:nvCxnSpPr>
              <p:cNvPr id="106" name="直接连接符 105">
                <a:extLst>
                  <a:ext uri="{FF2B5EF4-FFF2-40B4-BE49-F238E27FC236}">
                    <a16:creationId xmlns:a16="http://schemas.microsoft.com/office/drawing/2014/main" id="{458E5556-4738-44CE-99D9-DB329FCC80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1019" y="2404268"/>
                <a:ext cx="180000" cy="0"/>
              </a:xfrm>
              <a:prstGeom prst="line">
                <a:avLst/>
              </a:prstGeom>
              <a:ln w="1905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直接连接符 106">
                <a:extLst>
                  <a:ext uri="{FF2B5EF4-FFF2-40B4-BE49-F238E27FC236}">
                    <a16:creationId xmlns:a16="http://schemas.microsoft.com/office/drawing/2014/main" id="{DD7BBE18-7B5D-4E98-8D39-CD61FA8AAC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9114" y="2392363"/>
                <a:ext cx="0" cy="180000"/>
              </a:xfrm>
              <a:prstGeom prst="line">
                <a:avLst/>
              </a:prstGeom>
              <a:ln w="1905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接连接符 107">
                <a:extLst>
                  <a:ext uri="{FF2B5EF4-FFF2-40B4-BE49-F238E27FC236}">
                    <a16:creationId xmlns:a16="http://schemas.microsoft.com/office/drawing/2014/main" id="{380269CC-141E-46D3-B29B-6F778646DC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7209" y="2559664"/>
                <a:ext cx="180000" cy="0"/>
              </a:xfrm>
              <a:prstGeom prst="line">
                <a:avLst/>
              </a:prstGeom>
              <a:ln w="1905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接连接符 108">
                <a:extLst>
                  <a:ext uri="{FF2B5EF4-FFF2-40B4-BE49-F238E27FC236}">
                    <a16:creationId xmlns:a16="http://schemas.microsoft.com/office/drawing/2014/main" id="{8DED02F2-90CC-446B-BC82-C53E000EDC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4328" y="2392363"/>
                <a:ext cx="0" cy="180000"/>
              </a:xfrm>
              <a:prstGeom prst="line">
                <a:avLst/>
              </a:prstGeom>
              <a:ln w="1905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直接连接符 109">
                <a:extLst>
                  <a:ext uri="{FF2B5EF4-FFF2-40B4-BE49-F238E27FC236}">
                    <a16:creationId xmlns:a16="http://schemas.microsoft.com/office/drawing/2014/main" id="{5F2F6891-1EC6-4281-A793-BE56E5445A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05344" y="2404268"/>
                <a:ext cx="180000" cy="0"/>
              </a:xfrm>
              <a:prstGeom prst="line">
                <a:avLst/>
              </a:prstGeom>
              <a:ln w="1905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直接连接符 110">
                <a:extLst>
                  <a:ext uri="{FF2B5EF4-FFF2-40B4-BE49-F238E27FC236}">
                    <a16:creationId xmlns:a16="http://schemas.microsoft.com/office/drawing/2014/main" id="{B905F1A1-C987-4629-9677-BFA6A94FA6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4400" y="2559664"/>
                <a:ext cx="180000" cy="0"/>
              </a:xfrm>
              <a:prstGeom prst="line">
                <a:avLst/>
              </a:prstGeom>
              <a:ln w="1905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直接连接符 111">
                <a:extLst>
                  <a:ext uri="{FF2B5EF4-FFF2-40B4-BE49-F238E27FC236}">
                    <a16:creationId xmlns:a16="http://schemas.microsoft.com/office/drawing/2014/main" id="{CC64BB51-4D1D-4FCA-897C-5BC7D7586F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1519" y="2392363"/>
                <a:ext cx="0" cy="180000"/>
              </a:xfrm>
              <a:prstGeom prst="line">
                <a:avLst/>
              </a:prstGeom>
              <a:ln w="1905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B26FBFBB-84EF-4E8D-A557-91101A64D4CE}"/>
                </a:ext>
              </a:extLst>
            </p:cNvPr>
            <p:cNvGrpSpPr/>
            <p:nvPr/>
          </p:nvGrpSpPr>
          <p:grpSpPr>
            <a:xfrm>
              <a:off x="1704975" y="2139950"/>
              <a:ext cx="169862" cy="169862"/>
              <a:chOff x="1704975" y="2139950"/>
              <a:chExt cx="169862" cy="169862"/>
            </a:xfrm>
          </p:grpSpPr>
          <p:sp>
            <p:nvSpPr>
              <p:cNvPr id="103" name="椭圆 102">
                <a:extLst>
                  <a:ext uri="{FF2B5EF4-FFF2-40B4-BE49-F238E27FC236}">
                    <a16:creationId xmlns:a16="http://schemas.microsoft.com/office/drawing/2014/main" id="{AAF20CF5-A9FD-43BB-B1CB-7E6D2384A295}"/>
                  </a:ext>
                </a:extLst>
              </p:cNvPr>
              <p:cNvSpPr/>
              <p:nvPr/>
            </p:nvSpPr>
            <p:spPr>
              <a:xfrm>
                <a:off x="1704975" y="2139950"/>
                <a:ext cx="169862" cy="169862"/>
              </a:xfrm>
              <a:prstGeom prst="ellipse">
                <a:avLst/>
              </a:prstGeom>
              <a:noFill/>
              <a:ln w="1905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04" name="直接连接符 103">
                <a:extLst>
                  <a:ext uri="{FF2B5EF4-FFF2-40B4-BE49-F238E27FC236}">
                    <a16:creationId xmlns:a16="http://schemas.microsoft.com/office/drawing/2014/main" id="{3D63EA3E-6CC6-4706-88EA-F6C94DF5C74B}"/>
                  </a:ext>
                </a:extLst>
              </p:cNvPr>
              <p:cNvCxnSpPr>
                <a:cxnSpLocks/>
                <a:stCxn id="103" idx="7"/>
                <a:endCxn id="103" idx="3"/>
              </p:cNvCxnSpPr>
              <p:nvPr/>
            </p:nvCxnSpPr>
            <p:spPr>
              <a:xfrm flipH="1">
                <a:off x="1729851" y="2164826"/>
                <a:ext cx="120110" cy="120110"/>
              </a:xfrm>
              <a:prstGeom prst="line">
                <a:avLst/>
              </a:prstGeom>
              <a:ln w="1905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接连接符 104">
                <a:extLst>
                  <a:ext uri="{FF2B5EF4-FFF2-40B4-BE49-F238E27FC236}">
                    <a16:creationId xmlns:a16="http://schemas.microsoft.com/office/drawing/2014/main" id="{E61B9FE7-C3F9-43C2-B19D-F3439738A0DB}"/>
                  </a:ext>
                </a:extLst>
              </p:cNvPr>
              <p:cNvCxnSpPr>
                <a:cxnSpLocks/>
                <a:stCxn id="103" idx="5"/>
                <a:endCxn id="103" idx="1"/>
              </p:cNvCxnSpPr>
              <p:nvPr/>
            </p:nvCxnSpPr>
            <p:spPr>
              <a:xfrm flipH="1" flipV="1">
                <a:off x="1729851" y="2164826"/>
                <a:ext cx="120110" cy="120110"/>
              </a:xfrm>
              <a:prstGeom prst="line">
                <a:avLst/>
              </a:prstGeom>
              <a:ln w="1905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93CEA5FA-D909-4486-904C-522721979503}"/>
                </a:ext>
              </a:extLst>
            </p:cNvPr>
            <p:cNvGrpSpPr/>
            <p:nvPr/>
          </p:nvGrpSpPr>
          <p:grpSpPr>
            <a:xfrm>
              <a:off x="2360525" y="2390414"/>
              <a:ext cx="169862" cy="169862"/>
              <a:chOff x="2349682" y="2150088"/>
              <a:chExt cx="169862" cy="169862"/>
            </a:xfrm>
          </p:grpSpPr>
          <p:sp>
            <p:nvSpPr>
              <p:cNvPr id="100" name="椭圆 99">
                <a:extLst>
                  <a:ext uri="{FF2B5EF4-FFF2-40B4-BE49-F238E27FC236}">
                    <a16:creationId xmlns:a16="http://schemas.microsoft.com/office/drawing/2014/main" id="{B1730445-37C4-4363-B150-6D1256DE99CE}"/>
                  </a:ext>
                </a:extLst>
              </p:cNvPr>
              <p:cNvSpPr/>
              <p:nvPr/>
            </p:nvSpPr>
            <p:spPr>
              <a:xfrm>
                <a:off x="2349682" y="2150088"/>
                <a:ext cx="169862" cy="169862"/>
              </a:xfrm>
              <a:prstGeom prst="ellipse">
                <a:avLst/>
              </a:prstGeom>
              <a:noFill/>
              <a:ln w="1905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01" name="直接连接符 100">
                <a:extLst>
                  <a:ext uri="{FF2B5EF4-FFF2-40B4-BE49-F238E27FC236}">
                    <a16:creationId xmlns:a16="http://schemas.microsoft.com/office/drawing/2014/main" id="{F15CF419-53AF-4C1A-BFE0-36B1BFF5E0BF}"/>
                  </a:ext>
                </a:extLst>
              </p:cNvPr>
              <p:cNvCxnSpPr>
                <a:cxnSpLocks/>
                <a:stCxn id="100" idx="6"/>
                <a:endCxn id="100" idx="2"/>
              </p:cNvCxnSpPr>
              <p:nvPr/>
            </p:nvCxnSpPr>
            <p:spPr>
              <a:xfrm flipH="1">
                <a:off x="2349682" y="2235019"/>
                <a:ext cx="169862" cy="0"/>
              </a:xfrm>
              <a:prstGeom prst="line">
                <a:avLst/>
              </a:prstGeom>
              <a:ln w="1905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接连接符 101">
                <a:extLst>
                  <a:ext uri="{FF2B5EF4-FFF2-40B4-BE49-F238E27FC236}">
                    <a16:creationId xmlns:a16="http://schemas.microsoft.com/office/drawing/2014/main" id="{8BAA39C9-BFF3-468D-B467-5D820954F4E2}"/>
                  </a:ext>
                </a:extLst>
              </p:cNvPr>
              <p:cNvCxnSpPr>
                <a:cxnSpLocks/>
                <a:stCxn id="100" idx="4"/>
                <a:endCxn id="100" idx="0"/>
              </p:cNvCxnSpPr>
              <p:nvPr/>
            </p:nvCxnSpPr>
            <p:spPr>
              <a:xfrm flipV="1">
                <a:off x="2434613" y="2150088"/>
                <a:ext cx="0" cy="169862"/>
              </a:xfrm>
              <a:prstGeom prst="line">
                <a:avLst/>
              </a:prstGeom>
              <a:ln w="1905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6BD0E8B1-4015-4F28-B1E2-EE7B7E8BF7A0}"/>
                </a:ext>
              </a:extLst>
            </p:cNvPr>
            <p:cNvGrpSpPr/>
            <p:nvPr/>
          </p:nvGrpSpPr>
          <p:grpSpPr>
            <a:xfrm>
              <a:off x="2674240" y="2308045"/>
              <a:ext cx="337343" cy="337343"/>
              <a:chOff x="2187360" y="2587047"/>
              <a:chExt cx="337343" cy="337343"/>
            </a:xfrm>
          </p:grpSpPr>
          <p:sp>
            <p:nvSpPr>
              <p:cNvPr id="98" name="弧形 97">
                <a:extLst>
                  <a:ext uri="{FF2B5EF4-FFF2-40B4-BE49-F238E27FC236}">
                    <a16:creationId xmlns:a16="http://schemas.microsoft.com/office/drawing/2014/main" id="{0A95AE14-E02F-4D6F-969F-30958B5563F7}"/>
                  </a:ext>
                </a:extLst>
              </p:cNvPr>
              <p:cNvSpPr/>
              <p:nvPr/>
            </p:nvSpPr>
            <p:spPr>
              <a:xfrm>
                <a:off x="2187360" y="2587047"/>
                <a:ext cx="337343" cy="337343"/>
              </a:xfrm>
              <a:prstGeom prst="arc">
                <a:avLst>
                  <a:gd name="adj1" fmla="val 18254938"/>
                  <a:gd name="adj2" fmla="val 3587039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" name="椭圆 98">
                <a:extLst>
                  <a:ext uri="{FF2B5EF4-FFF2-40B4-BE49-F238E27FC236}">
                    <a16:creationId xmlns:a16="http://schemas.microsoft.com/office/drawing/2014/main" id="{80CB6ABB-C75D-47DE-971D-9C8016EE3234}"/>
                  </a:ext>
                </a:extLst>
              </p:cNvPr>
              <p:cNvSpPr/>
              <p:nvPr/>
            </p:nvSpPr>
            <p:spPr>
              <a:xfrm>
                <a:off x="2280410" y="2670788"/>
                <a:ext cx="169862" cy="169862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3C1EF92B-DD90-486F-9CDD-0E0CCBF9DF49}"/>
                </a:ext>
              </a:extLst>
            </p:cNvPr>
            <p:cNvCxnSpPr>
              <a:cxnSpLocks/>
              <a:endCxn id="103" idx="2"/>
            </p:cNvCxnSpPr>
            <p:nvPr/>
          </p:nvCxnSpPr>
          <p:spPr>
            <a:xfrm>
              <a:off x="1385344" y="2224881"/>
              <a:ext cx="319631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连接符: 肘形 53">
              <a:extLst>
                <a:ext uri="{FF2B5EF4-FFF2-40B4-BE49-F238E27FC236}">
                  <a16:creationId xmlns:a16="http://schemas.microsoft.com/office/drawing/2014/main" id="{70452F97-3419-4206-8864-CC2DB048FF25}"/>
                </a:ext>
              </a:extLst>
            </p:cNvPr>
            <p:cNvCxnSpPr>
              <a:stCxn id="103" idx="6"/>
              <a:endCxn id="100" idx="2"/>
            </p:cNvCxnSpPr>
            <p:nvPr/>
          </p:nvCxnSpPr>
          <p:spPr>
            <a:xfrm>
              <a:off x="1874837" y="2224881"/>
              <a:ext cx="485688" cy="250464"/>
            </a:xfrm>
            <a:prstGeom prst="bentConnector3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70AE9754-B620-49CC-985F-9ACA847590F3}"/>
                </a:ext>
              </a:extLst>
            </p:cNvPr>
            <p:cNvGrpSpPr/>
            <p:nvPr/>
          </p:nvGrpSpPr>
          <p:grpSpPr>
            <a:xfrm>
              <a:off x="1709467" y="2648995"/>
              <a:ext cx="169862" cy="169862"/>
              <a:chOff x="1704975" y="2139950"/>
              <a:chExt cx="169862" cy="169862"/>
            </a:xfrm>
          </p:grpSpPr>
          <p:sp>
            <p:nvSpPr>
              <p:cNvPr id="95" name="椭圆 94">
                <a:extLst>
                  <a:ext uri="{FF2B5EF4-FFF2-40B4-BE49-F238E27FC236}">
                    <a16:creationId xmlns:a16="http://schemas.microsoft.com/office/drawing/2014/main" id="{C30F9E9E-0D8C-4351-B42F-1750BCEA080A}"/>
                  </a:ext>
                </a:extLst>
              </p:cNvPr>
              <p:cNvSpPr/>
              <p:nvPr/>
            </p:nvSpPr>
            <p:spPr>
              <a:xfrm>
                <a:off x="1704975" y="2139950"/>
                <a:ext cx="169862" cy="169862"/>
              </a:xfrm>
              <a:prstGeom prst="ellipse">
                <a:avLst/>
              </a:prstGeom>
              <a:noFill/>
              <a:ln w="1905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96" name="直接连接符 95">
                <a:extLst>
                  <a:ext uri="{FF2B5EF4-FFF2-40B4-BE49-F238E27FC236}">
                    <a16:creationId xmlns:a16="http://schemas.microsoft.com/office/drawing/2014/main" id="{39560F8C-0A0D-43EB-AEA7-E3CA691FA79B}"/>
                  </a:ext>
                </a:extLst>
              </p:cNvPr>
              <p:cNvCxnSpPr>
                <a:cxnSpLocks/>
                <a:stCxn id="95" idx="7"/>
                <a:endCxn id="95" idx="3"/>
              </p:cNvCxnSpPr>
              <p:nvPr/>
            </p:nvCxnSpPr>
            <p:spPr>
              <a:xfrm flipH="1">
                <a:off x="1729851" y="2164826"/>
                <a:ext cx="120110" cy="120110"/>
              </a:xfrm>
              <a:prstGeom prst="line">
                <a:avLst/>
              </a:prstGeom>
              <a:ln w="1905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直接连接符 96">
                <a:extLst>
                  <a:ext uri="{FF2B5EF4-FFF2-40B4-BE49-F238E27FC236}">
                    <a16:creationId xmlns:a16="http://schemas.microsoft.com/office/drawing/2014/main" id="{EE8976F5-2CD0-4BAA-9D81-4CFDBD767E40}"/>
                  </a:ext>
                </a:extLst>
              </p:cNvPr>
              <p:cNvCxnSpPr>
                <a:cxnSpLocks/>
                <a:stCxn id="95" idx="5"/>
                <a:endCxn id="95" idx="1"/>
              </p:cNvCxnSpPr>
              <p:nvPr/>
            </p:nvCxnSpPr>
            <p:spPr>
              <a:xfrm flipH="1" flipV="1">
                <a:off x="1729851" y="2164826"/>
                <a:ext cx="120110" cy="120110"/>
              </a:xfrm>
              <a:prstGeom prst="line">
                <a:avLst/>
              </a:prstGeom>
              <a:ln w="1905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F20DBBBF-27BB-4FF6-A802-315BFC8EE3B1}"/>
                </a:ext>
              </a:extLst>
            </p:cNvPr>
            <p:cNvCxnSpPr>
              <a:cxnSpLocks/>
            </p:cNvCxnSpPr>
            <p:nvPr/>
          </p:nvCxnSpPr>
          <p:spPr>
            <a:xfrm>
              <a:off x="1375602" y="2733926"/>
              <a:ext cx="319631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连接符: 肘形 56">
              <a:extLst>
                <a:ext uri="{FF2B5EF4-FFF2-40B4-BE49-F238E27FC236}">
                  <a16:creationId xmlns:a16="http://schemas.microsoft.com/office/drawing/2014/main" id="{216BBB7E-0373-4175-9F28-4FFDDC35DE2C}"/>
                </a:ext>
              </a:extLst>
            </p:cNvPr>
            <p:cNvCxnSpPr>
              <a:cxnSpLocks/>
              <a:stCxn id="95" idx="6"/>
              <a:endCxn id="100" idx="2"/>
            </p:cNvCxnSpPr>
            <p:nvPr/>
          </p:nvCxnSpPr>
          <p:spPr>
            <a:xfrm flipV="1">
              <a:off x="1879329" y="2475345"/>
              <a:ext cx="481196" cy="258581"/>
            </a:xfrm>
            <a:prstGeom prst="bentConnector3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30B1C3E-F41A-40A1-ADFD-93B2078DAE74}"/>
                </a:ext>
              </a:extLst>
            </p:cNvPr>
            <p:cNvCxnSpPr>
              <a:cxnSpLocks/>
              <a:stCxn id="100" idx="6"/>
              <a:endCxn id="99" idx="2"/>
            </p:cNvCxnSpPr>
            <p:nvPr/>
          </p:nvCxnSpPr>
          <p:spPr>
            <a:xfrm>
              <a:off x="2530387" y="2475345"/>
              <a:ext cx="236903" cy="1372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2113620F-4768-4E63-B93C-69836078C498}"/>
                </a:ext>
              </a:extLst>
            </p:cNvPr>
            <p:cNvGrpSpPr/>
            <p:nvPr/>
          </p:nvGrpSpPr>
          <p:grpSpPr>
            <a:xfrm>
              <a:off x="3348076" y="2132988"/>
              <a:ext cx="169862" cy="169862"/>
              <a:chOff x="1704975" y="2139950"/>
              <a:chExt cx="169862" cy="169862"/>
            </a:xfrm>
          </p:grpSpPr>
          <p:sp>
            <p:nvSpPr>
              <p:cNvPr id="92" name="椭圆 91">
                <a:extLst>
                  <a:ext uri="{FF2B5EF4-FFF2-40B4-BE49-F238E27FC236}">
                    <a16:creationId xmlns:a16="http://schemas.microsoft.com/office/drawing/2014/main" id="{6A8BFCD7-3E07-4ECA-9CDF-0B87E22E441B}"/>
                  </a:ext>
                </a:extLst>
              </p:cNvPr>
              <p:cNvSpPr/>
              <p:nvPr/>
            </p:nvSpPr>
            <p:spPr>
              <a:xfrm>
                <a:off x="1704975" y="2139950"/>
                <a:ext cx="169862" cy="169862"/>
              </a:xfrm>
              <a:prstGeom prst="ellipse">
                <a:avLst/>
              </a:prstGeom>
              <a:noFill/>
              <a:ln w="1905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93" name="直接连接符 92">
                <a:extLst>
                  <a:ext uri="{FF2B5EF4-FFF2-40B4-BE49-F238E27FC236}">
                    <a16:creationId xmlns:a16="http://schemas.microsoft.com/office/drawing/2014/main" id="{EC1CBB35-BDD2-4E98-BD23-8FA13ACFC497}"/>
                  </a:ext>
                </a:extLst>
              </p:cNvPr>
              <p:cNvCxnSpPr>
                <a:cxnSpLocks/>
                <a:stCxn id="92" idx="7"/>
                <a:endCxn id="92" idx="3"/>
              </p:cNvCxnSpPr>
              <p:nvPr/>
            </p:nvCxnSpPr>
            <p:spPr>
              <a:xfrm flipH="1">
                <a:off x="1729851" y="2164826"/>
                <a:ext cx="120110" cy="120110"/>
              </a:xfrm>
              <a:prstGeom prst="line">
                <a:avLst/>
              </a:prstGeom>
              <a:ln w="1905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接连接符 93">
                <a:extLst>
                  <a:ext uri="{FF2B5EF4-FFF2-40B4-BE49-F238E27FC236}">
                    <a16:creationId xmlns:a16="http://schemas.microsoft.com/office/drawing/2014/main" id="{BDAEC01D-186C-45CC-A8C3-33545029A692}"/>
                  </a:ext>
                </a:extLst>
              </p:cNvPr>
              <p:cNvCxnSpPr>
                <a:cxnSpLocks/>
                <a:stCxn id="92" idx="5"/>
                <a:endCxn id="92" idx="1"/>
              </p:cNvCxnSpPr>
              <p:nvPr/>
            </p:nvCxnSpPr>
            <p:spPr>
              <a:xfrm flipH="1" flipV="1">
                <a:off x="1729851" y="2164826"/>
                <a:ext cx="120110" cy="120110"/>
              </a:xfrm>
              <a:prstGeom prst="line">
                <a:avLst/>
              </a:prstGeom>
              <a:ln w="1905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66A2FC61-941A-4159-A0AC-3CAC4AD42E68}"/>
                </a:ext>
              </a:extLst>
            </p:cNvPr>
            <p:cNvGrpSpPr/>
            <p:nvPr/>
          </p:nvGrpSpPr>
          <p:grpSpPr>
            <a:xfrm>
              <a:off x="3352568" y="2642033"/>
              <a:ext cx="169862" cy="169862"/>
              <a:chOff x="1704975" y="2139950"/>
              <a:chExt cx="169862" cy="169862"/>
            </a:xfrm>
          </p:grpSpPr>
          <p:sp>
            <p:nvSpPr>
              <p:cNvPr id="89" name="椭圆 88">
                <a:extLst>
                  <a:ext uri="{FF2B5EF4-FFF2-40B4-BE49-F238E27FC236}">
                    <a16:creationId xmlns:a16="http://schemas.microsoft.com/office/drawing/2014/main" id="{E1244671-7B82-42B6-9BD1-BDE7A1E3B2CC}"/>
                  </a:ext>
                </a:extLst>
              </p:cNvPr>
              <p:cNvSpPr/>
              <p:nvPr/>
            </p:nvSpPr>
            <p:spPr>
              <a:xfrm>
                <a:off x="1704975" y="2139950"/>
                <a:ext cx="169862" cy="169862"/>
              </a:xfrm>
              <a:prstGeom prst="ellipse">
                <a:avLst/>
              </a:prstGeom>
              <a:noFill/>
              <a:ln w="1905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90" name="直接连接符 89">
                <a:extLst>
                  <a:ext uri="{FF2B5EF4-FFF2-40B4-BE49-F238E27FC236}">
                    <a16:creationId xmlns:a16="http://schemas.microsoft.com/office/drawing/2014/main" id="{D2D96C7D-A046-485F-AE24-E3BC9C31A9A2}"/>
                  </a:ext>
                </a:extLst>
              </p:cNvPr>
              <p:cNvCxnSpPr>
                <a:cxnSpLocks/>
                <a:stCxn id="89" idx="7"/>
                <a:endCxn id="89" idx="3"/>
              </p:cNvCxnSpPr>
              <p:nvPr/>
            </p:nvCxnSpPr>
            <p:spPr>
              <a:xfrm flipH="1">
                <a:off x="1729851" y="2164826"/>
                <a:ext cx="120110" cy="120110"/>
              </a:xfrm>
              <a:prstGeom prst="line">
                <a:avLst/>
              </a:prstGeom>
              <a:ln w="1905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接连接符 90">
                <a:extLst>
                  <a:ext uri="{FF2B5EF4-FFF2-40B4-BE49-F238E27FC236}">
                    <a16:creationId xmlns:a16="http://schemas.microsoft.com/office/drawing/2014/main" id="{2A7C4FDD-6D9F-410F-9E7A-7633ED131539}"/>
                  </a:ext>
                </a:extLst>
              </p:cNvPr>
              <p:cNvCxnSpPr>
                <a:cxnSpLocks/>
                <a:stCxn id="89" idx="5"/>
                <a:endCxn id="89" idx="1"/>
              </p:cNvCxnSpPr>
              <p:nvPr/>
            </p:nvCxnSpPr>
            <p:spPr>
              <a:xfrm flipH="1" flipV="1">
                <a:off x="1729851" y="2164826"/>
                <a:ext cx="120110" cy="120110"/>
              </a:xfrm>
              <a:prstGeom prst="line">
                <a:avLst/>
              </a:prstGeom>
              <a:ln w="1905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DA9F94BE-8A99-4A6E-B9A9-236C2EE03F64}"/>
                </a:ext>
              </a:extLst>
            </p:cNvPr>
            <p:cNvGrpSpPr/>
            <p:nvPr/>
          </p:nvGrpSpPr>
          <p:grpSpPr>
            <a:xfrm>
              <a:off x="3843071" y="2129812"/>
              <a:ext cx="650515" cy="180000"/>
              <a:chOff x="735805" y="2139950"/>
              <a:chExt cx="650515" cy="180000"/>
            </a:xfrm>
          </p:grpSpPr>
          <p:cxnSp>
            <p:nvCxnSpPr>
              <p:cNvPr id="82" name="直接连接符 81">
                <a:extLst>
                  <a:ext uri="{FF2B5EF4-FFF2-40B4-BE49-F238E27FC236}">
                    <a16:creationId xmlns:a16="http://schemas.microsoft.com/office/drawing/2014/main" id="{5F80FA41-FF2F-4258-A8FE-AA2571917E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5805" y="2151855"/>
                <a:ext cx="180000" cy="0"/>
              </a:xfrm>
              <a:prstGeom prst="line">
                <a:avLst/>
              </a:prstGeom>
              <a:ln w="1905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>
                <a:extLst>
                  <a:ext uri="{FF2B5EF4-FFF2-40B4-BE49-F238E27FC236}">
                    <a16:creationId xmlns:a16="http://schemas.microsoft.com/office/drawing/2014/main" id="{9EE77511-B1E9-44C4-AF9D-E3F059B588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3900" y="2139950"/>
                <a:ext cx="0" cy="180000"/>
              </a:xfrm>
              <a:prstGeom prst="line">
                <a:avLst/>
              </a:prstGeom>
              <a:ln w="1905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>
                <a:extLst>
                  <a:ext uri="{FF2B5EF4-FFF2-40B4-BE49-F238E27FC236}">
                    <a16:creationId xmlns:a16="http://schemas.microsoft.com/office/drawing/2014/main" id="{45B4343F-BA5F-4BE5-89DD-79C92C68D7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1995" y="2307251"/>
                <a:ext cx="180000" cy="0"/>
              </a:xfrm>
              <a:prstGeom prst="line">
                <a:avLst/>
              </a:prstGeom>
              <a:ln w="1905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84">
                <a:extLst>
                  <a:ext uri="{FF2B5EF4-FFF2-40B4-BE49-F238E27FC236}">
                    <a16:creationId xmlns:a16="http://schemas.microsoft.com/office/drawing/2014/main" id="{8562BF1C-F212-4675-82D0-24202EC88E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9114" y="2139950"/>
                <a:ext cx="0" cy="180000"/>
              </a:xfrm>
              <a:prstGeom prst="line">
                <a:avLst/>
              </a:prstGeom>
              <a:ln w="1905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接连接符 85">
                <a:extLst>
                  <a:ext uri="{FF2B5EF4-FFF2-40B4-BE49-F238E27FC236}">
                    <a16:creationId xmlns:a16="http://schemas.microsoft.com/office/drawing/2014/main" id="{6C248732-F535-4714-8C33-E84BCFA964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0130" y="2151855"/>
                <a:ext cx="180000" cy="0"/>
              </a:xfrm>
              <a:prstGeom prst="line">
                <a:avLst/>
              </a:prstGeom>
              <a:ln w="1905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>
                <a:extLst>
                  <a:ext uri="{FF2B5EF4-FFF2-40B4-BE49-F238E27FC236}">
                    <a16:creationId xmlns:a16="http://schemas.microsoft.com/office/drawing/2014/main" id="{0A5996FF-13B5-4595-B6F3-4E9AF5E44F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8225" y="2139950"/>
                <a:ext cx="0" cy="180000"/>
              </a:xfrm>
              <a:prstGeom prst="line">
                <a:avLst/>
              </a:prstGeom>
              <a:ln w="1905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直接连接符 87">
                <a:extLst>
                  <a:ext uri="{FF2B5EF4-FFF2-40B4-BE49-F238E27FC236}">
                    <a16:creationId xmlns:a16="http://schemas.microsoft.com/office/drawing/2014/main" id="{B35328E8-60DE-4B08-BBC1-63BACD626D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06320" y="2307251"/>
                <a:ext cx="180000" cy="0"/>
              </a:xfrm>
              <a:prstGeom prst="line">
                <a:avLst/>
              </a:prstGeom>
              <a:ln w="1905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E1DF347C-5D51-4B57-B6D4-2BA89AEA4D71}"/>
                </a:ext>
              </a:extLst>
            </p:cNvPr>
            <p:cNvGrpSpPr/>
            <p:nvPr/>
          </p:nvGrpSpPr>
          <p:grpSpPr>
            <a:xfrm>
              <a:off x="3831924" y="2634456"/>
              <a:ext cx="650944" cy="180000"/>
              <a:chOff x="734400" y="2392363"/>
              <a:chExt cx="650944" cy="180000"/>
            </a:xfrm>
          </p:grpSpPr>
          <p:cxnSp>
            <p:nvCxnSpPr>
              <p:cNvPr id="75" name="直接连接符 74">
                <a:extLst>
                  <a:ext uri="{FF2B5EF4-FFF2-40B4-BE49-F238E27FC236}">
                    <a16:creationId xmlns:a16="http://schemas.microsoft.com/office/drawing/2014/main" id="{E167D361-0A63-46E1-9E43-91647C379E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1019" y="2404268"/>
                <a:ext cx="180000" cy="0"/>
              </a:xfrm>
              <a:prstGeom prst="line">
                <a:avLst/>
              </a:prstGeom>
              <a:ln w="1905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>
                <a:extLst>
                  <a:ext uri="{FF2B5EF4-FFF2-40B4-BE49-F238E27FC236}">
                    <a16:creationId xmlns:a16="http://schemas.microsoft.com/office/drawing/2014/main" id="{71BEFC99-B76A-448D-91DC-6D44195CBF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9114" y="2392363"/>
                <a:ext cx="0" cy="180000"/>
              </a:xfrm>
              <a:prstGeom prst="line">
                <a:avLst/>
              </a:prstGeom>
              <a:ln w="1905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>
                <a:extLst>
                  <a:ext uri="{FF2B5EF4-FFF2-40B4-BE49-F238E27FC236}">
                    <a16:creationId xmlns:a16="http://schemas.microsoft.com/office/drawing/2014/main" id="{CDB6FE58-76EA-477A-8806-1F160D65C1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7209" y="2559664"/>
                <a:ext cx="180000" cy="0"/>
              </a:xfrm>
              <a:prstGeom prst="line">
                <a:avLst/>
              </a:prstGeom>
              <a:ln w="1905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>
                <a:extLst>
                  <a:ext uri="{FF2B5EF4-FFF2-40B4-BE49-F238E27FC236}">
                    <a16:creationId xmlns:a16="http://schemas.microsoft.com/office/drawing/2014/main" id="{CEB3A742-6851-43FA-BCC5-5398E4F033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4328" y="2392363"/>
                <a:ext cx="0" cy="180000"/>
              </a:xfrm>
              <a:prstGeom prst="line">
                <a:avLst/>
              </a:prstGeom>
              <a:ln w="1905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>
                <a:extLst>
                  <a:ext uri="{FF2B5EF4-FFF2-40B4-BE49-F238E27FC236}">
                    <a16:creationId xmlns:a16="http://schemas.microsoft.com/office/drawing/2014/main" id="{1815E18F-DAC0-433C-A50E-2887558A26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05344" y="2404268"/>
                <a:ext cx="180000" cy="0"/>
              </a:xfrm>
              <a:prstGeom prst="line">
                <a:avLst/>
              </a:prstGeom>
              <a:ln w="1905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>
                <a:extLst>
                  <a:ext uri="{FF2B5EF4-FFF2-40B4-BE49-F238E27FC236}">
                    <a16:creationId xmlns:a16="http://schemas.microsoft.com/office/drawing/2014/main" id="{B4423749-CE4E-4286-A2D9-443DB2C09C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4400" y="2559664"/>
                <a:ext cx="180000" cy="0"/>
              </a:xfrm>
              <a:prstGeom prst="line">
                <a:avLst/>
              </a:prstGeom>
              <a:ln w="1905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>
                <a:extLst>
                  <a:ext uri="{FF2B5EF4-FFF2-40B4-BE49-F238E27FC236}">
                    <a16:creationId xmlns:a16="http://schemas.microsoft.com/office/drawing/2014/main" id="{5AAAF186-0582-478F-8C5E-D0E400AE2F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1519" y="2392363"/>
                <a:ext cx="0" cy="180000"/>
              </a:xfrm>
              <a:prstGeom prst="line">
                <a:avLst/>
              </a:prstGeom>
              <a:ln w="1905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CAFAD87C-A06D-4BCA-95B1-599065E3E2C0}"/>
                </a:ext>
              </a:extLst>
            </p:cNvPr>
            <p:cNvCxnSpPr>
              <a:cxnSpLocks/>
            </p:cNvCxnSpPr>
            <p:nvPr/>
          </p:nvCxnSpPr>
          <p:spPr>
            <a:xfrm>
              <a:off x="3523440" y="2224881"/>
              <a:ext cx="319631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8BD8C813-71C1-4E93-913F-752D753B997E}"/>
                </a:ext>
              </a:extLst>
            </p:cNvPr>
            <p:cNvCxnSpPr>
              <a:cxnSpLocks/>
            </p:cNvCxnSpPr>
            <p:nvPr/>
          </p:nvCxnSpPr>
          <p:spPr>
            <a:xfrm>
              <a:off x="3523440" y="2729957"/>
              <a:ext cx="319631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连接符: 肘形 64">
              <a:extLst>
                <a:ext uri="{FF2B5EF4-FFF2-40B4-BE49-F238E27FC236}">
                  <a16:creationId xmlns:a16="http://schemas.microsoft.com/office/drawing/2014/main" id="{622DC48F-C0C7-4B96-BC3B-A0C8D0FEDE3E}"/>
                </a:ext>
              </a:extLst>
            </p:cNvPr>
            <p:cNvCxnSpPr>
              <a:cxnSpLocks/>
              <a:endCxn id="92" idx="2"/>
            </p:cNvCxnSpPr>
            <p:nvPr/>
          </p:nvCxnSpPr>
          <p:spPr>
            <a:xfrm flipV="1">
              <a:off x="3018178" y="2217919"/>
              <a:ext cx="329898" cy="257424"/>
            </a:xfrm>
            <a:prstGeom prst="bentConnector3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连接符: 肘形 65">
              <a:extLst>
                <a:ext uri="{FF2B5EF4-FFF2-40B4-BE49-F238E27FC236}">
                  <a16:creationId xmlns:a16="http://schemas.microsoft.com/office/drawing/2014/main" id="{3FDA0798-3B49-46BF-93CB-02FBF583A3FF}"/>
                </a:ext>
              </a:extLst>
            </p:cNvPr>
            <p:cNvCxnSpPr>
              <a:cxnSpLocks/>
              <a:endCxn id="89" idx="2"/>
            </p:cNvCxnSpPr>
            <p:nvPr/>
          </p:nvCxnSpPr>
          <p:spPr>
            <a:xfrm>
              <a:off x="3018178" y="2475343"/>
              <a:ext cx="334390" cy="251621"/>
            </a:xfrm>
            <a:prstGeom prst="bentConnector3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F8493ECA-ACB6-4462-862C-24F79B5EC683}"/>
                    </a:ext>
                  </a:extLst>
                </p:cNvPr>
                <p:cNvSpPr txBox="1"/>
                <p:nvPr/>
              </p:nvSpPr>
              <p:spPr>
                <a:xfrm>
                  <a:off x="1861866" y="2197187"/>
                  <a:ext cx="294625" cy="2769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rgbClr val="5D1709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  <m:r>
                          <a:rPr lang="en-US" altLang="zh-CN" sz="1200" b="0" i="1" smtClean="0">
                            <a:solidFill>
                              <a:srgbClr val="5D170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5D170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F8493ECA-ACB6-4462-862C-24F79B5EC6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1866" y="2197187"/>
                  <a:ext cx="294625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84EAE5CF-0C3C-45B2-BAF4-A92FABDEE1AC}"/>
                    </a:ext>
                  </a:extLst>
                </p:cNvPr>
                <p:cNvSpPr txBox="1"/>
                <p:nvPr/>
              </p:nvSpPr>
              <p:spPr>
                <a:xfrm>
                  <a:off x="1870170" y="2483462"/>
                  <a:ext cx="294625" cy="2769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rgbClr val="5D1709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90</m:t>
                        </m:r>
                        <m:r>
                          <a:rPr lang="en-US" altLang="zh-CN" sz="1200" b="0" i="1" smtClean="0">
                            <a:solidFill>
                              <a:srgbClr val="5D170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5D170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84EAE5CF-0C3C-45B2-BAF4-A92FABDEE1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0170" y="2483462"/>
                  <a:ext cx="294625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1458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A76E8A1A-31D8-47C6-A459-F21F3BE88F0A}"/>
                    </a:ext>
                  </a:extLst>
                </p:cNvPr>
                <p:cNvSpPr txBox="1"/>
                <p:nvPr/>
              </p:nvSpPr>
              <p:spPr>
                <a:xfrm>
                  <a:off x="3185864" y="2190442"/>
                  <a:ext cx="294625" cy="2769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rgbClr val="5D1709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  <m:r>
                          <a:rPr lang="en-US" altLang="zh-CN" sz="1200" b="0" i="1" smtClean="0">
                            <a:solidFill>
                              <a:srgbClr val="5D170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5D170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A76E8A1A-31D8-47C6-A459-F21F3BE88F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85864" y="2190442"/>
                  <a:ext cx="294625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F89B4DA1-9DD8-4167-98E1-47999E97AEAA}"/>
                    </a:ext>
                  </a:extLst>
                </p:cNvPr>
                <p:cNvSpPr txBox="1"/>
                <p:nvPr/>
              </p:nvSpPr>
              <p:spPr>
                <a:xfrm>
                  <a:off x="3194168" y="2476717"/>
                  <a:ext cx="294625" cy="2769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rgbClr val="5D1709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90</m:t>
                        </m:r>
                        <m:r>
                          <a:rPr lang="en-US" altLang="zh-CN" sz="1200" b="0" i="1" smtClean="0">
                            <a:solidFill>
                              <a:srgbClr val="5D170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5D170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F89B4DA1-9DD8-4167-98E1-47999E97AE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94168" y="2476717"/>
                  <a:ext cx="294625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1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824C3377-F306-4C58-AF6F-FB2AF7F4A15E}"/>
                    </a:ext>
                  </a:extLst>
                </p:cNvPr>
                <p:cNvSpPr txBox="1"/>
                <p:nvPr/>
              </p:nvSpPr>
              <p:spPr>
                <a:xfrm>
                  <a:off x="4394531" y="2058687"/>
                  <a:ext cx="294625" cy="2769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𝐼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824C3377-F306-4C58-AF6F-FB2AF7F4A1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4531" y="2058687"/>
                  <a:ext cx="294625" cy="276999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32D0D9C8-6FD0-483C-8878-79141759DCF4}"/>
                    </a:ext>
                  </a:extLst>
                </p:cNvPr>
                <p:cNvSpPr txBox="1"/>
                <p:nvPr/>
              </p:nvSpPr>
              <p:spPr>
                <a:xfrm>
                  <a:off x="4394531" y="2585636"/>
                  <a:ext cx="294625" cy="27764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𝑄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32D0D9C8-6FD0-483C-8878-79141759DC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4531" y="2585636"/>
                  <a:ext cx="294625" cy="277640"/>
                </a:xfrm>
                <a:prstGeom prst="rect">
                  <a:avLst/>
                </a:prstGeom>
                <a:blipFill>
                  <a:blip r:embed="rId16"/>
                  <a:stretch>
                    <a:fillRect b="-217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E4F78110-8032-4347-A8B8-E843315EDF1E}"/>
                    </a:ext>
                  </a:extLst>
                </p:cNvPr>
                <p:cNvSpPr txBox="1"/>
                <p:nvPr/>
              </p:nvSpPr>
              <p:spPr>
                <a:xfrm>
                  <a:off x="440784" y="2096787"/>
                  <a:ext cx="294625" cy="2769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𝐼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E4F78110-8032-4347-A8B8-E843315EDF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784" y="2096787"/>
                  <a:ext cx="294625" cy="276999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B81FD065-0382-4C57-BCB7-24175CB81FD0}"/>
                    </a:ext>
                  </a:extLst>
                </p:cNvPr>
                <p:cNvSpPr txBox="1"/>
                <p:nvPr/>
              </p:nvSpPr>
              <p:spPr>
                <a:xfrm>
                  <a:off x="440784" y="2623736"/>
                  <a:ext cx="294625" cy="27764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𝑄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B81FD065-0382-4C57-BCB7-24175CB81F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784" y="2623736"/>
                  <a:ext cx="294625" cy="277640"/>
                </a:xfrm>
                <a:prstGeom prst="rect">
                  <a:avLst/>
                </a:prstGeom>
                <a:blipFill>
                  <a:blip r:embed="rId16"/>
                  <a:stretch>
                    <a:fillRect b="-217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0" name="组合 119">
            <a:extLst>
              <a:ext uri="{FF2B5EF4-FFF2-40B4-BE49-F238E27FC236}">
                <a16:creationId xmlns:a16="http://schemas.microsoft.com/office/drawing/2014/main" id="{441C17C1-F7E1-4F95-B6F3-447C85120B3D}"/>
              </a:ext>
            </a:extLst>
          </p:cNvPr>
          <p:cNvGrpSpPr/>
          <p:nvPr/>
        </p:nvGrpSpPr>
        <p:grpSpPr>
          <a:xfrm>
            <a:off x="3952384" y="1210032"/>
            <a:ext cx="3295650" cy="3126829"/>
            <a:chOff x="5251438" y="222695"/>
            <a:chExt cx="3295650" cy="3126829"/>
          </a:xfrm>
        </p:grpSpPr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2D2968E9-61F6-467D-8159-7FA7C6E1299D}"/>
                </a:ext>
              </a:extLst>
            </p:cNvPr>
            <p:cNvCxnSpPr>
              <a:cxnSpLocks/>
            </p:cNvCxnSpPr>
            <p:nvPr/>
          </p:nvCxnSpPr>
          <p:spPr>
            <a:xfrm>
              <a:off x="5251438" y="1825524"/>
              <a:ext cx="329565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54020DC9-AC30-482E-9BF7-A3796B2645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1815" y="291999"/>
              <a:ext cx="0" cy="305752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椭圆 122">
              <a:extLst>
                <a:ext uri="{FF2B5EF4-FFF2-40B4-BE49-F238E27FC236}">
                  <a16:creationId xmlns:a16="http://schemas.microsoft.com/office/drawing/2014/main" id="{0A5A5F99-D646-42EB-AED9-CFD61DA83297}"/>
                </a:ext>
              </a:extLst>
            </p:cNvPr>
            <p:cNvSpPr/>
            <p:nvPr/>
          </p:nvSpPr>
          <p:spPr>
            <a:xfrm>
              <a:off x="7740839" y="1699807"/>
              <a:ext cx="241908" cy="241908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4" name="文本框 123">
              <a:extLst>
                <a:ext uri="{FF2B5EF4-FFF2-40B4-BE49-F238E27FC236}">
                  <a16:creationId xmlns:a16="http://schemas.microsoft.com/office/drawing/2014/main" id="{471A5F8D-C39D-4FBC-A508-3816C20E17E9}"/>
                </a:ext>
              </a:extLst>
            </p:cNvPr>
            <p:cNvSpPr txBox="1"/>
            <p:nvPr/>
          </p:nvSpPr>
          <p:spPr>
            <a:xfrm>
              <a:off x="7624875" y="1335968"/>
              <a:ext cx="443180" cy="33938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16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文本框 124">
                  <a:extLst>
                    <a:ext uri="{FF2B5EF4-FFF2-40B4-BE49-F238E27FC236}">
                      <a16:creationId xmlns:a16="http://schemas.microsoft.com/office/drawing/2014/main" id="{C0695810-486D-4B13-BA2F-DD2EC6B0188A}"/>
                    </a:ext>
                  </a:extLst>
                </p:cNvPr>
                <p:cNvSpPr txBox="1"/>
                <p:nvPr/>
              </p:nvSpPr>
              <p:spPr>
                <a:xfrm>
                  <a:off x="8252462" y="1879365"/>
                  <a:ext cx="294625" cy="33855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𝐼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25" name="文本框 124">
                  <a:extLst>
                    <a:ext uri="{FF2B5EF4-FFF2-40B4-BE49-F238E27FC236}">
                      <a16:creationId xmlns:a16="http://schemas.microsoft.com/office/drawing/2014/main" id="{C0695810-486D-4B13-BA2F-DD2EC6B018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52462" y="1879365"/>
                  <a:ext cx="294625" cy="338554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文本框 125">
                  <a:extLst>
                    <a:ext uri="{FF2B5EF4-FFF2-40B4-BE49-F238E27FC236}">
                      <a16:creationId xmlns:a16="http://schemas.microsoft.com/office/drawing/2014/main" id="{6AEAF2BD-F8A6-45DB-9DB2-8C72D8D1AAD5}"/>
                    </a:ext>
                  </a:extLst>
                </p:cNvPr>
                <p:cNvSpPr txBox="1"/>
                <p:nvPr/>
              </p:nvSpPr>
              <p:spPr>
                <a:xfrm>
                  <a:off x="6829606" y="222695"/>
                  <a:ext cx="294625" cy="339388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𝑄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26" name="文本框 125">
                  <a:extLst>
                    <a:ext uri="{FF2B5EF4-FFF2-40B4-BE49-F238E27FC236}">
                      <a16:creationId xmlns:a16="http://schemas.microsoft.com/office/drawing/2014/main" id="{6AEAF2BD-F8A6-45DB-9DB2-8C72D8D1AA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9606" y="222695"/>
                  <a:ext cx="294625" cy="339388"/>
                </a:xfrm>
                <a:prstGeom prst="rect">
                  <a:avLst/>
                </a:prstGeom>
                <a:blipFill>
                  <a:blip r:embed="rId19"/>
                  <a:stretch>
                    <a:fillRect r="-6122" b="-89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7" name="椭圆 126">
              <a:extLst>
                <a:ext uri="{FF2B5EF4-FFF2-40B4-BE49-F238E27FC236}">
                  <a16:creationId xmlns:a16="http://schemas.microsoft.com/office/drawing/2014/main" id="{B6851A5E-E4AE-484B-B8D6-8A83AFD5E026}"/>
                </a:ext>
              </a:extLst>
            </p:cNvPr>
            <p:cNvSpPr/>
            <p:nvPr/>
          </p:nvSpPr>
          <p:spPr>
            <a:xfrm>
              <a:off x="5825507" y="1699807"/>
              <a:ext cx="241908" cy="241908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D8235B0E-5392-4EAE-854A-2C12DE71FFE2}"/>
                </a:ext>
              </a:extLst>
            </p:cNvPr>
            <p:cNvSpPr txBox="1"/>
            <p:nvPr/>
          </p:nvSpPr>
          <p:spPr>
            <a:xfrm>
              <a:off x="5709543" y="1335968"/>
              <a:ext cx="443180" cy="33938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sz="16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9" name="组合 128">
            <a:extLst>
              <a:ext uri="{FF2B5EF4-FFF2-40B4-BE49-F238E27FC236}">
                <a16:creationId xmlns:a16="http://schemas.microsoft.com/office/drawing/2014/main" id="{FB82BF1B-EB02-41CE-867C-1F8B71DB940F}"/>
              </a:ext>
            </a:extLst>
          </p:cNvPr>
          <p:cNvGrpSpPr/>
          <p:nvPr/>
        </p:nvGrpSpPr>
        <p:grpSpPr>
          <a:xfrm>
            <a:off x="8017517" y="1212175"/>
            <a:ext cx="3295650" cy="3126829"/>
            <a:chOff x="5288208" y="3501211"/>
            <a:chExt cx="3295650" cy="3126829"/>
          </a:xfrm>
        </p:grpSpPr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9814AF3E-4AB6-4CFB-A232-92508AE1526F}"/>
                </a:ext>
              </a:extLst>
            </p:cNvPr>
            <p:cNvCxnSpPr>
              <a:cxnSpLocks/>
            </p:cNvCxnSpPr>
            <p:nvPr/>
          </p:nvCxnSpPr>
          <p:spPr>
            <a:xfrm>
              <a:off x="5288208" y="5104040"/>
              <a:ext cx="329565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C2C7F54A-B678-4065-BB59-78FA38BBE4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8585" y="3570515"/>
              <a:ext cx="0" cy="305752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椭圆 131">
              <a:extLst>
                <a:ext uri="{FF2B5EF4-FFF2-40B4-BE49-F238E27FC236}">
                  <a16:creationId xmlns:a16="http://schemas.microsoft.com/office/drawing/2014/main" id="{F4C3A621-E907-47BD-9DF5-1447F17BB836}"/>
                </a:ext>
              </a:extLst>
            </p:cNvPr>
            <p:cNvSpPr/>
            <p:nvPr/>
          </p:nvSpPr>
          <p:spPr>
            <a:xfrm>
              <a:off x="7740839" y="3979880"/>
              <a:ext cx="241908" cy="241908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文本框 132">
              <a:extLst>
                <a:ext uri="{FF2B5EF4-FFF2-40B4-BE49-F238E27FC236}">
                  <a16:creationId xmlns:a16="http://schemas.microsoft.com/office/drawing/2014/main" id="{FF587554-CC31-4863-8AFD-D3995557B997}"/>
                </a:ext>
              </a:extLst>
            </p:cNvPr>
            <p:cNvSpPr txBox="1"/>
            <p:nvPr/>
          </p:nvSpPr>
          <p:spPr>
            <a:xfrm>
              <a:off x="7624875" y="3616041"/>
              <a:ext cx="443180" cy="33938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</a:t>
              </a:r>
              <a:endParaRPr lang="zh-CN" altLang="en-US" sz="16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文本框 133">
                  <a:extLst>
                    <a:ext uri="{FF2B5EF4-FFF2-40B4-BE49-F238E27FC236}">
                      <a16:creationId xmlns:a16="http://schemas.microsoft.com/office/drawing/2014/main" id="{627DCB7E-B970-49B5-902F-EB519C155CAF}"/>
                    </a:ext>
                  </a:extLst>
                </p:cNvPr>
                <p:cNvSpPr txBox="1"/>
                <p:nvPr/>
              </p:nvSpPr>
              <p:spPr>
                <a:xfrm>
                  <a:off x="8289232" y="5157881"/>
                  <a:ext cx="294625" cy="33855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𝐼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34" name="文本框 133">
                  <a:extLst>
                    <a:ext uri="{FF2B5EF4-FFF2-40B4-BE49-F238E27FC236}">
                      <a16:creationId xmlns:a16="http://schemas.microsoft.com/office/drawing/2014/main" id="{627DCB7E-B970-49B5-902F-EB519C155C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89232" y="5157881"/>
                  <a:ext cx="294625" cy="338554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13FDF1CD-F4AF-4B0B-AB0E-A757743B03C1}"/>
                    </a:ext>
                  </a:extLst>
                </p:cNvPr>
                <p:cNvSpPr txBox="1"/>
                <p:nvPr/>
              </p:nvSpPr>
              <p:spPr>
                <a:xfrm>
                  <a:off x="6866376" y="3501211"/>
                  <a:ext cx="294625" cy="339388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𝑄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13FDF1CD-F4AF-4B0B-AB0E-A757743B03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6376" y="3501211"/>
                  <a:ext cx="294625" cy="339388"/>
                </a:xfrm>
                <a:prstGeom prst="rect">
                  <a:avLst/>
                </a:prstGeom>
                <a:blipFill>
                  <a:blip r:embed="rId21"/>
                  <a:stretch>
                    <a:fillRect r="-8333" b="-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6" name="椭圆 135">
              <a:extLst>
                <a:ext uri="{FF2B5EF4-FFF2-40B4-BE49-F238E27FC236}">
                  <a16:creationId xmlns:a16="http://schemas.microsoft.com/office/drawing/2014/main" id="{89158108-D649-49D6-8796-36521EC3382C}"/>
                </a:ext>
              </a:extLst>
            </p:cNvPr>
            <p:cNvSpPr/>
            <p:nvPr/>
          </p:nvSpPr>
          <p:spPr>
            <a:xfrm>
              <a:off x="5825507" y="3979880"/>
              <a:ext cx="241908" cy="241908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43A106EA-A415-45BA-A6E2-0AFEA58596FF}"/>
                </a:ext>
              </a:extLst>
            </p:cNvPr>
            <p:cNvSpPr txBox="1"/>
            <p:nvPr/>
          </p:nvSpPr>
          <p:spPr>
            <a:xfrm>
              <a:off x="5709543" y="3616041"/>
              <a:ext cx="443180" cy="33938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16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8" name="椭圆 137">
              <a:extLst>
                <a:ext uri="{FF2B5EF4-FFF2-40B4-BE49-F238E27FC236}">
                  <a16:creationId xmlns:a16="http://schemas.microsoft.com/office/drawing/2014/main" id="{6A7006FF-A7EF-47DA-85E9-8C3ECF969BF3}"/>
                </a:ext>
              </a:extLst>
            </p:cNvPr>
            <p:cNvSpPr/>
            <p:nvPr/>
          </p:nvSpPr>
          <p:spPr>
            <a:xfrm>
              <a:off x="7740839" y="5899202"/>
              <a:ext cx="241908" cy="241908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31EAA3DF-2252-4653-B71C-3B3E5B208C2C}"/>
                </a:ext>
              </a:extLst>
            </p:cNvPr>
            <p:cNvSpPr txBox="1"/>
            <p:nvPr/>
          </p:nvSpPr>
          <p:spPr>
            <a:xfrm>
              <a:off x="7624875" y="5535363"/>
              <a:ext cx="443180" cy="33938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endParaRPr lang="zh-CN" altLang="en-US" sz="16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0" name="椭圆 139">
              <a:extLst>
                <a:ext uri="{FF2B5EF4-FFF2-40B4-BE49-F238E27FC236}">
                  <a16:creationId xmlns:a16="http://schemas.microsoft.com/office/drawing/2014/main" id="{BBE200C5-FAE9-496A-8E8D-345EDBDDE079}"/>
                </a:ext>
              </a:extLst>
            </p:cNvPr>
            <p:cNvSpPr/>
            <p:nvPr/>
          </p:nvSpPr>
          <p:spPr>
            <a:xfrm>
              <a:off x="5825507" y="5899202"/>
              <a:ext cx="241908" cy="241908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文本框 140">
              <a:extLst>
                <a:ext uri="{FF2B5EF4-FFF2-40B4-BE49-F238E27FC236}">
                  <a16:creationId xmlns:a16="http://schemas.microsoft.com/office/drawing/2014/main" id="{93395E37-A66E-425C-901B-B8AD5D8BDED2}"/>
                </a:ext>
              </a:extLst>
            </p:cNvPr>
            <p:cNvSpPr txBox="1"/>
            <p:nvPr/>
          </p:nvSpPr>
          <p:spPr>
            <a:xfrm>
              <a:off x="5709543" y="5535363"/>
              <a:ext cx="443180" cy="33938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  <a:endParaRPr lang="zh-CN" altLang="en-US" sz="16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2" name="组合 141">
            <a:extLst>
              <a:ext uri="{FF2B5EF4-FFF2-40B4-BE49-F238E27FC236}">
                <a16:creationId xmlns:a16="http://schemas.microsoft.com/office/drawing/2014/main" id="{0020EB45-5F8B-49C2-B5B4-291E1E777BA2}"/>
              </a:ext>
            </a:extLst>
          </p:cNvPr>
          <p:cNvGrpSpPr/>
          <p:nvPr/>
        </p:nvGrpSpPr>
        <p:grpSpPr>
          <a:xfrm>
            <a:off x="3936673" y="4533271"/>
            <a:ext cx="3295650" cy="3126829"/>
            <a:chOff x="654038" y="1492695"/>
            <a:chExt cx="3295650" cy="3126829"/>
          </a:xfrm>
        </p:grpSpPr>
        <p:sp>
          <p:nvSpPr>
            <p:cNvPr id="143" name="矩形 142">
              <a:extLst>
                <a:ext uri="{FF2B5EF4-FFF2-40B4-BE49-F238E27FC236}">
                  <a16:creationId xmlns:a16="http://schemas.microsoft.com/office/drawing/2014/main" id="{DAE547C6-02C7-4103-B9C6-CD67F4ABFB6E}"/>
                </a:ext>
              </a:extLst>
            </p:cNvPr>
            <p:cNvSpPr/>
            <p:nvPr/>
          </p:nvSpPr>
          <p:spPr>
            <a:xfrm>
              <a:off x="2204415" y="1932473"/>
              <a:ext cx="1422855" cy="2269422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4" name="直接连接符 143">
              <a:extLst>
                <a:ext uri="{FF2B5EF4-FFF2-40B4-BE49-F238E27FC236}">
                  <a16:creationId xmlns:a16="http://schemas.microsoft.com/office/drawing/2014/main" id="{83BC4B92-D26D-407B-88FB-5A3F8F97115B}"/>
                </a:ext>
              </a:extLst>
            </p:cNvPr>
            <p:cNvCxnSpPr>
              <a:cxnSpLocks/>
            </p:cNvCxnSpPr>
            <p:nvPr/>
          </p:nvCxnSpPr>
          <p:spPr>
            <a:xfrm>
              <a:off x="654038" y="3095524"/>
              <a:ext cx="329565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692C3FC5-12ED-43DB-AACB-FE0B482F99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4415" y="1561999"/>
              <a:ext cx="0" cy="305752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椭圆 145">
              <a:extLst>
                <a:ext uri="{FF2B5EF4-FFF2-40B4-BE49-F238E27FC236}">
                  <a16:creationId xmlns:a16="http://schemas.microsoft.com/office/drawing/2014/main" id="{9114A2F2-4424-4A01-8039-BCE58CD87293}"/>
                </a:ext>
              </a:extLst>
            </p:cNvPr>
            <p:cNvSpPr/>
            <p:nvPr/>
          </p:nvSpPr>
          <p:spPr>
            <a:xfrm>
              <a:off x="3143439" y="2969807"/>
              <a:ext cx="241908" cy="241908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" name="文本框 146">
              <a:extLst>
                <a:ext uri="{FF2B5EF4-FFF2-40B4-BE49-F238E27FC236}">
                  <a16:creationId xmlns:a16="http://schemas.microsoft.com/office/drawing/2014/main" id="{DB0B659D-09F7-43EB-8A44-614D5ACE6A35}"/>
                </a:ext>
              </a:extLst>
            </p:cNvPr>
            <p:cNvSpPr txBox="1"/>
            <p:nvPr/>
          </p:nvSpPr>
          <p:spPr>
            <a:xfrm>
              <a:off x="3027475" y="2605968"/>
              <a:ext cx="443180" cy="33938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16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939EEC05-5331-40F2-83AF-672A142CEBEB}"/>
                    </a:ext>
                  </a:extLst>
                </p:cNvPr>
                <p:cNvSpPr txBox="1"/>
                <p:nvPr/>
              </p:nvSpPr>
              <p:spPr>
                <a:xfrm>
                  <a:off x="3655062" y="3149365"/>
                  <a:ext cx="294625" cy="33855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𝐼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939EEC05-5331-40F2-83AF-672A142CEB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55062" y="3149365"/>
                  <a:ext cx="294625" cy="338554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文本框 148">
                  <a:extLst>
                    <a:ext uri="{FF2B5EF4-FFF2-40B4-BE49-F238E27FC236}">
                      <a16:creationId xmlns:a16="http://schemas.microsoft.com/office/drawing/2014/main" id="{37E1AEEE-F236-43F1-A14D-B64809A3C336}"/>
                    </a:ext>
                  </a:extLst>
                </p:cNvPr>
                <p:cNvSpPr txBox="1"/>
                <p:nvPr/>
              </p:nvSpPr>
              <p:spPr>
                <a:xfrm>
                  <a:off x="2232206" y="1492695"/>
                  <a:ext cx="294625" cy="339388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𝑄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49" name="文本框 148">
                  <a:extLst>
                    <a:ext uri="{FF2B5EF4-FFF2-40B4-BE49-F238E27FC236}">
                      <a16:creationId xmlns:a16="http://schemas.microsoft.com/office/drawing/2014/main" id="{37E1AEEE-F236-43F1-A14D-B64809A3C3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2206" y="1492695"/>
                  <a:ext cx="294625" cy="339388"/>
                </a:xfrm>
                <a:prstGeom prst="rect">
                  <a:avLst/>
                </a:prstGeom>
                <a:blipFill>
                  <a:blip r:embed="rId23"/>
                  <a:stretch>
                    <a:fillRect r="-6250" b="-90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0" name="椭圆 149">
              <a:extLst>
                <a:ext uri="{FF2B5EF4-FFF2-40B4-BE49-F238E27FC236}">
                  <a16:creationId xmlns:a16="http://schemas.microsoft.com/office/drawing/2014/main" id="{1C9D138A-A17B-437D-AB77-C8E3AE7290FF}"/>
                </a:ext>
              </a:extLst>
            </p:cNvPr>
            <p:cNvSpPr/>
            <p:nvPr/>
          </p:nvSpPr>
          <p:spPr>
            <a:xfrm>
              <a:off x="1228107" y="2969807"/>
              <a:ext cx="241908" cy="241908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1" name="文本框 150">
              <a:extLst>
                <a:ext uri="{FF2B5EF4-FFF2-40B4-BE49-F238E27FC236}">
                  <a16:creationId xmlns:a16="http://schemas.microsoft.com/office/drawing/2014/main" id="{2556398B-1999-4C96-8621-C8767FDE8490}"/>
                </a:ext>
              </a:extLst>
            </p:cNvPr>
            <p:cNvSpPr txBox="1"/>
            <p:nvPr/>
          </p:nvSpPr>
          <p:spPr>
            <a:xfrm>
              <a:off x="1112143" y="2605968"/>
              <a:ext cx="443180" cy="33938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sz="16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52" name="组合 151">
            <a:extLst>
              <a:ext uri="{FF2B5EF4-FFF2-40B4-BE49-F238E27FC236}">
                <a16:creationId xmlns:a16="http://schemas.microsoft.com/office/drawing/2014/main" id="{BD75CDEC-7DAD-4E8B-8C89-77AD759690DE}"/>
              </a:ext>
            </a:extLst>
          </p:cNvPr>
          <p:cNvGrpSpPr/>
          <p:nvPr/>
        </p:nvGrpSpPr>
        <p:grpSpPr>
          <a:xfrm>
            <a:off x="8025628" y="4446968"/>
            <a:ext cx="3295650" cy="3126829"/>
            <a:chOff x="6691935" y="1561999"/>
            <a:chExt cx="3295650" cy="3126829"/>
          </a:xfrm>
        </p:grpSpPr>
        <p:sp>
          <p:nvSpPr>
            <p:cNvPr id="153" name="矩形 152">
              <a:extLst>
                <a:ext uri="{FF2B5EF4-FFF2-40B4-BE49-F238E27FC236}">
                  <a16:creationId xmlns:a16="http://schemas.microsoft.com/office/drawing/2014/main" id="{BC6AE23B-BEC8-4B2F-BC05-A26093C6E430}"/>
                </a:ext>
              </a:extLst>
            </p:cNvPr>
            <p:cNvSpPr/>
            <p:nvPr/>
          </p:nvSpPr>
          <p:spPr>
            <a:xfrm>
              <a:off x="8249458" y="3149365"/>
              <a:ext cx="1422855" cy="1295633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54" name="直接连接符 153">
              <a:extLst>
                <a:ext uri="{FF2B5EF4-FFF2-40B4-BE49-F238E27FC236}">
                  <a16:creationId xmlns:a16="http://schemas.microsoft.com/office/drawing/2014/main" id="{D3464B84-A72A-40FF-A99C-BC2987E13ACB}"/>
                </a:ext>
              </a:extLst>
            </p:cNvPr>
            <p:cNvCxnSpPr>
              <a:cxnSpLocks/>
            </p:cNvCxnSpPr>
            <p:nvPr/>
          </p:nvCxnSpPr>
          <p:spPr>
            <a:xfrm>
              <a:off x="6691935" y="3164828"/>
              <a:ext cx="329565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接连接符 154">
              <a:extLst>
                <a:ext uri="{FF2B5EF4-FFF2-40B4-BE49-F238E27FC236}">
                  <a16:creationId xmlns:a16="http://schemas.microsoft.com/office/drawing/2014/main" id="{57B5B8D0-CD93-48E2-9E73-210D6D8472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2312" y="1631303"/>
              <a:ext cx="0" cy="305752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椭圆 155">
              <a:extLst>
                <a:ext uri="{FF2B5EF4-FFF2-40B4-BE49-F238E27FC236}">
                  <a16:creationId xmlns:a16="http://schemas.microsoft.com/office/drawing/2014/main" id="{A418C080-2363-4671-985B-169EC6230B78}"/>
                </a:ext>
              </a:extLst>
            </p:cNvPr>
            <p:cNvSpPr/>
            <p:nvPr/>
          </p:nvSpPr>
          <p:spPr>
            <a:xfrm>
              <a:off x="9144566" y="2040668"/>
              <a:ext cx="241908" cy="241908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7" name="文本框 156">
              <a:extLst>
                <a:ext uri="{FF2B5EF4-FFF2-40B4-BE49-F238E27FC236}">
                  <a16:creationId xmlns:a16="http://schemas.microsoft.com/office/drawing/2014/main" id="{363CB7E3-D733-48D8-A2F4-661A995721D7}"/>
                </a:ext>
              </a:extLst>
            </p:cNvPr>
            <p:cNvSpPr txBox="1"/>
            <p:nvPr/>
          </p:nvSpPr>
          <p:spPr>
            <a:xfrm>
              <a:off x="9028602" y="1676829"/>
              <a:ext cx="443180" cy="33938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</a:t>
              </a:r>
              <a:endParaRPr lang="zh-CN" altLang="en-US" sz="16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84516BE2-98DA-4704-9CC2-27EE61B537A3}"/>
                    </a:ext>
                  </a:extLst>
                </p:cNvPr>
                <p:cNvSpPr txBox="1"/>
                <p:nvPr/>
              </p:nvSpPr>
              <p:spPr>
                <a:xfrm>
                  <a:off x="9692959" y="3218669"/>
                  <a:ext cx="294625" cy="33855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𝐼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84516BE2-98DA-4704-9CC2-27EE61B537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92959" y="3218669"/>
                  <a:ext cx="294625" cy="338554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文本框 158">
                  <a:extLst>
                    <a:ext uri="{FF2B5EF4-FFF2-40B4-BE49-F238E27FC236}">
                      <a16:creationId xmlns:a16="http://schemas.microsoft.com/office/drawing/2014/main" id="{276CD9AD-1BF9-466E-BD7C-1C4EDFA1FC99}"/>
                    </a:ext>
                  </a:extLst>
                </p:cNvPr>
                <p:cNvSpPr txBox="1"/>
                <p:nvPr/>
              </p:nvSpPr>
              <p:spPr>
                <a:xfrm>
                  <a:off x="8270103" y="1561999"/>
                  <a:ext cx="294625" cy="339388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𝑄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59" name="文本框 158">
                  <a:extLst>
                    <a:ext uri="{FF2B5EF4-FFF2-40B4-BE49-F238E27FC236}">
                      <a16:creationId xmlns:a16="http://schemas.microsoft.com/office/drawing/2014/main" id="{276CD9AD-1BF9-466E-BD7C-1C4EDFA1FC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70103" y="1561999"/>
                  <a:ext cx="294625" cy="339388"/>
                </a:xfrm>
                <a:prstGeom prst="rect">
                  <a:avLst/>
                </a:prstGeom>
                <a:blipFill>
                  <a:blip r:embed="rId25"/>
                  <a:stretch>
                    <a:fillRect r="-6122" b="-89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0" name="椭圆 159">
              <a:extLst>
                <a:ext uri="{FF2B5EF4-FFF2-40B4-BE49-F238E27FC236}">
                  <a16:creationId xmlns:a16="http://schemas.microsoft.com/office/drawing/2014/main" id="{4C30152F-AB47-4716-B30B-2C72631C3BA5}"/>
                </a:ext>
              </a:extLst>
            </p:cNvPr>
            <p:cNvSpPr/>
            <p:nvPr/>
          </p:nvSpPr>
          <p:spPr>
            <a:xfrm>
              <a:off x="7229234" y="2040668"/>
              <a:ext cx="241908" cy="241908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1" name="文本框 160">
              <a:extLst>
                <a:ext uri="{FF2B5EF4-FFF2-40B4-BE49-F238E27FC236}">
                  <a16:creationId xmlns:a16="http://schemas.microsoft.com/office/drawing/2014/main" id="{C0B022AF-C911-4ED3-AD76-FCBEB0D38ACE}"/>
                </a:ext>
              </a:extLst>
            </p:cNvPr>
            <p:cNvSpPr txBox="1"/>
            <p:nvPr/>
          </p:nvSpPr>
          <p:spPr>
            <a:xfrm>
              <a:off x="7113270" y="1676829"/>
              <a:ext cx="443180" cy="33938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16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2" name="椭圆 161">
              <a:extLst>
                <a:ext uri="{FF2B5EF4-FFF2-40B4-BE49-F238E27FC236}">
                  <a16:creationId xmlns:a16="http://schemas.microsoft.com/office/drawing/2014/main" id="{C2C40A49-83A9-44E4-B6EF-213BC9119890}"/>
                </a:ext>
              </a:extLst>
            </p:cNvPr>
            <p:cNvSpPr/>
            <p:nvPr/>
          </p:nvSpPr>
          <p:spPr>
            <a:xfrm>
              <a:off x="9144566" y="3959990"/>
              <a:ext cx="241908" cy="241908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26370CE2-DEBE-4187-BEF4-2507BF572255}"/>
                </a:ext>
              </a:extLst>
            </p:cNvPr>
            <p:cNvSpPr txBox="1"/>
            <p:nvPr/>
          </p:nvSpPr>
          <p:spPr>
            <a:xfrm>
              <a:off x="9028602" y="3596151"/>
              <a:ext cx="443180" cy="33938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endParaRPr lang="zh-CN" altLang="en-US" sz="16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4" name="椭圆 163">
              <a:extLst>
                <a:ext uri="{FF2B5EF4-FFF2-40B4-BE49-F238E27FC236}">
                  <a16:creationId xmlns:a16="http://schemas.microsoft.com/office/drawing/2014/main" id="{AED7CC0B-F00C-4FC4-B31E-F7AF40349F9F}"/>
                </a:ext>
              </a:extLst>
            </p:cNvPr>
            <p:cNvSpPr/>
            <p:nvPr/>
          </p:nvSpPr>
          <p:spPr>
            <a:xfrm>
              <a:off x="7229234" y="3959990"/>
              <a:ext cx="241908" cy="241908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5" name="文本框 164">
              <a:extLst>
                <a:ext uri="{FF2B5EF4-FFF2-40B4-BE49-F238E27FC236}">
                  <a16:creationId xmlns:a16="http://schemas.microsoft.com/office/drawing/2014/main" id="{B010251B-B552-4B64-9EE8-B4D0C83B7024}"/>
                </a:ext>
              </a:extLst>
            </p:cNvPr>
            <p:cNvSpPr txBox="1"/>
            <p:nvPr/>
          </p:nvSpPr>
          <p:spPr>
            <a:xfrm>
              <a:off x="7113270" y="3596151"/>
              <a:ext cx="443180" cy="33938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  <a:endParaRPr lang="zh-CN" altLang="en-US" sz="16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9719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>
            <a:extLst>
              <a:ext uri="{FF2B5EF4-FFF2-40B4-BE49-F238E27FC236}">
                <a16:creationId xmlns:a16="http://schemas.microsoft.com/office/drawing/2014/main" id="{5CEA2949-C031-471A-9DE3-D4B423B2DD3E}"/>
              </a:ext>
            </a:extLst>
          </p:cNvPr>
          <p:cNvGrpSpPr/>
          <p:nvPr/>
        </p:nvGrpSpPr>
        <p:grpSpPr>
          <a:xfrm>
            <a:off x="254532" y="173557"/>
            <a:ext cx="3295650" cy="3396958"/>
            <a:chOff x="964235" y="1279170"/>
            <a:chExt cx="3295650" cy="3396958"/>
          </a:xfrm>
        </p:grpSpPr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E2459C84-4009-4767-82E8-D8527B5FF4D4}"/>
                </a:ext>
              </a:extLst>
            </p:cNvPr>
            <p:cNvCxnSpPr>
              <a:cxnSpLocks/>
            </p:cNvCxnSpPr>
            <p:nvPr/>
          </p:nvCxnSpPr>
          <p:spPr>
            <a:xfrm>
              <a:off x="964235" y="3152128"/>
              <a:ext cx="329565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E91821A2-8A9A-4B3E-98EC-0E14043B08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14612" y="1618603"/>
              <a:ext cx="0" cy="305752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C128C35E-2937-4E3E-970A-AD7517BBA805}"/>
                </a:ext>
              </a:extLst>
            </p:cNvPr>
            <p:cNvSpPr/>
            <p:nvPr/>
          </p:nvSpPr>
          <p:spPr>
            <a:xfrm>
              <a:off x="3416866" y="2027968"/>
              <a:ext cx="241908" cy="241908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B80DC7A2-24A8-4593-8642-7E9AE1BD6E25}"/>
                    </a:ext>
                  </a:extLst>
                </p:cNvPr>
                <p:cNvSpPr txBox="1"/>
                <p:nvPr/>
              </p:nvSpPr>
              <p:spPr>
                <a:xfrm>
                  <a:off x="3965259" y="3205969"/>
                  <a:ext cx="294625" cy="33855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𝐼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B80DC7A2-24A8-4593-8642-7E9AE1BD6E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5259" y="3205969"/>
                  <a:ext cx="294625" cy="33855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44DB66C1-1872-4DA2-9C4B-ACC1CAE83C82}"/>
                    </a:ext>
                  </a:extLst>
                </p:cNvPr>
                <p:cNvSpPr txBox="1"/>
                <p:nvPr/>
              </p:nvSpPr>
              <p:spPr>
                <a:xfrm>
                  <a:off x="2542403" y="1549299"/>
                  <a:ext cx="294625" cy="339388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𝑄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44DB66C1-1872-4DA2-9C4B-ACC1CAE83C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42403" y="1549299"/>
                  <a:ext cx="294625" cy="339388"/>
                </a:xfrm>
                <a:prstGeom prst="rect">
                  <a:avLst/>
                </a:prstGeom>
                <a:blipFill>
                  <a:blip r:embed="rId3"/>
                  <a:stretch>
                    <a:fillRect r="-6250" b="-90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6667E32A-7C61-4DD6-926F-A4877CDB2136}"/>
                </a:ext>
              </a:extLst>
            </p:cNvPr>
            <p:cNvSpPr/>
            <p:nvPr/>
          </p:nvSpPr>
          <p:spPr>
            <a:xfrm>
              <a:off x="1501534" y="2027968"/>
              <a:ext cx="241908" cy="241908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FE51B02C-E61E-4876-986F-DB2E0EFB553F}"/>
                </a:ext>
              </a:extLst>
            </p:cNvPr>
            <p:cNvSpPr/>
            <p:nvPr/>
          </p:nvSpPr>
          <p:spPr>
            <a:xfrm>
              <a:off x="3416866" y="3947290"/>
              <a:ext cx="241908" cy="241908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67E9E23C-1786-40EF-A97F-C6A874B2E810}"/>
                </a:ext>
              </a:extLst>
            </p:cNvPr>
            <p:cNvSpPr/>
            <p:nvPr/>
          </p:nvSpPr>
          <p:spPr>
            <a:xfrm>
              <a:off x="1501534" y="3947290"/>
              <a:ext cx="241908" cy="241908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F85AD042-BB40-4BCD-B782-7E4D9BD3BDAC}"/>
                </a:ext>
              </a:extLst>
            </p:cNvPr>
            <p:cNvCxnSpPr>
              <a:cxnSpLocks/>
              <a:endCxn id="6" idx="3"/>
            </p:cNvCxnSpPr>
            <p:nvPr/>
          </p:nvCxnSpPr>
          <p:spPr>
            <a:xfrm flipV="1">
              <a:off x="2514612" y="2234449"/>
              <a:ext cx="937681" cy="917680"/>
            </a:xfrm>
            <a:prstGeom prst="line">
              <a:avLst/>
            </a:prstGeom>
            <a:ln w="25400">
              <a:solidFill>
                <a:srgbClr val="D7451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12DDBE08-CEF0-4BF1-94AB-CA2999F2FDA0}"/>
                </a:ext>
              </a:extLst>
            </p:cNvPr>
            <p:cNvSpPr/>
            <p:nvPr/>
          </p:nvSpPr>
          <p:spPr>
            <a:xfrm>
              <a:off x="3131682" y="1320091"/>
              <a:ext cx="241908" cy="241908"/>
            </a:xfrm>
            <a:prstGeom prst="ellipse">
              <a:avLst/>
            </a:prstGeom>
            <a:solidFill>
              <a:srgbClr val="5D17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68573504-6E1C-45EF-AF43-4492A13589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14612" y="1549299"/>
              <a:ext cx="685863" cy="1593389"/>
            </a:xfrm>
            <a:prstGeom prst="line">
              <a:avLst/>
            </a:prstGeom>
            <a:ln w="254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80C074DA-828E-4D86-B362-4F306E0A3C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14611" y="1957991"/>
              <a:ext cx="509577" cy="1194138"/>
            </a:xfrm>
            <a:prstGeom prst="line">
              <a:avLst/>
            </a:prstGeom>
            <a:ln w="25400">
              <a:solidFill>
                <a:srgbClr val="D7451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DCAB8BF5-5D3E-48E7-A73A-015D4B2332DD}"/>
                </a:ext>
              </a:extLst>
            </p:cNvPr>
            <p:cNvSpPr txBox="1"/>
            <p:nvPr/>
          </p:nvSpPr>
          <p:spPr>
            <a:xfrm>
              <a:off x="3319984" y="1279170"/>
              <a:ext cx="912292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5D17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measured</a:t>
              </a:r>
              <a:endParaRPr lang="zh-CN" altLang="en-US" sz="1200" dirty="0">
                <a:solidFill>
                  <a:srgbClr val="5D170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BC72ED48-025D-43C6-8F24-11522E09783C}"/>
                </a:ext>
              </a:extLst>
            </p:cNvPr>
            <p:cNvSpPr txBox="1"/>
            <p:nvPr/>
          </p:nvSpPr>
          <p:spPr>
            <a:xfrm>
              <a:off x="3656425" y="1984971"/>
              <a:ext cx="575851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200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ideal</a:t>
              </a:r>
              <a:endParaRPr lang="zh-CN" altLang="en-US" sz="1200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035A2706-1E23-402F-814B-46992BEB3878}"/>
                </a:ext>
              </a:extLst>
            </p:cNvPr>
            <p:cNvSpPr txBox="1"/>
            <p:nvPr/>
          </p:nvSpPr>
          <p:spPr>
            <a:xfrm>
              <a:off x="1702715" y="1754237"/>
              <a:ext cx="1384235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magnitude error</a:t>
              </a:r>
              <a:endPara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D1EEC802-88E2-421B-BC5E-53A05B43D6E2}"/>
                </a:ext>
              </a:extLst>
            </p:cNvPr>
            <p:cNvSpPr/>
            <p:nvPr/>
          </p:nvSpPr>
          <p:spPr>
            <a:xfrm>
              <a:off x="2730500" y="2657475"/>
              <a:ext cx="171450" cy="123825"/>
            </a:xfrm>
            <a:custGeom>
              <a:avLst/>
              <a:gdLst>
                <a:gd name="connsiteX0" fmla="*/ 171450 w 171450"/>
                <a:gd name="connsiteY0" fmla="*/ 123825 h 123825"/>
                <a:gd name="connsiteX1" fmla="*/ 107950 w 171450"/>
                <a:gd name="connsiteY1" fmla="*/ 38100 h 123825"/>
                <a:gd name="connsiteX2" fmla="*/ 0 w 171450"/>
                <a:gd name="connsiteY2" fmla="*/ 0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1450" h="123825">
                  <a:moveTo>
                    <a:pt x="171450" y="123825"/>
                  </a:moveTo>
                  <a:cubicBezTo>
                    <a:pt x="153987" y="91281"/>
                    <a:pt x="136525" y="58737"/>
                    <a:pt x="107950" y="38100"/>
                  </a:cubicBezTo>
                  <a:cubicBezTo>
                    <a:pt x="79375" y="17463"/>
                    <a:pt x="39687" y="8731"/>
                    <a:pt x="0" y="0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671917F1-C799-4A63-B6E3-0CB85C5F1EEA}"/>
                </a:ext>
              </a:extLst>
            </p:cNvPr>
            <p:cNvSpPr txBox="1"/>
            <p:nvPr/>
          </p:nvSpPr>
          <p:spPr>
            <a:xfrm>
              <a:off x="2844206" y="2701978"/>
              <a:ext cx="1038818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phase error</a:t>
              </a:r>
              <a:endPara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6" name="组合 135">
            <a:extLst>
              <a:ext uri="{FF2B5EF4-FFF2-40B4-BE49-F238E27FC236}">
                <a16:creationId xmlns:a16="http://schemas.microsoft.com/office/drawing/2014/main" id="{940877A6-6DE9-4067-9B98-EFFE6F166FB3}"/>
              </a:ext>
            </a:extLst>
          </p:cNvPr>
          <p:cNvGrpSpPr/>
          <p:nvPr/>
        </p:nvGrpSpPr>
        <p:grpSpPr>
          <a:xfrm>
            <a:off x="198571" y="4077927"/>
            <a:ext cx="3644452" cy="1651237"/>
            <a:chOff x="7191077" y="2000102"/>
            <a:chExt cx="3644452" cy="1651237"/>
          </a:xfrm>
        </p:grpSpPr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C60940D5-F55E-4810-A756-B452E338EAD2}"/>
                </a:ext>
              </a:extLst>
            </p:cNvPr>
            <p:cNvGrpSpPr/>
            <p:nvPr/>
          </p:nvGrpSpPr>
          <p:grpSpPr>
            <a:xfrm>
              <a:off x="7777528" y="2500395"/>
              <a:ext cx="169862" cy="169862"/>
              <a:chOff x="1704975" y="2139950"/>
              <a:chExt cx="169862" cy="169862"/>
            </a:xfrm>
          </p:grpSpPr>
          <p:sp>
            <p:nvSpPr>
              <p:cNvPr id="88" name="椭圆 87">
                <a:extLst>
                  <a:ext uri="{FF2B5EF4-FFF2-40B4-BE49-F238E27FC236}">
                    <a16:creationId xmlns:a16="http://schemas.microsoft.com/office/drawing/2014/main" id="{22CDAE63-2BE9-4D4D-B4B8-438EC754605D}"/>
                  </a:ext>
                </a:extLst>
              </p:cNvPr>
              <p:cNvSpPr/>
              <p:nvPr/>
            </p:nvSpPr>
            <p:spPr>
              <a:xfrm>
                <a:off x="1704975" y="2139950"/>
                <a:ext cx="169862" cy="169862"/>
              </a:xfrm>
              <a:prstGeom prst="ellipse">
                <a:avLst/>
              </a:prstGeom>
              <a:noFill/>
              <a:ln w="1905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89" name="直接连接符 88">
                <a:extLst>
                  <a:ext uri="{FF2B5EF4-FFF2-40B4-BE49-F238E27FC236}">
                    <a16:creationId xmlns:a16="http://schemas.microsoft.com/office/drawing/2014/main" id="{EA01810B-5A75-4050-AB89-9D620149DB6A}"/>
                  </a:ext>
                </a:extLst>
              </p:cNvPr>
              <p:cNvCxnSpPr>
                <a:cxnSpLocks/>
                <a:stCxn id="88" idx="7"/>
                <a:endCxn id="88" idx="3"/>
              </p:cNvCxnSpPr>
              <p:nvPr/>
            </p:nvCxnSpPr>
            <p:spPr>
              <a:xfrm flipH="1">
                <a:off x="1729851" y="2164826"/>
                <a:ext cx="120110" cy="120110"/>
              </a:xfrm>
              <a:prstGeom prst="line">
                <a:avLst/>
              </a:prstGeom>
              <a:ln w="1905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接连接符 89">
                <a:extLst>
                  <a:ext uri="{FF2B5EF4-FFF2-40B4-BE49-F238E27FC236}">
                    <a16:creationId xmlns:a16="http://schemas.microsoft.com/office/drawing/2014/main" id="{D276F47A-1DE6-4F8C-8FBF-0DF8DD327627}"/>
                  </a:ext>
                </a:extLst>
              </p:cNvPr>
              <p:cNvCxnSpPr>
                <a:cxnSpLocks/>
                <a:stCxn id="88" idx="5"/>
                <a:endCxn id="88" idx="1"/>
              </p:cNvCxnSpPr>
              <p:nvPr/>
            </p:nvCxnSpPr>
            <p:spPr>
              <a:xfrm flipH="1" flipV="1">
                <a:off x="1729851" y="2164826"/>
                <a:ext cx="120110" cy="120110"/>
              </a:xfrm>
              <a:prstGeom prst="line">
                <a:avLst/>
              </a:prstGeom>
              <a:ln w="1905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43F24A25-E835-4956-B1A7-0DEC57705351}"/>
                </a:ext>
              </a:extLst>
            </p:cNvPr>
            <p:cNvGrpSpPr/>
            <p:nvPr/>
          </p:nvGrpSpPr>
          <p:grpSpPr>
            <a:xfrm>
              <a:off x="8433078" y="2750859"/>
              <a:ext cx="169862" cy="169862"/>
              <a:chOff x="2349682" y="2150088"/>
              <a:chExt cx="169862" cy="169862"/>
            </a:xfrm>
          </p:grpSpPr>
          <p:sp>
            <p:nvSpPr>
              <p:cNvPr id="85" name="椭圆 84">
                <a:extLst>
                  <a:ext uri="{FF2B5EF4-FFF2-40B4-BE49-F238E27FC236}">
                    <a16:creationId xmlns:a16="http://schemas.microsoft.com/office/drawing/2014/main" id="{5EC4A7A8-AF55-4561-8B4B-7BE8E2A3C15D}"/>
                  </a:ext>
                </a:extLst>
              </p:cNvPr>
              <p:cNvSpPr/>
              <p:nvPr/>
            </p:nvSpPr>
            <p:spPr>
              <a:xfrm>
                <a:off x="2349682" y="2150088"/>
                <a:ext cx="169862" cy="169862"/>
              </a:xfrm>
              <a:prstGeom prst="ellipse">
                <a:avLst/>
              </a:prstGeom>
              <a:noFill/>
              <a:ln w="1905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86" name="直接连接符 85">
                <a:extLst>
                  <a:ext uri="{FF2B5EF4-FFF2-40B4-BE49-F238E27FC236}">
                    <a16:creationId xmlns:a16="http://schemas.microsoft.com/office/drawing/2014/main" id="{48FE39C9-7179-415E-94FB-10BEBF8A7927}"/>
                  </a:ext>
                </a:extLst>
              </p:cNvPr>
              <p:cNvCxnSpPr>
                <a:cxnSpLocks/>
                <a:stCxn id="85" idx="6"/>
                <a:endCxn id="85" idx="2"/>
              </p:cNvCxnSpPr>
              <p:nvPr/>
            </p:nvCxnSpPr>
            <p:spPr>
              <a:xfrm flipH="1">
                <a:off x="2349682" y="2235019"/>
                <a:ext cx="169862" cy="0"/>
              </a:xfrm>
              <a:prstGeom prst="line">
                <a:avLst/>
              </a:prstGeom>
              <a:ln w="1905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>
                <a:extLst>
                  <a:ext uri="{FF2B5EF4-FFF2-40B4-BE49-F238E27FC236}">
                    <a16:creationId xmlns:a16="http://schemas.microsoft.com/office/drawing/2014/main" id="{21BF9ACB-895C-411F-B321-162A17F4E0B2}"/>
                  </a:ext>
                </a:extLst>
              </p:cNvPr>
              <p:cNvCxnSpPr>
                <a:cxnSpLocks/>
                <a:stCxn id="85" idx="4"/>
                <a:endCxn id="85" idx="0"/>
              </p:cNvCxnSpPr>
              <p:nvPr/>
            </p:nvCxnSpPr>
            <p:spPr>
              <a:xfrm flipV="1">
                <a:off x="2434613" y="2150088"/>
                <a:ext cx="0" cy="169862"/>
              </a:xfrm>
              <a:prstGeom prst="line">
                <a:avLst/>
              </a:prstGeom>
              <a:ln w="1905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C46FD38F-D85C-49B0-B248-3F193DB2589C}"/>
                </a:ext>
              </a:extLst>
            </p:cNvPr>
            <p:cNvGrpSpPr/>
            <p:nvPr/>
          </p:nvGrpSpPr>
          <p:grpSpPr>
            <a:xfrm>
              <a:off x="8746793" y="2668490"/>
              <a:ext cx="337343" cy="337343"/>
              <a:chOff x="2187360" y="2587047"/>
              <a:chExt cx="337343" cy="337343"/>
            </a:xfrm>
          </p:grpSpPr>
          <p:sp>
            <p:nvSpPr>
              <p:cNvPr id="83" name="弧形 82">
                <a:extLst>
                  <a:ext uri="{FF2B5EF4-FFF2-40B4-BE49-F238E27FC236}">
                    <a16:creationId xmlns:a16="http://schemas.microsoft.com/office/drawing/2014/main" id="{737A9598-18D9-45CC-90E6-FF994086B66D}"/>
                  </a:ext>
                </a:extLst>
              </p:cNvPr>
              <p:cNvSpPr/>
              <p:nvPr/>
            </p:nvSpPr>
            <p:spPr>
              <a:xfrm>
                <a:off x="2187360" y="2587047"/>
                <a:ext cx="337343" cy="337343"/>
              </a:xfrm>
              <a:prstGeom prst="arc">
                <a:avLst>
                  <a:gd name="adj1" fmla="val 18254938"/>
                  <a:gd name="adj2" fmla="val 3587039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4" name="椭圆 83">
                <a:extLst>
                  <a:ext uri="{FF2B5EF4-FFF2-40B4-BE49-F238E27FC236}">
                    <a16:creationId xmlns:a16="http://schemas.microsoft.com/office/drawing/2014/main" id="{B61BE0FD-B450-43D9-B71F-33AD92564B2B}"/>
                  </a:ext>
                </a:extLst>
              </p:cNvPr>
              <p:cNvSpPr/>
              <p:nvPr/>
            </p:nvSpPr>
            <p:spPr>
              <a:xfrm>
                <a:off x="2280410" y="2670788"/>
                <a:ext cx="169862" cy="169862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C3733516-F985-4025-B99A-D3E25B105B6D}"/>
                </a:ext>
              </a:extLst>
            </p:cNvPr>
            <p:cNvCxnSpPr>
              <a:cxnSpLocks/>
              <a:endCxn id="88" idx="2"/>
            </p:cNvCxnSpPr>
            <p:nvPr/>
          </p:nvCxnSpPr>
          <p:spPr>
            <a:xfrm>
              <a:off x="7457897" y="2585326"/>
              <a:ext cx="319631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连接符: 肘形 38">
              <a:extLst>
                <a:ext uri="{FF2B5EF4-FFF2-40B4-BE49-F238E27FC236}">
                  <a16:creationId xmlns:a16="http://schemas.microsoft.com/office/drawing/2014/main" id="{02CBE016-373A-440B-A8FA-EFD3B19D925F}"/>
                </a:ext>
              </a:extLst>
            </p:cNvPr>
            <p:cNvCxnSpPr>
              <a:stCxn id="88" idx="6"/>
              <a:endCxn id="85" idx="2"/>
            </p:cNvCxnSpPr>
            <p:nvPr/>
          </p:nvCxnSpPr>
          <p:spPr>
            <a:xfrm>
              <a:off x="7947390" y="2585326"/>
              <a:ext cx="485688" cy="250464"/>
            </a:xfrm>
            <a:prstGeom prst="bentConnector3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C302D839-B446-4A47-8FCD-255700C7B474}"/>
                </a:ext>
              </a:extLst>
            </p:cNvPr>
            <p:cNvGrpSpPr/>
            <p:nvPr/>
          </p:nvGrpSpPr>
          <p:grpSpPr>
            <a:xfrm>
              <a:off x="7782020" y="3009440"/>
              <a:ext cx="169862" cy="169862"/>
              <a:chOff x="1704975" y="2139950"/>
              <a:chExt cx="169862" cy="169862"/>
            </a:xfrm>
          </p:grpSpPr>
          <p:sp>
            <p:nvSpPr>
              <p:cNvPr id="80" name="椭圆 79">
                <a:extLst>
                  <a:ext uri="{FF2B5EF4-FFF2-40B4-BE49-F238E27FC236}">
                    <a16:creationId xmlns:a16="http://schemas.microsoft.com/office/drawing/2014/main" id="{B10539F6-492E-4507-B413-B87E0FE1CA75}"/>
                  </a:ext>
                </a:extLst>
              </p:cNvPr>
              <p:cNvSpPr/>
              <p:nvPr/>
            </p:nvSpPr>
            <p:spPr>
              <a:xfrm>
                <a:off x="1704975" y="2139950"/>
                <a:ext cx="169862" cy="169862"/>
              </a:xfrm>
              <a:prstGeom prst="ellipse">
                <a:avLst/>
              </a:prstGeom>
              <a:noFill/>
              <a:ln w="1905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81" name="直接连接符 80">
                <a:extLst>
                  <a:ext uri="{FF2B5EF4-FFF2-40B4-BE49-F238E27FC236}">
                    <a16:creationId xmlns:a16="http://schemas.microsoft.com/office/drawing/2014/main" id="{ECF33A01-20AF-4E02-97B8-EEF95C326B41}"/>
                  </a:ext>
                </a:extLst>
              </p:cNvPr>
              <p:cNvCxnSpPr>
                <a:cxnSpLocks/>
                <a:stCxn id="80" idx="7"/>
                <a:endCxn id="80" idx="3"/>
              </p:cNvCxnSpPr>
              <p:nvPr/>
            </p:nvCxnSpPr>
            <p:spPr>
              <a:xfrm flipH="1">
                <a:off x="1729851" y="2164826"/>
                <a:ext cx="120110" cy="120110"/>
              </a:xfrm>
              <a:prstGeom prst="line">
                <a:avLst/>
              </a:prstGeom>
              <a:ln w="1905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接连接符 81">
                <a:extLst>
                  <a:ext uri="{FF2B5EF4-FFF2-40B4-BE49-F238E27FC236}">
                    <a16:creationId xmlns:a16="http://schemas.microsoft.com/office/drawing/2014/main" id="{003C33F8-0DC0-4FC7-8A5B-EED2462FA1AB}"/>
                  </a:ext>
                </a:extLst>
              </p:cNvPr>
              <p:cNvCxnSpPr>
                <a:cxnSpLocks/>
                <a:stCxn id="80" idx="5"/>
                <a:endCxn id="80" idx="1"/>
              </p:cNvCxnSpPr>
              <p:nvPr/>
            </p:nvCxnSpPr>
            <p:spPr>
              <a:xfrm flipH="1" flipV="1">
                <a:off x="1729851" y="2164826"/>
                <a:ext cx="120110" cy="120110"/>
              </a:xfrm>
              <a:prstGeom prst="line">
                <a:avLst/>
              </a:prstGeom>
              <a:ln w="1905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7BC4025B-D841-4014-A6AD-C87F57D62202}"/>
                </a:ext>
              </a:extLst>
            </p:cNvPr>
            <p:cNvCxnSpPr>
              <a:cxnSpLocks/>
            </p:cNvCxnSpPr>
            <p:nvPr/>
          </p:nvCxnSpPr>
          <p:spPr>
            <a:xfrm>
              <a:off x="7448155" y="3094371"/>
              <a:ext cx="319631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连接符: 肘形 41">
              <a:extLst>
                <a:ext uri="{FF2B5EF4-FFF2-40B4-BE49-F238E27FC236}">
                  <a16:creationId xmlns:a16="http://schemas.microsoft.com/office/drawing/2014/main" id="{5AC82615-6492-45D3-8C39-561B1221A931}"/>
                </a:ext>
              </a:extLst>
            </p:cNvPr>
            <p:cNvCxnSpPr>
              <a:cxnSpLocks/>
              <a:stCxn id="80" idx="6"/>
              <a:endCxn id="85" idx="2"/>
            </p:cNvCxnSpPr>
            <p:nvPr/>
          </p:nvCxnSpPr>
          <p:spPr>
            <a:xfrm flipV="1">
              <a:off x="7951882" y="2835790"/>
              <a:ext cx="481196" cy="258581"/>
            </a:xfrm>
            <a:prstGeom prst="bentConnector3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E521951E-1DB9-40BD-9D18-7C34D4745862}"/>
                </a:ext>
              </a:extLst>
            </p:cNvPr>
            <p:cNvCxnSpPr>
              <a:cxnSpLocks/>
              <a:stCxn id="85" idx="6"/>
              <a:endCxn id="84" idx="2"/>
            </p:cNvCxnSpPr>
            <p:nvPr/>
          </p:nvCxnSpPr>
          <p:spPr>
            <a:xfrm>
              <a:off x="8602940" y="2835790"/>
              <a:ext cx="236903" cy="1372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D1758CD2-EDF7-4090-8586-41F21079E1F5}"/>
                </a:ext>
              </a:extLst>
            </p:cNvPr>
            <p:cNvGrpSpPr/>
            <p:nvPr/>
          </p:nvGrpSpPr>
          <p:grpSpPr>
            <a:xfrm>
              <a:off x="9420629" y="2493433"/>
              <a:ext cx="169862" cy="169862"/>
              <a:chOff x="1704975" y="2139950"/>
              <a:chExt cx="169862" cy="169862"/>
            </a:xfrm>
          </p:grpSpPr>
          <p:sp>
            <p:nvSpPr>
              <p:cNvPr id="77" name="椭圆 76">
                <a:extLst>
                  <a:ext uri="{FF2B5EF4-FFF2-40B4-BE49-F238E27FC236}">
                    <a16:creationId xmlns:a16="http://schemas.microsoft.com/office/drawing/2014/main" id="{95CC679A-7DE9-4207-9EDD-4C651E92D0B5}"/>
                  </a:ext>
                </a:extLst>
              </p:cNvPr>
              <p:cNvSpPr/>
              <p:nvPr/>
            </p:nvSpPr>
            <p:spPr>
              <a:xfrm>
                <a:off x="1704975" y="2139950"/>
                <a:ext cx="169862" cy="169862"/>
              </a:xfrm>
              <a:prstGeom prst="ellipse">
                <a:avLst/>
              </a:prstGeom>
              <a:noFill/>
              <a:ln w="1905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78" name="直接连接符 77">
                <a:extLst>
                  <a:ext uri="{FF2B5EF4-FFF2-40B4-BE49-F238E27FC236}">
                    <a16:creationId xmlns:a16="http://schemas.microsoft.com/office/drawing/2014/main" id="{9B4159E9-9617-41FB-A203-F03D105C8578}"/>
                  </a:ext>
                </a:extLst>
              </p:cNvPr>
              <p:cNvCxnSpPr>
                <a:cxnSpLocks/>
                <a:stCxn id="77" idx="7"/>
                <a:endCxn id="77" idx="3"/>
              </p:cNvCxnSpPr>
              <p:nvPr/>
            </p:nvCxnSpPr>
            <p:spPr>
              <a:xfrm flipH="1">
                <a:off x="1729851" y="2164826"/>
                <a:ext cx="120110" cy="120110"/>
              </a:xfrm>
              <a:prstGeom prst="line">
                <a:avLst/>
              </a:prstGeom>
              <a:ln w="1905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>
                <a:extLst>
                  <a:ext uri="{FF2B5EF4-FFF2-40B4-BE49-F238E27FC236}">
                    <a16:creationId xmlns:a16="http://schemas.microsoft.com/office/drawing/2014/main" id="{AC92466D-6E38-4C65-B009-CD52AB098D55}"/>
                  </a:ext>
                </a:extLst>
              </p:cNvPr>
              <p:cNvCxnSpPr>
                <a:cxnSpLocks/>
                <a:stCxn id="77" idx="5"/>
                <a:endCxn id="77" idx="1"/>
              </p:cNvCxnSpPr>
              <p:nvPr/>
            </p:nvCxnSpPr>
            <p:spPr>
              <a:xfrm flipH="1" flipV="1">
                <a:off x="1729851" y="2164826"/>
                <a:ext cx="120110" cy="120110"/>
              </a:xfrm>
              <a:prstGeom prst="line">
                <a:avLst/>
              </a:prstGeom>
              <a:ln w="1905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D186D1B8-830C-4B9E-975A-4C2118D2FA2A}"/>
                </a:ext>
              </a:extLst>
            </p:cNvPr>
            <p:cNvGrpSpPr/>
            <p:nvPr/>
          </p:nvGrpSpPr>
          <p:grpSpPr>
            <a:xfrm>
              <a:off x="9425121" y="3002478"/>
              <a:ext cx="169862" cy="169862"/>
              <a:chOff x="1704975" y="2139950"/>
              <a:chExt cx="169862" cy="169862"/>
            </a:xfrm>
          </p:grpSpPr>
          <p:sp>
            <p:nvSpPr>
              <p:cNvPr id="74" name="椭圆 73">
                <a:extLst>
                  <a:ext uri="{FF2B5EF4-FFF2-40B4-BE49-F238E27FC236}">
                    <a16:creationId xmlns:a16="http://schemas.microsoft.com/office/drawing/2014/main" id="{EC41B6E1-6853-457B-BC9F-AB9082AA9030}"/>
                  </a:ext>
                </a:extLst>
              </p:cNvPr>
              <p:cNvSpPr/>
              <p:nvPr/>
            </p:nvSpPr>
            <p:spPr>
              <a:xfrm>
                <a:off x="1704975" y="2139950"/>
                <a:ext cx="169862" cy="169862"/>
              </a:xfrm>
              <a:prstGeom prst="ellipse">
                <a:avLst/>
              </a:prstGeom>
              <a:noFill/>
              <a:ln w="1905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75" name="直接连接符 74">
                <a:extLst>
                  <a:ext uri="{FF2B5EF4-FFF2-40B4-BE49-F238E27FC236}">
                    <a16:creationId xmlns:a16="http://schemas.microsoft.com/office/drawing/2014/main" id="{BD4D262D-B836-48C5-BA6F-9CA1712C5E4A}"/>
                  </a:ext>
                </a:extLst>
              </p:cNvPr>
              <p:cNvCxnSpPr>
                <a:cxnSpLocks/>
                <a:stCxn id="74" idx="7"/>
                <a:endCxn id="74" idx="3"/>
              </p:cNvCxnSpPr>
              <p:nvPr/>
            </p:nvCxnSpPr>
            <p:spPr>
              <a:xfrm flipH="1">
                <a:off x="1729851" y="2164826"/>
                <a:ext cx="120110" cy="120110"/>
              </a:xfrm>
              <a:prstGeom prst="line">
                <a:avLst/>
              </a:prstGeom>
              <a:ln w="1905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>
                <a:extLst>
                  <a:ext uri="{FF2B5EF4-FFF2-40B4-BE49-F238E27FC236}">
                    <a16:creationId xmlns:a16="http://schemas.microsoft.com/office/drawing/2014/main" id="{8F95B379-84FE-4B95-AD01-C17ECF5AEC31}"/>
                  </a:ext>
                </a:extLst>
              </p:cNvPr>
              <p:cNvCxnSpPr>
                <a:cxnSpLocks/>
                <a:stCxn id="74" idx="5"/>
                <a:endCxn id="74" idx="1"/>
              </p:cNvCxnSpPr>
              <p:nvPr/>
            </p:nvCxnSpPr>
            <p:spPr>
              <a:xfrm flipH="1" flipV="1">
                <a:off x="1729851" y="2164826"/>
                <a:ext cx="120110" cy="120110"/>
              </a:xfrm>
              <a:prstGeom prst="line">
                <a:avLst/>
              </a:prstGeom>
              <a:ln w="1905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1D160D0E-BCB3-491D-BF5B-A46408EFBAE3}"/>
                </a:ext>
              </a:extLst>
            </p:cNvPr>
            <p:cNvCxnSpPr>
              <a:cxnSpLocks/>
            </p:cNvCxnSpPr>
            <p:nvPr/>
          </p:nvCxnSpPr>
          <p:spPr>
            <a:xfrm>
              <a:off x="9595993" y="2585326"/>
              <a:ext cx="319631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4B14722A-201D-4B87-B764-5FA2D460F5F0}"/>
                </a:ext>
              </a:extLst>
            </p:cNvPr>
            <p:cNvCxnSpPr>
              <a:cxnSpLocks/>
            </p:cNvCxnSpPr>
            <p:nvPr/>
          </p:nvCxnSpPr>
          <p:spPr>
            <a:xfrm>
              <a:off x="9595993" y="3090402"/>
              <a:ext cx="319631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连接符: 肘形 49">
              <a:extLst>
                <a:ext uri="{FF2B5EF4-FFF2-40B4-BE49-F238E27FC236}">
                  <a16:creationId xmlns:a16="http://schemas.microsoft.com/office/drawing/2014/main" id="{4A222FA8-7F17-4A6E-9506-3938263FE5CD}"/>
                </a:ext>
              </a:extLst>
            </p:cNvPr>
            <p:cNvCxnSpPr>
              <a:cxnSpLocks/>
              <a:endCxn id="77" idx="2"/>
            </p:cNvCxnSpPr>
            <p:nvPr/>
          </p:nvCxnSpPr>
          <p:spPr>
            <a:xfrm flipV="1">
              <a:off x="9090731" y="2578364"/>
              <a:ext cx="329898" cy="257424"/>
            </a:xfrm>
            <a:prstGeom prst="bentConnector3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连接符: 肘形 50">
              <a:extLst>
                <a:ext uri="{FF2B5EF4-FFF2-40B4-BE49-F238E27FC236}">
                  <a16:creationId xmlns:a16="http://schemas.microsoft.com/office/drawing/2014/main" id="{64AC6AC6-EB10-48A6-9900-DD15863D6214}"/>
                </a:ext>
              </a:extLst>
            </p:cNvPr>
            <p:cNvCxnSpPr>
              <a:cxnSpLocks/>
              <a:endCxn id="74" idx="2"/>
            </p:cNvCxnSpPr>
            <p:nvPr/>
          </p:nvCxnSpPr>
          <p:spPr>
            <a:xfrm>
              <a:off x="9090731" y="2835788"/>
              <a:ext cx="334390" cy="251621"/>
            </a:xfrm>
            <a:prstGeom prst="bentConnector3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67519E74-9B34-4D25-A40E-4EFFE465E6B6}"/>
                </a:ext>
              </a:extLst>
            </p:cNvPr>
            <p:cNvSpPr txBox="1"/>
            <p:nvPr/>
          </p:nvSpPr>
          <p:spPr>
            <a:xfrm>
              <a:off x="8123341" y="2529413"/>
              <a:ext cx="294625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5D17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+</a:t>
              </a:r>
              <a:endParaRPr lang="zh-CN" altLang="en-US" sz="1200" dirty="0">
                <a:solidFill>
                  <a:srgbClr val="5D170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4C9C9041-3022-446E-95F4-AA496D546239}"/>
                </a:ext>
              </a:extLst>
            </p:cNvPr>
            <p:cNvSpPr txBox="1"/>
            <p:nvPr/>
          </p:nvSpPr>
          <p:spPr>
            <a:xfrm>
              <a:off x="8131027" y="2846750"/>
              <a:ext cx="294625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5D17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endParaRPr lang="zh-CN" altLang="en-US" sz="1200" dirty="0">
                <a:solidFill>
                  <a:srgbClr val="5D170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936216BD-EF07-44D4-AF62-404FC0882334}"/>
                    </a:ext>
                  </a:extLst>
                </p:cNvPr>
                <p:cNvSpPr txBox="1"/>
                <p:nvPr/>
              </p:nvSpPr>
              <p:spPr>
                <a:xfrm>
                  <a:off x="10540904" y="2419132"/>
                  <a:ext cx="294625" cy="2769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𝐼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936216BD-EF07-44D4-AF62-404FC08823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40904" y="2419132"/>
                  <a:ext cx="294625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251B53D0-BB7A-44D2-8422-A3E4A15DD1A6}"/>
                    </a:ext>
                  </a:extLst>
                </p:cNvPr>
                <p:cNvSpPr txBox="1"/>
                <p:nvPr/>
              </p:nvSpPr>
              <p:spPr>
                <a:xfrm>
                  <a:off x="10540904" y="2946081"/>
                  <a:ext cx="294625" cy="27764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𝑄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251B53D0-BB7A-44D2-8422-A3E4A15DD1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40904" y="2946081"/>
                  <a:ext cx="294625" cy="277640"/>
                </a:xfrm>
                <a:prstGeom prst="rect">
                  <a:avLst/>
                </a:prstGeom>
                <a:blipFill>
                  <a:blip r:embed="rId5"/>
                  <a:stretch>
                    <a:fillRect b="-217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721A83A4-5645-48AC-8A5D-2150E17115A5}"/>
                    </a:ext>
                  </a:extLst>
                </p:cNvPr>
                <p:cNvSpPr txBox="1"/>
                <p:nvPr/>
              </p:nvSpPr>
              <p:spPr>
                <a:xfrm>
                  <a:off x="7191077" y="2428602"/>
                  <a:ext cx="294625" cy="2769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𝐼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721A83A4-5645-48AC-8A5D-2150E17115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1077" y="2428602"/>
                  <a:ext cx="294625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7FAB291A-3939-4AD5-B96A-7BC82891A24A}"/>
                    </a:ext>
                  </a:extLst>
                </p:cNvPr>
                <p:cNvSpPr txBox="1"/>
                <p:nvPr/>
              </p:nvSpPr>
              <p:spPr>
                <a:xfrm>
                  <a:off x="7191077" y="2955551"/>
                  <a:ext cx="294625" cy="27764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𝑄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7FAB291A-3939-4AD5-B96A-7BC82891A2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1077" y="2955551"/>
                  <a:ext cx="294625" cy="277640"/>
                </a:xfrm>
                <a:prstGeom prst="rect">
                  <a:avLst/>
                </a:prstGeom>
                <a:blipFill>
                  <a:blip r:embed="rId7"/>
                  <a:stretch>
                    <a:fillRect b="-22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B779C5A0-AB06-4167-A54B-05D4086AA32A}"/>
                    </a:ext>
                  </a:extLst>
                </p:cNvPr>
                <p:cNvSpPr txBox="1"/>
                <p:nvPr/>
              </p:nvSpPr>
              <p:spPr>
                <a:xfrm>
                  <a:off x="7550463" y="2000102"/>
                  <a:ext cx="623992" cy="27764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altLang="zh-CN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120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cos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zh-CN" sz="12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2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𝑡</m:t>
                            </m:r>
                          </m:e>
                        </m:func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B779C5A0-AB06-4167-A54B-05D4086AA3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50463" y="2000102"/>
                  <a:ext cx="623992" cy="27764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49BBA314-9A34-4540-80B3-A6E9F75AF6AE}"/>
                    </a:ext>
                  </a:extLst>
                </p:cNvPr>
                <p:cNvSpPr txBox="1"/>
                <p:nvPr/>
              </p:nvSpPr>
              <p:spPr>
                <a:xfrm>
                  <a:off x="7550463" y="3373699"/>
                  <a:ext cx="623992" cy="27764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altLang="zh-CN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12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sin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zh-CN" sz="12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2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𝑡</m:t>
                            </m:r>
                          </m:e>
                        </m:func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49BBA314-9A34-4540-80B3-A6E9F75AF6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50463" y="3373699"/>
                  <a:ext cx="623992" cy="27764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871C4E69-CE33-4773-865E-4CD871DFE0E4}"/>
                    </a:ext>
                  </a:extLst>
                </p:cNvPr>
                <p:cNvSpPr txBox="1"/>
                <p:nvPr/>
              </p:nvSpPr>
              <p:spPr>
                <a:xfrm>
                  <a:off x="9193564" y="3371037"/>
                  <a:ext cx="623992" cy="27764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func>
                          <m:funcPr>
                            <m:ctrlPr>
                              <a:rPr lang="en-US" altLang="zh-CN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12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sin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zh-CN" sz="12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2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𝑡</m:t>
                            </m:r>
                          </m:e>
                        </m:func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871C4E69-CE33-4773-865E-4CD871DFE0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93564" y="3371037"/>
                  <a:ext cx="623992" cy="277640"/>
                </a:xfrm>
                <a:prstGeom prst="rect">
                  <a:avLst/>
                </a:prstGeom>
                <a:blipFill>
                  <a:blip r:embed="rId10"/>
                  <a:stretch>
                    <a:fillRect l="-6863" r="-294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AF3F2064-61C1-4C3C-8BD6-2104E76DE646}"/>
                    </a:ext>
                  </a:extLst>
                </p:cNvPr>
                <p:cNvSpPr txBox="1"/>
                <p:nvPr/>
              </p:nvSpPr>
              <p:spPr>
                <a:xfrm>
                  <a:off x="9193564" y="2005715"/>
                  <a:ext cx="623992" cy="27764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altLang="zh-CN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120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cos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zh-CN" sz="12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2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𝑡</m:t>
                            </m:r>
                          </m:e>
                        </m:func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AF3F2064-61C1-4C3C-8BD6-2104E76DE6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93564" y="2005715"/>
                  <a:ext cx="623992" cy="27764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B10A47A7-980F-4F4F-A11B-BCEF17CE0A04}"/>
                </a:ext>
              </a:extLst>
            </p:cNvPr>
            <p:cNvCxnSpPr>
              <a:cxnSpLocks/>
              <a:stCxn id="106" idx="0"/>
              <a:endCxn id="80" idx="4"/>
            </p:cNvCxnSpPr>
            <p:nvPr/>
          </p:nvCxnSpPr>
          <p:spPr>
            <a:xfrm flipV="1">
              <a:off x="7862459" y="3179302"/>
              <a:ext cx="4492" cy="194397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80F37981-D824-4EB8-9E6A-DA3BEB9F4FC2}"/>
                </a:ext>
              </a:extLst>
            </p:cNvPr>
            <p:cNvCxnSpPr>
              <a:cxnSpLocks/>
              <a:stCxn id="107" idx="0"/>
              <a:endCxn id="74" idx="4"/>
            </p:cNvCxnSpPr>
            <p:nvPr/>
          </p:nvCxnSpPr>
          <p:spPr>
            <a:xfrm flipV="1">
              <a:off x="9505560" y="3172340"/>
              <a:ext cx="4492" cy="198697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0BC971B-13FC-4B2C-B258-CF0F95E9CAFA}"/>
                </a:ext>
              </a:extLst>
            </p:cNvPr>
            <p:cNvCxnSpPr>
              <a:cxnSpLocks/>
              <a:stCxn id="108" idx="2"/>
              <a:endCxn id="77" idx="0"/>
            </p:cNvCxnSpPr>
            <p:nvPr/>
          </p:nvCxnSpPr>
          <p:spPr>
            <a:xfrm>
              <a:off x="9505560" y="2283355"/>
              <a:ext cx="0" cy="210078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7A317A30-1F1A-4469-B906-98ED208ED4C1}"/>
                </a:ext>
              </a:extLst>
            </p:cNvPr>
            <p:cNvCxnSpPr>
              <a:cxnSpLocks/>
              <a:stCxn id="105" idx="2"/>
              <a:endCxn id="88" idx="0"/>
            </p:cNvCxnSpPr>
            <p:nvPr/>
          </p:nvCxnSpPr>
          <p:spPr>
            <a:xfrm>
              <a:off x="7862459" y="2277742"/>
              <a:ext cx="0" cy="222653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91525C20-B7B0-4A8E-A8C9-D437EE7D6779}"/>
                    </a:ext>
                  </a:extLst>
                </p:cNvPr>
                <p:cNvSpPr txBox="1"/>
                <p:nvPr/>
              </p:nvSpPr>
              <p:spPr>
                <a:xfrm>
                  <a:off x="8764952" y="2415649"/>
                  <a:ext cx="403231" cy="27764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  <m:d>
                          <m:dPr>
                            <m:ctrlP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91525C20-B7B0-4A8E-A8C9-D437EE7D67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64952" y="2415649"/>
                  <a:ext cx="403231" cy="27764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3" name="矩形 122">
              <a:extLst>
                <a:ext uri="{FF2B5EF4-FFF2-40B4-BE49-F238E27FC236}">
                  <a16:creationId xmlns:a16="http://schemas.microsoft.com/office/drawing/2014/main" id="{C5B5CD38-5BEF-427A-8330-DDE2D55AB830}"/>
                </a:ext>
              </a:extLst>
            </p:cNvPr>
            <p:cNvSpPr/>
            <p:nvPr/>
          </p:nvSpPr>
          <p:spPr>
            <a:xfrm>
              <a:off x="9925881" y="2427789"/>
              <a:ext cx="358680" cy="334599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34CB7B68-EDD2-422B-8B1A-19106DD6C691}"/>
                    </a:ext>
                  </a:extLst>
                </p:cNvPr>
                <p:cNvSpPr txBox="1"/>
                <p:nvPr/>
              </p:nvSpPr>
              <p:spPr>
                <a:xfrm>
                  <a:off x="9945842" y="2405301"/>
                  <a:ext cx="403231" cy="415307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nary>
                          <m:naryPr>
                            <m:limLoc m:val="undOvr"/>
                            <m:subHide m:val="on"/>
                            <m:supHide m:val="on"/>
                            <m:ctrlPr>
                              <a:rPr lang="zh-CN" altLang="en-US" sz="8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altLang="zh-CN" sz="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 </m:t>
                            </m:r>
                          </m:e>
                        </m:nary>
                      </m:oMath>
                    </m:oMathPara>
                  </a14:m>
                  <a:endParaRPr lang="zh-CN" altLang="en-US" sz="8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34CB7B68-EDD2-422B-8B1A-19106DD6C6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5842" y="2405301"/>
                  <a:ext cx="403231" cy="415307"/>
                </a:xfrm>
                <a:prstGeom prst="rect">
                  <a:avLst/>
                </a:prstGeom>
                <a:blipFill>
                  <a:blip r:embed="rId13"/>
                  <a:stretch>
                    <a:fillRect l="-76119" t="-110145" r="-94030" b="-15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FE4B1E3E-2356-4B33-B253-B39F7E15EA1E}"/>
                </a:ext>
              </a:extLst>
            </p:cNvPr>
            <p:cNvSpPr/>
            <p:nvPr/>
          </p:nvSpPr>
          <p:spPr>
            <a:xfrm>
              <a:off x="9915702" y="2909205"/>
              <a:ext cx="358680" cy="334599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9046E2AC-740E-4425-BC1E-5238439DFB13}"/>
                    </a:ext>
                  </a:extLst>
                </p:cNvPr>
                <p:cNvSpPr txBox="1"/>
                <p:nvPr/>
              </p:nvSpPr>
              <p:spPr>
                <a:xfrm>
                  <a:off x="9935663" y="2886717"/>
                  <a:ext cx="403231" cy="415307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nary>
                          <m:naryPr>
                            <m:limLoc m:val="undOvr"/>
                            <m:subHide m:val="on"/>
                            <m:supHide m:val="on"/>
                            <m:ctrlPr>
                              <a:rPr lang="zh-CN" altLang="en-US" sz="8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altLang="zh-CN" sz="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 </m:t>
                            </m:r>
                          </m:e>
                        </m:nary>
                      </m:oMath>
                    </m:oMathPara>
                  </a14:m>
                  <a:endParaRPr lang="zh-CN" altLang="en-US" sz="8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9046E2AC-740E-4425-BC1E-5238439DFB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35663" y="2886717"/>
                  <a:ext cx="403231" cy="415307"/>
                </a:xfrm>
                <a:prstGeom prst="rect">
                  <a:avLst/>
                </a:prstGeom>
                <a:blipFill>
                  <a:blip r:embed="rId13"/>
                  <a:stretch>
                    <a:fillRect l="-78788" t="-110145" r="-95455" b="-15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A63F700E-C97A-42E8-97C1-BD0C74EAA640}"/>
                </a:ext>
              </a:extLst>
            </p:cNvPr>
            <p:cNvCxnSpPr>
              <a:cxnSpLocks/>
            </p:cNvCxnSpPr>
            <p:nvPr/>
          </p:nvCxnSpPr>
          <p:spPr>
            <a:xfrm>
              <a:off x="10284561" y="2587233"/>
              <a:ext cx="319631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8F9AD560-EA17-4397-9F87-3CC7C999D47C}"/>
                </a:ext>
              </a:extLst>
            </p:cNvPr>
            <p:cNvCxnSpPr>
              <a:cxnSpLocks/>
            </p:cNvCxnSpPr>
            <p:nvPr/>
          </p:nvCxnSpPr>
          <p:spPr>
            <a:xfrm>
              <a:off x="10274382" y="3084133"/>
              <a:ext cx="319631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F99DC7A6-3927-405D-B7C0-486B1F686A07}"/>
              </a:ext>
            </a:extLst>
          </p:cNvPr>
          <p:cNvGrpSpPr/>
          <p:nvPr/>
        </p:nvGrpSpPr>
        <p:grpSpPr>
          <a:xfrm>
            <a:off x="4101457" y="302171"/>
            <a:ext cx="3295650" cy="3126829"/>
            <a:chOff x="5288208" y="3501211"/>
            <a:chExt cx="3295650" cy="3126829"/>
          </a:xfrm>
        </p:grpSpPr>
        <p:cxnSp>
          <p:nvCxnSpPr>
            <p:cNvPr id="138" name="直接连接符 137">
              <a:extLst>
                <a:ext uri="{FF2B5EF4-FFF2-40B4-BE49-F238E27FC236}">
                  <a16:creationId xmlns:a16="http://schemas.microsoft.com/office/drawing/2014/main" id="{FF5C71FD-81A2-470C-8D13-3E1FD0B6B619}"/>
                </a:ext>
              </a:extLst>
            </p:cNvPr>
            <p:cNvCxnSpPr>
              <a:cxnSpLocks/>
            </p:cNvCxnSpPr>
            <p:nvPr/>
          </p:nvCxnSpPr>
          <p:spPr>
            <a:xfrm>
              <a:off x="5288208" y="5104040"/>
              <a:ext cx="329565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连接符 138">
              <a:extLst>
                <a:ext uri="{FF2B5EF4-FFF2-40B4-BE49-F238E27FC236}">
                  <a16:creationId xmlns:a16="http://schemas.microsoft.com/office/drawing/2014/main" id="{0E318894-BF91-44E5-9779-9E182B34B6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8585" y="3570515"/>
              <a:ext cx="0" cy="305752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椭圆 139">
              <a:extLst>
                <a:ext uri="{FF2B5EF4-FFF2-40B4-BE49-F238E27FC236}">
                  <a16:creationId xmlns:a16="http://schemas.microsoft.com/office/drawing/2014/main" id="{28B39E5E-2820-4AF4-8E1E-811C6D6FD52F}"/>
                </a:ext>
              </a:extLst>
            </p:cNvPr>
            <p:cNvSpPr/>
            <p:nvPr/>
          </p:nvSpPr>
          <p:spPr>
            <a:xfrm>
              <a:off x="7740839" y="3979880"/>
              <a:ext cx="241908" cy="241908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文本框 140">
              <a:extLst>
                <a:ext uri="{FF2B5EF4-FFF2-40B4-BE49-F238E27FC236}">
                  <a16:creationId xmlns:a16="http://schemas.microsoft.com/office/drawing/2014/main" id="{EDA58449-4C02-49F9-ACAC-8A7E4C37DCCD}"/>
                </a:ext>
              </a:extLst>
            </p:cNvPr>
            <p:cNvSpPr txBox="1"/>
            <p:nvPr/>
          </p:nvSpPr>
          <p:spPr>
            <a:xfrm>
              <a:off x="7624875" y="3616041"/>
              <a:ext cx="443180" cy="33938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</a:t>
              </a:r>
              <a:endParaRPr lang="zh-CN" altLang="en-US" sz="16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文本框 141">
                  <a:extLst>
                    <a:ext uri="{FF2B5EF4-FFF2-40B4-BE49-F238E27FC236}">
                      <a16:creationId xmlns:a16="http://schemas.microsoft.com/office/drawing/2014/main" id="{97C11A9E-CAD9-4C75-9BF1-BC03E39C9473}"/>
                    </a:ext>
                  </a:extLst>
                </p:cNvPr>
                <p:cNvSpPr txBox="1"/>
                <p:nvPr/>
              </p:nvSpPr>
              <p:spPr>
                <a:xfrm>
                  <a:off x="8289232" y="5157881"/>
                  <a:ext cx="294625" cy="33855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𝐼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42" name="文本框 141">
                  <a:extLst>
                    <a:ext uri="{FF2B5EF4-FFF2-40B4-BE49-F238E27FC236}">
                      <a16:creationId xmlns:a16="http://schemas.microsoft.com/office/drawing/2014/main" id="{97C11A9E-CAD9-4C75-9BF1-BC03E39C94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89232" y="5157881"/>
                  <a:ext cx="294625" cy="338554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文本框 142">
                  <a:extLst>
                    <a:ext uri="{FF2B5EF4-FFF2-40B4-BE49-F238E27FC236}">
                      <a16:creationId xmlns:a16="http://schemas.microsoft.com/office/drawing/2014/main" id="{D067E55F-1E06-45AC-9AA2-C48C075364C9}"/>
                    </a:ext>
                  </a:extLst>
                </p:cNvPr>
                <p:cNvSpPr txBox="1"/>
                <p:nvPr/>
              </p:nvSpPr>
              <p:spPr>
                <a:xfrm>
                  <a:off x="6866376" y="3501211"/>
                  <a:ext cx="294625" cy="339388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𝑄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43" name="文本框 142">
                  <a:extLst>
                    <a:ext uri="{FF2B5EF4-FFF2-40B4-BE49-F238E27FC236}">
                      <a16:creationId xmlns:a16="http://schemas.microsoft.com/office/drawing/2014/main" id="{D067E55F-1E06-45AC-9AA2-C48C075364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6376" y="3501211"/>
                  <a:ext cx="294625" cy="339388"/>
                </a:xfrm>
                <a:prstGeom prst="rect">
                  <a:avLst/>
                </a:prstGeom>
                <a:blipFill>
                  <a:blip r:embed="rId15"/>
                  <a:stretch>
                    <a:fillRect r="-6250" b="-90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4" name="椭圆 143">
              <a:extLst>
                <a:ext uri="{FF2B5EF4-FFF2-40B4-BE49-F238E27FC236}">
                  <a16:creationId xmlns:a16="http://schemas.microsoft.com/office/drawing/2014/main" id="{CA01E483-46A3-4ADC-82CC-CD1F87FF7C90}"/>
                </a:ext>
              </a:extLst>
            </p:cNvPr>
            <p:cNvSpPr/>
            <p:nvPr/>
          </p:nvSpPr>
          <p:spPr>
            <a:xfrm>
              <a:off x="5825507" y="3979880"/>
              <a:ext cx="241908" cy="241908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5" name="文本框 144">
              <a:extLst>
                <a:ext uri="{FF2B5EF4-FFF2-40B4-BE49-F238E27FC236}">
                  <a16:creationId xmlns:a16="http://schemas.microsoft.com/office/drawing/2014/main" id="{0DC5B671-6597-4195-A879-0666A72F16DA}"/>
                </a:ext>
              </a:extLst>
            </p:cNvPr>
            <p:cNvSpPr txBox="1"/>
            <p:nvPr/>
          </p:nvSpPr>
          <p:spPr>
            <a:xfrm>
              <a:off x="5709543" y="3616041"/>
              <a:ext cx="443180" cy="33938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16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6" name="椭圆 145">
              <a:extLst>
                <a:ext uri="{FF2B5EF4-FFF2-40B4-BE49-F238E27FC236}">
                  <a16:creationId xmlns:a16="http://schemas.microsoft.com/office/drawing/2014/main" id="{42903F2B-A12E-4FBB-9337-65CCDFFDD4B3}"/>
                </a:ext>
              </a:extLst>
            </p:cNvPr>
            <p:cNvSpPr/>
            <p:nvPr/>
          </p:nvSpPr>
          <p:spPr>
            <a:xfrm>
              <a:off x="7740839" y="5899202"/>
              <a:ext cx="241908" cy="241908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" name="文本框 146">
              <a:extLst>
                <a:ext uri="{FF2B5EF4-FFF2-40B4-BE49-F238E27FC236}">
                  <a16:creationId xmlns:a16="http://schemas.microsoft.com/office/drawing/2014/main" id="{660FEFA6-E543-4702-A4C6-673EDD5EFBC4}"/>
                </a:ext>
              </a:extLst>
            </p:cNvPr>
            <p:cNvSpPr txBox="1"/>
            <p:nvPr/>
          </p:nvSpPr>
          <p:spPr>
            <a:xfrm>
              <a:off x="7624875" y="5535363"/>
              <a:ext cx="443180" cy="33938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  <a:endParaRPr lang="zh-CN" altLang="en-US" sz="16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" name="椭圆 147">
              <a:extLst>
                <a:ext uri="{FF2B5EF4-FFF2-40B4-BE49-F238E27FC236}">
                  <a16:creationId xmlns:a16="http://schemas.microsoft.com/office/drawing/2014/main" id="{6903CD4F-AEA9-415F-B8ED-525CBEBE01FD}"/>
                </a:ext>
              </a:extLst>
            </p:cNvPr>
            <p:cNvSpPr/>
            <p:nvPr/>
          </p:nvSpPr>
          <p:spPr>
            <a:xfrm>
              <a:off x="5825507" y="5899202"/>
              <a:ext cx="241908" cy="241908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9" name="文本框 148">
              <a:extLst>
                <a:ext uri="{FF2B5EF4-FFF2-40B4-BE49-F238E27FC236}">
                  <a16:creationId xmlns:a16="http://schemas.microsoft.com/office/drawing/2014/main" id="{E1BC367E-7278-4190-B0B0-AB6F940B468E}"/>
                </a:ext>
              </a:extLst>
            </p:cNvPr>
            <p:cNvSpPr txBox="1"/>
            <p:nvPr/>
          </p:nvSpPr>
          <p:spPr>
            <a:xfrm>
              <a:off x="5709543" y="5535363"/>
              <a:ext cx="443180" cy="33938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endParaRPr lang="zh-CN" altLang="en-US" sz="16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50" name="组合 149">
            <a:extLst>
              <a:ext uri="{FF2B5EF4-FFF2-40B4-BE49-F238E27FC236}">
                <a16:creationId xmlns:a16="http://schemas.microsoft.com/office/drawing/2014/main" id="{02710451-B1D2-4A95-968D-414FC3CF731F}"/>
              </a:ext>
            </a:extLst>
          </p:cNvPr>
          <p:cNvGrpSpPr/>
          <p:nvPr/>
        </p:nvGrpSpPr>
        <p:grpSpPr>
          <a:xfrm>
            <a:off x="8331950" y="214478"/>
            <a:ext cx="3295650" cy="3126829"/>
            <a:chOff x="2580177" y="1180042"/>
            <a:chExt cx="3295650" cy="3126829"/>
          </a:xfrm>
        </p:grpSpPr>
        <p:cxnSp>
          <p:nvCxnSpPr>
            <p:cNvPr id="151" name="直接连接符 150">
              <a:extLst>
                <a:ext uri="{FF2B5EF4-FFF2-40B4-BE49-F238E27FC236}">
                  <a16:creationId xmlns:a16="http://schemas.microsoft.com/office/drawing/2014/main" id="{2399FDE5-DFC9-4694-9639-70F6FD3E0D1C}"/>
                </a:ext>
              </a:extLst>
            </p:cNvPr>
            <p:cNvCxnSpPr>
              <a:cxnSpLocks/>
            </p:cNvCxnSpPr>
            <p:nvPr/>
          </p:nvCxnSpPr>
          <p:spPr>
            <a:xfrm>
              <a:off x="2580177" y="2782871"/>
              <a:ext cx="329565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接连接符 151">
              <a:extLst>
                <a:ext uri="{FF2B5EF4-FFF2-40B4-BE49-F238E27FC236}">
                  <a16:creationId xmlns:a16="http://schemas.microsoft.com/office/drawing/2014/main" id="{6DCC0C26-058C-4016-916A-4103096E4E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30554" y="1249346"/>
              <a:ext cx="0" cy="305752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椭圆 152">
              <a:extLst>
                <a:ext uri="{FF2B5EF4-FFF2-40B4-BE49-F238E27FC236}">
                  <a16:creationId xmlns:a16="http://schemas.microsoft.com/office/drawing/2014/main" id="{5691F8AC-C318-4403-9C91-DEF5E0712935}"/>
                </a:ext>
              </a:extLst>
            </p:cNvPr>
            <p:cNvSpPr/>
            <p:nvPr/>
          </p:nvSpPr>
          <p:spPr>
            <a:xfrm>
              <a:off x="5032808" y="2291171"/>
              <a:ext cx="241908" cy="241908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4" name="文本框 153">
              <a:extLst>
                <a:ext uri="{FF2B5EF4-FFF2-40B4-BE49-F238E27FC236}">
                  <a16:creationId xmlns:a16="http://schemas.microsoft.com/office/drawing/2014/main" id="{3DAA2D08-5119-4190-9A0B-DE46A590F66C}"/>
                </a:ext>
              </a:extLst>
            </p:cNvPr>
            <p:cNvSpPr txBox="1"/>
            <p:nvPr/>
          </p:nvSpPr>
          <p:spPr>
            <a:xfrm>
              <a:off x="4756345" y="1927332"/>
              <a:ext cx="764178" cy="33938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000</a:t>
              </a:r>
              <a:endParaRPr lang="zh-CN" altLang="en-US" sz="16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7E163793-6530-4856-872E-D3B2F4FBC027}"/>
                    </a:ext>
                  </a:extLst>
                </p:cNvPr>
                <p:cNvSpPr txBox="1"/>
                <p:nvPr/>
              </p:nvSpPr>
              <p:spPr>
                <a:xfrm>
                  <a:off x="5581201" y="2836712"/>
                  <a:ext cx="294625" cy="33855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𝐼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7E163793-6530-4856-872E-D3B2F4FBC0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1201" y="2836712"/>
                  <a:ext cx="294625" cy="338554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D73B284F-4970-4A31-BA5F-DDD043221F46}"/>
                    </a:ext>
                  </a:extLst>
                </p:cNvPr>
                <p:cNvSpPr txBox="1"/>
                <p:nvPr/>
              </p:nvSpPr>
              <p:spPr>
                <a:xfrm>
                  <a:off x="4158345" y="1180042"/>
                  <a:ext cx="294625" cy="339388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𝑄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D73B284F-4970-4A31-BA5F-DDD043221F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8345" y="1180042"/>
                  <a:ext cx="294625" cy="339388"/>
                </a:xfrm>
                <a:prstGeom prst="rect">
                  <a:avLst/>
                </a:prstGeom>
                <a:blipFill>
                  <a:blip r:embed="rId17"/>
                  <a:stretch>
                    <a:fillRect r="-6250" b="-89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7" name="椭圆 156">
              <a:extLst>
                <a:ext uri="{FF2B5EF4-FFF2-40B4-BE49-F238E27FC236}">
                  <a16:creationId xmlns:a16="http://schemas.microsoft.com/office/drawing/2014/main" id="{513CDD59-847D-4C91-A909-5A69BE4B553B}"/>
                </a:ext>
              </a:extLst>
            </p:cNvPr>
            <p:cNvSpPr/>
            <p:nvPr/>
          </p:nvSpPr>
          <p:spPr>
            <a:xfrm>
              <a:off x="3117476" y="2291171"/>
              <a:ext cx="241908" cy="241908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id="{1DDE47DA-7373-4AA9-ACB7-C1C8E8C64576}"/>
                </a:ext>
              </a:extLst>
            </p:cNvPr>
            <p:cNvSpPr txBox="1"/>
            <p:nvPr/>
          </p:nvSpPr>
          <p:spPr>
            <a:xfrm>
              <a:off x="2841013" y="1927332"/>
              <a:ext cx="764178" cy="33938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010</a:t>
              </a:r>
              <a:endParaRPr lang="zh-CN" altLang="en-US" sz="16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9" name="椭圆 158">
              <a:extLst>
                <a:ext uri="{FF2B5EF4-FFF2-40B4-BE49-F238E27FC236}">
                  <a16:creationId xmlns:a16="http://schemas.microsoft.com/office/drawing/2014/main" id="{E06B94A5-D7ED-42BB-80F9-C9E902B75249}"/>
                </a:ext>
              </a:extLst>
            </p:cNvPr>
            <p:cNvSpPr/>
            <p:nvPr/>
          </p:nvSpPr>
          <p:spPr>
            <a:xfrm>
              <a:off x="5032808" y="3113213"/>
              <a:ext cx="241908" cy="241908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" name="文本框 159">
              <a:extLst>
                <a:ext uri="{FF2B5EF4-FFF2-40B4-BE49-F238E27FC236}">
                  <a16:creationId xmlns:a16="http://schemas.microsoft.com/office/drawing/2014/main" id="{28F09E4E-8697-482E-A3D7-8CD19BC17097}"/>
                </a:ext>
              </a:extLst>
            </p:cNvPr>
            <p:cNvSpPr txBox="1"/>
            <p:nvPr/>
          </p:nvSpPr>
          <p:spPr>
            <a:xfrm>
              <a:off x="4756345" y="2749374"/>
              <a:ext cx="764178" cy="33938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100</a:t>
              </a:r>
              <a:endParaRPr lang="zh-CN" altLang="en-US" sz="16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1" name="椭圆 160">
              <a:extLst>
                <a:ext uri="{FF2B5EF4-FFF2-40B4-BE49-F238E27FC236}">
                  <a16:creationId xmlns:a16="http://schemas.microsoft.com/office/drawing/2014/main" id="{86F1B525-972F-494B-A5E8-C34678BBF13E}"/>
                </a:ext>
              </a:extLst>
            </p:cNvPr>
            <p:cNvSpPr/>
            <p:nvPr/>
          </p:nvSpPr>
          <p:spPr>
            <a:xfrm>
              <a:off x="3117476" y="3113213"/>
              <a:ext cx="241908" cy="241908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2" name="文本框 161">
              <a:extLst>
                <a:ext uri="{FF2B5EF4-FFF2-40B4-BE49-F238E27FC236}">
                  <a16:creationId xmlns:a16="http://schemas.microsoft.com/office/drawing/2014/main" id="{AA79B2F3-E5C1-4C64-AB7C-EA5D0AD2F949}"/>
                </a:ext>
              </a:extLst>
            </p:cNvPr>
            <p:cNvSpPr txBox="1"/>
            <p:nvPr/>
          </p:nvSpPr>
          <p:spPr>
            <a:xfrm>
              <a:off x="2841013" y="2749374"/>
              <a:ext cx="764178" cy="33938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110</a:t>
              </a:r>
              <a:endParaRPr lang="zh-CN" altLang="en-US" sz="16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3" name="椭圆 162">
              <a:extLst>
                <a:ext uri="{FF2B5EF4-FFF2-40B4-BE49-F238E27FC236}">
                  <a16:creationId xmlns:a16="http://schemas.microsoft.com/office/drawing/2014/main" id="{875FD968-8C13-4F23-BF6A-F1488A474D92}"/>
                </a:ext>
              </a:extLst>
            </p:cNvPr>
            <p:cNvSpPr/>
            <p:nvPr/>
          </p:nvSpPr>
          <p:spPr>
            <a:xfrm>
              <a:off x="4453688" y="1658711"/>
              <a:ext cx="241908" cy="241908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4" name="文本框 163">
              <a:extLst>
                <a:ext uri="{FF2B5EF4-FFF2-40B4-BE49-F238E27FC236}">
                  <a16:creationId xmlns:a16="http://schemas.microsoft.com/office/drawing/2014/main" id="{00272E64-FDAF-45F7-86E5-8D807813B7EB}"/>
                </a:ext>
              </a:extLst>
            </p:cNvPr>
            <p:cNvSpPr txBox="1"/>
            <p:nvPr/>
          </p:nvSpPr>
          <p:spPr>
            <a:xfrm>
              <a:off x="4177225" y="1294872"/>
              <a:ext cx="764178" cy="33938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001</a:t>
              </a:r>
              <a:endParaRPr lang="zh-CN" altLang="en-US" sz="16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5" name="椭圆 164">
              <a:extLst>
                <a:ext uri="{FF2B5EF4-FFF2-40B4-BE49-F238E27FC236}">
                  <a16:creationId xmlns:a16="http://schemas.microsoft.com/office/drawing/2014/main" id="{25BADD33-7E7B-48DF-B2B5-E94923250641}"/>
                </a:ext>
              </a:extLst>
            </p:cNvPr>
            <p:cNvSpPr/>
            <p:nvPr/>
          </p:nvSpPr>
          <p:spPr>
            <a:xfrm>
              <a:off x="3605156" y="1658711"/>
              <a:ext cx="241908" cy="241908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6" name="文本框 165">
              <a:extLst>
                <a:ext uri="{FF2B5EF4-FFF2-40B4-BE49-F238E27FC236}">
                  <a16:creationId xmlns:a16="http://schemas.microsoft.com/office/drawing/2014/main" id="{30CFB5F8-09D9-4E1E-8E4C-71BD049B0B6F}"/>
                </a:ext>
              </a:extLst>
            </p:cNvPr>
            <p:cNvSpPr txBox="1"/>
            <p:nvPr/>
          </p:nvSpPr>
          <p:spPr>
            <a:xfrm>
              <a:off x="3328693" y="1294872"/>
              <a:ext cx="764178" cy="33938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011</a:t>
              </a:r>
              <a:endParaRPr lang="zh-CN" altLang="en-US" sz="16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7" name="椭圆 166">
              <a:extLst>
                <a:ext uri="{FF2B5EF4-FFF2-40B4-BE49-F238E27FC236}">
                  <a16:creationId xmlns:a16="http://schemas.microsoft.com/office/drawing/2014/main" id="{D9FEB13D-6500-48D5-9A13-5319AF5B8CF5}"/>
                </a:ext>
              </a:extLst>
            </p:cNvPr>
            <p:cNvSpPr/>
            <p:nvPr/>
          </p:nvSpPr>
          <p:spPr>
            <a:xfrm>
              <a:off x="4453688" y="3578033"/>
              <a:ext cx="241908" cy="241908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8" name="文本框 167">
              <a:extLst>
                <a:ext uri="{FF2B5EF4-FFF2-40B4-BE49-F238E27FC236}">
                  <a16:creationId xmlns:a16="http://schemas.microsoft.com/office/drawing/2014/main" id="{57739FFD-F839-4BA5-B128-19DD387C5336}"/>
                </a:ext>
              </a:extLst>
            </p:cNvPr>
            <p:cNvSpPr txBox="1"/>
            <p:nvPr/>
          </p:nvSpPr>
          <p:spPr>
            <a:xfrm>
              <a:off x="4177225" y="3214194"/>
              <a:ext cx="764178" cy="33938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101</a:t>
              </a:r>
              <a:endParaRPr lang="zh-CN" altLang="en-US" sz="16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9" name="椭圆 168">
              <a:extLst>
                <a:ext uri="{FF2B5EF4-FFF2-40B4-BE49-F238E27FC236}">
                  <a16:creationId xmlns:a16="http://schemas.microsoft.com/office/drawing/2014/main" id="{02F5BC33-2FD4-4C75-B24C-942109803AD9}"/>
                </a:ext>
              </a:extLst>
            </p:cNvPr>
            <p:cNvSpPr/>
            <p:nvPr/>
          </p:nvSpPr>
          <p:spPr>
            <a:xfrm>
              <a:off x="3605156" y="3578033"/>
              <a:ext cx="241908" cy="241908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0" name="文本框 169">
              <a:extLst>
                <a:ext uri="{FF2B5EF4-FFF2-40B4-BE49-F238E27FC236}">
                  <a16:creationId xmlns:a16="http://schemas.microsoft.com/office/drawing/2014/main" id="{EB265F1A-F662-4D4A-AC32-63915C2F1BB2}"/>
                </a:ext>
              </a:extLst>
            </p:cNvPr>
            <p:cNvSpPr txBox="1"/>
            <p:nvPr/>
          </p:nvSpPr>
          <p:spPr>
            <a:xfrm>
              <a:off x="3328693" y="3214194"/>
              <a:ext cx="764178" cy="33938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111</a:t>
              </a:r>
              <a:endParaRPr lang="zh-CN" altLang="en-US" sz="16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71" name="直接连接符 170">
              <a:extLst>
                <a:ext uri="{FF2B5EF4-FFF2-40B4-BE49-F238E27FC236}">
                  <a16:creationId xmlns:a16="http://schemas.microsoft.com/office/drawing/2014/main" id="{10225FA2-4972-4392-BF9B-D9E362CFEDEC}"/>
                </a:ext>
              </a:extLst>
            </p:cNvPr>
            <p:cNvCxnSpPr>
              <a:cxnSpLocks/>
            </p:cNvCxnSpPr>
            <p:nvPr/>
          </p:nvCxnSpPr>
          <p:spPr>
            <a:xfrm>
              <a:off x="2929573" y="1634260"/>
              <a:ext cx="2345143" cy="2290040"/>
            </a:xfrm>
            <a:prstGeom prst="line">
              <a:avLst/>
            </a:prstGeom>
            <a:ln w="254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直接连接符 171">
              <a:extLst>
                <a:ext uri="{FF2B5EF4-FFF2-40B4-BE49-F238E27FC236}">
                  <a16:creationId xmlns:a16="http://schemas.microsoft.com/office/drawing/2014/main" id="{FE037948-6C68-4711-8F6A-40F9863C71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49137" y="1641443"/>
              <a:ext cx="2273204" cy="2127796"/>
            </a:xfrm>
            <a:prstGeom prst="line">
              <a:avLst/>
            </a:prstGeom>
            <a:ln w="254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3" name="组合 172">
            <a:extLst>
              <a:ext uri="{FF2B5EF4-FFF2-40B4-BE49-F238E27FC236}">
                <a16:creationId xmlns:a16="http://schemas.microsoft.com/office/drawing/2014/main" id="{02FBD8D9-499B-4B19-84A7-5BE25E37296D}"/>
              </a:ext>
            </a:extLst>
          </p:cNvPr>
          <p:cNvGrpSpPr/>
          <p:nvPr/>
        </p:nvGrpSpPr>
        <p:grpSpPr>
          <a:xfrm>
            <a:off x="4066732" y="3499659"/>
            <a:ext cx="3295650" cy="3126829"/>
            <a:chOff x="6096000" y="1866329"/>
            <a:chExt cx="3295650" cy="3126829"/>
          </a:xfrm>
        </p:grpSpPr>
        <p:cxnSp>
          <p:nvCxnSpPr>
            <p:cNvPr id="174" name="直接连接符 173">
              <a:extLst>
                <a:ext uri="{FF2B5EF4-FFF2-40B4-BE49-F238E27FC236}">
                  <a16:creationId xmlns:a16="http://schemas.microsoft.com/office/drawing/2014/main" id="{C1302124-E62F-48DA-AFE5-F2AD21098A87}"/>
                </a:ext>
              </a:extLst>
            </p:cNvPr>
            <p:cNvCxnSpPr>
              <a:cxnSpLocks/>
              <a:stCxn id="187" idx="6"/>
              <a:endCxn id="189" idx="2"/>
            </p:cNvCxnSpPr>
            <p:nvPr/>
          </p:nvCxnSpPr>
          <p:spPr>
            <a:xfrm>
              <a:off x="6875207" y="2465952"/>
              <a:ext cx="1597638" cy="0"/>
            </a:xfrm>
            <a:prstGeom prst="line">
              <a:avLst/>
            </a:prstGeom>
            <a:ln w="25400">
              <a:solidFill>
                <a:srgbClr val="5D170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直接连接符 174">
              <a:extLst>
                <a:ext uri="{FF2B5EF4-FFF2-40B4-BE49-F238E27FC236}">
                  <a16:creationId xmlns:a16="http://schemas.microsoft.com/office/drawing/2014/main" id="{910535FB-8C72-4DD9-9B94-D5A7CBB5DB37}"/>
                </a:ext>
              </a:extLst>
            </p:cNvPr>
            <p:cNvCxnSpPr>
              <a:cxnSpLocks/>
              <a:stCxn id="195" idx="6"/>
              <a:endCxn id="197" idx="2"/>
            </p:cNvCxnSpPr>
            <p:nvPr/>
          </p:nvCxnSpPr>
          <p:spPr>
            <a:xfrm>
              <a:off x="6875207" y="3026836"/>
              <a:ext cx="1597638" cy="0"/>
            </a:xfrm>
            <a:prstGeom prst="line">
              <a:avLst/>
            </a:prstGeom>
            <a:ln w="25400">
              <a:solidFill>
                <a:srgbClr val="5D170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直接连接符 175">
              <a:extLst>
                <a:ext uri="{FF2B5EF4-FFF2-40B4-BE49-F238E27FC236}">
                  <a16:creationId xmlns:a16="http://schemas.microsoft.com/office/drawing/2014/main" id="{3E382597-B4A1-432E-9257-682DAF147B63}"/>
                </a:ext>
              </a:extLst>
            </p:cNvPr>
            <p:cNvCxnSpPr>
              <a:cxnSpLocks/>
              <a:stCxn id="203" idx="6"/>
              <a:endCxn id="205" idx="2"/>
            </p:cNvCxnSpPr>
            <p:nvPr/>
          </p:nvCxnSpPr>
          <p:spPr>
            <a:xfrm>
              <a:off x="6867913" y="3982138"/>
              <a:ext cx="1597638" cy="0"/>
            </a:xfrm>
            <a:prstGeom prst="line">
              <a:avLst/>
            </a:prstGeom>
            <a:ln w="25400">
              <a:solidFill>
                <a:srgbClr val="5D170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接连接符 176">
              <a:extLst>
                <a:ext uri="{FF2B5EF4-FFF2-40B4-BE49-F238E27FC236}">
                  <a16:creationId xmlns:a16="http://schemas.microsoft.com/office/drawing/2014/main" id="{75409CBB-D9BB-4180-9699-3837C719296E}"/>
                </a:ext>
              </a:extLst>
            </p:cNvPr>
            <p:cNvCxnSpPr>
              <a:cxnSpLocks/>
              <a:stCxn id="211" idx="6"/>
              <a:endCxn id="213" idx="2"/>
            </p:cNvCxnSpPr>
            <p:nvPr/>
          </p:nvCxnSpPr>
          <p:spPr>
            <a:xfrm>
              <a:off x="6867913" y="4543022"/>
              <a:ext cx="1597638" cy="0"/>
            </a:xfrm>
            <a:prstGeom prst="line">
              <a:avLst/>
            </a:prstGeom>
            <a:ln w="25400">
              <a:solidFill>
                <a:srgbClr val="5D1709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直接连接符 177">
              <a:extLst>
                <a:ext uri="{FF2B5EF4-FFF2-40B4-BE49-F238E27FC236}">
                  <a16:creationId xmlns:a16="http://schemas.microsoft.com/office/drawing/2014/main" id="{364CFD01-1D98-444E-87CC-40435B245BA1}"/>
                </a:ext>
              </a:extLst>
            </p:cNvPr>
            <p:cNvCxnSpPr>
              <a:cxnSpLocks/>
              <a:stCxn id="187" idx="4"/>
              <a:endCxn id="195" idx="0"/>
            </p:cNvCxnSpPr>
            <p:nvPr/>
          </p:nvCxnSpPr>
          <p:spPr>
            <a:xfrm>
              <a:off x="6754253" y="2586906"/>
              <a:ext cx="0" cy="318976"/>
            </a:xfrm>
            <a:prstGeom prst="line">
              <a:avLst/>
            </a:prstGeom>
            <a:ln w="25400">
              <a:solidFill>
                <a:srgbClr val="5D170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连接符 178">
              <a:extLst>
                <a:ext uri="{FF2B5EF4-FFF2-40B4-BE49-F238E27FC236}">
                  <a16:creationId xmlns:a16="http://schemas.microsoft.com/office/drawing/2014/main" id="{24BC7CE0-19CB-4C47-A4F0-6D7926B74AC9}"/>
                </a:ext>
              </a:extLst>
            </p:cNvPr>
            <p:cNvCxnSpPr>
              <a:cxnSpLocks/>
              <a:stCxn id="197" idx="4"/>
              <a:endCxn id="205" idx="4"/>
            </p:cNvCxnSpPr>
            <p:nvPr/>
          </p:nvCxnSpPr>
          <p:spPr>
            <a:xfrm flipH="1">
              <a:off x="8586505" y="3147790"/>
              <a:ext cx="7294" cy="955302"/>
            </a:xfrm>
            <a:prstGeom prst="line">
              <a:avLst/>
            </a:prstGeom>
            <a:ln w="25400">
              <a:solidFill>
                <a:srgbClr val="5D170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直接连接符 179">
              <a:extLst>
                <a:ext uri="{FF2B5EF4-FFF2-40B4-BE49-F238E27FC236}">
                  <a16:creationId xmlns:a16="http://schemas.microsoft.com/office/drawing/2014/main" id="{7F4DBB09-3A4A-4C68-AC4D-F51F3100581F}"/>
                </a:ext>
              </a:extLst>
            </p:cNvPr>
            <p:cNvCxnSpPr>
              <a:cxnSpLocks/>
              <a:stCxn id="203" idx="4"/>
              <a:endCxn id="211" idx="4"/>
            </p:cNvCxnSpPr>
            <p:nvPr/>
          </p:nvCxnSpPr>
          <p:spPr>
            <a:xfrm>
              <a:off x="6746959" y="4103092"/>
              <a:ext cx="0" cy="560884"/>
            </a:xfrm>
            <a:prstGeom prst="line">
              <a:avLst/>
            </a:prstGeom>
            <a:ln w="25400">
              <a:solidFill>
                <a:srgbClr val="5D170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直接连接符 180">
              <a:extLst>
                <a:ext uri="{FF2B5EF4-FFF2-40B4-BE49-F238E27FC236}">
                  <a16:creationId xmlns:a16="http://schemas.microsoft.com/office/drawing/2014/main" id="{92881B00-3189-4955-8F8E-66F26DB52065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3469158"/>
              <a:ext cx="329565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连接符 181">
              <a:extLst>
                <a:ext uri="{FF2B5EF4-FFF2-40B4-BE49-F238E27FC236}">
                  <a16:creationId xmlns:a16="http://schemas.microsoft.com/office/drawing/2014/main" id="{B6F27A61-6692-4531-9194-BE9AC66653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46377" y="1935633"/>
              <a:ext cx="0" cy="305752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3" name="椭圆 182">
              <a:extLst>
                <a:ext uri="{FF2B5EF4-FFF2-40B4-BE49-F238E27FC236}">
                  <a16:creationId xmlns:a16="http://schemas.microsoft.com/office/drawing/2014/main" id="{010EA486-190C-4B6D-B250-6D119EB51AD8}"/>
                </a:ext>
              </a:extLst>
            </p:cNvPr>
            <p:cNvSpPr/>
            <p:nvPr/>
          </p:nvSpPr>
          <p:spPr>
            <a:xfrm>
              <a:off x="7943428" y="2344998"/>
              <a:ext cx="241908" cy="241908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4" name="文本框 183">
              <a:extLst>
                <a:ext uri="{FF2B5EF4-FFF2-40B4-BE49-F238E27FC236}">
                  <a16:creationId xmlns:a16="http://schemas.microsoft.com/office/drawing/2014/main" id="{2E398DAF-0B92-4185-91B5-6C96D5E55518}"/>
                </a:ext>
              </a:extLst>
            </p:cNvPr>
            <p:cNvSpPr txBox="1"/>
            <p:nvPr/>
          </p:nvSpPr>
          <p:spPr>
            <a:xfrm>
              <a:off x="7648625" y="2101253"/>
              <a:ext cx="800858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0001</a:t>
              </a:r>
              <a:endParaRPr lang="zh-CN" altLang="en-US" sz="12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5" name="文本框 184">
                  <a:extLst>
                    <a:ext uri="{FF2B5EF4-FFF2-40B4-BE49-F238E27FC236}">
                      <a16:creationId xmlns:a16="http://schemas.microsoft.com/office/drawing/2014/main" id="{0BF8288E-CBBA-497D-B636-2DA2AC1D55A2}"/>
                    </a:ext>
                  </a:extLst>
                </p:cNvPr>
                <p:cNvSpPr txBox="1"/>
                <p:nvPr/>
              </p:nvSpPr>
              <p:spPr>
                <a:xfrm>
                  <a:off x="9097024" y="3522999"/>
                  <a:ext cx="294625" cy="33855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𝐼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85" name="文本框 184">
                  <a:extLst>
                    <a:ext uri="{FF2B5EF4-FFF2-40B4-BE49-F238E27FC236}">
                      <a16:creationId xmlns:a16="http://schemas.microsoft.com/office/drawing/2014/main" id="{0BF8288E-CBBA-497D-B636-2DA2AC1D55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97024" y="3522999"/>
                  <a:ext cx="294625" cy="338554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6" name="文本框 185">
                  <a:extLst>
                    <a:ext uri="{FF2B5EF4-FFF2-40B4-BE49-F238E27FC236}">
                      <a16:creationId xmlns:a16="http://schemas.microsoft.com/office/drawing/2014/main" id="{71CD7BD7-37E3-4336-A8F8-F8E2739F5A45}"/>
                    </a:ext>
                  </a:extLst>
                </p:cNvPr>
                <p:cNvSpPr txBox="1"/>
                <p:nvPr/>
              </p:nvSpPr>
              <p:spPr>
                <a:xfrm>
                  <a:off x="7674168" y="1866329"/>
                  <a:ext cx="294625" cy="339388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𝑄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86" name="文本框 185">
                  <a:extLst>
                    <a:ext uri="{FF2B5EF4-FFF2-40B4-BE49-F238E27FC236}">
                      <a16:creationId xmlns:a16="http://schemas.microsoft.com/office/drawing/2014/main" id="{71CD7BD7-37E3-4336-A8F8-F8E2739F5A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4168" y="1866329"/>
                  <a:ext cx="294625" cy="339388"/>
                </a:xfrm>
                <a:prstGeom prst="rect">
                  <a:avLst/>
                </a:prstGeom>
                <a:blipFill>
                  <a:blip r:embed="rId19"/>
                  <a:stretch>
                    <a:fillRect r="-6250" b="-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7" name="椭圆 186">
              <a:extLst>
                <a:ext uri="{FF2B5EF4-FFF2-40B4-BE49-F238E27FC236}">
                  <a16:creationId xmlns:a16="http://schemas.microsoft.com/office/drawing/2014/main" id="{C65A3B30-93D4-4985-AC94-49AECADF36A1}"/>
                </a:ext>
              </a:extLst>
            </p:cNvPr>
            <p:cNvSpPr/>
            <p:nvPr/>
          </p:nvSpPr>
          <p:spPr>
            <a:xfrm>
              <a:off x="6633299" y="2344998"/>
              <a:ext cx="241908" cy="241908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8" name="文本框 187">
              <a:extLst>
                <a:ext uri="{FF2B5EF4-FFF2-40B4-BE49-F238E27FC236}">
                  <a16:creationId xmlns:a16="http://schemas.microsoft.com/office/drawing/2014/main" id="{B7B3023B-92F8-450E-BCFB-94D53FEB15A4}"/>
                </a:ext>
              </a:extLst>
            </p:cNvPr>
            <p:cNvSpPr txBox="1"/>
            <p:nvPr/>
          </p:nvSpPr>
          <p:spPr>
            <a:xfrm>
              <a:off x="6338496" y="2101253"/>
              <a:ext cx="800858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0010</a:t>
              </a:r>
              <a:endParaRPr lang="zh-CN" altLang="en-US" sz="12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9" name="椭圆 188">
              <a:extLst>
                <a:ext uri="{FF2B5EF4-FFF2-40B4-BE49-F238E27FC236}">
                  <a16:creationId xmlns:a16="http://schemas.microsoft.com/office/drawing/2014/main" id="{F8E00709-9913-4B62-81B6-230988981299}"/>
                </a:ext>
              </a:extLst>
            </p:cNvPr>
            <p:cNvSpPr/>
            <p:nvPr/>
          </p:nvSpPr>
          <p:spPr>
            <a:xfrm>
              <a:off x="8472845" y="2344998"/>
              <a:ext cx="241908" cy="241908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0" name="文本框 189">
              <a:extLst>
                <a:ext uri="{FF2B5EF4-FFF2-40B4-BE49-F238E27FC236}">
                  <a16:creationId xmlns:a16="http://schemas.microsoft.com/office/drawing/2014/main" id="{5E4CEFF7-DE70-4226-ADB7-5EEAB6DDA829}"/>
                </a:ext>
              </a:extLst>
            </p:cNvPr>
            <p:cNvSpPr txBox="1"/>
            <p:nvPr/>
          </p:nvSpPr>
          <p:spPr>
            <a:xfrm>
              <a:off x="8178042" y="2101253"/>
              <a:ext cx="800858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0000</a:t>
              </a:r>
              <a:endParaRPr lang="zh-CN" altLang="en-US" sz="12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1" name="椭圆 190">
              <a:extLst>
                <a:ext uri="{FF2B5EF4-FFF2-40B4-BE49-F238E27FC236}">
                  <a16:creationId xmlns:a16="http://schemas.microsoft.com/office/drawing/2014/main" id="{B4D0C060-B181-43F8-A175-8CE0822BECD4}"/>
                </a:ext>
              </a:extLst>
            </p:cNvPr>
            <p:cNvSpPr/>
            <p:nvPr/>
          </p:nvSpPr>
          <p:spPr>
            <a:xfrm>
              <a:off x="7162716" y="2344998"/>
              <a:ext cx="241908" cy="241908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2" name="文本框 191">
              <a:extLst>
                <a:ext uri="{FF2B5EF4-FFF2-40B4-BE49-F238E27FC236}">
                  <a16:creationId xmlns:a16="http://schemas.microsoft.com/office/drawing/2014/main" id="{5842755D-8BE5-4268-8BA1-2FAAB5DFB6E0}"/>
                </a:ext>
              </a:extLst>
            </p:cNvPr>
            <p:cNvSpPr txBox="1"/>
            <p:nvPr/>
          </p:nvSpPr>
          <p:spPr>
            <a:xfrm>
              <a:off x="6867913" y="2101253"/>
              <a:ext cx="800858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0011</a:t>
              </a:r>
              <a:endParaRPr lang="zh-CN" altLang="en-US" sz="12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3" name="椭圆 192">
              <a:extLst>
                <a:ext uri="{FF2B5EF4-FFF2-40B4-BE49-F238E27FC236}">
                  <a16:creationId xmlns:a16="http://schemas.microsoft.com/office/drawing/2014/main" id="{2DFED2F8-FFC1-4590-939C-AEE3CAA5F9B5}"/>
                </a:ext>
              </a:extLst>
            </p:cNvPr>
            <p:cNvSpPr/>
            <p:nvPr/>
          </p:nvSpPr>
          <p:spPr>
            <a:xfrm>
              <a:off x="7943428" y="2905882"/>
              <a:ext cx="241908" cy="241908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4" name="文本框 193">
              <a:extLst>
                <a:ext uri="{FF2B5EF4-FFF2-40B4-BE49-F238E27FC236}">
                  <a16:creationId xmlns:a16="http://schemas.microsoft.com/office/drawing/2014/main" id="{ED5FBF89-3872-4F1D-8EBC-677C5A737C13}"/>
                </a:ext>
              </a:extLst>
            </p:cNvPr>
            <p:cNvSpPr txBox="1"/>
            <p:nvPr/>
          </p:nvSpPr>
          <p:spPr>
            <a:xfrm>
              <a:off x="7648625" y="2655787"/>
              <a:ext cx="800858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0101</a:t>
              </a:r>
              <a:endParaRPr lang="zh-CN" altLang="en-US" sz="12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5" name="椭圆 194">
              <a:extLst>
                <a:ext uri="{FF2B5EF4-FFF2-40B4-BE49-F238E27FC236}">
                  <a16:creationId xmlns:a16="http://schemas.microsoft.com/office/drawing/2014/main" id="{00C93182-19A8-45EE-943A-16CD13179A79}"/>
                </a:ext>
              </a:extLst>
            </p:cNvPr>
            <p:cNvSpPr/>
            <p:nvPr/>
          </p:nvSpPr>
          <p:spPr>
            <a:xfrm>
              <a:off x="6633299" y="2905882"/>
              <a:ext cx="241908" cy="241908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6" name="文本框 195">
              <a:extLst>
                <a:ext uri="{FF2B5EF4-FFF2-40B4-BE49-F238E27FC236}">
                  <a16:creationId xmlns:a16="http://schemas.microsoft.com/office/drawing/2014/main" id="{495EE91B-F221-41C8-A033-438C56E1A629}"/>
                </a:ext>
              </a:extLst>
            </p:cNvPr>
            <p:cNvSpPr txBox="1"/>
            <p:nvPr/>
          </p:nvSpPr>
          <p:spPr>
            <a:xfrm>
              <a:off x="6338496" y="2655787"/>
              <a:ext cx="800858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0110</a:t>
              </a:r>
              <a:endParaRPr lang="zh-CN" altLang="en-US" sz="12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7" name="椭圆 196">
              <a:extLst>
                <a:ext uri="{FF2B5EF4-FFF2-40B4-BE49-F238E27FC236}">
                  <a16:creationId xmlns:a16="http://schemas.microsoft.com/office/drawing/2014/main" id="{62F8256D-F038-4700-8215-29DC1E0A2EA8}"/>
                </a:ext>
              </a:extLst>
            </p:cNvPr>
            <p:cNvSpPr/>
            <p:nvPr/>
          </p:nvSpPr>
          <p:spPr>
            <a:xfrm>
              <a:off x="8472845" y="2905882"/>
              <a:ext cx="241908" cy="241908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8" name="文本框 197">
              <a:extLst>
                <a:ext uri="{FF2B5EF4-FFF2-40B4-BE49-F238E27FC236}">
                  <a16:creationId xmlns:a16="http://schemas.microsoft.com/office/drawing/2014/main" id="{E9031AD0-82F9-477E-A097-964CC5CBF354}"/>
                </a:ext>
              </a:extLst>
            </p:cNvPr>
            <p:cNvSpPr txBox="1"/>
            <p:nvPr/>
          </p:nvSpPr>
          <p:spPr>
            <a:xfrm>
              <a:off x="8178042" y="2655787"/>
              <a:ext cx="800858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0100</a:t>
              </a:r>
              <a:endParaRPr lang="zh-CN" altLang="en-US" sz="12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9" name="椭圆 198">
              <a:extLst>
                <a:ext uri="{FF2B5EF4-FFF2-40B4-BE49-F238E27FC236}">
                  <a16:creationId xmlns:a16="http://schemas.microsoft.com/office/drawing/2014/main" id="{9F0C48BC-75A1-4A6B-8E22-69323071A560}"/>
                </a:ext>
              </a:extLst>
            </p:cNvPr>
            <p:cNvSpPr/>
            <p:nvPr/>
          </p:nvSpPr>
          <p:spPr>
            <a:xfrm>
              <a:off x="7162716" y="2905882"/>
              <a:ext cx="241908" cy="241908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0" name="文本框 199">
              <a:extLst>
                <a:ext uri="{FF2B5EF4-FFF2-40B4-BE49-F238E27FC236}">
                  <a16:creationId xmlns:a16="http://schemas.microsoft.com/office/drawing/2014/main" id="{6AF87D62-14B4-45EA-B4FE-2D5C200199E3}"/>
                </a:ext>
              </a:extLst>
            </p:cNvPr>
            <p:cNvSpPr txBox="1"/>
            <p:nvPr/>
          </p:nvSpPr>
          <p:spPr>
            <a:xfrm>
              <a:off x="6867913" y="2655787"/>
              <a:ext cx="800858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0111</a:t>
              </a:r>
              <a:endParaRPr lang="zh-CN" altLang="en-US" sz="12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1" name="椭圆 200">
              <a:extLst>
                <a:ext uri="{FF2B5EF4-FFF2-40B4-BE49-F238E27FC236}">
                  <a16:creationId xmlns:a16="http://schemas.microsoft.com/office/drawing/2014/main" id="{0FE5BEB6-EF55-4C76-8512-41541B9C68D1}"/>
                </a:ext>
              </a:extLst>
            </p:cNvPr>
            <p:cNvSpPr/>
            <p:nvPr/>
          </p:nvSpPr>
          <p:spPr>
            <a:xfrm>
              <a:off x="7936134" y="3861184"/>
              <a:ext cx="241908" cy="241908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2" name="文本框 201">
              <a:extLst>
                <a:ext uri="{FF2B5EF4-FFF2-40B4-BE49-F238E27FC236}">
                  <a16:creationId xmlns:a16="http://schemas.microsoft.com/office/drawing/2014/main" id="{8BC75164-7F72-457D-8D06-8622452E8A79}"/>
                </a:ext>
              </a:extLst>
            </p:cNvPr>
            <p:cNvSpPr txBox="1"/>
            <p:nvPr/>
          </p:nvSpPr>
          <p:spPr>
            <a:xfrm>
              <a:off x="7641331" y="3617439"/>
              <a:ext cx="800858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1101</a:t>
              </a:r>
              <a:endParaRPr lang="zh-CN" altLang="en-US" sz="12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3" name="椭圆 202">
              <a:extLst>
                <a:ext uri="{FF2B5EF4-FFF2-40B4-BE49-F238E27FC236}">
                  <a16:creationId xmlns:a16="http://schemas.microsoft.com/office/drawing/2014/main" id="{3C0D40E5-223B-497C-8358-D310CC1EA915}"/>
                </a:ext>
              </a:extLst>
            </p:cNvPr>
            <p:cNvSpPr/>
            <p:nvPr/>
          </p:nvSpPr>
          <p:spPr>
            <a:xfrm>
              <a:off x="6626005" y="3861184"/>
              <a:ext cx="241908" cy="241908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4" name="文本框 203">
              <a:extLst>
                <a:ext uri="{FF2B5EF4-FFF2-40B4-BE49-F238E27FC236}">
                  <a16:creationId xmlns:a16="http://schemas.microsoft.com/office/drawing/2014/main" id="{4A4C2043-DCFB-491C-B5EC-6961DA0953EF}"/>
                </a:ext>
              </a:extLst>
            </p:cNvPr>
            <p:cNvSpPr txBox="1"/>
            <p:nvPr/>
          </p:nvSpPr>
          <p:spPr>
            <a:xfrm>
              <a:off x="6331202" y="3617439"/>
              <a:ext cx="800858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1110</a:t>
              </a:r>
              <a:endParaRPr lang="zh-CN" altLang="en-US" sz="12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" name="椭圆 204">
              <a:extLst>
                <a:ext uri="{FF2B5EF4-FFF2-40B4-BE49-F238E27FC236}">
                  <a16:creationId xmlns:a16="http://schemas.microsoft.com/office/drawing/2014/main" id="{F73F74A0-8D21-4002-B2CF-F0E43CE2BD5A}"/>
                </a:ext>
              </a:extLst>
            </p:cNvPr>
            <p:cNvSpPr/>
            <p:nvPr/>
          </p:nvSpPr>
          <p:spPr>
            <a:xfrm>
              <a:off x="8465551" y="3861184"/>
              <a:ext cx="241908" cy="241908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6" name="文本框 205">
              <a:extLst>
                <a:ext uri="{FF2B5EF4-FFF2-40B4-BE49-F238E27FC236}">
                  <a16:creationId xmlns:a16="http://schemas.microsoft.com/office/drawing/2014/main" id="{ABBC3CA8-9DB1-4924-854F-62C8F6F8F115}"/>
                </a:ext>
              </a:extLst>
            </p:cNvPr>
            <p:cNvSpPr txBox="1"/>
            <p:nvPr/>
          </p:nvSpPr>
          <p:spPr>
            <a:xfrm>
              <a:off x="8170748" y="3617439"/>
              <a:ext cx="800858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1100</a:t>
              </a:r>
              <a:endParaRPr lang="zh-CN" altLang="en-US" sz="12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7" name="椭圆 206">
              <a:extLst>
                <a:ext uri="{FF2B5EF4-FFF2-40B4-BE49-F238E27FC236}">
                  <a16:creationId xmlns:a16="http://schemas.microsoft.com/office/drawing/2014/main" id="{3D3747F7-AB22-4256-9B14-608F7CFEC58D}"/>
                </a:ext>
              </a:extLst>
            </p:cNvPr>
            <p:cNvSpPr/>
            <p:nvPr/>
          </p:nvSpPr>
          <p:spPr>
            <a:xfrm>
              <a:off x="7155422" y="3861184"/>
              <a:ext cx="241908" cy="241908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8" name="文本框 207">
              <a:extLst>
                <a:ext uri="{FF2B5EF4-FFF2-40B4-BE49-F238E27FC236}">
                  <a16:creationId xmlns:a16="http://schemas.microsoft.com/office/drawing/2014/main" id="{865BCC8B-7744-43A0-9DE9-F1F90ECB26CA}"/>
                </a:ext>
              </a:extLst>
            </p:cNvPr>
            <p:cNvSpPr txBox="1"/>
            <p:nvPr/>
          </p:nvSpPr>
          <p:spPr>
            <a:xfrm>
              <a:off x="6860619" y="3617439"/>
              <a:ext cx="800858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1111</a:t>
              </a:r>
              <a:endParaRPr lang="zh-CN" altLang="en-US" sz="12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9" name="椭圆 208">
              <a:extLst>
                <a:ext uri="{FF2B5EF4-FFF2-40B4-BE49-F238E27FC236}">
                  <a16:creationId xmlns:a16="http://schemas.microsoft.com/office/drawing/2014/main" id="{865DDF35-C7D1-48F2-AC9D-ED2794460F97}"/>
                </a:ext>
              </a:extLst>
            </p:cNvPr>
            <p:cNvSpPr/>
            <p:nvPr/>
          </p:nvSpPr>
          <p:spPr>
            <a:xfrm>
              <a:off x="7936134" y="4422068"/>
              <a:ext cx="241908" cy="241908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0" name="文本框 209">
              <a:extLst>
                <a:ext uri="{FF2B5EF4-FFF2-40B4-BE49-F238E27FC236}">
                  <a16:creationId xmlns:a16="http://schemas.microsoft.com/office/drawing/2014/main" id="{9B2A8A26-079D-4702-A817-E8599D7F7663}"/>
                </a:ext>
              </a:extLst>
            </p:cNvPr>
            <p:cNvSpPr txBox="1"/>
            <p:nvPr/>
          </p:nvSpPr>
          <p:spPr>
            <a:xfrm>
              <a:off x="7641331" y="4171973"/>
              <a:ext cx="800858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1001</a:t>
              </a:r>
              <a:endParaRPr lang="zh-CN" altLang="en-US" sz="12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1" name="椭圆 210">
              <a:extLst>
                <a:ext uri="{FF2B5EF4-FFF2-40B4-BE49-F238E27FC236}">
                  <a16:creationId xmlns:a16="http://schemas.microsoft.com/office/drawing/2014/main" id="{DEBBCAFC-6104-413E-981B-5D3097B7E878}"/>
                </a:ext>
              </a:extLst>
            </p:cNvPr>
            <p:cNvSpPr/>
            <p:nvPr/>
          </p:nvSpPr>
          <p:spPr>
            <a:xfrm>
              <a:off x="6626005" y="4422068"/>
              <a:ext cx="241908" cy="241908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2" name="文本框 211">
              <a:extLst>
                <a:ext uri="{FF2B5EF4-FFF2-40B4-BE49-F238E27FC236}">
                  <a16:creationId xmlns:a16="http://schemas.microsoft.com/office/drawing/2014/main" id="{018FAF70-6321-4521-9ADC-0F7E97AAFA0E}"/>
                </a:ext>
              </a:extLst>
            </p:cNvPr>
            <p:cNvSpPr txBox="1"/>
            <p:nvPr/>
          </p:nvSpPr>
          <p:spPr>
            <a:xfrm>
              <a:off x="6331202" y="4171973"/>
              <a:ext cx="800858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1010</a:t>
              </a:r>
              <a:endParaRPr lang="zh-CN" altLang="en-US" sz="12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3" name="椭圆 212">
              <a:extLst>
                <a:ext uri="{FF2B5EF4-FFF2-40B4-BE49-F238E27FC236}">
                  <a16:creationId xmlns:a16="http://schemas.microsoft.com/office/drawing/2014/main" id="{02C42C20-8DF5-498C-87DC-1774B1B91B1C}"/>
                </a:ext>
              </a:extLst>
            </p:cNvPr>
            <p:cNvSpPr/>
            <p:nvPr/>
          </p:nvSpPr>
          <p:spPr>
            <a:xfrm>
              <a:off x="8465551" y="4422068"/>
              <a:ext cx="241908" cy="241908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4" name="文本框 213">
              <a:extLst>
                <a:ext uri="{FF2B5EF4-FFF2-40B4-BE49-F238E27FC236}">
                  <a16:creationId xmlns:a16="http://schemas.microsoft.com/office/drawing/2014/main" id="{DAF040AF-FAF7-4B5E-9208-BDA55384F39F}"/>
                </a:ext>
              </a:extLst>
            </p:cNvPr>
            <p:cNvSpPr txBox="1"/>
            <p:nvPr/>
          </p:nvSpPr>
          <p:spPr>
            <a:xfrm>
              <a:off x="8170748" y="4171973"/>
              <a:ext cx="800858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1000</a:t>
              </a:r>
              <a:endParaRPr lang="zh-CN" altLang="en-US" sz="12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5" name="椭圆 214">
              <a:extLst>
                <a:ext uri="{FF2B5EF4-FFF2-40B4-BE49-F238E27FC236}">
                  <a16:creationId xmlns:a16="http://schemas.microsoft.com/office/drawing/2014/main" id="{7E34844C-E682-4752-ABFF-D34F36F4A734}"/>
                </a:ext>
              </a:extLst>
            </p:cNvPr>
            <p:cNvSpPr/>
            <p:nvPr/>
          </p:nvSpPr>
          <p:spPr>
            <a:xfrm>
              <a:off x="7155422" y="4422068"/>
              <a:ext cx="241908" cy="241908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6" name="文本框 215">
              <a:extLst>
                <a:ext uri="{FF2B5EF4-FFF2-40B4-BE49-F238E27FC236}">
                  <a16:creationId xmlns:a16="http://schemas.microsoft.com/office/drawing/2014/main" id="{0724236F-28A4-46F9-A0A4-922C91B1FB80}"/>
                </a:ext>
              </a:extLst>
            </p:cNvPr>
            <p:cNvSpPr txBox="1"/>
            <p:nvPr/>
          </p:nvSpPr>
          <p:spPr>
            <a:xfrm>
              <a:off x="6860619" y="4171973"/>
              <a:ext cx="800858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1011</a:t>
              </a:r>
              <a:endParaRPr lang="zh-CN" altLang="en-US" sz="12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7" name="组合 216">
            <a:extLst>
              <a:ext uri="{FF2B5EF4-FFF2-40B4-BE49-F238E27FC236}">
                <a16:creationId xmlns:a16="http://schemas.microsoft.com/office/drawing/2014/main" id="{678D01E7-A599-4443-9C46-F2748029905D}"/>
              </a:ext>
            </a:extLst>
          </p:cNvPr>
          <p:cNvGrpSpPr/>
          <p:nvPr/>
        </p:nvGrpSpPr>
        <p:grpSpPr>
          <a:xfrm>
            <a:off x="8133552" y="4493474"/>
            <a:ext cx="3295650" cy="881951"/>
            <a:chOff x="4970951" y="4370823"/>
            <a:chExt cx="3295650" cy="881951"/>
          </a:xfrm>
        </p:grpSpPr>
        <p:cxnSp>
          <p:nvCxnSpPr>
            <p:cNvPr id="218" name="直接连接符 217">
              <a:extLst>
                <a:ext uri="{FF2B5EF4-FFF2-40B4-BE49-F238E27FC236}">
                  <a16:creationId xmlns:a16="http://schemas.microsoft.com/office/drawing/2014/main" id="{C43E6718-1CF8-460B-BC67-A27D67FDA5B1}"/>
                </a:ext>
              </a:extLst>
            </p:cNvPr>
            <p:cNvCxnSpPr>
              <a:cxnSpLocks/>
            </p:cNvCxnSpPr>
            <p:nvPr/>
          </p:nvCxnSpPr>
          <p:spPr>
            <a:xfrm>
              <a:off x="4970951" y="4860379"/>
              <a:ext cx="329565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9" name="椭圆 218">
              <a:extLst>
                <a:ext uri="{FF2B5EF4-FFF2-40B4-BE49-F238E27FC236}">
                  <a16:creationId xmlns:a16="http://schemas.microsoft.com/office/drawing/2014/main" id="{27AACCAB-EB80-4403-9519-8B3E005E71AB}"/>
                </a:ext>
              </a:extLst>
            </p:cNvPr>
            <p:cNvSpPr/>
            <p:nvPr/>
          </p:nvSpPr>
          <p:spPr>
            <a:xfrm>
              <a:off x="7460352" y="4734662"/>
              <a:ext cx="241908" cy="241908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0" name="文本框 219">
              <a:extLst>
                <a:ext uri="{FF2B5EF4-FFF2-40B4-BE49-F238E27FC236}">
                  <a16:creationId xmlns:a16="http://schemas.microsoft.com/office/drawing/2014/main" id="{A6ECB809-62E5-44C7-97F6-B55FB983F97C}"/>
                </a:ext>
              </a:extLst>
            </p:cNvPr>
            <p:cNvSpPr txBox="1"/>
            <p:nvPr/>
          </p:nvSpPr>
          <p:spPr>
            <a:xfrm>
              <a:off x="7277455" y="4371240"/>
              <a:ext cx="577046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3A</a:t>
              </a:r>
              <a:endParaRPr lang="zh-CN" altLang="en-US" sz="16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1" name="文本框 220">
                  <a:extLst>
                    <a:ext uri="{FF2B5EF4-FFF2-40B4-BE49-F238E27FC236}">
                      <a16:creationId xmlns:a16="http://schemas.microsoft.com/office/drawing/2014/main" id="{15E037B2-C7D3-4783-9F4F-3B4A2D850C78}"/>
                    </a:ext>
                  </a:extLst>
                </p:cNvPr>
                <p:cNvSpPr txBox="1"/>
                <p:nvPr/>
              </p:nvSpPr>
              <p:spPr>
                <a:xfrm>
                  <a:off x="7971975" y="4914220"/>
                  <a:ext cx="294625" cy="33855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𝐼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21" name="文本框 220">
                  <a:extLst>
                    <a:ext uri="{FF2B5EF4-FFF2-40B4-BE49-F238E27FC236}">
                      <a16:creationId xmlns:a16="http://schemas.microsoft.com/office/drawing/2014/main" id="{15E037B2-C7D3-4783-9F4F-3B4A2D850C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71975" y="4914220"/>
                  <a:ext cx="294625" cy="338554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2" name="椭圆 221">
              <a:extLst>
                <a:ext uri="{FF2B5EF4-FFF2-40B4-BE49-F238E27FC236}">
                  <a16:creationId xmlns:a16="http://schemas.microsoft.com/office/drawing/2014/main" id="{FBFDD262-CCF1-4699-8C7D-DC29200DE73A}"/>
                </a:ext>
              </a:extLst>
            </p:cNvPr>
            <p:cNvSpPr/>
            <p:nvPr/>
          </p:nvSpPr>
          <p:spPr>
            <a:xfrm>
              <a:off x="5545020" y="4734662"/>
              <a:ext cx="241908" cy="241908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3" name="文本框 222">
              <a:extLst>
                <a:ext uri="{FF2B5EF4-FFF2-40B4-BE49-F238E27FC236}">
                  <a16:creationId xmlns:a16="http://schemas.microsoft.com/office/drawing/2014/main" id="{FE4874EC-DF23-4EAB-9926-2727C7A86552}"/>
                </a:ext>
              </a:extLst>
            </p:cNvPr>
            <p:cNvSpPr txBox="1"/>
            <p:nvPr/>
          </p:nvSpPr>
          <p:spPr>
            <a:xfrm>
              <a:off x="5370093" y="4371240"/>
              <a:ext cx="561106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-3A</a:t>
              </a:r>
              <a:endParaRPr lang="zh-CN" altLang="en-US" sz="16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4" name="椭圆 223">
              <a:extLst>
                <a:ext uri="{FF2B5EF4-FFF2-40B4-BE49-F238E27FC236}">
                  <a16:creationId xmlns:a16="http://schemas.microsoft.com/office/drawing/2014/main" id="{9839FBCB-4FE1-49DF-8C7A-33CDF303DEA4}"/>
                </a:ext>
              </a:extLst>
            </p:cNvPr>
            <p:cNvSpPr/>
            <p:nvPr/>
          </p:nvSpPr>
          <p:spPr>
            <a:xfrm>
              <a:off x="6183464" y="4734662"/>
              <a:ext cx="241908" cy="241908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5" name="椭圆 224">
              <a:extLst>
                <a:ext uri="{FF2B5EF4-FFF2-40B4-BE49-F238E27FC236}">
                  <a16:creationId xmlns:a16="http://schemas.microsoft.com/office/drawing/2014/main" id="{AB0145D5-F79B-4875-B489-F045C80A31D7}"/>
                </a:ext>
              </a:extLst>
            </p:cNvPr>
            <p:cNvSpPr/>
            <p:nvPr/>
          </p:nvSpPr>
          <p:spPr>
            <a:xfrm>
              <a:off x="6821908" y="4734662"/>
              <a:ext cx="241908" cy="241908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6" name="文本框 225">
              <a:extLst>
                <a:ext uri="{FF2B5EF4-FFF2-40B4-BE49-F238E27FC236}">
                  <a16:creationId xmlns:a16="http://schemas.microsoft.com/office/drawing/2014/main" id="{E5448CA6-A219-4935-A608-74DC37A57B76}"/>
                </a:ext>
              </a:extLst>
            </p:cNvPr>
            <p:cNvSpPr txBox="1"/>
            <p:nvPr/>
          </p:nvSpPr>
          <p:spPr>
            <a:xfrm>
              <a:off x="6082828" y="4370823"/>
              <a:ext cx="443180" cy="33938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-A</a:t>
              </a:r>
              <a:endParaRPr lang="zh-CN" altLang="en-US" sz="16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7" name="文本框 226">
              <a:extLst>
                <a:ext uri="{FF2B5EF4-FFF2-40B4-BE49-F238E27FC236}">
                  <a16:creationId xmlns:a16="http://schemas.microsoft.com/office/drawing/2014/main" id="{33B465C2-DF1B-472E-AB6E-C31337BE5B3F}"/>
                </a:ext>
              </a:extLst>
            </p:cNvPr>
            <p:cNvSpPr txBox="1"/>
            <p:nvPr/>
          </p:nvSpPr>
          <p:spPr>
            <a:xfrm>
              <a:off x="6721272" y="4370823"/>
              <a:ext cx="443180" cy="33938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zh-CN" altLang="en-US" sz="16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3354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>
            <a:extLst>
              <a:ext uri="{FF2B5EF4-FFF2-40B4-BE49-F238E27FC236}">
                <a16:creationId xmlns:a16="http://schemas.microsoft.com/office/drawing/2014/main" id="{1CDC4BAA-9DAB-4F28-B37E-0A8B43FE4466}"/>
              </a:ext>
            </a:extLst>
          </p:cNvPr>
          <p:cNvGrpSpPr/>
          <p:nvPr/>
        </p:nvGrpSpPr>
        <p:grpSpPr>
          <a:xfrm>
            <a:off x="1679666" y="466523"/>
            <a:ext cx="8996593" cy="3066199"/>
            <a:chOff x="1719652" y="1989463"/>
            <a:chExt cx="8996593" cy="3066199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409BA3AF-055D-4C8C-87A4-23B693347A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01133" y="1989463"/>
              <a:ext cx="1415112" cy="884599"/>
            </a:xfrm>
            <a:prstGeom prst="rect">
              <a:avLst/>
            </a:prstGeom>
          </p:spPr>
        </p:pic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0631E495-6D38-48E5-A57B-2F6DF4B70840}"/>
                </a:ext>
              </a:extLst>
            </p:cNvPr>
            <p:cNvSpPr/>
            <p:nvPr/>
          </p:nvSpPr>
          <p:spPr>
            <a:xfrm>
              <a:off x="4020069" y="2202995"/>
              <a:ext cx="1440493" cy="513567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扩频</a:t>
              </a: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1BFBE2BD-8280-4677-A5F3-F2CEB0919065}"/>
                </a:ext>
              </a:extLst>
            </p:cNvPr>
            <p:cNvSpPr/>
            <p:nvPr/>
          </p:nvSpPr>
          <p:spPr>
            <a:xfrm>
              <a:off x="6183913" y="2202995"/>
              <a:ext cx="1989549" cy="513567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BPSK 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调制</a:t>
              </a: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C5802E52-8632-4F0E-B542-F6684BEFE002}"/>
                </a:ext>
              </a:extLst>
            </p:cNvPr>
            <p:cNvSpPr/>
            <p:nvPr/>
          </p:nvSpPr>
          <p:spPr>
            <a:xfrm>
              <a:off x="6183913" y="4320682"/>
              <a:ext cx="1989549" cy="513567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BPSK 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解调</a:t>
              </a: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191F45F7-CDE0-45AB-AC5C-F6001A48A467}"/>
                </a:ext>
              </a:extLst>
            </p:cNvPr>
            <p:cNvSpPr/>
            <p:nvPr/>
          </p:nvSpPr>
          <p:spPr>
            <a:xfrm>
              <a:off x="4020069" y="4304630"/>
              <a:ext cx="1440493" cy="513567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解扩</a:t>
              </a:r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44CFF9E3-28DD-4F1D-9953-E4DDA89E3C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3619" r="33105"/>
            <a:stretch/>
          </p:blipFill>
          <p:spPr>
            <a:xfrm flipH="1">
              <a:off x="9849563" y="4099267"/>
              <a:ext cx="318251" cy="956395"/>
            </a:xfrm>
            <a:prstGeom prst="rect">
              <a:avLst/>
            </a:prstGeom>
          </p:spPr>
        </p:pic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C82FD3DD-5AAB-4D4D-8614-385FC13717D1}"/>
                </a:ext>
              </a:extLst>
            </p:cNvPr>
            <p:cNvSpPr/>
            <p:nvPr/>
          </p:nvSpPr>
          <p:spPr>
            <a:xfrm>
              <a:off x="1719653" y="2202994"/>
              <a:ext cx="1172745" cy="51356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数据码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DBDE383-BE06-454F-8CCC-8AF5616BD82E}"/>
                </a:ext>
              </a:extLst>
            </p:cNvPr>
            <p:cNvSpPr/>
            <p:nvPr/>
          </p:nvSpPr>
          <p:spPr>
            <a:xfrm>
              <a:off x="1719652" y="4320680"/>
              <a:ext cx="1172745" cy="51356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数据码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1B9D2F31-AF16-41B5-BD46-56D69A61697A}"/>
                </a:ext>
              </a:extLst>
            </p:cNvPr>
            <p:cNvSpPr/>
            <p:nvPr/>
          </p:nvSpPr>
          <p:spPr>
            <a:xfrm>
              <a:off x="4020068" y="3278525"/>
              <a:ext cx="1440493" cy="51356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扩频码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B4020B94-2C24-4354-8FD6-24716C44E07B}"/>
                </a:ext>
              </a:extLst>
            </p:cNvPr>
            <p:cNvSpPr/>
            <p:nvPr/>
          </p:nvSpPr>
          <p:spPr>
            <a:xfrm>
              <a:off x="6458440" y="3274526"/>
              <a:ext cx="1440493" cy="51356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载波</a:t>
              </a:r>
            </a:p>
          </p:txBody>
        </p: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5C9C31E6-F993-4D03-AFA4-86D11C5326AF}"/>
                </a:ext>
              </a:extLst>
            </p:cNvPr>
            <p:cNvCxnSpPr>
              <a:cxnSpLocks/>
              <a:stCxn id="8" idx="3"/>
              <a:endCxn id="3" idx="1"/>
            </p:cNvCxnSpPr>
            <p:nvPr/>
          </p:nvCxnSpPr>
          <p:spPr>
            <a:xfrm>
              <a:off x="2892398" y="2459778"/>
              <a:ext cx="1127671" cy="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1F848BF8-66F2-4B0E-8510-34E22226A774}"/>
                </a:ext>
              </a:extLst>
            </p:cNvPr>
            <p:cNvCxnSpPr>
              <a:cxnSpLocks/>
              <a:stCxn id="3" idx="3"/>
              <a:endCxn id="4" idx="1"/>
            </p:cNvCxnSpPr>
            <p:nvPr/>
          </p:nvCxnSpPr>
          <p:spPr>
            <a:xfrm>
              <a:off x="5460562" y="2459779"/>
              <a:ext cx="723351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0B10E77F-662D-45C8-988C-E5FE49D14A0C}"/>
                </a:ext>
              </a:extLst>
            </p:cNvPr>
            <p:cNvCxnSpPr>
              <a:cxnSpLocks/>
              <a:stCxn id="4" idx="3"/>
              <a:endCxn id="2" idx="1"/>
            </p:cNvCxnSpPr>
            <p:nvPr/>
          </p:nvCxnSpPr>
          <p:spPr>
            <a:xfrm flipV="1">
              <a:off x="8173462" y="2431763"/>
              <a:ext cx="1127671" cy="2801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3840AEA5-2F12-408E-A000-4397916ADB4A}"/>
                </a:ext>
              </a:extLst>
            </p:cNvPr>
            <p:cNvCxnSpPr>
              <a:cxnSpLocks/>
              <a:stCxn id="2" idx="2"/>
              <a:endCxn id="7" idx="0"/>
            </p:cNvCxnSpPr>
            <p:nvPr/>
          </p:nvCxnSpPr>
          <p:spPr>
            <a:xfrm flipH="1">
              <a:off x="10008688" y="2874062"/>
              <a:ext cx="1" cy="122520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3C0E00AE-EEA5-4D60-9812-E44E298226BB}"/>
                </a:ext>
              </a:extLst>
            </p:cNvPr>
            <p:cNvCxnSpPr>
              <a:cxnSpLocks/>
              <a:stCxn id="7" idx="3"/>
              <a:endCxn id="5" idx="3"/>
            </p:cNvCxnSpPr>
            <p:nvPr/>
          </p:nvCxnSpPr>
          <p:spPr>
            <a:xfrm flipH="1">
              <a:off x="8173462" y="4577465"/>
              <a:ext cx="1676101" cy="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03CC11ED-B643-469E-8AFE-475F1FEF51C7}"/>
                </a:ext>
              </a:extLst>
            </p:cNvPr>
            <p:cNvCxnSpPr>
              <a:cxnSpLocks/>
              <a:stCxn id="5" idx="1"/>
              <a:endCxn id="6" idx="3"/>
            </p:cNvCxnSpPr>
            <p:nvPr/>
          </p:nvCxnSpPr>
          <p:spPr>
            <a:xfrm flipH="1" flipV="1">
              <a:off x="5460562" y="4561414"/>
              <a:ext cx="723351" cy="1605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215B78BF-2D65-4F99-93A2-118024A4AE54}"/>
                </a:ext>
              </a:extLst>
            </p:cNvPr>
            <p:cNvCxnSpPr>
              <a:cxnSpLocks/>
              <a:stCxn id="6" idx="1"/>
            </p:cNvCxnSpPr>
            <p:nvPr/>
          </p:nvCxnSpPr>
          <p:spPr>
            <a:xfrm flipH="1">
              <a:off x="2820473" y="4561414"/>
              <a:ext cx="1199596" cy="1605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9A701DA0-360B-4E91-A3BF-489570AF12FC}"/>
                </a:ext>
              </a:extLst>
            </p:cNvPr>
            <p:cNvCxnSpPr>
              <a:cxnSpLocks/>
              <a:stCxn id="10" idx="0"/>
              <a:endCxn id="3" idx="2"/>
            </p:cNvCxnSpPr>
            <p:nvPr/>
          </p:nvCxnSpPr>
          <p:spPr>
            <a:xfrm flipV="1">
              <a:off x="4740315" y="2716562"/>
              <a:ext cx="1" cy="56196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8EDE6599-1FAE-4775-BE78-925D070C8CF5}"/>
                </a:ext>
              </a:extLst>
            </p:cNvPr>
            <p:cNvCxnSpPr>
              <a:cxnSpLocks/>
              <a:stCxn id="11" idx="0"/>
              <a:endCxn id="4" idx="2"/>
            </p:cNvCxnSpPr>
            <p:nvPr/>
          </p:nvCxnSpPr>
          <p:spPr>
            <a:xfrm flipV="1">
              <a:off x="7178687" y="2716562"/>
              <a:ext cx="1" cy="55796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AFE6D263-FCA1-456A-96DE-C124DE87787C}"/>
                </a:ext>
              </a:extLst>
            </p:cNvPr>
            <p:cNvCxnSpPr>
              <a:cxnSpLocks/>
              <a:stCxn id="10" idx="2"/>
              <a:endCxn id="6" idx="0"/>
            </p:cNvCxnSpPr>
            <p:nvPr/>
          </p:nvCxnSpPr>
          <p:spPr>
            <a:xfrm>
              <a:off x="4740315" y="3792092"/>
              <a:ext cx="1" cy="51253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B760D58E-E2D4-45C5-A77A-01C3D7C4F67A}"/>
                </a:ext>
              </a:extLst>
            </p:cNvPr>
            <p:cNvCxnSpPr>
              <a:cxnSpLocks/>
              <a:stCxn id="11" idx="2"/>
              <a:endCxn id="5" idx="0"/>
            </p:cNvCxnSpPr>
            <p:nvPr/>
          </p:nvCxnSpPr>
          <p:spPr>
            <a:xfrm>
              <a:off x="7178687" y="3788093"/>
              <a:ext cx="1" cy="53258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426A001F-9159-4605-854B-46115F2E4AB3}"/>
              </a:ext>
            </a:extLst>
          </p:cNvPr>
          <p:cNvGrpSpPr/>
          <p:nvPr/>
        </p:nvGrpSpPr>
        <p:grpSpPr>
          <a:xfrm>
            <a:off x="2858573" y="4487080"/>
            <a:ext cx="6335570" cy="2051564"/>
            <a:chOff x="2858573" y="4487080"/>
            <a:chExt cx="6335570" cy="2051564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8A9E95AB-88EA-4400-B51F-1370A6A9F7D5}"/>
                </a:ext>
              </a:extLst>
            </p:cNvPr>
            <p:cNvGrpSpPr/>
            <p:nvPr/>
          </p:nvGrpSpPr>
          <p:grpSpPr>
            <a:xfrm>
              <a:off x="2932188" y="4946172"/>
              <a:ext cx="6255357" cy="1592472"/>
              <a:chOff x="4104596" y="3032868"/>
              <a:chExt cx="4401260" cy="1120461"/>
            </a:xfrm>
          </p:grpSpPr>
          <p:grpSp>
            <p:nvGrpSpPr>
              <p:cNvPr id="51" name="组合 50">
                <a:extLst>
                  <a:ext uri="{FF2B5EF4-FFF2-40B4-BE49-F238E27FC236}">
                    <a16:creationId xmlns:a16="http://schemas.microsoft.com/office/drawing/2014/main" id="{6C1335CE-2EAC-4414-AAF9-C658299A7F61}"/>
                  </a:ext>
                </a:extLst>
              </p:cNvPr>
              <p:cNvGrpSpPr/>
              <p:nvPr/>
            </p:nvGrpSpPr>
            <p:grpSpPr>
              <a:xfrm>
                <a:off x="4104596" y="3039048"/>
                <a:ext cx="400050" cy="1114281"/>
                <a:chOff x="2788920" y="2665668"/>
                <a:chExt cx="400050" cy="1114281"/>
              </a:xfrm>
            </p:grpSpPr>
            <p:cxnSp>
              <p:nvCxnSpPr>
                <p:cNvPr id="112" name="直接连接符 111">
                  <a:extLst>
                    <a:ext uri="{FF2B5EF4-FFF2-40B4-BE49-F238E27FC236}">
                      <a16:creationId xmlns:a16="http://schemas.microsoft.com/office/drawing/2014/main" id="{CC556209-25B8-4E24-921F-3EDB533E8D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857544" y="2665668"/>
                  <a:ext cx="91718" cy="1114281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直接连接符 112">
                  <a:extLst>
                    <a:ext uri="{FF2B5EF4-FFF2-40B4-BE49-F238E27FC236}">
                      <a16:creationId xmlns:a16="http://schemas.microsoft.com/office/drawing/2014/main" id="{1A6B9280-C58D-4998-9590-CF81E399BE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88920" y="2665669"/>
                  <a:ext cx="68624" cy="554050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直接连接符 113">
                  <a:extLst>
                    <a:ext uri="{FF2B5EF4-FFF2-40B4-BE49-F238E27FC236}">
                      <a16:creationId xmlns:a16="http://schemas.microsoft.com/office/drawing/2014/main" id="{19BB6372-79F9-4146-9677-4217D2EA94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040980" y="2665668"/>
                  <a:ext cx="91718" cy="1114281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直接连接符 114">
                  <a:extLst>
                    <a:ext uri="{FF2B5EF4-FFF2-40B4-BE49-F238E27FC236}">
                      <a16:creationId xmlns:a16="http://schemas.microsoft.com/office/drawing/2014/main" id="{49B6E37A-9486-40DD-9785-1D99B79F79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949262" y="2665668"/>
                  <a:ext cx="91718" cy="1114281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直接连接符 115">
                  <a:extLst>
                    <a:ext uri="{FF2B5EF4-FFF2-40B4-BE49-F238E27FC236}">
                      <a16:creationId xmlns:a16="http://schemas.microsoft.com/office/drawing/2014/main" id="{1D545C4E-C75E-4AC9-87A7-BBB7188003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32698" y="3219719"/>
                  <a:ext cx="56272" cy="560230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2" name="组合 51">
                <a:extLst>
                  <a:ext uri="{FF2B5EF4-FFF2-40B4-BE49-F238E27FC236}">
                    <a16:creationId xmlns:a16="http://schemas.microsoft.com/office/drawing/2014/main" id="{90C26532-2769-43EA-8CB4-5D959744264C}"/>
                  </a:ext>
                </a:extLst>
              </p:cNvPr>
              <p:cNvGrpSpPr/>
              <p:nvPr/>
            </p:nvGrpSpPr>
            <p:grpSpPr>
              <a:xfrm flipH="1">
                <a:off x="4504646" y="3035958"/>
                <a:ext cx="400050" cy="1114281"/>
                <a:chOff x="2788920" y="2665668"/>
                <a:chExt cx="400050" cy="1114281"/>
              </a:xfrm>
            </p:grpSpPr>
            <p:cxnSp>
              <p:nvCxnSpPr>
                <p:cNvPr id="107" name="直接连接符 106">
                  <a:extLst>
                    <a:ext uri="{FF2B5EF4-FFF2-40B4-BE49-F238E27FC236}">
                      <a16:creationId xmlns:a16="http://schemas.microsoft.com/office/drawing/2014/main" id="{58FEDDFF-DA4C-4C6D-8CD0-383C2725A4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857544" y="2665668"/>
                  <a:ext cx="91718" cy="1114281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直接连接符 107">
                  <a:extLst>
                    <a:ext uri="{FF2B5EF4-FFF2-40B4-BE49-F238E27FC236}">
                      <a16:creationId xmlns:a16="http://schemas.microsoft.com/office/drawing/2014/main" id="{DB784DC5-BFFA-44BE-8BE0-DD7922C350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88920" y="2665669"/>
                  <a:ext cx="68624" cy="554050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直接连接符 108">
                  <a:extLst>
                    <a:ext uri="{FF2B5EF4-FFF2-40B4-BE49-F238E27FC236}">
                      <a16:creationId xmlns:a16="http://schemas.microsoft.com/office/drawing/2014/main" id="{B5691857-CCE5-4BE6-996B-E62C0B76E4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040980" y="2665668"/>
                  <a:ext cx="91718" cy="1114281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直接连接符 109">
                  <a:extLst>
                    <a:ext uri="{FF2B5EF4-FFF2-40B4-BE49-F238E27FC236}">
                      <a16:creationId xmlns:a16="http://schemas.microsoft.com/office/drawing/2014/main" id="{E17FD898-6B1C-41E6-BB6A-132C466DA6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949262" y="2665668"/>
                  <a:ext cx="91718" cy="1114281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直接连接符 110">
                  <a:extLst>
                    <a:ext uri="{FF2B5EF4-FFF2-40B4-BE49-F238E27FC236}">
                      <a16:creationId xmlns:a16="http://schemas.microsoft.com/office/drawing/2014/main" id="{E2B14781-F506-47DE-9D1F-D1AE5A591D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32698" y="3219719"/>
                  <a:ext cx="56272" cy="560230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3" name="组合 52">
                <a:extLst>
                  <a:ext uri="{FF2B5EF4-FFF2-40B4-BE49-F238E27FC236}">
                    <a16:creationId xmlns:a16="http://schemas.microsoft.com/office/drawing/2014/main" id="{A450160D-C721-4EE8-BC62-9AB85E493B0F}"/>
                  </a:ext>
                </a:extLst>
              </p:cNvPr>
              <p:cNvGrpSpPr/>
              <p:nvPr/>
            </p:nvGrpSpPr>
            <p:grpSpPr>
              <a:xfrm flipH="1">
                <a:off x="5702701" y="3039046"/>
                <a:ext cx="400050" cy="1114281"/>
                <a:chOff x="2788920" y="2665668"/>
                <a:chExt cx="400050" cy="1114281"/>
              </a:xfrm>
            </p:grpSpPr>
            <p:cxnSp>
              <p:nvCxnSpPr>
                <p:cNvPr id="102" name="直接连接符 101">
                  <a:extLst>
                    <a:ext uri="{FF2B5EF4-FFF2-40B4-BE49-F238E27FC236}">
                      <a16:creationId xmlns:a16="http://schemas.microsoft.com/office/drawing/2014/main" id="{31226164-225D-452B-800F-C9550B921A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857544" y="2665668"/>
                  <a:ext cx="91718" cy="1114281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直接连接符 102">
                  <a:extLst>
                    <a:ext uri="{FF2B5EF4-FFF2-40B4-BE49-F238E27FC236}">
                      <a16:creationId xmlns:a16="http://schemas.microsoft.com/office/drawing/2014/main" id="{E75399EE-4A1D-44B4-B6DD-4D6A8EA7C7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88920" y="2665669"/>
                  <a:ext cx="68624" cy="554050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直接连接符 103">
                  <a:extLst>
                    <a:ext uri="{FF2B5EF4-FFF2-40B4-BE49-F238E27FC236}">
                      <a16:creationId xmlns:a16="http://schemas.microsoft.com/office/drawing/2014/main" id="{582ABEDE-00AD-4CDA-98CC-88C3B4FA8A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040980" y="2665668"/>
                  <a:ext cx="91718" cy="1114281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直接连接符 104">
                  <a:extLst>
                    <a:ext uri="{FF2B5EF4-FFF2-40B4-BE49-F238E27FC236}">
                      <a16:creationId xmlns:a16="http://schemas.microsoft.com/office/drawing/2014/main" id="{8AA2BDDA-E908-477F-9C28-E079EF7086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949262" y="2665668"/>
                  <a:ext cx="91718" cy="1114281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直接连接符 105">
                  <a:extLst>
                    <a:ext uri="{FF2B5EF4-FFF2-40B4-BE49-F238E27FC236}">
                      <a16:creationId xmlns:a16="http://schemas.microsoft.com/office/drawing/2014/main" id="{8756D379-3C4E-4E85-8420-3FF9BCCFA0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32698" y="3219719"/>
                  <a:ext cx="56272" cy="560230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" name="组合 53">
                <a:extLst>
                  <a:ext uri="{FF2B5EF4-FFF2-40B4-BE49-F238E27FC236}">
                    <a16:creationId xmlns:a16="http://schemas.microsoft.com/office/drawing/2014/main" id="{1394078D-8BDD-41B2-AE53-5C5DF282C0C4}"/>
                  </a:ext>
                </a:extLst>
              </p:cNvPr>
              <p:cNvGrpSpPr/>
              <p:nvPr/>
            </p:nvGrpSpPr>
            <p:grpSpPr>
              <a:xfrm>
                <a:off x="4904696" y="3032868"/>
                <a:ext cx="400050" cy="1114281"/>
                <a:chOff x="2788920" y="2665668"/>
                <a:chExt cx="400050" cy="1114281"/>
              </a:xfrm>
            </p:grpSpPr>
            <p:cxnSp>
              <p:nvCxnSpPr>
                <p:cNvPr id="97" name="直接连接符 96">
                  <a:extLst>
                    <a:ext uri="{FF2B5EF4-FFF2-40B4-BE49-F238E27FC236}">
                      <a16:creationId xmlns:a16="http://schemas.microsoft.com/office/drawing/2014/main" id="{AD45DAC7-E191-40F9-B04C-8C4B07AE0A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857544" y="2665668"/>
                  <a:ext cx="91718" cy="1114281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直接连接符 97">
                  <a:extLst>
                    <a:ext uri="{FF2B5EF4-FFF2-40B4-BE49-F238E27FC236}">
                      <a16:creationId xmlns:a16="http://schemas.microsoft.com/office/drawing/2014/main" id="{FA58C4E8-AE20-4455-918B-9076579710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88920" y="2665669"/>
                  <a:ext cx="68624" cy="554050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直接连接符 98">
                  <a:extLst>
                    <a:ext uri="{FF2B5EF4-FFF2-40B4-BE49-F238E27FC236}">
                      <a16:creationId xmlns:a16="http://schemas.microsoft.com/office/drawing/2014/main" id="{26F364FD-D2F5-4897-A0A7-4C1680935D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040980" y="2665668"/>
                  <a:ext cx="91718" cy="1114281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直接连接符 99">
                  <a:extLst>
                    <a:ext uri="{FF2B5EF4-FFF2-40B4-BE49-F238E27FC236}">
                      <a16:creationId xmlns:a16="http://schemas.microsoft.com/office/drawing/2014/main" id="{0B106D8D-73F9-4A47-B50A-72D9E95557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949262" y="2665668"/>
                  <a:ext cx="91718" cy="1114281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直接连接符 100">
                  <a:extLst>
                    <a:ext uri="{FF2B5EF4-FFF2-40B4-BE49-F238E27FC236}">
                      <a16:creationId xmlns:a16="http://schemas.microsoft.com/office/drawing/2014/main" id="{AE5CC794-DE64-401A-8972-5D06C959B7D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32698" y="3219719"/>
                  <a:ext cx="56272" cy="560230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5" name="组合 54">
                <a:extLst>
                  <a:ext uri="{FF2B5EF4-FFF2-40B4-BE49-F238E27FC236}">
                    <a16:creationId xmlns:a16="http://schemas.microsoft.com/office/drawing/2014/main" id="{78203BD4-04C5-4714-9573-42BD00E6CE95}"/>
                  </a:ext>
                </a:extLst>
              </p:cNvPr>
              <p:cNvGrpSpPr/>
              <p:nvPr/>
            </p:nvGrpSpPr>
            <p:grpSpPr>
              <a:xfrm>
                <a:off x="5298241" y="3039047"/>
                <a:ext cx="400050" cy="1114281"/>
                <a:chOff x="2788920" y="2665668"/>
                <a:chExt cx="400050" cy="1114281"/>
              </a:xfrm>
            </p:grpSpPr>
            <p:cxnSp>
              <p:nvCxnSpPr>
                <p:cNvPr id="92" name="直接连接符 91">
                  <a:extLst>
                    <a:ext uri="{FF2B5EF4-FFF2-40B4-BE49-F238E27FC236}">
                      <a16:creationId xmlns:a16="http://schemas.microsoft.com/office/drawing/2014/main" id="{7D3ACC64-7067-42C0-A89E-6A7FC56CF7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857544" y="2665668"/>
                  <a:ext cx="91718" cy="1114281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直接连接符 92">
                  <a:extLst>
                    <a:ext uri="{FF2B5EF4-FFF2-40B4-BE49-F238E27FC236}">
                      <a16:creationId xmlns:a16="http://schemas.microsoft.com/office/drawing/2014/main" id="{DE0D3D97-A3B1-4C75-AC78-9887AACC93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88920" y="2665669"/>
                  <a:ext cx="68624" cy="554050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直接连接符 93">
                  <a:extLst>
                    <a:ext uri="{FF2B5EF4-FFF2-40B4-BE49-F238E27FC236}">
                      <a16:creationId xmlns:a16="http://schemas.microsoft.com/office/drawing/2014/main" id="{93027B4E-DDF9-4C45-A600-D24E1816A5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040980" y="2665668"/>
                  <a:ext cx="91718" cy="1114281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直接连接符 94">
                  <a:extLst>
                    <a:ext uri="{FF2B5EF4-FFF2-40B4-BE49-F238E27FC236}">
                      <a16:creationId xmlns:a16="http://schemas.microsoft.com/office/drawing/2014/main" id="{4F442AE8-ED93-4DC3-ADA6-AE48CEF71B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949262" y="2665668"/>
                  <a:ext cx="91718" cy="1114281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直接连接符 95">
                  <a:extLst>
                    <a:ext uri="{FF2B5EF4-FFF2-40B4-BE49-F238E27FC236}">
                      <a16:creationId xmlns:a16="http://schemas.microsoft.com/office/drawing/2014/main" id="{5C39688D-1B53-4E1A-8C47-2A165850B7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32698" y="3219719"/>
                  <a:ext cx="56272" cy="560230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6" name="组合 55">
                <a:extLst>
                  <a:ext uri="{FF2B5EF4-FFF2-40B4-BE49-F238E27FC236}">
                    <a16:creationId xmlns:a16="http://schemas.microsoft.com/office/drawing/2014/main" id="{FD115DD5-4B2F-403D-A4B4-B5B0E14CB224}"/>
                  </a:ext>
                </a:extLst>
              </p:cNvPr>
              <p:cNvGrpSpPr/>
              <p:nvPr/>
            </p:nvGrpSpPr>
            <p:grpSpPr>
              <a:xfrm flipH="1">
                <a:off x="6102751" y="3039045"/>
                <a:ext cx="400050" cy="1114281"/>
                <a:chOff x="2788920" y="2665668"/>
                <a:chExt cx="400050" cy="1114281"/>
              </a:xfrm>
            </p:grpSpPr>
            <p:cxnSp>
              <p:nvCxnSpPr>
                <p:cNvPr id="87" name="直接连接符 86">
                  <a:extLst>
                    <a:ext uri="{FF2B5EF4-FFF2-40B4-BE49-F238E27FC236}">
                      <a16:creationId xmlns:a16="http://schemas.microsoft.com/office/drawing/2014/main" id="{ED438145-8BEB-4B12-92C6-056EBC58D7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857544" y="2665668"/>
                  <a:ext cx="91718" cy="1114281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直接连接符 87">
                  <a:extLst>
                    <a:ext uri="{FF2B5EF4-FFF2-40B4-BE49-F238E27FC236}">
                      <a16:creationId xmlns:a16="http://schemas.microsoft.com/office/drawing/2014/main" id="{E137D0DC-6B3C-498B-A180-D692AAF72D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88920" y="2665669"/>
                  <a:ext cx="68624" cy="554050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直接连接符 88">
                  <a:extLst>
                    <a:ext uri="{FF2B5EF4-FFF2-40B4-BE49-F238E27FC236}">
                      <a16:creationId xmlns:a16="http://schemas.microsoft.com/office/drawing/2014/main" id="{26A93D8F-4746-44E1-B503-7088E95581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040980" y="2665668"/>
                  <a:ext cx="91718" cy="1114281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直接连接符 89">
                  <a:extLst>
                    <a:ext uri="{FF2B5EF4-FFF2-40B4-BE49-F238E27FC236}">
                      <a16:creationId xmlns:a16="http://schemas.microsoft.com/office/drawing/2014/main" id="{71234B8F-DB82-4818-9216-80DA74C39B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949262" y="2665668"/>
                  <a:ext cx="91718" cy="1114281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直接连接符 90">
                  <a:extLst>
                    <a:ext uri="{FF2B5EF4-FFF2-40B4-BE49-F238E27FC236}">
                      <a16:creationId xmlns:a16="http://schemas.microsoft.com/office/drawing/2014/main" id="{92B9688D-95B9-44CB-A280-C88337D6878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32698" y="3219719"/>
                  <a:ext cx="56272" cy="560230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499D31D6-EE61-4871-86B0-D7D9C3B44537}"/>
                  </a:ext>
                </a:extLst>
              </p:cNvPr>
              <p:cNvGrpSpPr/>
              <p:nvPr/>
            </p:nvGrpSpPr>
            <p:grpSpPr>
              <a:xfrm>
                <a:off x="6502801" y="3039044"/>
                <a:ext cx="400050" cy="1114281"/>
                <a:chOff x="2788920" y="2665668"/>
                <a:chExt cx="400050" cy="1114281"/>
              </a:xfrm>
            </p:grpSpPr>
            <p:cxnSp>
              <p:nvCxnSpPr>
                <p:cNvPr id="82" name="直接连接符 81">
                  <a:extLst>
                    <a:ext uri="{FF2B5EF4-FFF2-40B4-BE49-F238E27FC236}">
                      <a16:creationId xmlns:a16="http://schemas.microsoft.com/office/drawing/2014/main" id="{578BCD59-1F1C-4412-B1EF-C44B29FD95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857544" y="2665668"/>
                  <a:ext cx="91718" cy="1114281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直接连接符 82">
                  <a:extLst>
                    <a:ext uri="{FF2B5EF4-FFF2-40B4-BE49-F238E27FC236}">
                      <a16:creationId xmlns:a16="http://schemas.microsoft.com/office/drawing/2014/main" id="{B6E791BC-86EA-4864-A22D-19860433C3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88920" y="2665669"/>
                  <a:ext cx="68624" cy="554050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直接连接符 83">
                  <a:extLst>
                    <a:ext uri="{FF2B5EF4-FFF2-40B4-BE49-F238E27FC236}">
                      <a16:creationId xmlns:a16="http://schemas.microsoft.com/office/drawing/2014/main" id="{61B44F2C-FF0C-41FE-B73B-3BA0051F17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040980" y="2665668"/>
                  <a:ext cx="91718" cy="1114281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直接连接符 84">
                  <a:extLst>
                    <a:ext uri="{FF2B5EF4-FFF2-40B4-BE49-F238E27FC236}">
                      <a16:creationId xmlns:a16="http://schemas.microsoft.com/office/drawing/2014/main" id="{A1A7666D-CBDE-4AB6-8F71-2156809F66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949262" y="2665668"/>
                  <a:ext cx="91718" cy="1114281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直接连接符 85">
                  <a:extLst>
                    <a:ext uri="{FF2B5EF4-FFF2-40B4-BE49-F238E27FC236}">
                      <a16:creationId xmlns:a16="http://schemas.microsoft.com/office/drawing/2014/main" id="{D2B72210-F7A5-4A64-8B69-7CF4804FBA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32698" y="3219719"/>
                  <a:ext cx="56272" cy="560230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8" name="组合 57">
                <a:extLst>
                  <a:ext uri="{FF2B5EF4-FFF2-40B4-BE49-F238E27FC236}">
                    <a16:creationId xmlns:a16="http://schemas.microsoft.com/office/drawing/2014/main" id="{FC2BD46A-9708-4BC0-8D52-6F33FDEF9624}"/>
                  </a:ext>
                </a:extLst>
              </p:cNvPr>
              <p:cNvGrpSpPr/>
              <p:nvPr/>
            </p:nvGrpSpPr>
            <p:grpSpPr>
              <a:xfrm>
                <a:off x="6901246" y="3039043"/>
                <a:ext cx="400050" cy="1114281"/>
                <a:chOff x="2788920" y="2665668"/>
                <a:chExt cx="400050" cy="1114281"/>
              </a:xfrm>
            </p:grpSpPr>
            <p:cxnSp>
              <p:nvCxnSpPr>
                <p:cNvPr id="77" name="直接连接符 76">
                  <a:extLst>
                    <a:ext uri="{FF2B5EF4-FFF2-40B4-BE49-F238E27FC236}">
                      <a16:creationId xmlns:a16="http://schemas.microsoft.com/office/drawing/2014/main" id="{1C4C5913-264F-4CC1-92E5-0C00B01778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857544" y="2665668"/>
                  <a:ext cx="91718" cy="1114281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直接连接符 77">
                  <a:extLst>
                    <a:ext uri="{FF2B5EF4-FFF2-40B4-BE49-F238E27FC236}">
                      <a16:creationId xmlns:a16="http://schemas.microsoft.com/office/drawing/2014/main" id="{83A6E945-01E3-464C-B7FB-7ED131316A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88920" y="2665669"/>
                  <a:ext cx="68624" cy="554050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直接连接符 78">
                  <a:extLst>
                    <a:ext uri="{FF2B5EF4-FFF2-40B4-BE49-F238E27FC236}">
                      <a16:creationId xmlns:a16="http://schemas.microsoft.com/office/drawing/2014/main" id="{6322B624-6107-4EC8-8C15-498995A470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040980" y="2665668"/>
                  <a:ext cx="91718" cy="1114281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直接连接符 79">
                  <a:extLst>
                    <a:ext uri="{FF2B5EF4-FFF2-40B4-BE49-F238E27FC236}">
                      <a16:creationId xmlns:a16="http://schemas.microsoft.com/office/drawing/2014/main" id="{29201C9B-30F1-4D55-A272-ADDDF874BE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949262" y="2665668"/>
                  <a:ext cx="91718" cy="1114281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直接连接符 80">
                  <a:extLst>
                    <a:ext uri="{FF2B5EF4-FFF2-40B4-BE49-F238E27FC236}">
                      <a16:creationId xmlns:a16="http://schemas.microsoft.com/office/drawing/2014/main" id="{5BC0CE9A-097F-43DB-BE8F-B3AE3E6425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32698" y="3219719"/>
                  <a:ext cx="56272" cy="560230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9" name="组合 58">
                <a:extLst>
                  <a:ext uri="{FF2B5EF4-FFF2-40B4-BE49-F238E27FC236}">
                    <a16:creationId xmlns:a16="http://schemas.microsoft.com/office/drawing/2014/main" id="{FE2A1FCB-1ADA-4183-978F-CA4B10F7B197}"/>
                  </a:ext>
                </a:extLst>
              </p:cNvPr>
              <p:cNvGrpSpPr/>
              <p:nvPr/>
            </p:nvGrpSpPr>
            <p:grpSpPr>
              <a:xfrm>
                <a:off x="7305706" y="3032868"/>
                <a:ext cx="400050" cy="1114281"/>
                <a:chOff x="2788920" y="2665668"/>
                <a:chExt cx="400050" cy="1114281"/>
              </a:xfrm>
            </p:grpSpPr>
            <p:cxnSp>
              <p:nvCxnSpPr>
                <p:cNvPr id="72" name="直接连接符 71">
                  <a:extLst>
                    <a:ext uri="{FF2B5EF4-FFF2-40B4-BE49-F238E27FC236}">
                      <a16:creationId xmlns:a16="http://schemas.microsoft.com/office/drawing/2014/main" id="{EE301AE6-89B7-479E-B2AB-C7AAC66B87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857544" y="2665668"/>
                  <a:ext cx="91718" cy="1114281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直接连接符 72">
                  <a:extLst>
                    <a:ext uri="{FF2B5EF4-FFF2-40B4-BE49-F238E27FC236}">
                      <a16:creationId xmlns:a16="http://schemas.microsoft.com/office/drawing/2014/main" id="{4EED7364-2A86-4AD9-A728-4D7E3107B6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88920" y="2665669"/>
                  <a:ext cx="68624" cy="554050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直接连接符 73">
                  <a:extLst>
                    <a:ext uri="{FF2B5EF4-FFF2-40B4-BE49-F238E27FC236}">
                      <a16:creationId xmlns:a16="http://schemas.microsoft.com/office/drawing/2014/main" id="{83BC0B0A-9531-4303-A311-8573204FFD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040980" y="2665668"/>
                  <a:ext cx="91718" cy="1114281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直接连接符 74">
                  <a:extLst>
                    <a:ext uri="{FF2B5EF4-FFF2-40B4-BE49-F238E27FC236}">
                      <a16:creationId xmlns:a16="http://schemas.microsoft.com/office/drawing/2014/main" id="{E473F5FB-BA47-4F1E-A68B-5341E512C9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949262" y="2665668"/>
                  <a:ext cx="91718" cy="1114281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直接连接符 75">
                  <a:extLst>
                    <a:ext uri="{FF2B5EF4-FFF2-40B4-BE49-F238E27FC236}">
                      <a16:creationId xmlns:a16="http://schemas.microsoft.com/office/drawing/2014/main" id="{0225795D-0606-4563-897E-784540453B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32698" y="3219719"/>
                  <a:ext cx="56272" cy="560230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0" name="组合 59">
                <a:extLst>
                  <a:ext uri="{FF2B5EF4-FFF2-40B4-BE49-F238E27FC236}">
                    <a16:creationId xmlns:a16="http://schemas.microsoft.com/office/drawing/2014/main" id="{6C27F600-0C6C-42B3-968B-8F8A312B8967}"/>
                  </a:ext>
                </a:extLst>
              </p:cNvPr>
              <p:cNvGrpSpPr/>
              <p:nvPr/>
            </p:nvGrpSpPr>
            <p:grpSpPr>
              <a:xfrm flipH="1">
                <a:off x="7703556" y="3032868"/>
                <a:ext cx="400050" cy="1114281"/>
                <a:chOff x="2788920" y="2665668"/>
                <a:chExt cx="400050" cy="1114281"/>
              </a:xfrm>
            </p:grpSpPr>
            <p:cxnSp>
              <p:nvCxnSpPr>
                <p:cNvPr id="67" name="直接连接符 66">
                  <a:extLst>
                    <a:ext uri="{FF2B5EF4-FFF2-40B4-BE49-F238E27FC236}">
                      <a16:creationId xmlns:a16="http://schemas.microsoft.com/office/drawing/2014/main" id="{5054BCF4-BEA9-4508-AF8F-55D035B363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857544" y="2665668"/>
                  <a:ext cx="91718" cy="1114281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直接连接符 67">
                  <a:extLst>
                    <a:ext uri="{FF2B5EF4-FFF2-40B4-BE49-F238E27FC236}">
                      <a16:creationId xmlns:a16="http://schemas.microsoft.com/office/drawing/2014/main" id="{8060E946-F61F-4FC4-80A2-206A750E57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88920" y="2665669"/>
                  <a:ext cx="68624" cy="554050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直接连接符 68">
                  <a:extLst>
                    <a:ext uri="{FF2B5EF4-FFF2-40B4-BE49-F238E27FC236}">
                      <a16:creationId xmlns:a16="http://schemas.microsoft.com/office/drawing/2014/main" id="{C4B31E62-1EB8-4C21-B9B8-42989542D4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040980" y="2665668"/>
                  <a:ext cx="91718" cy="1114281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直接连接符 69">
                  <a:extLst>
                    <a:ext uri="{FF2B5EF4-FFF2-40B4-BE49-F238E27FC236}">
                      <a16:creationId xmlns:a16="http://schemas.microsoft.com/office/drawing/2014/main" id="{5BB40743-4235-495E-8138-E9DCE6F344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949262" y="2665668"/>
                  <a:ext cx="91718" cy="1114281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直接连接符 70">
                  <a:extLst>
                    <a:ext uri="{FF2B5EF4-FFF2-40B4-BE49-F238E27FC236}">
                      <a16:creationId xmlns:a16="http://schemas.microsoft.com/office/drawing/2014/main" id="{465B8EE1-0018-44C1-B4F5-5E1750FF12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32698" y="3219719"/>
                  <a:ext cx="56272" cy="560230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1" name="组合 60">
                <a:extLst>
                  <a:ext uri="{FF2B5EF4-FFF2-40B4-BE49-F238E27FC236}">
                    <a16:creationId xmlns:a16="http://schemas.microsoft.com/office/drawing/2014/main" id="{CEC70BCF-C5A6-4416-BFB2-862827D5A8D3}"/>
                  </a:ext>
                </a:extLst>
              </p:cNvPr>
              <p:cNvGrpSpPr/>
              <p:nvPr/>
            </p:nvGrpSpPr>
            <p:grpSpPr>
              <a:xfrm flipH="1">
                <a:off x="8105806" y="3039042"/>
                <a:ext cx="400050" cy="1114281"/>
                <a:chOff x="2788920" y="2665668"/>
                <a:chExt cx="400050" cy="1114281"/>
              </a:xfrm>
            </p:grpSpPr>
            <p:cxnSp>
              <p:nvCxnSpPr>
                <p:cNvPr id="62" name="直接连接符 61">
                  <a:extLst>
                    <a:ext uri="{FF2B5EF4-FFF2-40B4-BE49-F238E27FC236}">
                      <a16:creationId xmlns:a16="http://schemas.microsoft.com/office/drawing/2014/main" id="{21BED6CA-2EFC-456E-8859-43872EBEE4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857544" y="2665668"/>
                  <a:ext cx="91718" cy="1114281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直接连接符 62">
                  <a:extLst>
                    <a:ext uri="{FF2B5EF4-FFF2-40B4-BE49-F238E27FC236}">
                      <a16:creationId xmlns:a16="http://schemas.microsoft.com/office/drawing/2014/main" id="{5C3B2A49-E8A7-4211-A485-D67852F83E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88920" y="2665669"/>
                  <a:ext cx="68624" cy="554050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直接连接符 63">
                  <a:extLst>
                    <a:ext uri="{FF2B5EF4-FFF2-40B4-BE49-F238E27FC236}">
                      <a16:creationId xmlns:a16="http://schemas.microsoft.com/office/drawing/2014/main" id="{EFFD9199-4230-4B49-89CB-D44E4B6C9F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040980" y="2665668"/>
                  <a:ext cx="91718" cy="1114281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直接连接符 64">
                  <a:extLst>
                    <a:ext uri="{FF2B5EF4-FFF2-40B4-BE49-F238E27FC236}">
                      <a16:creationId xmlns:a16="http://schemas.microsoft.com/office/drawing/2014/main" id="{ECA28DDB-2CD8-4844-A977-6C34EA18F9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949262" y="2665668"/>
                  <a:ext cx="91718" cy="1114281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直接连接符 65">
                  <a:extLst>
                    <a:ext uri="{FF2B5EF4-FFF2-40B4-BE49-F238E27FC236}">
                      <a16:creationId xmlns:a16="http://schemas.microsoft.com/office/drawing/2014/main" id="{4C3828E8-0B9D-485D-9705-892BFF20D0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32698" y="3219719"/>
                  <a:ext cx="56272" cy="560230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32EF4B83-1B5A-4809-90A1-CE26160584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58573" y="4935200"/>
              <a:ext cx="6335570" cy="1108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152CF818-68BC-42C9-8EF0-AC8DE853B175}"/>
                </a:ext>
              </a:extLst>
            </p:cNvPr>
            <p:cNvCxnSpPr>
              <a:cxnSpLocks/>
            </p:cNvCxnSpPr>
            <p:nvPr/>
          </p:nvCxnSpPr>
          <p:spPr>
            <a:xfrm>
              <a:off x="2858573" y="6529861"/>
              <a:ext cx="632897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F6D049C6-A072-40B5-B561-E5A49C9795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58573" y="5737909"/>
              <a:ext cx="6335570" cy="13165"/>
            </a:xfrm>
            <a:prstGeom prst="line">
              <a:avLst/>
            </a:prstGeom>
            <a:ln w="254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E3C49027-37FA-40B7-BF75-BEAC12891E98}"/>
                </a:ext>
              </a:extLst>
            </p:cNvPr>
            <p:cNvCxnSpPr>
              <a:cxnSpLocks/>
            </p:cNvCxnSpPr>
            <p:nvPr/>
          </p:nvCxnSpPr>
          <p:spPr>
            <a:xfrm>
              <a:off x="3497631" y="4494700"/>
              <a:ext cx="0" cy="2041742"/>
            </a:xfrm>
            <a:prstGeom prst="line">
              <a:avLst/>
            </a:prstGeom>
            <a:ln w="254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99E463B8-693B-4A52-B5B3-FBB070926ADB}"/>
                </a:ext>
              </a:extLst>
            </p:cNvPr>
            <p:cNvSpPr/>
            <p:nvPr/>
          </p:nvSpPr>
          <p:spPr>
            <a:xfrm>
              <a:off x="3041122" y="4509915"/>
              <a:ext cx="32754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6A19F1BE-2CE6-4C9D-9E72-EFE3BA9E86AF}"/>
                </a:ext>
              </a:extLst>
            </p:cNvPr>
            <p:cNvCxnSpPr>
              <a:cxnSpLocks/>
            </p:cNvCxnSpPr>
            <p:nvPr/>
          </p:nvCxnSpPr>
          <p:spPr>
            <a:xfrm>
              <a:off x="2908306" y="4487080"/>
              <a:ext cx="0" cy="2041742"/>
            </a:xfrm>
            <a:prstGeom prst="line">
              <a:avLst/>
            </a:prstGeom>
            <a:ln w="254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63E6BE65-528D-4B86-9350-1A01D97AD025}"/>
                </a:ext>
              </a:extLst>
            </p:cNvPr>
            <p:cNvCxnSpPr>
              <a:cxnSpLocks/>
            </p:cNvCxnSpPr>
            <p:nvPr/>
          </p:nvCxnSpPr>
          <p:spPr>
            <a:xfrm>
              <a:off x="4069342" y="4494700"/>
              <a:ext cx="0" cy="2041742"/>
            </a:xfrm>
            <a:prstGeom prst="line">
              <a:avLst/>
            </a:prstGeom>
            <a:ln w="254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C290AC39-59E5-4DF0-896C-6E74D91E5176}"/>
                </a:ext>
              </a:extLst>
            </p:cNvPr>
            <p:cNvCxnSpPr>
              <a:cxnSpLocks/>
            </p:cNvCxnSpPr>
            <p:nvPr/>
          </p:nvCxnSpPr>
          <p:spPr>
            <a:xfrm>
              <a:off x="4628674" y="4488119"/>
              <a:ext cx="0" cy="2041742"/>
            </a:xfrm>
            <a:prstGeom prst="line">
              <a:avLst/>
            </a:prstGeom>
            <a:ln w="254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ACE3992E-139C-4602-8ACD-BDB8C6F392C8}"/>
                </a:ext>
              </a:extLst>
            </p:cNvPr>
            <p:cNvCxnSpPr>
              <a:cxnSpLocks/>
            </p:cNvCxnSpPr>
            <p:nvPr/>
          </p:nvCxnSpPr>
          <p:spPr>
            <a:xfrm>
              <a:off x="5197251" y="4494700"/>
              <a:ext cx="0" cy="2041742"/>
            </a:xfrm>
            <a:prstGeom prst="line">
              <a:avLst/>
            </a:prstGeom>
            <a:ln w="254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63B9AF35-1139-4600-9716-4C62894333A6}"/>
                </a:ext>
              </a:extLst>
            </p:cNvPr>
            <p:cNvCxnSpPr>
              <a:cxnSpLocks/>
            </p:cNvCxnSpPr>
            <p:nvPr/>
          </p:nvCxnSpPr>
          <p:spPr>
            <a:xfrm>
              <a:off x="5772096" y="4494700"/>
              <a:ext cx="0" cy="2041742"/>
            </a:xfrm>
            <a:prstGeom prst="line">
              <a:avLst/>
            </a:prstGeom>
            <a:ln w="254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82B4BF91-D036-4CEE-868E-5E2EB357F274}"/>
                </a:ext>
              </a:extLst>
            </p:cNvPr>
            <p:cNvCxnSpPr>
              <a:cxnSpLocks/>
            </p:cNvCxnSpPr>
            <p:nvPr/>
          </p:nvCxnSpPr>
          <p:spPr>
            <a:xfrm>
              <a:off x="6340673" y="4494700"/>
              <a:ext cx="0" cy="2041742"/>
            </a:xfrm>
            <a:prstGeom prst="line">
              <a:avLst/>
            </a:prstGeom>
            <a:ln w="254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5767BEA0-B25A-4FA0-805E-F3190450F13B}"/>
                </a:ext>
              </a:extLst>
            </p:cNvPr>
            <p:cNvCxnSpPr>
              <a:cxnSpLocks/>
            </p:cNvCxnSpPr>
            <p:nvPr/>
          </p:nvCxnSpPr>
          <p:spPr>
            <a:xfrm>
              <a:off x="6906969" y="4494700"/>
              <a:ext cx="0" cy="2041742"/>
            </a:xfrm>
            <a:prstGeom prst="line">
              <a:avLst/>
            </a:prstGeom>
            <a:ln w="254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54AC81C7-B2D1-486D-AF7E-F7D5D570A537}"/>
                </a:ext>
              </a:extLst>
            </p:cNvPr>
            <p:cNvCxnSpPr>
              <a:cxnSpLocks/>
            </p:cNvCxnSpPr>
            <p:nvPr/>
          </p:nvCxnSpPr>
          <p:spPr>
            <a:xfrm>
              <a:off x="7489764" y="4488119"/>
              <a:ext cx="0" cy="2041742"/>
            </a:xfrm>
            <a:prstGeom prst="line">
              <a:avLst/>
            </a:prstGeom>
            <a:ln w="254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7CECF9A5-1279-49AE-A3DA-7AF0DFE9B464}"/>
                </a:ext>
              </a:extLst>
            </p:cNvPr>
            <p:cNvCxnSpPr>
              <a:cxnSpLocks/>
            </p:cNvCxnSpPr>
            <p:nvPr/>
          </p:nvCxnSpPr>
          <p:spPr>
            <a:xfrm>
              <a:off x="8047264" y="4494700"/>
              <a:ext cx="0" cy="2041742"/>
            </a:xfrm>
            <a:prstGeom prst="line">
              <a:avLst/>
            </a:prstGeom>
            <a:ln w="254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F5266F45-DB0C-46F6-B0FC-D5CDBDFB8155}"/>
                </a:ext>
              </a:extLst>
            </p:cNvPr>
            <p:cNvCxnSpPr>
              <a:cxnSpLocks/>
            </p:cNvCxnSpPr>
            <p:nvPr/>
          </p:nvCxnSpPr>
          <p:spPr>
            <a:xfrm>
              <a:off x="8615841" y="4494700"/>
              <a:ext cx="0" cy="2041742"/>
            </a:xfrm>
            <a:prstGeom prst="line">
              <a:avLst/>
            </a:prstGeom>
            <a:ln w="254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DBF8752A-F004-4471-ADF7-41D3E9C9B03B}"/>
                </a:ext>
              </a:extLst>
            </p:cNvPr>
            <p:cNvSpPr/>
            <p:nvPr/>
          </p:nvSpPr>
          <p:spPr>
            <a:xfrm>
              <a:off x="3610212" y="4495814"/>
              <a:ext cx="32754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sz="2400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22E04C4D-B6BE-495B-98BE-412D10CDE94C}"/>
                </a:ext>
              </a:extLst>
            </p:cNvPr>
            <p:cNvSpPr/>
            <p:nvPr/>
          </p:nvSpPr>
          <p:spPr>
            <a:xfrm>
              <a:off x="4176111" y="4510497"/>
              <a:ext cx="32754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7004F678-5E7C-4C01-A5CE-C891CE7DF7F6}"/>
                </a:ext>
              </a:extLst>
            </p:cNvPr>
            <p:cNvSpPr/>
            <p:nvPr/>
          </p:nvSpPr>
          <p:spPr>
            <a:xfrm>
              <a:off x="4746056" y="4510497"/>
              <a:ext cx="32754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EEB49E01-C32B-401F-B7F9-8E535EB6CEB0}"/>
                </a:ext>
              </a:extLst>
            </p:cNvPr>
            <p:cNvSpPr/>
            <p:nvPr/>
          </p:nvSpPr>
          <p:spPr>
            <a:xfrm>
              <a:off x="5309584" y="4509915"/>
              <a:ext cx="32754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sz="2400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9C00F844-7598-42A9-B178-3EA08A9B27B5}"/>
                </a:ext>
              </a:extLst>
            </p:cNvPr>
            <p:cNvSpPr/>
            <p:nvPr/>
          </p:nvSpPr>
          <p:spPr>
            <a:xfrm>
              <a:off x="5909380" y="4511029"/>
              <a:ext cx="32754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sz="2400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A0868C8E-1C96-4163-9C13-40A08262CFAB}"/>
                </a:ext>
              </a:extLst>
            </p:cNvPr>
            <p:cNvSpPr/>
            <p:nvPr/>
          </p:nvSpPr>
          <p:spPr>
            <a:xfrm>
              <a:off x="6475279" y="4525712"/>
              <a:ext cx="32754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9C9BCF25-F979-432F-ADCD-1C8295A01CF3}"/>
                </a:ext>
              </a:extLst>
            </p:cNvPr>
            <p:cNvSpPr/>
            <p:nvPr/>
          </p:nvSpPr>
          <p:spPr>
            <a:xfrm>
              <a:off x="7045224" y="4525712"/>
              <a:ext cx="32754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9B1C4052-3CA8-42D5-9167-3E12C7506712}"/>
                </a:ext>
              </a:extLst>
            </p:cNvPr>
            <p:cNvSpPr/>
            <p:nvPr/>
          </p:nvSpPr>
          <p:spPr>
            <a:xfrm>
              <a:off x="7621158" y="4512949"/>
              <a:ext cx="32754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1F827E76-7731-4D7B-BBEE-82A7374A98D6}"/>
                </a:ext>
              </a:extLst>
            </p:cNvPr>
            <p:cNvSpPr/>
            <p:nvPr/>
          </p:nvSpPr>
          <p:spPr>
            <a:xfrm>
              <a:off x="8184686" y="4512367"/>
              <a:ext cx="32754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sz="2400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105F7B4A-9BEF-4589-B3A6-16488CFE1B3B}"/>
                </a:ext>
              </a:extLst>
            </p:cNvPr>
            <p:cNvSpPr/>
            <p:nvPr/>
          </p:nvSpPr>
          <p:spPr>
            <a:xfrm>
              <a:off x="8784482" y="4513481"/>
              <a:ext cx="32754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sz="2400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194334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组合 228">
            <a:extLst>
              <a:ext uri="{FF2B5EF4-FFF2-40B4-BE49-F238E27FC236}">
                <a16:creationId xmlns:a16="http://schemas.microsoft.com/office/drawing/2014/main" id="{073F661E-1DED-48A5-83D1-EA7BD83BCF9E}"/>
              </a:ext>
            </a:extLst>
          </p:cNvPr>
          <p:cNvGrpSpPr/>
          <p:nvPr/>
        </p:nvGrpSpPr>
        <p:grpSpPr>
          <a:xfrm>
            <a:off x="2219712" y="154251"/>
            <a:ext cx="8795951" cy="9904226"/>
            <a:chOff x="2219712" y="154251"/>
            <a:chExt cx="8795951" cy="9904226"/>
          </a:xfrm>
        </p:grpSpPr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47BF50D3-6A46-4A7A-81E3-581C7638F70D}"/>
                </a:ext>
              </a:extLst>
            </p:cNvPr>
            <p:cNvGrpSpPr/>
            <p:nvPr/>
          </p:nvGrpSpPr>
          <p:grpSpPr>
            <a:xfrm>
              <a:off x="6096000" y="3123299"/>
              <a:ext cx="3293537" cy="1200150"/>
              <a:chOff x="6096000" y="1454150"/>
              <a:chExt cx="3293537" cy="1200150"/>
            </a:xfrm>
          </p:grpSpPr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A6EE8971-9958-4D47-91D9-45F5FAC590DD}"/>
                  </a:ext>
                </a:extLst>
              </p:cNvPr>
              <p:cNvSpPr/>
              <p:nvPr/>
            </p:nvSpPr>
            <p:spPr>
              <a:xfrm>
                <a:off x="6096000" y="1454150"/>
                <a:ext cx="3293537" cy="1200150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F36E875-673B-44FD-830A-285D8B1C60EA}"/>
                  </a:ext>
                </a:extLst>
              </p:cNvPr>
              <p:cNvSpPr txBox="1"/>
              <p:nvPr/>
            </p:nvSpPr>
            <p:spPr>
              <a:xfrm>
                <a:off x="8716005" y="2284968"/>
                <a:ext cx="546100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</a:t>
                </a:r>
              </a:p>
            </p:txBody>
          </p:sp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4F0EF22-E1E1-4066-954D-DBD1A7BA2ECA}"/>
                  </a:ext>
                </a:extLst>
              </p:cNvPr>
              <p:cNvSpPr txBox="1"/>
              <p:nvPr/>
            </p:nvSpPr>
            <p:spPr>
              <a:xfrm>
                <a:off x="8219434" y="2284968"/>
                <a:ext cx="546100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9</a:t>
                </a:r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2353231-FB7B-402F-A98F-9037D925B30D}"/>
                  </a:ext>
                </a:extLst>
              </p:cNvPr>
              <p:cNvSpPr txBox="1"/>
              <p:nvPr/>
            </p:nvSpPr>
            <p:spPr>
              <a:xfrm>
                <a:off x="7722865" y="2284968"/>
                <a:ext cx="546100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</a:t>
                </a:r>
              </a:p>
            </p:txBody>
          </p: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BCE49F9-AA85-4F49-8046-F9A3A0B22B17}"/>
                  </a:ext>
                </a:extLst>
              </p:cNvPr>
              <p:cNvSpPr txBox="1"/>
              <p:nvPr/>
            </p:nvSpPr>
            <p:spPr>
              <a:xfrm>
                <a:off x="7226296" y="2284968"/>
                <a:ext cx="546100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6</a:t>
                </a:r>
              </a:p>
            </p:txBody>
          </p: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5A3C6AE-8287-4F8A-BBCF-988704283DC0}"/>
                  </a:ext>
                </a:extLst>
              </p:cNvPr>
              <p:cNvSpPr txBox="1"/>
              <p:nvPr/>
            </p:nvSpPr>
            <p:spPr>
              <a:xfrm>
                <a:off x="6729727" y="2284968"/>
                <a:ext cx="546100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5679C97-3445-4F6D-8ABC-FE4C03E5636A}"/>
                  </a:ext>
                </a:extLst>
              </p:cNvPr>
              <p:cNvSpPr txBox="1"/>
              <p:nvPr/>
            </p:nvSpPr>
            <p:spPr>
              <a:xfrm>
                <a:off x="6233158" y="2284968"/>
                <a:ext cx="546100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E20557AE-78D5-4DB7-A172-7734F8D750B6}"/>
                  </a:ext>
                </a:extLst>
              </p:cNvPr>
              <p:cNvGrpSpPr/>
              <p:nvPr/>
            </p:nvGrpSpPr>
            <p:grpSpPr>
              <a:xfrm>
                <a:off x="7435204" y="1581899"/>
                <a:ext cx="575322" cy="575322"/>
                <a:chOff x="7517638" y="1664333"/>
                <a:chExt cx="410453" cy="410453"/>
              </a:xfrm>
            </p:grpSpPr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500BDA42-B010-4D59-804C-C65DA482D2D0}"/>
                    </a:ext>
                  </a:extLst>
                </p:cNvPr>
                <p:cNvSpPr/>
                <p:nvPr/>
              </p:nvSpPr>
              <p:spPr>
                <a:xfrm>
                  <a:off x="7517638" y="1664333"/>
                  <a:ext cx="410453" cy="410453"/>
                </a:xfrm>
                <a:prstGeom prst="ellipse">
                  <a:avLst/>
                </a:prstGeom>
                <a:solidFill>
                  <a:srgbClr val="FDEFE8"/>
                </a:solidFill>
                <a:ln w="25400">
                  <a:solidFill>
                    <a:srgbClr val="D7451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9" name="直接连接符 18">
                  <a:extLst>
                    <a:ext uri="{FF2B5EF4-FFF2-40B4-BE49-F238E27FC236}">
                      <a16:creationId xmlns:a16="http://schemas.microsoft.com/office/drawing/2014/main" id="{A4A5B526-0BA4-461A-91DB-B8922B360BE1}"/>
                    </a:ext>
                  </a:extLst>
                </p:cNvPr>
                <p:cNvCxnSpPr>
                  <a:cxnSpLocks/>
                  <a:stCxn id="18" idx="6"/>
                  <a:endCxn id="18" idx="2"/>
                </p:cNvCxnSpPr>
                <p:nvPr/>
              </p:nvCxnSpPr>
              <p:spPr>
                <a:xfrm flipH="1">
                  <a:off x="7517638" y="1869560"/>
                  <a:ext cx="410453" cy="0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接连接符 19">
                  <a:extLst>
                    <a:ext uri="{FF2B5EF4-FFF2-40B4-BE49-F238E27FC236}">
                      <a16:creationId xmlns:a16="http://schemas.microsoft.com/office/drawing/2014/main" id="{58CF55D6-CB85-4DF6-B5C5-159C8F26A746}"/>
                    </a:ext>
                  </a:extLst>
                </p:cNvPr>
                <p:cNvCxnSpPr>
                  <a:cxnSpLocks/>
                  <a:stCxn id="18" idx="4"/>
                  <a:endCxn id="18" idx="0"/>
                </p:cNvCxnSpPr>
                <p:nvPr/>
              </p:nvCxnSpPr>
              <p:spPr>
                <a:xfrm flipV="1">
                  <a:off x="7722865" y="1664333"/>
                  <a:ext cx="0" cy="410453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36B05D71-1142-4F5E-838F-03C22BB2C406}"/>
                </a:ext>
              </a:extLst>
            </p:cNvPr>
            <p:cNvGrpSpPr/>
            <p:nvPr/>
          </p:nvGrpSpPr>
          <p:grpSpPr>
            <a:xfrm>
              <a:off x="6096000" y="191380"/>
              <a:ext cx="3293537" cy="1200150"/>
              <a:chOff x="6096000" y="78667"/>
              <a:chExt cx="3293537" cy="1200150"/>
            </a:xfrm>
          </p:grpSpPr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1579E3E8-8C9E-449E-8FBF-F5501ADAD3F8}"/>
                  </a:ext>
                </a:extLst>
              </p:cNvPr>
              <p:cNvSpPr/>
              <p:nvPr/>
            </p:nvSpPr>
            <p:spPr>
              <a:xfrm>
                <a:off x="6096000" y="78667"/>
                <a:ext cx="3293537" cy="1200150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A1331617-1121-4D3D-985C-2C56475E56EC}"/>
                  </a:ext>
                </a:extLst>
              </p:cNvPr>
              <p:cNvSpPr txBox="1"/>
              <p:nvPr/>
            </p:nvSpPr>
            <p:spPr>
              <a:xfrm>
                <a:off x="8716005" y="909485"/>
                <a:ext cx="546100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</a:t>
                </a:r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F3B717D2-4BA7-4929-90F9-89FD35F724D0}"/>
                  </a:ext>
                </a:extLst>
              </p:cNvPr>
              <p:cNvSpPr txBox="1"/>
              <p:nvPr/>
            </p:nvSpPr>
            <p:spPr>
              <a:xfrm>
                <a:off x="6233158" y="909485"/>
                <a:ext cx="546100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endPara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31" name="组合 30">
                <a:extLst>
                  <a:ext uri="{FF2B5EF4-FFF2-40B4-BE49-F238E27FC236}">
                    <a16:creationId xmlns:a16="http://schemas.microsoft.com/office/drawing/2014/main" id="{6348C531-E0FF-4C2C-814C-994C3FDC11BE}"/>
                  </a:ext>
                </a:extLst>
              </p:cNvPr>
              <p:cNvGrpSpPr/>
              <p:nvPr/>
            </p:nvGrpSpPr>
            <p:grpSpPr>
              <a:xfrm>
                <a:off x="7435204" y="206416"/>
                <a:ext cx="575322" cy="575322"/>
                <a:chOff x="7517638" y="1664333"/>
                <a:chExt cx="410453" cy="410453"/>
              </a:xfrm>
            </p:grpSpPr>
            <p:sp>
              <p:nvSpPr>
                <p:cNvPr id="32" name="椭圆 31">
                  <a:extLst>
                    <a:ext uri="{FF2B5EF4-FFF2-40B4-BE49-F238E27FC236}">
                      <a16:creationId xmlns:a16="http://schemas.microsoft.com/office/drawing/2014/main" id="{97DE375D-DD00-49CA-9F93-8ED9F10435BB}"/>
                    </a:ext>
                  </a:extLst>
                </p:cNvPr>
                <p:cNvSpPr/>
                <p:nvPr/>
              </p:nvSpPr>
              <p:spPr>
                <a:xfrm>
                  <a:off x="7517638" y="1664333"/>
                  <a:ext cx="410453" cy="410453"/>
                </a:xfrm>
                <a:prstGeom prst="ellipse">
                  <a:avLst/>
                </a:prstGeom>
                <a:solidFill>
                  <a:srgbClr val="FDEFE8"/>
                </a:solidFill>
                <a:ln w="25400">
                  <a:solidFill>
                    <a:srgbClr val="D7451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33" name="直接连接符 32">
                  <a:extLst>
                    <a:ext uri="{FF2B5EF4-FFF2-40B4-BE49-F238E27FC236}">
                      <a16:creationId xmlns:a16="http://schemas.microsoft.com/office/drawing/2014/main" id="{5C7CD527-08A8-4624-B7BE-BCE70A80575C}"/>
                    </a:ext>
                  </a:extLst>
                </p:cNvPr>
                <p:cNvCxnSpPr>
                  <a:cxnSpLocks/>
                  <a:stCxn id="32" idx="6"/>
                  <a:endCxn id="32" idx="2"/>
                </p:cNvCxnSpPr>
                <p:nvPr/>
              </p:nvCxnSpPr>
              <p:spPr>
                <a:xfrm flipH="1">
                  <a:off x="7517638" y="1869560"/>
                  <a:ext cx="410453" cy="0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直接连接符 33">
                  <a:extLst>
                    <a:ext uri="{FF2B5EF4-FFF2-40B4-BE49-F238E27FC236}">
                      <a16:creationId xmlns:a16="http://schemas.microsoft.com/office/drawing/2014/main" id="{305307CA-1C13-4808-AF19-6AC018C0B084}"/>
                    </a:ext>
                  </a:extLst>
                </p:cNvPr>
                <p:cNvCxnSpPr>
                  <a:cxnSpLocks/>
                  <a:stCxn id="32" idx="4"/>
                  <a:endCxn id="32" idx="0"/>
                </p:cNvCxnSpPr>
                <p:nvPr/>
              </p:nvCxnSpPr>
              <p:spPr>
                <a:xfrm flipV="1">
                  <a:off x="7722865" y="1664333"/>
                  <a:ext cx="0" cy="410453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2D9B98CE-30A5-44BA-B5AD-F5B2A3E0C926}"/>
                </a:ext>
              </a:extLst>
            </p:cNvPr>
            <p:cNvGrpSpPr/>
            <p:nvPr/>
          </p:nvGrpSpPr>
          <p:grpSpPr>
            <a:xfrm>
              <a:off x="6096000" y="4605692"/>
              <a:ext cx="3293537" cy="1200150"/>
              <a:chOff x="6096000" y="3429000"/>
              <a:chExt cx="3293537" cy="120015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矩形 9">
                    <a:extLst>
                      <a:ext uri="{FF2B5EF4-FFF2-40B4-BE49-F238E27FC236}">
                        <a16:creationId xmlns:a16="http://schemas.microsoft.com/office/drawing/2014/main" id="{894B8EC5-BDB7-4F3C-BEF5-3F269D7C500C}"/>
                      </a:ext>
                    </a:extLst>
                  </p:cNvPr>
                  <p:cNvSpPr/>
                  <p:nvPr/>
                </p:nvSpPr>
                <p:spPr>
                  <a:xfrm>
                    <a:off x="6096000" y="3429000"/>
                    <a:ext cx="3293537" cy="1200150"/>
                  </a:xfrm>
                  <a:prstGeom prst="rect">
                    <a:avLst/>
                  </a:prstGeom>
                  <a:solidFill>
                    <a:srgbClr val="F8CCB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US" altLang="zh-CN" b="1" i="1" dirty="0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𝑮</m:t>
                        </m:r>
                        <m:r>
                          <a:rPr lang="en-US" altLang="zh-CN" b="1" i="1" dirty="0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oMath>
                    </a14:m>
                    <a:r>
                      <a:rPr lang="en-US" altLang="zh-CN" b="1" dirty="0">
                        <a:solidFill>
                          <a:srgbClr val="D7451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 Register</a:t>
                    </a:r>
                  </a:p>
                </p:txBody>
              </p:sp>
            </mc:Choice>
            <mc:Fallback xmlns="">
              <p:sp>
                <p:nvSpPr>
                  <p:cNvPr id="10" name="矩形 9">
                    <a:extLst>
                      <a:ext uri="{FF2B5EF4-FFF2-40B4-BE49-F238E27FC236}">
                        <a16:creationId xmlns:a16="http://schemas.microsoft.com/office/drawing/2014/main" id="{894B8EC5-BDB7-4F3C-BEF5-3F269D7C500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96000" y="3429000"/>
                    <a:ext cx="3293537" cy="120015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D2FD380-7E0D-4E92-A492-5A19894E788A}"/>
                  </a:ext>
                </a:extLst>
              </p:cNvPr>
              <p:cNvSpPr txBox="1"/>
              <p:nvPr/>
            </p:nvSpPr>
            <p:spPr>
              <a:xfrm>
                <a:off x="6096000" y="4259818"/>
                <a:ext cx="274316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</a:t>
                </a:r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6DAFD8AD-5D39-4A22-B105-63B48DEDADB6}"/>
                  </a:ext>
                </a:extLst>
              </p:cNvPr>
              <p:cNvSpPr txBox="1"/>
              <p:nvPr/>
            </p:nvSpPr>
            <p:spPr>
              <a:xfrm>
                <a:off x="6096000" y="3844409"/>
                <a:ext cx="274316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</a:t>
                </a:r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92671E21-9105-4B1F-AEC5-CA6C660B4787}"/>
                  </a:ext>
                </a:extLst>
              </p:cNvPr>
              <p:cNvSpPr txBox="1"/>
              <p:nvPr/>
            </p:nvSpPr>
            <p:spPr>
              <a:xfrm>
                <a:off x="6096000" y="3429000"/>
                <a:ext cx="274316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</a:p>
            </p:txBody>
          </p: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CEB76727-0C39-4FD5-ABD6-93761002B04D}"/>
                  </a:ext>
                </a:extLst>
              </p:cNvPr>
              <p:cNvSpPr txBox="1"/>
              <p:nvPr/>
            </p:nvSpPr>
            <p:spPr>
              <a:xfrm>
                <a:off x="8716005" y="3429000"/>
                <a:ext cx="546100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43AD8707-3B75-4FBE-A111-62570F988084}"/>
                  </a:ext>
                </a:extLst>
              </p:cNvPr>
              <p:cNvSpPr txBox="1"/>
              <p:nvPr/>
            </p:nvSpPr>
            <p:spPr>
              <a:xfrm>
                <a:off x="8219434" y="3429000"/>
                <a:ext cx="546100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AD478A18-6C9A-42A0-AC0B-DA235DB53498}"/>
                  </a:ext>
                </a:extLst>
              </p:cNvPr>
              <p:cNvSpPr txBox="1"/>
              <p:nvPr/>
            </p:nvSpPr>
            <p:spPr>
              <a:xfrm>
                <a:off x="7722865" y="3429000"/>
                <a:ext cx="546100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55F1FA07-7FA7-4257-AD17-2D99E5178F38}"/>
                  </a:ext>
                </a:extLst>
              </p:cNvPr>
              <p:cNvSpPr txBox="1"/>
              <p:nvPr/>
            </p:nvSpPr>
            <p:spPr>
              <a:xfrm>
                <a:off x="7226296" y="3429000"/>
                <a:ext cx="546100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A848451A-4C3D-4779-9003-B0CFE4F5850A}"/>
                  </a:ext>
                </a:extLst>
              </p:cNvPr>
              <p:cNvSpPr txBox="1"/>
              <p:nvPr/>
            </p:nvSpPr>
            <p:spPr>
              <a:xfrm>
                <a:off x="6729727" y="3429000"/>
                <a:ext cx="546100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7D0AE637-6D28-4597-B0E6-55E4EC169155}"/>
                  </a:ext>
                </a:extLst>
              </p:cNvPr>
              <p:cNvSpPr txBox="1"/>
              <p:nvPr/>
            </p:nvSpPr>
            <p:spPr>
              <a:xfrm>
                <a:off x="6233158" y="3429000"/>
                <a:ext cx="546100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D5439886-D149-4173-A842-10DCC953A15B}"/>
                  </a:ext>
                </a:extLst>
              </p:cNvPr>
              <p:cNvSpPr txBox="1"/>
              <p:nvPr/>
            </p:nvSpPr>
            <p:spPr>
              <a:xfrm>
                <a:off x="8716005" y="4259818"/>
                <a:ext cx="546100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866371F8-E685-4F4D-BD49-C9F7C1C48C94}"/>
                  </a:ext>
                </a:extLst>
              </p:cNvPr>
              <p:cNvSpPr txBox="1"/>
              <p:nvPr/>
            </p:nvSpPr>
            <p:spPr>
              <a:xfrm>
                <a:off x="6233158" y="4259818"/>
                <a:ext cx="546100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p:grp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171523A6-0285-4352-B11D-28A65813F651}"/>
                </a:ext>
              </a:extLst>
            </p:cNvPr>
            <p:cNvCxnSpPr>
              <a:cxnSpLocks/>
              <a:stCxn id="40" idx="0"/>
              <a:endCxn id="9" idx="2"/>
            </p:cNvCxnSpPr>
            <p:nvPr/>
          </p:nvCxnSpPr>
          <p:spPr>
            <a:xfrm flipV="1">
              <a:off x="6506208" y="4323449"/>
              <a:ext cx="0" cy="28224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9E83C827-589A-451E-846D-E998865731EF}"/>
                </a:ext>
              </a:extLst>
            </p:cNvPr>
            <p:cNvCxnSpPr>
              <a:cxnSpLocks/>
              <a:stCxn id="39" idx="0"/>
              <a:endCxn id="8" idx="2"/>
            </p:cNvCxnSpPr>
            <p:nvPr/>
          </p:nvCxnSpPr>
          <p:spPr>
            <a:xfrm flipV="1">
              <a:off x="7002777" y="4323449"/>
              <a:ext cx="0" cy="28224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284AEF89-FE06-431E-BBF6-9BD7574AAD5B}"/>
                </a:ext>
              </a:extLst>
            </p:cNvPr>
            <p:cNvCxnSpPr>
              <a:cxnSpLocks/>
              <a:stCxn id="38" idx="0"/>
              <a:endCxn id="7" idx="2"/>
            </p:cNvCxnSpPr>
            <p:nvPr/>
          </p:nvCxnSpPr>
          <p:spPr>
            <a:xfrm flipV="1">
              <a:off x="7499346" y="4323449"/>
              <a:ext cx="0" cy="28224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744C63E1-15FA-4FAD-B97D-25D21FD44D27}"/>
                </a:ext>
              </a:extLst>
            </p:cNvPr>
            <p:cNvCxnSpPr>
              <a:cxnSpLocks/>
              <a:stCxn id="37" idx="0"/>
              <a:endCxn id="6" idx="2"/>
            </p:cNvCxnSpPr>
            <p:nvPr/>
          </p:nvCxnSpPr>
          <p:spPr>
            <a:xfrm flipV="1">
              <a:off x="7995915" y="4323449"/>
              <a:ext cx="0" cy="28224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17B2C376-F0C9-406B-A10F-B3CF21EEA60A}"/>
                </a:ext>
              </a:extLst>
            </p:cNvPr>
            <p:cNvCxnSpPr>
              <a:cxnSpLocks/>
              <a:stCxn id="36" idx="0"/>
              <a:endCxn id="5" idx="2"/>
            </p:cNvCxnSpPr>
            <p:nvPr/>
          </p:nvCxnSpPr>
          <p:spPr>
            <a:xfrm flipV="1">
              <a:off x="8492484" y="4323449"/>
              <a:ext cx="0" cy="28224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AC3109B5-DBD1-4E31-89EF-29982E38DFE1}"/>
                </a:ext>
              </a:extLst>
            </p:cNvPr>
            <p:cNvCxnSpPr>
              <a:cxnSpLocks/>
              <a:stCxn id="35" idx="0"/>
              <a:endCxn id="4" idx="2"/>
            </p:cNvCxnSpPr>
            <p:nvPr/>
          </p:nvCxnSpPr>
          <p:spPr>
            <a:xfrm flipV="1">
              <a:off x="8989055" y="4323449"/>
              <a:ext cx="0" cy="28224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31696469-B4C7-44BF-9FEA-7C2CE4726E2C}"/>
                </a:ext>
              </a:extLst>
            </p:cNvPr>
            <p:cNvGrpSpPr/>
            <p:nvPr/>
          </p:nvGrpSpPr>
          <p:grpSpPr>
            <a:xfrm>
              <a:off x="6096000" y="1649091"/>
              <a:ext cx="3293537" cy="1200150"/>
              <a:chOff x="6096000" y="3429000"/>
              <a:chExt cx="3293537" cy="120015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矩形 64">
                    <a:extLst>
                      <a:ext uri="{FF2B5EF4-FFF2-40B4-BE49-F238E27FC236}">
                        <a16:creationId xmlns:a16="http://schemas.microsoft.com/office/drawing/2014/main" id="{FE625C82-76F3-43BE-9546-59806EEF5081}"/>
                      </a:ext>
                    </a:extLst>
                  </p:cNvPr>
                  <p:cNvSpPr/>
                  <p:nvPr/>
                </p:nvSpPr>
                <p:spPr>
                  <a:xfrm>
                    <a:off x="6096000" y="3429000"/>
                    <a:ext cx="3293537" cy="1200150"/>
                  </a:xfrm>
                  <a:prstGeom prst="rect">
                    <a:avLst/>
                  </a:prstGeom>
                  <a:solidFill>
                    <a:srgbClr val="F8CCB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US" altLang="zh-CN" b="1" i="1" dirty="0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𝑮</m:t>
                        </m:r>
                        <m:r>
                          <a:rPr lang="en-US" altLang="zh-CN" b="1" i="1" dirty="0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oMath>
                    </a14:m>
                    <a:r>
                      <a:rPr lang="en-US" altLang="zh-CN" b="1" dirty="0">
                        <a:solidFill>
                          <a:srgbClr val="D7451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 Register</a:t>
                    </a:r>
                  </a:p>
                </p:txBody>
              </p:sp>
            </mc:Choice>
            <mc:Fallback xmlns="">
              <p:sp>
                <p:nvSpPr>
                  <p:cNvPr id="65" name="矩形 64">
                    <a:extLst>
                      <a:ext uri="{FF2B5EF4-FFF2-40B4-BE49-F238E27FC236}">
                        <a16:creationId xmlns:a16="http://schemas.microsoft.com/office/drawing/2014/main" id="{FE625C82-76F3-43BE-9546-59806EEF508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96000" y="3429000"/>
                    <a:ext cx="3293537" cy="120015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8D788393-3FD6-4325-966F-A576A154E562}"/>
                  </a:ext>
                </a:extLst>
              </p:cNvPr>
              <p:cNvSpPr txBox="1"/>
              <p:nvPr/>
            </p:nvSpPr>
            <p:spPr>
              <a:xfrm>
                <a:off x="6096000" y="4259818"/>
                <a:ext cx="274316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</a:t>
                </a:r>
                <a:endPara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CC477015-4EFE-4259-A631-A423275BF345}"/>
                  </a:ext>
                </a:extLst>
              </p:cNvPr>
              <p:cNvSpPr txBox="1"/>
              <p:nvPr/>
            </p:nvSpPr>
            <p:spPr>
              <a:xfrm>
                <a:off x="6096000" y="3844409"/>
                <a:ext cx="274316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</a:t>
                </a:r>
                <a:endPara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9747577D-2633-461F-BB19-81835B824B77}"/>
                  </a:ext>
                </a:extLst>
              </p:cNvPr>
              <p:cNvSpPr txBox="1"/>
              <p:nvPr/>
            </p:nvSpPr>
            <p:spPr>
              <a:xfrm>
                <a:off x="6096000" y="3429000"/>
                <a:ext cx="274316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</a:p>
            </p:txBody>
          </p:sp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C3C22DA6-7E6D-4832-9B8E-7C89B5BA41B6}"/>
                  </a:ext>
                </a:extLst>
              </p:cNvPr>
              <p:cNvSpPr txBox="1"/>
              <p:nvPr/>
            </p:nvSpPr>
            <p:spPr>
              <a:xfrm>
                <a:off x="8716005" y="3429000"/>
                <a:ext cx="546100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6D384967-C61A-4AA6-B2AA-9E0976BB75E6}"/>
                  </a:ext>
                </a:extLst>
              </p:cNvPr>
              <p:cNvSpPr txBox="1"/>
              <p:nvPr/>
            </p:nvSpPr>
            <p:spPr>
              <a:xfrm>
                <a:off x="8219434" y="3429000"/>
                <a:ext cx="546100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825AAD66-8340-4FEC-874F-F0536AD9E8A9}"/>
                  </a:ext>
                </a:extLst>
              </p:cNvPr>
              <p:cNvSpPr txBox="1"/>
              <p:nvPr/>
            </p:nvSpPr>
            <p:spPr>
              <a:xfrm>
                <a:off x="7722865" y="3429000"/>
                <a:ext cx="546100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F27E6FE4-C29C-4C8E-8D42-B593C8ADA5F7}"/>
                  </a:ext>
                </a:extLst>
              </p:cNvPr>
              <p:cNvSpPr txBox="1"/>
              <p:nvPr/>
            </p:nvSpPr>
            <p:spPr>
              <a:xfrm>
                <a:off x="7226296" y="3429000"/>
                <a:ext cx="546100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D4BF3BD9-903F-4C30-B1B9-D4FE949C6820}"/>
                  </a:ext>
                </a:extLst>
              </p:cNvPr>
              <p:cNvSpPr txBox="1"/>
              <p:nvPr/>
            </p:nvSpPr>
            <p:spPr>
              <a:xfrm>
                <a:off x="6729727" y="3429000"/>
                <a:ext cx="546100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E1C73DBA-ABD8-4690-9CCC-EC92E57E143B}"/>
                  </a:ext>
                </a:extLst>
              </p:cNvPr>
              <p:cNvSpPr txBox="1"/>
              <p:nvPr/>
            </p:nvSpPr>
            <p:spPr>
              <a:xfrm>
                <a:off x="6233158" y="3429000"/>
                <a:ext cx="546100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EDCA87A2-CFA8-4829-B787-86D118B6F87B}"/>
                  </a:ext>
                </a:extLst>
              </p:cNvPr>
              <p:cNvSpPr txBox="1"/>
              <p:nvPr/>
            </p:nvSpPr>
            <p:spPr>
              <a:xfrm>
                <a:off x="8716005" y="4259818"/>
                <a:ext cx="546100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DD0CCCE7-2D9C-4100-9235-2E1710952529}"/>
                  </a:ext>
                </a:extLst>
              </p:cNvPr>
              <p:cNvSpPr txBox="1"/>
              <p:nvPr/>
            </p:nvSpPr>
            <p:spPr>
              <a:xfrm>
                <a:off x="6233158" y="4259818"/>
                <a:ext cx="546100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p:grpSp>
        <p:cxnSp>
          <p:nvCxnSpPr>
            <p:cNvPr id="77" name="直接箭头连接符 76">
              <a:extLst>
                <a:ext uri="{FF2B5EF4-FFF2-40B4-BE49-F238E27FC236}">
                  <a16:creationId xmlns:a16="http://schemas.microsoft.com/office/drawing/2014/main" id="{9330E81F-D8DD-44C7-8429-B2577D425595}"/>
                </a:ext>
              </a:extLst>
            </p:cNvPr>
            <p:cNvCxnSpPr>
              <a:cxnSpLocks/>
              <a:stCxn id="74" idx="0"/>
              <a:endCxn id="30" idx="2"/>
            </p:cNvCxnSpPr>
            <p:nvPr/>
          </p:nvCxnSpPr>
          <p:spPr>
            <a:xfrm flipV="1">
              <a:off x="6506208" y="1391530"/>
              <a:ext cx="0" cy="25756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箭头连接符 79">
              <a:extLst>
                <a:ext uri="{FF2B5EF4-FFF2-40B4-BE49-F238E27FC236}">
                  <a16:creationId xmlns:a16="http://schemas.microsoft.com/office/drawing/2014/main" id="{75D860F8-7DAC-4B47-A30F-4E78333E9B7F}"/>
                </a:ext>
              </a:extLst>
            </p:cNvPr>
            <p:cNvCxnSpPr>
              <a:cxnSpLocks/>
              <a:stCxn id="69" idx="0"/>
              <a:endCxn id="25" idx="2"/>
            </p:cNvCxnSpPr>
            <p:nvPr/>
          </p:nvCxnSpPr>
          <p:spPr>
            <a:xfrm flipV="1">
              <a:off x="8989055" y="1391530"/>
              <a:ext cx="0" cy="25756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连接符: 肘形 82">
              <a:extLst>
                <a:ext uri="{FF2B5EF4-FFF2-40B4-BE49-F238E27FC236}">
                  <a16:creationId xmlns:a16="http://schemas.microsoft.com/office/drawing/2014/main" id="{025FF5BB-8BCB-452B-B579-280CF3453A5F}"/>
                </a:ext>
              </a:extLst>
            </p:cNvPr>
            <p:cNvCxnSpPr>
              <a:cxnSpLocks/>
              <a:stCxn id="24" idx="1"/>
              <a:endCxn id="68" idx="1"/>
            </p:cNvCxnSpPr>
            <p:nvPr/>
          </p:nvCxnSpPr>
          <p:spPr>
            <a:xfrm rot="10800000" flipV="1">
              <a:off x="6096000" y="791455"/>
              <a:ext cx="12700" cy="1042302"/>
            </a:xfrm>
            <a:prstGeom prst="bentConnector3">
              <a:avLst>
                <a:gd name="adj1" fmla="val 1800000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连接符: 肘形 85">
              <a:extLst>
                <a:ext uri="{FF2B5EF4-FFF2-40B4-BE49-F238E27FC236}">
                  <a16:creationId xmlns:a16="http://schemas.microsoft.com/office/drawing/2014/main" id="{CD2633E9-1140-4C68-92CA-2C357E908CE0}"/>
                </a:ext>
              </a:extLst>
            </p:cNvPr>
            <p:cNvCxnSpPr>
              <a:cxnSpLocks/>
              <a:stCxn id="2" idx="1"/>
              <a:endCxn id="16" idx="1"/>
            </p:cNvCxnSpPr>
            <p:nvPr/>
          </p:nvCxnSpPr>
          <p:spPr>
            <a:xfrm rot="10800000" flipV="1">
              <a:off x="6096000" y="3723374"/>
              <a:ext cx="12700" cy="1066984"/>
            </a:xfrm>
            <a:prstGeom prst="bentConnector3">
              <a:avLst>
                <a:gd name="adj1" fmla="val 1800000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5" name="组合 134">
              <a:extLst>
                <a:ext uri="{FF2B5EF4-FFF2-40B4-BE49-F238E27FC236}">
                  <a16:creationId xmlns:a16="http://schemas.microsoft.com/office/drawing/2014/main" id="{646ACDBE-92D0-4914-8B12-42BDE25B2B25}"/>
                </a:ext>
              </a:extLst>
            </p:cNvPr>
            <p:cNvGrpSpPr/>
            <p:nvPr/>
          </p:nvGrpSpPr>
          <p:grpSpPr>
            <a:xfrm>
              <a:off x="6108700" y="7321550"/>
              <a:ext cx="3293537" cy="2222500"/>
              <a:chOff x="6108700" y="7321550"/>
              <a:chExt cx="3293537" cy="2222500"/>
            </a:xfrm>
          </p:grpSpPr>
          <p:sp>
            <p:nvSpPr>
              <p:cNvPr id="89" name="矩形 88">
                <a:extLst>
                  <a:ext uri="{FF2B5EF4-FFF2-40B4-BE49-F238E27FC236}">
                    <a16:creationId xmlns:a16="http://schemas.microsoft.com/office/drawing/2014/main" id="{BF8189D2-2C84-4915-BE38-BBA716757488}"/>
                  </a:ext>
                </a:extLst>
              </p:cNvPr>
              <p:cNvSpPr/>
              <p:nvPr/>
            </p:nvSpPr>
            <p:spPr>
              <a:xfrm>
                <a:off x="6108700" y="7321550"/>
                <a:ext cx="3293537" cy="2222500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endPara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endPara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endPara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endPara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endPara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Phase Select Logic</a:t>
                </a:r>
              </a:p>
            </p:txBody>
          </p:sp>
          <p:grpSp>
            <p:nvGrpSpPr>
              <p:cNvPr id="99" name="组合 98">
                <a:extLst>
                  <a:ext uri="{FF2B5EF4-FFF2-40B4-BE49-F238E27FC236}">
                    <a16:creationId xmlns:a16="http://schemas.microsoft.com/office/drawing/2014/main" id="{83923B7D-A9E9-4650-B297-10272BE39780}"/>
                  </a:ext>
                </a:extLst>
              </p:cNvPr>
              <p:cNvGrpSpPr/>
              <p:nvPr/>
            </p:nvGrpSpPr>
            <p:grpSpPr>
              <a:xfrm>
                <a:off x="7042141" y="7983344"/>
                <a:ext cx="575322" cy="575322"/>
                <a:chOff x="7517638" y="1664333"/>
                <a:chExt cx="410453" cy="410453"/>
              </a:xfrm>
            </p:grpSpPr>
            <p:sp>
              <p:nvSpPr>
                <p:cNvPr id="100" name="椭圆 99">
                  <a:extLst>
                    <a:ext uri="{FF2B5EF4-FFF2-40B4-BE49-F238E27FC236}">
                      <a16:creationId xmlns:a16="http://schemas.microsoft.com/office/drawing/2014/main" id="{BB51E79B-4E58-4155-B86B-2CE2E24E35CD}"/>
                    </a:ext>
                  </a:extLst>
                </p:cNvPr>
                <p:cNvSpPr/>
                <p:nvPr/>
              </p:nvSpPr>
              <p:spPr>
                <a:xfrm>
                  <a:off x="7517638" y="1664333"/>
                  <a:ext cx="410453" cy="410453"/>
                </a:xfrm>
                <a:prstGeom prst="ellipse">
                  <a:avLst/>
                </a:prstGeom>
                <a:solidFill>
                  <a:srgbClr val="FDEFE8"/>
                </a:solidFill>
                <a:ln w="25400">
                  <a:solidFill>
                    <a:srgbClr val="D7451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01" name="直接连接符 100">
                  <a:extLst>
                    <a:ext uri="{FF2B5EF4-FFF2-40B4-BE49-F238E27FC236}">
                      <a16:creationId xmlns:a16="http://schemas.microsoft.com/office/drawing/2014/main" id="{6619426D-CAD1-4975-BA21-EE19875F145E}"/>
                    </a:ext>
                  </a:extLst>
                </p:cNvPr>
                <p:cNvCxnSpPr>
                  <a:cxnSpLocks/>
                  <a:stCxn id="100" idx="6"/>
                  <a:endCxn id="100" idx="2"/>
                </p:cNvCxnSpPr>
                <p:nvPr/>
              </p:nvCxnSpPr>
              <p:spPr>
                <a:xfrm flipH="1">
                  <a:off x="7517638" y="1869560"/>
                  <a:ext cx="410453" cy="0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直接连接符 101">
                  <a:extLst>
                    <a:ext uri="{FF2B5EF4-FFF2-40B4-BE49-F238E27FC236}">
                      <a16:creationId xmlns:a16="http://schemas.microsoft.com/office/drawing/2014/main" id="{D209CE2F-6B8F-43E6-A953-510C66038EED}"/>
                    </a:ext>
                  </a:extLst>
                </p:cNvPr>
                <p:cNvCxnSpPr>
                  <a:cxnSpLocks/>
                  <a:stCxn id="100" idx="4"/>
                  <a:endCxn id="100" idx="0"/>
                </p:cNvCxnSpPr>
                <p:nvPr/>
              </p:nvCxnSpPr>
              <p:spPr>
                <a:xfrm flipV="1">
                  <a:off x="7722865" y="1664333"/>
                  <a:ext cx="0" cy="410453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3" name="椭圆 102">
                <a:extLst>
                  <a:ext uri="{FF2B5EF4-FFF2-40B4-BE49-F238E27FC236}">
                    <a16:creationId xmlns:a16="http://schemas.microsoft.com/office/drawing/2014/main" id="{31FA1B9E-0E0E-47AB-BA1A-6188E3264A9F}"/>
                  </a:ext>
                </a:extLst>
              </p:cNvPr>
              <p:cNvSpPr/>
              <p:nvPr/>
            </p:nvSpPr>
            <p:spPr>
              <a:xfrm>
                <a:off x="6306170" y="7591805"/>
                <a:ext cx="200038" cy="200038"/>
              </a:xfrm>
              <a:prstGeom prst="ellipse">
                <a:avLst/>
              </a:prstGeom>
              <a:solidFill>
                <a:srgbClr val="D74514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4" name="椭圆 103">
                <a:extLst>
                  <a:ext uri="{FF2B5EF4-FFF2-40B4-BE49-F238E27FC236}">
                    <a16:creationId xmlns:a16="http://schemas.microsoft.com/office/drawing/2014/main" id="{A001DA4C-47A0-43EB-8CB7-94F940D54B49}"/>
                  </a:ext>
                </a:extLst>
              </p:cNvPr>
              <p:cNvSpPr/>
              <p:nvPr/>
            </p:nvSpPr>
            <p:spPr>
              <a:xfrm>
                <a:off x="6574459" y="7591805"/>
                <a:ext cx="200038" cy="200038"/>
              </a:xfrm>
              <a:prstGeom prst="ellipse">
                <a:avLst/>
              </a:prstGeom>
              <a:solidFill>
                <a:srgbClr val="D74514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5" name="椭圆 104">
                <a:extLst>
                  <a:ext uri="{FF2B5EF4-FFF2-40B4-BE49-F238E27FC236}">
                    <a16:creationId xmlns:a16="http://schemas.microsoft.com/office/drawing/2014/main" id="{64547F8D-A94E-4A5F-85AF-F3DF331FD0C5}"/>
                  </a:ext>
                </a:extLst>
              </p:cNvPr>
              <p:cNvSpPr/>
              <p:nvPr/>
            </p:nvSpPr>
            <p:spPr>
              <a:xfrm>
                <a:off x="6842748" y="7591805"/>
                <a:ext cx="200038" cy="200038"/>
              </a:xfrm>
              <a:prstGeom prst="ellipse">
                <a:avLst/>
              </a:prstGeom>
              <a:solidFill>
                <a:srgbClr val="D74514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6" name="椭圆 105">
                <a:extLst>
                  <a:ext uri="{FF2B5EF4-FFF2-40B4-BE49-F238E27FC236}">
                    <a16:creationId xmlns:a16="http://schemas.microsoft.com/office/drawing/2014/main" id="{8BE7EC64-739E-4A9E-9A11-56F2F01319FC}"/>
                  </a:ext>
                </a:extLst>
              </p:cNvPr>
              <p:cNvSpPr/>
              <p:nvPr/>
            </p:nvSpPr>
            <p:spPr>
              <a:xfrm>
                <a:off x="7111037" y="7591805"/>
                <a:ext cx="200038" cy="200038"/>
              </a:xfrm>
              <a:prstGeom prst="ellipse">
                <a:avLst/>
              </a:prstGeom>
              <a:solidFill>
                <a:srgbClr val="D74514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7" name="椭圆 106">
                <a:extLst>
                  <a:ext uri="{FF2B5EF4-FFF2-40B4-BE49-F238E27FC236}">
                    <a16:creationId xmlns:a16="http://schemas.microsoft.com/office/drawing/2014/main" id="{D3C41C32-6691-4E70-B7E1-03C1F93A4C7A}"/>
                  </a:ext>
                </a:extLst>
              </p:cNvPr>
              <p:cNvSpPr/>
              <p:nvPr/>
            </p:nvSpPr>
            <p:spPr>
              <a:xfrm>
                <a:off x="7379326" y="7591805"/>
                <a:ext cx="200038" cy="200038"/>
              </a:xfrm>
              <a:prstGeom prst="ellipse">
                <a:avLst/>
              </a:prstGeom>
              <a:solidFill>
                <a:srgbClr val="D74514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8" name="椭圆 107">
                <a:extLst>
                  <a:ext uri="{FF2B5EF4-FFF2-40B4-BE49-F238E27FC236}">
                    <a16:creationId xmlns:a16="http://schemas.microsoft.com/office/drawing/2014/main" id="{1341434B-0176-4289-8330-7E8C6885C53B}"/>
                  </a:ext>
                </a:extLst>
              </p:cNvPr>
              <p:cNvSpPr/>
              <p:nvPr/>
            </p:nvSpPr>
            <p:spPr>
              <a:xfrm>
                <a:off x="7647615" y="7591805"/>
                <a:ext cx="200038" cy="200038"/>
              </a:xfrm>
              <a:prstGeom prst="ellipse">
                <a:avLst/>
              </a:prstGeom>
              <a:solidFill>
                <a:srgbClr val="D74514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9" name="椭圆 108">
                <a:extLst>
                  <a:ext uri="{FF2B5EF4-FFF2-40B4-BE49-F238E27FC236}">
                    <a16:creationId xmlns:a16="http://schemas.microsoft.com/office/drawing/2014/main" id="{9D38AAAD-F011-4C49-A490-A7FB8E981A59}"/>
                  </a:ext>
                </a:extLst>
              </p:cNvPr>
              <p:cNvSpPr/>
              <p:nvPr/>
            </p:nvSpPr>
            <p:spPr>
              <a:xfrm>
                <a:off x="7915904" y="7591805"/>
                <a:ext cx="200038" cy="200038"/>
              </a:xfrm>
              <a:prstGeom prst="ellipse">
                <a:avLst/>
              </a:prstGeom>
              <a:solidFill>
                <a:srgbClr val="D74514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" name="椭圆 109">
                <a:extLst>
                  <a:ext uri="{FF2B5EF4-FFF2-40B4-BE49-F238E27FC236}">
                    <a16:creationId xmlns:a16="http://schemas.microsoft.com/office/drawing/2014/main" id="{7AF8FFF5-DF1C-4027-8B6F-FC682379DDA2}"/>
                  </a:ext>
                </a:extLst>
              </p:cNvPr>
              <p:cNvSpPr/>
              <p:nvPr/>
            </p:nvSpPr>
            <p:spPr>
              <a:xfrm>
                <a:off x="8184193" y="7591805"/>
                <a:ext cx="200038" cy="200038"/>
              </a:xfrm>
              <a:prstGeom prst="ellipse">
                <a:avLst/>
              </a:prstGeom>
              <a:solidFill>
                <a:srgbClr val="D74514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1" name="椭圆 110">
                <a:extLst>
                  <a:ext uri="{FF2B5EF4-FFF2-40B4-BE49-F238E27FC236}">
                    <a16:creationId xmlns:a16="http://schemas.microsoft.com/office/drawing/2014/main" id="{B6B09320-9A03-4E8D-AAB8-79CF420C0A95}"/>
                  </a:ext>
                </a:extLst>
              </p:cNvPr>
              <p:cNvSpPr/>
              <p:nvPr/>
            </p:nvSpPr>
            <p:spPr>
              <a:xfrm>
                <a:off x="8452482" y="7591805"/>
                <a:ext cx="200038" cy="200038"/>
              </a:xfrm>
              <a:prstGeom prst="ellipse">
                <a:avLst/>
              </a:prstGeom>
              <a:solidFill>
                <a:srgbClr val="D74514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2" name="椭圆 111">
                <a:extLst>
                  <a:ext uri="{FF2B5EF4-FFF2-40B4-BE49-F238E27FC236}">
                    <a16:creationId xmlns:a16="http://schemas.microsoft.com/office/drawing/2014/main" id="{155849B1-F453-4FF9-9FC6-AA850AB232F6}"/>
                  </a:ext>
                </a:extLst>
              </p:cNvPr>
              <p:cNvSpPr/>
              <p:nvPr/>
            </p:nvSpPr>
            <p:spPr>
              <a:xfrm>
                <a:off x="8720771" y="7591805"/>
                <a:ext cx="200038" cy="200038"/>
              </a:xfrm>
              <a:prstGeom prst="ellipse">
                <a:avLst/>
              </a:prstGeom>
              <a:solidFill>
                <a:srgbClr val="D74514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3" name="椭圆 112">
                <a:extLst>
                  <a:ext uri="{FF2B5EF4-FFF2-40B4-BE49-F238E27FC236}">
                    <a16:creationId xmlns:a16="http://schemas.microsoft.com/office/drawing/2014/main" id="{94FEFC09-4656-4605-9F1D-901E243A0533}"/>
                  </a:ext>
                </a:extLst>
              </p:cNvPr>
              <p:cNvSpPr/>
              <p:nvPr/>
            </p:nvSpPr>
            <p:spPr>
              <a:xfrm>
                <a:off x="8989055" y="7591805"/>
                <a:ext cx="200038" cy="200038"/>
              </a:xfrm>
              <a:prstGeom prst="ellipse">
                <a:avLst/>
              </a:prstGeom>
              <a:solidFill>
                <a:srgbClr val="D74514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14" name="直接箭头连接符 113">
                <a:extLst>
                  <a:ext uri="{FF2B5EF4-FFF2-40B4-BE49-F238E27FC236}">
                    <a16:creationId xmlns:a16="http://schemas.microsoft.com/office/drawing/2014/main" id="{D6408B77-718A-40B7-875D-F7EFCBEADDBC}"/>
                  </a:ext>
                </a:extLst>
              </p:cNvPr>
              <p:cNvCxnSpPr>
                <a:cxnSpLocks/>
                <a:stCxn id="100" idx="2"/>
              </p:cNvCxnSpPr>
              <p:nvPr/>
            </p:nvCxnSpPr>
            <p:spPr>
              <a:xfrm flipH="1">
                <a:off x="6777340" y="8271005"/>
                <a:ext cx="264801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直接箭头连接符 116">
                <a:extLst>
                  <a:ext uri="{FF2B5EF4-FFF2-40B4-BE49-F238E27FC236}">
                    <a16:creationId xmlns:a16="http://schemas.microsoft.com/office/drawing/2014/main" id="{507EEDF5-488A-41E1-9437-40B2C137E096}"/>
                  </a:ext>
                </a:extLst>
              </p:cNvPr>
              <p:cNvCxnSpPr>
                <a:cxnSpLocks/>
                <a:endCxn id="100" idx="6"/>
              </p:cNvCxnSpPr>
              <p:nvPr/>
            </p:nvCxnSpPr>
            <p:spPr>
              <a:xfrm flipH="1">
                <a:off x="7617463" y="8271005"/>
                <a:ext cx="327655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直接箭头连接符 119">
                <a:extLst>
                  <a:ext uri="{FF2B5EF4-FFF2-40B4-BE49-F238E27FC236}">
                    <a16:creationId xmlns:a16="http://schemas.microsoft.com/office/drawing/2014/main" id="{98E812E0-A5DC-4D0F-9CD2-BA2AAA6A7017}"/>
                  </a:ext>
                </a:extLst>
              </p:cNvPr>
              <p:cNvCxnSpPr>
                <a:cxnSpLocks/>
                <a:endCxn id="104" idx="4"/>
              </p:cNvCxnSpPr>
              <p:nvPr/>
            </p:nvCxnSpPr>
            <p:spPr>
              <a:xfrm flipH="1" flipV="1">
                <a:off x="6674478" y="7791843"/>
                <a:ext cx="104780" cy="47916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接箭头连接符 122">
                <a:extLst>
                  <a:ext uri="{FF2B5EF4-FFF2-40B4-BE49-F238E27FC236}">
                    <a16:creationId xmlns:a16="http://schemas.microsoft.com/office/drawing/2014/main" id="{5F7E2E1E-0059-459F-A601-ADA5665A7C0B}"/>
                  </a:ext>
                </a:extLst>
              </p:cNvPr>
              <p:cNvCxnSpPr>
                <a:cxnSpLocks/>
                <a:endCxn id="108" idx="4"/>
              </p:cNvCxnSpPr>
              <p:nvPr/>
            </p:nvCxnSpPr>
            <p:spPr>
              <a:xfrm flipH="1" flipV="1">
                <a:off x="7747634" y="7791843"/>
                <a:ext cx="186589" cy="47916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0" name="组合 129">
              <a:extLst>
                <a:ext uri="{FF2B5EF4-FFF2-40B4-BE49-F238E27FC236}">
                  <a16:creationId xmlns:a16="http://schemas.microsoft.com/office/drawing/2014/main" id="{B83AF2BC-FEDC-42CE-B449-23419940793C}"/>
                </a:ext>
              </a:extLst>
            </p:cNvPr>
            <p:cNvGrpSpPr/>
            <p:nvPr/>
          </p:nvGrpSpPr>
          <p:grpSpPr>
            <a:xfrm>
              <a:off x="9520538" y="6184615"/>
              <a:ext cx="575322" cy="575322"/>
              <a:chOff x="7517638" y="1664333"/>
              <a:chExt cx="410453" cy="410453"/>
            </a:xfrm>
          </p:grpSpPr>
          <p:sp>
            <p:nvSpPr>
              <p:cNvPr id="131" name="椭圆 130">
                <a:extLst>
                  <a:ext uri="{FF2B5EF4-FFF2-40B4-BE49-F238E27FC236}">
                    <a16:creationId xmlns:a16="http://schemas.microsoft.com/office/drawing/2014/main" id="{D293D332-4B5A-4136-88DF-4F4D0477B065}"/>
                  </a:ext>
                </a:extLst>
              </p:cNvPr>
              <p:cNvSpPr/>
              <p:nvPr/>
            </p:nvSpPr>
            <p:spPr>
              <a:xfrm>
                <a:off x="7517638" y="1664333"/>
                <a:ext cx="410453" cy="410453"/>
              </a:xfrm>
              <a:prstGeom prst="ellipse">
                <a:avLst/>
              </a:prstGeom>
              <a:solidFill>
                <a:srgbClr val="FDEFE8"/>
              </a:solidFill>
              <a:ln w="254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32" name="直接连接符 131">
                <a:extLst>
                  <a:ext uri="{FF2B5EF4-FFF2-40B4-BE49-F238E27FC236}">
                    <a16:creationId xmlns:a16="http://schemas.microsoft.com/office/drawing/2014/main" id="{910686EC-2075-4C22-B464-FFB52ED5DC10}"/>
                  </a:ext>
                </a:extLst>
              </p:cNvPr>
              <p:cNvCxnSpPr>
                <a:cxnSpLocks/>
                <a:stCxn id="131" idx="6"/>
                <a:endCxn id="131" idx="2"/>
              </p:cNvCxnSpPr>
              <p:nvPr/>
            </p:nvCxnSpPr>
            <p:spPr>
              <a:xfrm flipH="1">
                <a:off x="7517638" y="1869560"/>
                <a:ext cx="410453" cy="0"/>
              </a:xfrm>
              <a:prstGeom prst="line">
                <a:avLst/>
              </a:prstGeom>
              <a:ln w="2540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直接连接符 132">
                <a:extLst>
                  <a:ext uri="{FF2B5EF4-FFF2-40B4-BE49-F238E27FC236}">
                    <a16:creationId xmlns:a16="http://schemas.microsoft.com/office/drawing/2014/main" id="{BB7EF595-F053-43D5-84C2-5C1DFC42255D}"/>
                  </a:ext>
                </a:extLst>
              </p:cNvPr>
              <p:cNvCxnSpPr>
                <a:cxnSpLocks/>
                <a:stCxn id="131" idx="4"/>
                <a:endCxn id="131" idx="0"/>
              </p:cNvCxnSpPr>
              <p:nvPr/>
            </p:nvCxnSpPr>
            <p:spPr>
              <a:xfrm flipV="1">
                <a:off x="7722865" y="1664333"/>
                <a:ext cx="0" cy="410453"/>
              </a:xfrm>
              <a:prstGeom prst="line">
                <a:avLst/>
              </a:prstGeom>
              <a:ln w="2540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4" name="流程图: 延期 133">
              <a:extLst>
                <a:ext uri="{FF2B5EF4-FFF2-40B4-BE49-F238E27FC236}">
                  <a16:creationId xmlns:a16="http://schemas.microsoft.com/office/drawing/2014/main" id="{1207B116-A58E-4DF7-9C9B-2B8992084231}"/>
                </a:ext>
              </a:extLst>
            </p:cNvPr>
            <p:cNvSpPr/>
            <p:nvPr/>
          </p:nvSpPr>
          <p:spPr>
            <a:xfrm flipH="1">
              <a:off x="4212368" y="5851919"/>
              <a:ext cx="1508778" cy="1458721"/>
            </a:xfrm>
            <a:prstGeom prst="flowChartDelay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1023</a:t>
              </a:r>
            </a:p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Decode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" name="椭圆 135">
              <a:extLst>
                <a:ext uri="{FF2B5EF4-FFF2-40B4-BE49-F238E27FC236}">
                  <a16:creationId xmlns:a16="http://schemas.microsoft.com/office/drawing/2014/main" id="{28DAFE7C-433A-4E4B-80E0-ABB1D855D4D3}"/>
                </a:ext>
              </a:extLst>
            </p:cNvPr>
            <p:cNvSpPr/>
            <p:nvPr/>
          </p:nvSpPr>
          <p:spPr>
            <a:xfrm>
              <a:off x="6301080" y="5598534"/>
              <a:ext cx="200038" cy="200038"/>
            </a:xfrm>
            <a:prstGeom prst="ellipse">
              <a:avLst/>
            </a:prstGeom>
            <a:solidFill>
              <a:srgbClr val="F8CCB9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椭圆 136">
              <a:extLst>
                <a:ext uri="{FF2B5EF4-FFF2-40B4-BE49-F238E27FC236}">
                  <a16:creationId xmlns:a16="http://schemas.microsoft.com/office/drawing/2014/main" id="{E60ACFE9-B0E3-4BB2-B189-829D818DEF92}"/>
                </a:ext>
              </a:extLst>
            </p:cNvPr>
            <p:cNvSpPr/>
            <p:nvPr/>
          </p:nvSpPr>
          <p:spPr>
            <a:xfrm>
              <a:off x="8983965" y="5598534"/>
              <a:ext cx="200038" cy="200038"/>
            </a:xfrm>
            <a:prstGeom prst="ellipse">
              <a:avLst/>
            </a:prstGeom>
            <a:solidFill>
              <a:srgbClr val="F8CCB9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8" name="直接箭头连接符 137">
              <a:extLst>
                <a:ext uri="{FF2B5EF4-FFF2-40B4-BE49-F238E27FC236}">
                  <a16:creationId xmlns:a16="http://schemas.microsoft.com/office/drawing/2014/main" id="{F7014EE3-309E-4E90-AA5B-7CE7EF43B40B}"/>
                </a:ext>
              </a:extLst>
            </p:cNvPr>
            <p:cNvCxnSpPr>
              <a:cxnSpLocks/>
              <a:stCxn id="136" idx="4"/>
              <a:endCxn id="103" idx="0"/>
            </p:cNvCxnSpPr>
            <p:nvPr/>
          </p:nvCxnSpPr>
          <p:spPr>
            <a:xfrm>
              <a:off x="6401099" y="5798572"/>
              <a:ext cx="5090" cy="179323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箭头连接符 140">
              <a:extLst>
                <a:ext uri="{FF2B5EF4-FFF2-40B4-BE49-F238E27FC236}">
                  <a16:creationId xmlns:a16="http://schemas.microsoft.com/office/drawing/2014/main" id="{25824872-6F39-4A67-8AB2-A36726A47464}"/>
                </a:ext>
              </a:extLst>
            </p:cNvPr>
            <p:cNvCxnSpPr>
              <a:cxnSpLocks/>
              <a:stCxn id="137" idx="4"/>
              <a:endCxn id="113" idx="0"/>
            </p:cNvCxnSpPr>
            <p:nvPr/>
          </p:nvCxnSpPr>
          <p:spPr>
            <a:xfrm>
              <a:off x="9083984" y="5798572"/>
              <a:ext cx="5090" cy="179323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椭圆 143">
              <a:extLst>
                <a:ext uri="{FF2B5EF4-FFF2-40B4-BE49-F238E27FC236}">
                  <a16:creationId xmlns:a16="http://schemas.microsoft.com/office/drawing/2014/main" id="{E13C20E3-75CA-47FD-9A67-655A10C357FC}"/>
                </a:ext>
              </a:extLst>
            </p:cNvPr>
            <p:cNvSpPr/>
            <p:nvPr/>
          </p:nvSpPr>
          <p:spPr>
            <a:xfrm>
              <a:off x="6319051" y="6024285"/>
              <a:ext cx="160330" cy="16033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矩形 144">
                  <a:extLst>
                    <a:ext uri="{FF2B5EF4-FFF2-40B4-BE49-F238E27FC236}">
                      <a16:creationId xmlns:a16="http://schemas.microsoft.com/office/drawing/2014/main" id="{A0A586DC-D45C-44A0-81C5-E4C8188FFB3D}"/>
                    </a:ext>
                  </a:extLst>
                </p:cNvPr>
                <p:cNvSpPr/>
                <p:nvPr/>
              </p:nvSpPr>
              <p:spPr>
                <a:xfrm>
                  <a:off x="3712182" y="4000297"/>
                  <a:ext cx="907852" cy="605395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÷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𝟏𝟎</m:t>
                        </m:r>
                      </m:oMath>
                    </m:oMathPara>
                  </a14:m>
                  <a:endPara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45" name="矩形 144">
                  <a:extLst>
                    <a:ext uri="{FF2B5EF4-FFF2-40B4-BE49-F238E27FC236}">
                      <a16:creationId xmlns:a16="http://schemas.microsoft.com/office/drawing/2014/main" id="{A0A586DC-D45C-44A0-81C5-E4C8188FFB3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2182" y="4000297"/>
                  <a:ext cx="907852" cy="60539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6" name="连接符: 肘形 145">
              <a:extLst>
                <a:ext uri="{FF2B5EF4-FFF2-40B4-BE49-F238E27FC236}">
                  <a16:creationId xmlns:a16="http://schemas.microsoft.com/office/drawing/2014/main" id="{C212819D-DFFD-47D8-9468-B8799FF038CE}"/>
                </a:ext>
              </a:extLst>
            </p:cNvPr>
            <p:cNvCxnSpPr>
              <a:cxnSpLocks/>
              <a:stCxn id="145" idx="3"/>
              <a:endCxn id="66" idx="1"/>
            </p:cNvCxnSpPr>
            <p:nvPr/>
          </p:nvCxnSpPr>
          <p:spPr>
            <a:xfrm flipV="1">
              <a:off x="4620034" y="2664575"/>
              <a:ext cx="1475966" cy="1638420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连接符: 肘形 148">
              <a:extLst>
                <a:ext uri="{FF2B5EF4-FFF2-40B4-BE49-F238E27FC236}">
                  <a16:creationId xmlns:a16="http://schemas.microsoft.com/office/drawing/2014/main" id="{231BDBB7-FBD2-4E70-B56F-A12FB0E7E8C5}"/>
                </a:ext>
              </a:extLst>
            </p:cNvPr>
            <p:cNvCxnSpPr>
              <a:cxnSpLocks/>
              <a:stCxn id="145" idx="3"/>
              <a:endCxn id="15" idx="1"/>
            </p:cNvCxnSpPr>
            <p:nvPr/>
          </p:nvCxnSpPr>
          <p:spPr>
            <a:xfrm>
              <a:off x="4620034" y="4302995"/>
              <a:ext cx="1475966" cy="902772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1B63D804-86D9-4096-ADD1-F73D85AE337B}"/>
                    </a:ext>
                  </a:extLst>
                </p:cNvPr>
                <p:cNvSpPr txBox="1"/>
                <p:nvPr/>
              </p:nvSpPr>
              <p:spPr>
                <a:xfrm>
                  <a:off x="2219712" y="154251"/>
                  <a:ext cx="1285486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𝑋</m:t>
                      </m:r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1</m:t>
                      </m:r>
                    </m:oMath>
                  </a14:m>
                  <a:r>
                    <a: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Epoch</a:t>
                  </a:r>
                </a:p>
              </p:txBody>
            </p:sp>
          </mc:Choice>
          <mc:Fallback xmlns="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1B63D804-86D9-4096-ADD1-F73D85AE33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9712" y="154251"/>
                  <a:ext cx="1285486" cy="369332"/>
                </a:xfrm>
                <a:prstGeom prst="rect">
                  <a:avLst/>
                </a:prstGeom>
                <a:blipFill>
                  <a:blip r:embed="rId5"/>
                  <a:stretch>
                    <a:fillRect t="-8197" r="-948" b="-262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3" name="连接符: 肘形 152">
              <a:extLst>
                <a:ext uri="{FF2B5EF4-FFF2-40B4-BE49-F238E27FC236}">
                  <a16:creationId xmlns:a16="http://schemas.microsoft.com/office/drawing/2014/main" id="{4F0BCE31-0289-4ECB-A5ED-74F3F4696650}"/>
                </a:ext>
              </a:extLst>
            </p:cNvPr>
            <p:cNvCxnSpPr>
              <a:cxnSpLocks/>
              <a:stCxn id="152" idx="2"/>
              <a:endCxn id="14" idx="1"/>
            </p:cNvCxnSpPr>
            <p:nvPr/>
          </p:nvCxnSpPr>
          <p:spPr>
            <a:xfrm rot="16200000" flipH="1">
              <a:off x="1930431" y="1455606"/>
              <a:ext cx="5097593" cy="3233545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连接符: 肘形 155">
              <a:extLst>
                <a:ext uri="{FF2B5EF4-FFF2-40B4-BE49-F238E27FC236}">
                  <a16:creationId xmlns:a16="http://schemas.microsoft.com/office/drawing/2014/main" id="{32692038-78CE-4ED9-AC81-EFA2F1EB3E09}"/>
                </a:ext>
              </a:extLst>
            </p:cNvPr>
            <p:cNvCxnSpPr>
              <a:cxnSpLocks/>
              <a:stCxn id="152" idx="2"/>
              <a:endCxn id="145" idx="1"/>
            </p:cNvCxnSpPr>
            <p:nvPr/>
          </p:nvCxnSpPr>
          <p:spPr>
            <a:xfrm rot="16200000" flipH="1">
              <a:off x="1397612" y="1988425"/>
              <a:ext cx="3779412" cy="849727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矩形 158">
                  <a:extLst>
                    <a:ext uri="{FF2B5EF4-FFF2-40B4-BE49-F238E27FC236}">
                      <a16:creationId xmlns:a16="http://schemas.microsoft.com/office/drawing/2014/main" id="{E6DE2297-A8D2-42AF-AEA7-01B1693AE6FE}"/>
                    </a:ext>
                  </a:extLst>
                </p:cNvPr>
                <p:cNvSpPr/>
                <p:nvPr/>
              </p:nvSpPr>
              <p:spPr>
                <a:xfrm>
                  <a:off x="2434364" y="6288053"/>
                  <a:ext cx="856182" cy="605395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÷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𝟐𝟎</m:t>
                        </m:r>
                      </m:oMath>
                    </m:oMathPara>
                  </a14:m>
                  <a:endPara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59" name="矩形 158">
                  <a:extLst>
                    <a:ext uri="{FF2B5EF4-FFF2-40B4-BE49-F238E27FC236}">
                      <a16:creationId xmlns:a16="http://schemas.microsoft.com/office/drawing/2014/main" id="{E6DE2297-A8D2-42AF-AEA7-01B1693AE6F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34364" y="6288053"/>
                  <a:ext cx="856182" cy="60539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0" name="直接箭头连接符 159">
              <a:extLst>
                <a:ext uri="{FF2B5EF4-FFF2-40B4-BE49-F238E27FC236}">
                  <a16:creationId xmlns:a16="http://schemas.microsoft.com/office/drawing/2014/main" id="{ED94FF47-92BA-4C4D-BF5C-5A33138CDEBE}"/>
                </a:ext>
              </a:extLst>
            </p:cNvPr>
            <p:cNvCxnSpPr>
              <a:cxnSpLocks/>
              <a:stCxn id="152" idx="2"/>
              <a:endCxn id="159" idx="0"/>
            </p:cNvCxnSpPr>
            <p:nvPr/>
          </p:nvCxnSpPr>
          <p:spPr>
            <a:xfrm>
              <a:off x="2862455" y="523583"/>
              <a:ext cx="0" cy="57644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连接符: 肘形 162">
              <a:extLst>
                <a:ext uri="{FF2B5EF4-FFF2-40B4-BE49-F238E27FC236}">
                  <a16:creationId xmlns:a16="http://schemas.microsoft.com/office/drawing/2014/main" id="{27C589F2-8B97-4145-A73B-ACF2108BDA05}"/>
                </a:ext>
              </a:extLst>
            </p:cNvPr>
            <p:cNvCxnSpPr>
              <a:cxnSpLocks/>
              <a:stCxn id="152" idx="2"/>
              <a:endCxn id="67" idx="1"/>
            </p:cNvCxnSpPr>
            <p:nvPr/>
          </p:nvCxnSpPr>
          <p:spPr>
            <a:xfrm rot="16200000" flipH="1">
              <a:off x="3616436" y="-230399"/>
              <a:ext cx="1725583" cy="3233545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直接箭头连接符 166">
              <a:extLst>
                <a:ext uri="{FF2B5EF4-FFF2-40B4-BE49-F238E27FC236}">
                  <a16:creationId xmlns:a16="http://schemas.microsoft.com/office/drawing/2014/main" id="{1E275C87-1B73-4872-9A82-B0609793226A}"/>
                </a:ext>
              </a:extLst>
            </p:cNvPr>
            <p:cNvCxnSpPr>
              <a:cxnSpLocks/>
              <a:stCxn id="134" idx="3"/>
              <a:endCxn id="159" idx="3"/>
            </p:cNvCxnSpPr>
            <p:nvPr/>
          </p:nvCxnSpPr>
          <p:spPr>
            <a:xfrm flipH="1">
              <a:off x="3290546" y="6581280"/>
              <a:ext cx="921822" cy="947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连接符: 肘形 169">
              <a:extLst>
                <a:ext uri="{FF2B5EF4-FFF2-40B4-BE49-F238E27FC236}">
                  <a16:creationId xmlns:a16="http://schemas.microsoft.com/office/drawing/2014/main" id="{3A950A8C-6C58-4573-B44C-F46734B568A3}"/>
                </a:ext>
              </a:extLst>
            </p:cNvPr>
            <p:cNvCxnSpPr>
              <a:cxnSpLocks/>
              <a:stCxn id="100" idx="4"/>
              <a:endCxn id="131" idx="4"/>
            </p:cNvCxnSpPr>
            <p:nvPr/>
          </p:nvCxnSpPr>
          <p:spPr>
            <a:xfrm rot="5400000" flipH="1" flipV="1">
              <a:off x="7669635" y="6420103"/>
              <a:ext cx="1798729" cy="2478397"/>
            </a:xfrm>
            <a:prstGeom prst="bentConnector3">
              <a:avLst>
                <a:gd name="adj1" fmla="val -12709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连接符: 肘形 172">
              <a:extLst>
                <a:ext uri="{FF2B5EF4-FFF2-40B4-BE49-F238E27FC236}">
                  <a16:creationId xmlns:a16="http://schemas.microsoft.com/office/drawing/2014/main" id="{5F7E24C5-41B6-485B-89B1-F67D6F2EF0C4}"/>
                </a:ext>
              </a:extLst>
            </p:cNvPr>
            <p:cNvCxnSpPr>
              <a:cxnSpLocks/>
              <a:stCxn id="65" idx="3"/>
              <a:endCxn id="131" idx="0"/>
            </p:cNvCxnSpPr>
            <p:nvPr/>
          </p:nvCxnSpPr>
          <p:spPr>
            <a:xfrm>
              <a:off x="9389537" y="2249166"/>
              <a:ext cx="418662" cy="3935449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箭头连接符 178">
              <a:extLst>
                <a:ext uri="{FF2B5EF4-FFF2-40B4-BE49-F238E27FC236}">
                  <a16:creationId xmlns:a16="http://schemas.microsoft.com/office/drawing/2014/main" id="{5118FAA0-D4E2-4005-9A74-E8FF61BA31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21146" y="6104450"/>
              <a:ext cx="690970" cy="151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直接箭头连接符 180">
              <a:extLst>
                <a:ext uri="{FF2B5EF4-FFF2-40B4-BE49-F238E27FC236}">
                  <a16:creationId xmlns:a16="http://schemas.microsoft.com/office/drawing/2014/main" id="{A914BADB-D49E-4AE8-9BEC-408849E1CE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21146" y="6991788"/>
              <a:ext cx="336283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椭圆 183">
              <a:extLst>
                <a:ext uri="{FF2B5EF4-FFF2-40B4-BE49-F238E27FC236}">
                  <a16:creationId xmlns:a16="http://schemas.microsoft.com/office/drawing/2014/main" id="{F857E1A1-B58F-4DCB-8F6E-B3E58E17201D}"/>
                </a:ext>
              </a:extLst>
            </p:cNvPr>
            <p:cNvSpPr/>
            <p:nvPr/>
          </p:nvSpPr>
          <p:spPr>
            <a:xfrm>
              <a:off x="9007598" y="6916175"/>
              <a:ext cx="160330" cy="16033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8" name="文本框 197">
              <a:extLst>
                <a:ext uri="{FF2B5EF4-FFF2-40B4-BE49-F238E27FC236}">
                  <a16:creationId xmlns:a16="http://schemas.microsoft.com/office/drawing/2014/main" id="{0B05305C-2188-4123-B654-31BBBF554EBB}"/>
                </a:ext>
              </a:extLst>
            </p:cNvPr>
            <p:cNvSpPr txBox="1"/>
            <p:nvPr/>
          </p:nvSpPr>
          <p:spPr>
            <a:xfrm>
              <a:off x="3424907" y="3066382"/>
              <a:ext cx="1479184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b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10.23 MHz</a:t>
              </a:r>
            </a:p>
          </p:txBody>
        </p:sp>
        <p:cxnSp>
          <p:nvCxnSpPr>
            <p:cNvPr id="199" name="直接箭头连接符 198">
              <a:extLst>
                <a:ext uri="{FF2B5EF4-FFF2-40B4-BE49-F238E27FC236}">
                  <a16:creationId xmlns:a16="http://schemas.microsoft.com/office/drawing/2014/main" id="{B9046D85-AF10-4661-8377-90DE71B00D94}"/>
                </a:ext>
              </a:extLst>
            </p:cNvPr>
            <p:cNvCxnSpPr>
              <a:cxnSpLocks/>
              <a:stCxn id="198" idx="2"/>
              <a:endCxn id="145" idx="0"/>
            </p:cNvCxnSpPr>
            <p:nvPr/>
          </p:nvCxnSpPr>
          <p:spPr>
            <a:xfrm>
              <a:off x="4164499" y="3435714"/>
              <a:ext cx="1609" cy="56458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3" name="文本框 202">
              <a:extLst>
                <a:ext uri="{FF2B5EF4-FFF2-40B4-BE49-F238E27FC236}">
                  <a16:creationId xmlns:a16="http://schemas.microsoft.com/office/drawing/2014/main" id="{8B6C3FEA-4A33-4539-B6DC-466F9951967F}"/>
                </a:ext>
              </a:extLst>
            </p:cNvPr>
            <p:cNvSpPr txBox="1"/>
            <p:nvPr/>
          </p:nvSpPr>
          <p:spPr>
            <a:xfrm>
              <a:off x="2875655" y="3899766"/>
              <a:ext cx="87230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b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Synch</a:t>
              </a:r>
            </a:p>
          </p:txBody>
        </p:sp>
        <p:sp>
          <p:nvSpPr>
            <p:cNvPr id="204" name="文本框 203">
              <a:extLst>
                <a:ext uri="{FF2B5EF4-FFF2-40B4-BE49-F238E27FC236}">
                  <a16:creationId xmlns:a16="http://schemas.microsoft.com/office/drawing/2014/main" id="{D2A1CC4C-C297-4570-A209-E828C6EA4B90}"/>
                </a:ext>
              </a:extLst>
            </p:cNvPr>
            <p:cNvSpPr txBox="1"/>
            <p:nvPr/>
          </p:nvSpPr>
          <p:spPr>
            <a:xfrm>
              <a:off x="2862453" y="5229202"/>
              <a:ext cx="87230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b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Synch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9" name="文本框 208">
                  <a:extLst>
                    <a:ext uri="{FF2B5EF4-FFF2-40B4-BE49-F238E27FC236}">
                      <a16:creationId xmlns:a16="http://schemas.microsoft.com/office/drawing/2014/main" id="{1884C307-2205-408E-8614-E3B99C311672}"/>
                    </a:ext>
                  </a:extLst>
                </p:cNvPr>
                <p:cNvSpPr txBox="1"/>
                <p:nvPr/>
              </p:nvSpPr>
              <p:spPr>
                <a:xfrm>
                  <a:off x="3355840" y="5912307"/>
                  <a:ext cx="872301" cy="646331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𝐺</m:t>
                      </m:r>
                    </m:oMath>
                  </a14:m>
                  <a:r>
                    <a: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Epoch</a:t>
                  </a:r>
                </a:p>
              </p:txBody>
            </p:sp>
          </mc:Choice>
          <mc:Fallback xmlns="">
            <p:sp>
              <p:nvSpPr>
                <p:cNvPr id="209" name="文本框 208">
                  <a:extLst>
                    <a:ext uri="{FF2B5EF4-FFF2-40B4-BE49-F238E27FC236}">
                      <a16:creationId xmlns:a16="http://schemas.microsoft.com/office/drawing/2014/main" id="{1884C307-2205-408E-8614-E3B99C3116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5840" y="5912307"/>
                  <a:ext cx="872301" cy="646331"/>
                </a:xfrm>
                <a:prstGeom prst="rect">
                  <a:avLst/>
                </a:prstGeom>
                <a:blipFill>
                  <a:blip r:embed="rId7"/>
                  <a:stretch>
                    <a:fillRect l="-4861" r="-4861" b="-141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0" name="文本框 209">
              <a:extLst>
                <a:ext uri="{FF2B5EF4-FFF2-40B4-BE49-F238E27FC236}">
                  <a16:creationId xmlns:a16="http://schemas.microsoft.com/office/drawing/2014/main" id="{5D0ECA5F-4347-4FCC-86AD-3AA54DC33CE6}"/>
                </a:ext>
              </a:extLst>
            </p:cNvPr>
            <p:cNvSpPr txBox="1"/>
            <p:nvPr/>
          </p:nvSpPr>
          <p:spPr>
            <a:xfrm>
              <a:off x="3267888" y="6622456"/>
              <a:ext cx="1044536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b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 Kbps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1" name="文本框 210">
                  <a:extLst>
                    <a:ext uri="{FF2B5EF4-FFF2-40B4-BE49-F238E27FC236}">
                      <a16:creationId xmlns:a16="http://schemas.microsoft.com/office/drawing/2014/main" id="{31BA0DB4-0E5F-4D90-922D-FE2B7A299223}"/>
                    </a:ext>
                  </a:extLst>
                </p:cNvPr>
                <p:cNvSpPr txBox="1"/>
                <p:nvPr/>
              </p:nvSpPr>
              <p:spPr>
                <a:xfrm>
                  <a:off x="10670851" y="6277975"/>
                  <a:ext cx="34481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11" name="文本框 210">
                  <a:extLst>
                    <a:ext uri="{FF2B5EF4-FFF2-40B4-BE49-F238E27FC236}">
                      <a16:creationId xmlns:a16="http://schemas.microsoft.com/office/drawing/2014/main" id="{31BA0DB4-0E5F-4D90-922D-FE2B7A2992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70851" y="6277975"/>
                  <a:ext cx="344812" cy="370294"/>
                </a:xfrm>
                <a:prstGeom prst="rect">
                  <a:avLst/>
                </a:prstGeom>
                <a:blipFill>
                  <a:blip r:embed="rId8"/>
                  <a:stretch>
                    <a:fillRect l="-14035" b="-16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2" name="直接箭头连接符 211">
              <a:extLst>
                <a:ext uri="{FF2B5EF4-FFF2-40B4-BE49-F238E27FC236}">
                  <a16:creationId xmlns:a16="http://schemas.microsoft.com/office/drawing/2014/main" id="{5025DE77-F8F6-449D-B20D-67655F64C33F}"/>
                </a:ext>
              </a:extLst>
            </p:cNvPr>
            <p:cNvCxnSpPr>
              <a:cxnSpLocks/>
              <a:stCxn id="131" idx="6"/>
              <a:endCxn id="211" idx="1"/>
            </p:cNvCxnSpPr>
            <p:nvPr/>
          </p:nvCxnSpPr>
          <p:spPr>
            <a:xfrm flipV="1">
              <a:off x="10095860" y="6463122"/>
              <a:ext cx="574991" cy="915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6" name="文本框 215">
              <a:extLst>
                <a:ext uri="{FF2B5EF4-FFF2-40B4-BE49-F238E27FC236}">
                  <a16:creationId xmlns:a16="http://schemas.microsoft.com/office/drawing/2014/main" id="{ACC8A6A7-C0EA-48E7-A335-A0921D2938CB}"/>
                </a:ext>
              </a:extLst>
            </p:cNvPr>
            <p:cNvSpPr txBox="1"/>
            <p:nvPr/>
          </p:nvSpPr>
          <p:spPr>
            <a:xfrm>
              <a:off x="9184003" y="9689145"/>
              <a:ext cx="1667207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b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Data Encoder</a:t>
              </a:r>
            </a:p>
          </p:txBody>
        </p:sp>
        <p:cxnSp>
          <p:nvCxnSpPr>
            <p:cNvPr id="217" name="连接符: 肘形 216">
              <a:extLst>
                <a:ext uri="{FF2B5EF4-FFF2-40B4-BE49-F238E27FC236}">
                  <a16:creationId xmlns:a16="http://schemas.microsoft.com/office/drawing/2014/main" id="{12B60D94-B8C0-45FB-9722-81BE5CC5B9F6}"/>
                </a:ext>
              </a:extLst>
            </p:cNvPr>
            <p:cNvCxnSpPr>
              <a:cxnSpLocks/>
              <a:stCxn id="159" idx="2"/>
              <a:endCxn id="216" idx="1"/>
            </p:cNvCxnSpPr>
            <p:nvPr/>
          </p:nvCxnSpPr>
          <p:spPr>
            <a:xfrm rot="16200000" flipH="1">
              <a:off x="4533048" y="5222855"/>
              <a:ext cx="2980363" cy="6321548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0" name="文本框 219">
              <a:extLst>
                <a:ext uri="{FF2B5EF4-FFF2-40B4-BE49-F238E27FC236}">
                  <a16:creationId xmlns:a16="http://schemas.microsoft.com/office/drawing/2014/main" id="{ABA75772-FC45-4495-89CE-B5C9982935F8}"/>
                </a:ext>
              </a:extLst>
            </p:cNvPr>
            <p:cNvSpPr txBox="1"/>
            <p:nvPr/>
          </p:nvSpPr>
          <p:spPr>
            <a:xfrm>
              <a:off x="3773423" y="9504479"/>
              <a:ext cx="1044536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b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50 bps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1" name="文本框 220">
                  <a:extLst>
                    <a:ext uri="{FF2B5EF4-FFF2-40B4-BE49-F238E27FC236}">
                      <a16:creationId xmlns:a16="http://schemas.microsoft.com/office/drawing/2014/main" id="{1A0D1ECB-EB62-4E45-8F0C-688D6525ACF1}"/>
                    </a:ext>
                  </a:extLst>
                </p:cNvPr>
                <p:cNvSpPr txBox="1"/>
                <p:nvPr/>
              </p:nvSpPr>
              <p:spPr>
                <a:xfrm>
                  <a:off x="9922807" y="8432800"/>
                  <a:ext cx="34481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𝐺</m:t>
                            </m:r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21" name="文本框 220">
                  <a:extLst>
                    <a:ext uri="{FF2B5EF4-FFF2-40B4-BE49-F238E27FC236}">
                      <a16:creationId xmlns:a16="http://schemas.microsoft.com/office/drawing/2014/main" id="{1A0D1ECB-EB62-4E45-8F0C-688D6525AC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22807" y="8432800"/>
                  <a:ext cx="344812" cy="370294"/>
                </a:xfrm>
                <a:prstGeom prst="rect">
                  <a:avLst/>
                </a:prstGeom>
                <a:blipFill>
                  <a:blip r:embed="rId9"/>
                  <a:stretch>
                    <a:fillRect l="-33929" r="-7143" b="-327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2" name="文本框 221">
                  <a:extLst>
                    <a:ext uri="{FF2B5EF4-FFF2-40B4-BE49-F238E27FC236}">
                      <a16:creationId xmlns:a16="http://schemas.microsoft.com/office/drawing/2014/main" id="{35CFEB27-6DD4-4514-A399-42E48CF96F75}"/>
                    </a:ext>
                  </a:extLst>
                </p:cNvPr>
                <p:cNvSpPr txBox="1"/>
                <p:nvPr/>
              </p:nvSpPr>
              <p:spPr>
                <a:xfrm>
                  <a:off x="9922807" y="2155366"/>
                  <a:ext cx="34481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𝐺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22" name="文本框 221">
                  <a:extLst>
                    <a:ext uri="{FF2B5EF4-FFF2-40B4-BE49-F238E27FC236}">
                      <a16:creationId xmlns:a16="http://schemas.microsoft.com/office/drawing/2014/main" id="{35CFEB27-6DD4-4514-A399-42E48CF96F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22807" y="2155366"/>
                  <a:ext cx="344812" cy="370294"/>
                </a:xfrm>
                <a:prstGeom prst="rect">
                  <a:avLst/>
                </a:prstGeom>
                <a:blipFill>
                  <a:blip r:embed="rId10"/>
                  <a:stretch>
                    <a:fillRect l="-23214" r="-53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3" name="文本框 222">
                  <a:extLst>
                    <a:ext uri="{FF2B5EF4-FFF2-40B4-BE49-F238E27FC236}">
                      <a16:creationId xmlns:a16="http://schemas.microsoft.com/office/drawing/2014/main" id="{6FFD45D8-F324-4D18-BF81-77B155057FF6}"/>
                    </a:ext>
                  </a:extLst>
                </p:cNvPr>
                <p:cNvSpPr txBox="1"/>
                <p:nvPr/>
              </p:nvSpPr>
              <p:spPr>
                <a:xfrm>
                  <a:off x="7570362" y="5839138"/>
                  <a:ext cx="34481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23" name="文本框 222">
                  <a:extLst>
                    <a:ext uri="{FF2B5EF4-FFF2-40B4-BE49-F238E27FC236}">
                      <a16:creationId xmlns:a16="http://schemas.microsoft.com/office/drawing/2014/main" id="{6FFD45D8-F324-4D18-BF81-77B155057F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70362" y="5839138"/>
                  <a:ext cx="344812" cy="37029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4" name="文本框 223">
                  <a:extLst>
                    <a:ext uri="{FF2B5EF4-FFF2-40B4-BE49-F238E27FC236}">
                      <a16:creationId xmlns:a16="http://schemas.microsoft.com/office/drawing/2014/main" id="{D1BACE3A-E51B-43D9-9A94-5E0CFF9D7897}"/>
                    </a:ext>
                  </a:extLst>
                </p:cNvPr>
                <p:cNvSpPr txBox="1"/>
                <p:nvPr/>
              </p:nvSpPr>
              <p:spPr>
                <a:xfrm>
                  <a:off x="5951325" y="6364287"/>
                  <a:ext cx="34481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24" name="文本框 223">
                  <a:extLst>
                    <a:ext uri="{FF2B5EF4-FFF2-40B4-BE49-F238E27FC236}">
                      <a16:creationId xmlns:a16="http://schemas.microsoft.com/office/drawing/2014/main" id="{D1BACE3A-E51B-43D9-9A94-5E0CFF9D78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51325" y="6364287"/>
                  <a:ext cx="344812" cy="370294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5" name="椭圆 224">
              <a:extLst>
                <a:ext uri="{FF2B5EF4-FFF2-40B4-BE49-F238E27FC236}">
                  <a16:creationId xmlns:a16="http://schemas.microsoft.com/office/drawing/2014/main" id="{4F3EEA79-C5AC-4C80-9944-B63DBF5D6550}"/>
                </a:ext>
              </a:extLst>
            </p:cNvPr>
            <p:cNvSpPr/>
            <p:nvPr/>
          </p:nvSpPr>
          <p:spPr>
            <a:xfrm>
              <a:off x="2795490" y="5546243"/>
              <a:ext cx="160330" cy="16033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6" name="椭圆 225">
              <a:extLst>
                <a:ext uri="{FF2B5EF4-FFF2-40B4-BE49-F238E27FC236}">
                  <a16:creationId xmlns:a16="http://schemas.microsoft.com/office/drawing/2014/main" id="{044896F0-6330-4170-B152-75FBC3D9ACFF}"/>
                </a:ext>
              </a:extLst>
            </p:cNvPr>
            <p:cNvSpPr/>
            <p:nvPr/>
          </p:nvSpPr>
          <p:spPr>
            <a:xfrm>
              <a:off x="2795490" y="4222829"/>
              <a:ext cx="160330" cy="16033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7" name="椭圆 226">
              <a:extLst>
                <a:ext uri="{FF2B5EF4-FFF2-40B4-BE49-F238E27FC236}">
                  <a16:creationId xmlns:a16="http://schemas.microsoft.com/office/drawing/2014/main" id="{5A6196B9-5095-4882-B720-6AC3F9D5C4C3}"/>
                </a:ext>
              </a:extLst>
            </p:cNvPr>
            <p:cNvSpPr/>
            <p:nvPr/>
          </p:nvSpPr>
          <p:spPr>
            <a:xfrm>
              <a:off x="2790918" y="2168674"/>
              <a:ext cx="160330" cy="16033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8" name="椭圆 227">
              <a:extLst>
                <a:ext uri="{FF2B5EF4-FFF2-40B4-BE49-F238E27FC236}">
                  <a16:creationId xmlns:a16="http://schemas.microsoft.com/office/drawing/2014/main" id="{65831567-51DC-4D5A-8AD0-FE9A9DC51CFA}"/>
                </a:ext>
              </a:extLst>
            </p:cNvPr>
            <p:cNvSpPr/>
            <p:nvPr/>
          </p:nvSpPr>
          <p:spPr>
            <a:xfrm>
              <a:off x="5278785" y="4229005"/>
              <a:ext cx="160330" cy="16033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400290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3155B64F-8B7F-4418-A265-42B88B441801}"/>
              </a:ext>
            </a:extLst>
          </p:cNvPr>
          <p:cNvGrpSpPr/>
          <p:nvPr/>
        </p:nvGrpSpPr>
        <p:grpSpPr>
          <a:xfrm>
            <a:off x="-191930" y="1546612"/>
            <a:ext cx="12496242" cy="4513102"/>
            <a:chOff x="-191930" y="1546612"/>
            <a:chExt cx="12496242" cy="4513102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6DCB3FD7-7DA2-49C3-8962-7B724BE6D3CA}"/>
                </a:ext>
              </a:extLst>
            </p:cNvPr>
            <p:cNvSpPr/>
            <p:nvPr/>
          </p:nvSpPr>
          <p:spPr>
            <a:xfrm>
              <a:off x="1215163" y="3860021"/>
              <a:ext cx="599121" cy="1186804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649F0B04-3416-45A3-A062-82F2E46DE718}"/>
                </a:ext>
              </a:extLst>
            </p:cNvPr>
            <p:cNvSpPr/>
            <p:nvPr/>
          </p:nvSpPr>
          <p:spPr>
            <a:xfrm>
              <a:off x="1920133" y="5490344"/>
              <a:ext cx="200038" cy="200038"/>
            </a:xfrm>
            <a:prstGeom prst="ellipse">
              <a:avLst/>
            </a:prstGeom>
            <a:noFill/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7BA3935E-DC86-42FA-86BD-0741E8B61E2E}"/>
                </a:ext>
              </a:extLst>
            </p:cNvPr>
            <p:cNvCxnSpPr>
              <a:cxnSpLocks/>
              <a:endCxn id="3" idx="0"/>
            </p:cNvCxnSpPr>
            <p:nvPr/>
          </p:nvCxnSpPr>
          <p:spPr>
            <a:xfrm>
              <a:off x="2020152" y="3508764"/>
              <a:ext cx="0" cy="19815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EA373FAC-F8B0-4FC0-B63C-D4732AF4DE38}"/>
                </a:ext>
              </a:extLst>
            </p:cNvPr>
            <p:cNvSpPr/>
            <p:nvPr/>
          </p:nvSpPr>
          <p:spPr>
            <a:xfrm>
              <a:off x="1939987" y="4373258"/>
              <a:ext cx="160330" cy="16033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C2B16AE4-A98C-4F5F-A064-19E03EB7FD8B}"/>
                </a:ext>
              </a:extLst>
            </p:cNvPr>
            <p:cNvCxnSpPr>
              <a:cxnSpLocks/>
              <a:stCxn id="2" idx="3"/>
              <a:endCxn id="7" idx="2"/>
            </p:cNvCxnSpPr>
            <p:nvPr/>
          </p:nvCxnSpPr>
          <p:spPr>
            <a:xfrm>
              <a:off x="1814284" y="4453423"/>
              <a:ext cx="12570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E6524B39-7128-497E-9726-BDED718DC3DD}"/>
                </a:ext>
              </a:extLst>
            </p:cNvPr>
            <p:cNvCxnSpPr>
              <a:cxnSpLocks/>
              <a:stCxn id="7" idx="6"/>
              <a:endCxn id="15" idx="1"/>
            </p:cNvCxnSpPr>
            <p:nvPr/>
          </p:nvCxnSpPr>
          <p:spPr>
            <a:xfrm>
              <a:off x="2100317" y="4453423"/>
              <a:ext cx="13682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E504053D-5C2A-432D-B8D4-E9EAA8AF6FAA}"/>
                </a:ext>
              </a:extLst>
            </p:cNvPr>
            <p:cNvSpPr txBox="1"/>
            <p:nvPr/>
          </p:nvSpPr>
          <p:spPr>
            <a:xfrm>
              <a:off x="1747102" y="5690382"/>
              <a:ext cx="54610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2EC733EB-4314-42F9-8A9B-A8016D242944}"/>
                </a:ext>
              </a:extLst>
            </p:cNvPr>
            <p:cNvSpPr/>
            <p:nvPr/>
          </p:nvSpPr>
          <p:spPr>
            <a:xfrm>
              <a:off x="2237137" y="3860021"/>
              <a:ext cx="599121" cy="1186804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E6BBAB35-1B50-4E14-9C31-2706D28A247F}"/>
                </a:ext>
              </a:extLst>
            </p:cNvPr>
            <p:cNvSpPr/>
            <p:nvPr/>
          </p:nvSpPr>
          <p:spPr>
            <a:xfrm>
              <a:off x="2942107" y="5490344"/>
              <a:ext cx="200038" cy="200038"/>
            </a:xfrm>
            <a:prstGeom prst="ellipse">
              <a:avLst/>
            </a:prstGeom>
            <a:noFill/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74374A31-F16B-4A98-9ACD-1716F455F68B}"/>
                </a:ext>
              </a:extLst>
            </p:cNvPr>
            <p:cNvCxnSpPr>
              <a:cxnSpLocks/>
              <a:endCxn id="16" idx="0"/>
            </p:cNvCxnSpPr>
            <p:nvPr/>
          </p:nvCxnSpPr>
          <p:spPr>
            <a:xfrm>
              <a:off x="3042126" y="3508764"/>
              <a:ext cx="0" cy="19815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7E04397E-D548-463A-84DF-54A52611E198}"/>
                </a:ext>
              </a:extLst>
            </p:cNvPr>
            <p:cNvSpPr/>
            <p:nvPr/>
          </p:nvSpPr>
          <p:spPr>
            <a:xfrm>
              <a:off x="2961961" y="4373258"/>
              <a:ext cx="160330" cy="16033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14608687-E36A-41FE-B97D-694726D30D89}"/>
                </a:ext>
              </a:extLst>
            </p:cNvPr>
            <p:cNvCxnSpPr>
              <a:cxnSpLocks/>
              <a:stCxn id="15" idx="3"/>
              <a:endCxn id="18" idx="2"/>
            </p:cNvCxnSpPr>
            <p:nvPr/>
          </p:nvCxnSpPr>
          <p:spPr>
            <a:xfrm>
              <a:off x="2836258" y="4453423"/>
              <a:ext cx="12570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CE3E4E3A-D5FC-4CCD-AE7C-7C8AADBDEBED}"/>
                </a:ext>
              </a:extLst>
            </p:cNvPr>
            <p:cNvCxnSpPr>
              <a:cxnSpLocks/>
              <a:stCxn id="18" idx="6"/>
              <a:endCxn id="22" idx="1"/>
            </p:cNvCxnSpPr>
            <p:nvPr/>
          </p:nvCxnSpPr>
          <p:spPr>
            <a:xfrm>
              <a:off x="3122291" y="4453423"/>
              <a:ext cx="10981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FF3A1DFA-42F4-419A-A13E-0645CC6625C1}"/>
                </a:ext>
              </a:extLst>
            </p:cNvPr>
            <p:cNvSpPr txBox="1"/>
            <p:nvPr/>
          </p:nvSpPr>
          <p:spPr>
            <a:xfrm>
              <a:off x="2769076" y="5690382"/>
              <a:ext cx="54610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5A8D69E3-956D-415D-BDA8-799E565C0012}"/>
                </a:ext>
              </a:extLst>
            </p:cNvPr>
            <p:cNvSpPr/>
            <p:nvPr/>
          </p:nvSpPr>
          <p:spPr>
            <a:xfrm>
              <a:off x="3232104" y="3860021"/>
              <a:ext cx="599121" cy="1186804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A4D00E27-D8BC-43D8-8504-597CC9758B7F}"/>
                </a:ext>
              </a:extLst>
            </p:cNvPr>
            <p:cNvSpPr/>
            <p:nvPr/>
          </p:nvSpPr>
          <p:spPr>
            <a:xfrm>
              <a:off x="3937074" y="5490344"/>
              <a:ext cx="200038" cy="200038"/>
            </a:xfrm>
            <a:prstGeom prst="ellipse">
              <a:avLst/>
            </a:prstGeom>
            <a:noFill/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23983544-85C8-4A28-90D1-119172C2B910}"/>
                </a:ext>
              </a:extLst>
            </p:cNvPr>
            <p:cNvCxnSpPr>
              <a:cxnSpLocks/>
              <a:endCxn id="23" idx="0"/>
            </p:cNvCxnSpPr>
            <p:nvPr/>
          </p:nvCxnSpPr>
          <p:spPr>
            <a:xfrm>
              <a:off x="4037093" y="3508764"/>
              <a:ext cx="0" cy="19815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9CAFCAFF-79D0-412D-97AC-6CEA1FB4A2DD}"/>
                </a:ext>
              </a:extLst>
            </p:cNvPr>
            <p:cNvSpPr/>
            <p:nvPr/>
          </p:nvSpPr>
          <p:spPr>
            <a:xfrm>
              <a:off x="3956928" y="4373258"/>
              <a:ext cx="160330" cy="16033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5D4F706A-6131-4F5A-B2C7-A97917AE135C}"/>
                </a:ext>
              </a:extLst>
            </p:cNvPr>
            <p:cNvCxnSpPr>
              <a:cxnSpLocks/>
              <a:stCxn id="22" idx="3"/>
              <a:endCxn id="25" idx="2"/>
            </p:cNvCxnSpPr>
            <p:nvPr/>
          </p:nvCxnSpPr>
          <p:spPr>
            <a:xfrm>
              <a:off x="3831225" y="4453423"/>
              <a:ext cx="12570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5985E7AA-7694-48E7-B07A-DA7C89CE6FC7}"/>
                </a:ext>
              </a:extLst>
            </p:cNvPr>
            <p:cNvCxnSpPr>
              <a:cxnSpLocks/>
              <a:stCxn id="25" idx="6"/>
              <a:endCxn id="29" idx="1"/>
            </p:cNvCxnSpPr>
            <p:nvPr/>
          </p:nvCxnSpPr>
          <p:spPr>
            <a:xfrm>
              <a:off x="4117258" y="4453423"/>
              <a:ext cx="10938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00F2B576-0075-4256-8653-B6C58A5AEDA2}"/>
                </a:ext>
              </a:extLst>
            </p:cNvPr>
            <p:cNvSpPr txBox="1"/>
            <p:nvPr/>
          </p:nvSpPr>
          <p:spPr>
            <a:xfrm>
              <a:off x="3764043" y="5690382"/>
              <a:ext cx="54610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3CFDFD38-AAC6-4C60-B707-263DC6646A49}"/>
                </a:ext>
              </a:extLst>
            </p:cNvPr>
            <p:cNvSpPr/>
            <p:nvPr/>
          </p:nvSpPr>
          <p:spPr>
            <a:xfrm>
              <a:off x="4226642" y="3860021"/>
              <a:ext cx="599121" cy="1186804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31107473-C2B3-4494-9F2B-363C4455C646}"/>
                </a:ext>
              </a:extLst>
            </p:cNvPr>
            <p:cNvSpPr/>
            <p:nvPr/>
          </p:nvSpPr>
          <p:spPr>
            <a:xfrm>
              <a:off x="4931612" y="5490344"/>
              <a:ext cx="200038" cy="200038"/>
            </a:xfrm>
            <a:prstGeom prst="ellipse">
              <a:avLst/>
            </a:prstGeom>
            <a:noFill/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171955C0-8E82-43AD-9E6B-D3474EEB1351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>
              <a:off x="5031631" y="3508764"/>
              <a:ext cx="0" cy="19815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B23ABBFC-FCEE-4A3C-B4AC-5559A87A0A11}"/>
                </a:ext>
              </a:extLst>
            </p:cNvPr>
            <p:cNvSpPr/>
            <p:nvPr/>
          </p:nvSpPr>
          <p:spPr>
            <a:xfrm>
              <a:off x="4951466" y="4373258"/>
              <a:ext cx="160330" cy="16033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6CB8A8D6-60F0-4302-B3EA-F0D9A6697C42}"/>
                </a:ext>
              </a:extLst>
            </p:cNvPr>
            <p:cNvCxnSpPr>
              <a:cxnSpLocks/>
              <a:stCxn id="29" idx="3"/>
              <a:endCxn id="32" idx="2"/>
            </p:cNvCxnSpPr>
            <p:nvPr/>
          </p:nvCxnSpPr>
          <p:spPr>
            <a:xfrm>
              <a:off x="4825763" y="4453423"/>
              <a:ext cx="12570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2CB0E275-2BE9-4E8D-B7A8-C21F9A5DB50F}"/>
                </a:ext>
              </a:extLst>
            </p:cNvPr>
            <p:cNvCxnSpPr>
              <a:cxnSpLocks/>
              <a:stCxn id="32" idx="6"/>
              <a:endCxn id="36" idx="1"/>
            </p:cNvCxnSpPr>
            <p:nvPr/>
          </p:nvCxnSpPr>
          <p:spPr>
            <a:xfrm>
              <a:off x="5111796" y="4453423"/>
              <a:ext cx="13682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CFBCFDD-0C4D-4B77-B4CA-AF9A3A144779}"/>
                </a:ext>
              </a:extLst>
            </p:cNvPr>
            <p:cNvSpPr txBox="1"/>
            <p:nvPr/>
          </p:nvSpPr>
          <p:spPr>
            <a:xfrm>
              <a:off x="4758581" y="5690382"/>
              <a:ext cx="54610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B1875E2A-6ADD-4196-B543-DFB09F5A4E8E}"/>
                </a:ext>
              </a:extLst>
            </p:cNvPr>
            <p:cNvSpPr/>
            <p:nvPr/>
          </p:nvSpPr>
          <p:spPr>
            <a:xfrm>
              <a:off x="5248616" y="3860021"/>
              <a:ext cx="599121" cy="1186804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1F2AF6A8-98E7-4179-A675-D32D4E1B8CE8}"/>
                </a:ext>
              </a:extLst>
            </p:cNvPr>
            <p:cNvSpPr/>
            <p:nvPr/>
          </p:nvSpPr>
          <p:spPr>
            <a:xfrm>
              <a:off x="5953586" y="5490344"/>
              <a:ext cx="200038" cy="200038"/>
            </a:xfrm>
            <a:prstGeom prst="ellipse">
              <a:avLst/>
            </a:prstGeom>
            <a:noFill/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0A70BD0E-5DBF-45A0-8632-E4D01DCB8F46}"/>
                </a:ext>
              </a:extLst>
            </p:cNvPr>
            <p:cNvCxnSpPr>
              <a:cxnSpLocks/>
              <a:endCxn id="37" idx="0"/>
            </p:cNvCxnSpPr>
            <p:nvPr/>
          </p:nvCxnSpPr>
          <p:spPr>
            <a:xfrm>
              <a:off x="6053605" y="3508764"/>
              <a:ext cx="0" cy="19815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8382E660-D509-42DC-AF72-F6562CD27E62}"/>
                </a:ext>
              </a:extLst>
            </p:cNvPr>
            <p:cNvSpPr/>
            <p:nvPr/>
          </p:nvSpPr>
          <p:spPr>
            <a:xfrm>
              <a:off x="5973440" y="4373258"/>
              <a:ext cx="160330" cy="16033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A41F1F0E-D40F-4FE6-A18F-8209B23BB587}"/>
                </a:ext>
              </a:extLst>
            </p:cNvPr>
            <p:cNvCxnSpPr>
              <a:cxnSpLocks/>
              <a:stCxn id="36" idx="3"/>
              <a:endCxn id="39" idx="2"/>
            </p:cNvCxnSpPr>
            <p:nvPr/>
          </p:nvCxnSpPr>
          <p:spPr>
            <a:xfrm>
              <a:off x="5847737" y="4453423"/>
              <a:ext cx="12570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8F157C66-CFD6-42A9-9CE8-56BD72006898}"/>
                </a:ext>
              </a:extLst>
            </p:cNvPr>
            <p:cNvCxnSpPr>
              <a:cxnSpLocks/>
              <a:stCxn id="39" idx="6"/>
              <a:endCxn id="43" idx="1"/>
            </p:cNvCxnSpPr>
            <p:nvPr/>
          </p:nvCxnSpPr>
          <p:spPr>
            <a:xfrm>
              <a:off x="6133770" y="4453423"/>
              <a:ext cx="10981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24368F14-D6B0-4C93-8E6F-2A7AFEE1CA61}"/>
                </a:ext>
              </a:extLst>
            </p:cNvPr>
            <p:cNvSpPr txBox="1"/>
            <p:nvPr/>
          </p:nvSpPr>
          <p:spPr>
            <a:xfrm>
              <a:off x="5780555" y="5690382"/>
              <a:ext cx="54610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211FF913-2DCB-4364-A85B-906514982793}"/>
                </a:ext>
              </a:extLst>
            </p:cNvPr>
            <p:cNvSpPr/>
            <p:nvPr/>
          </p:nvSpPr>
          <p:spPr>
            <a:xfrm>
              <a:off x="6243583" y="3860021"/>
              <a:ext cx="599121" cy="1186804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</a:p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A69C191E-C2F3-4FC2-95C0-A21374E858C1}"/>
                </a:ext>
              </a:extLst>
            </p:cNvPr>
            <p:cNvSpPr/>
            <p:nvPr/>
          </p:nvSpPr>
          <p:spPr>
            <a:xfrm>
              <a:off x="6948553" y="5490344"/>
              <a:ext cx="200038" cy="200038"/>
            </a:xfrm>
            <a:prstGeom prst="ellipse">
              <a:avLst/>
            </a:prstGeom>
            <a:noFill/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36523AB2-D671-4602-BEF1-C32D66F385D4}"/>
                </a:ext>
              </a:extLst>
            </p:cNvPr>
            <p:cNvCxnSpPr>
              <a:cxnSpLocks/>
              <a:endCxn id="44" idx="0"/>
            </p:cNvCxnSpPr>
            <p:nvPr/>
          </p:nvCxnSpPr>
          <p:spPr>
            <a:xfrm>
              <a:off x="7048572" y="3508764"/>
              <a:ext cx="0" cy="19815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932FA82A-AF29-49E7-ADD7-70476081DF84}"/>
                </a:ext>
              </a:extLst>
            </p:cNvPr>
            <p:cNvSpPr/>
            <p:nvPr/>
          </p:nvSpPr>
          <p:spPr>
            <a:xfrm>
              <a:off x="6968407" y="4373258"/>
              <a:ext cx="160330" cy="16033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E3BEEA31-EC78-4B85-B264-72A567EFBB73}"/>
                </a:ext>
              </a:extLst>
            </p:cNvPr>
            <p:cNvCxnSpPr>
              <a:cxnSpLocks/>
              <a:stCxn id="43" idx="3"/>
              <a:endCxn id="46" idx="2"/>
            </p:cNvCxnSpPr>
            <p:nvPr/>
          </p:nvCxnSpPr>
          <p:spPr>
            <a:xfrm>
              <a:off x="6842704" y="4453423"/>
              <a:ext cx="12570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9551C84B-3A29-40EB-8477-8449906A98B6}"/>
                </a:ext>
              </a:extLst>
            </p:cNvPr>
            <p:cNvCxnSpPr>
              <a:cxnSpLocks/>
              <a:stCxn id="46" idx="6"/>
              <a:endCxn id="55" idx="1"/>
            </p:cNvCxnSpPr>
            <p:nvPr/>
          </p:nvCxnSpPr>
          <p:spPr>
            <a:xfrm>
              <a:off x="7128737" y="4453423"/>
              <a:ext cx="10873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6CD47EF5-28ED-442D-B19B-B31FA40FD73E}"/>
                </a:ext>
              </a:extLst>
            </p:cNvPr>
            <p:cNvSpPr txBox="1"/>
            <p:nvPr/>
          </p:nvSpPr>
          <p:spPr>
            <a:xfrm>
              <a:off x="6775522" y="5690382"/>
              <a:ext cx="54610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2D5A1E9B-E1FE-4840-B5A1-43923FF2B502}"/>
                </a:ext>
              </a:extLst>
            </p:cNvPr>
            <p:cNvSpPr/>
            <p:nvPr/>
          </p:nvSpPr>
          <p:spPr>
            <a:xfrm>
              <a:off x="7237475" y="3860021"/>
              <a:ext cx="599121" cy="1186804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</a:p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51AE8B30-A349-4D82-AD15-954796781E4C}"/>
                </a:ext>
              </a:extLst>
            </p:cNvPr>
            <p:cNvSpPr/>
            <p:nvPr/>
          </p:nvSpPr>
          <p:spPr>
            <a:xfrm>
              <a:off x="7942445" y="5490344"/>
              <a:ext cx="200038" cy="200038"/>
            </a:xfrm>
            <a:prstGeom prst="ellipse">
              <a:avLst/>
            </a:prstGeom>
            <a:noFill/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A96E4B60-95AF-4762-AB60-BA31E5BFC177}"/>
                </a:ext>
              </a:extLst>
            </p:cNvPr>
            <p:cNvCxnSpPr>
              <a:cxnSpLocks/>
              <a:endCxn id="56" idx="0"/>
            </p:cNvCxnSpPr>
            <p:nvPr/>
          </p:nvCxnSpPr>
          <p:spPr>
            <a:xfrm>
              <a:off x="8042464" y="3508764"/>
              <a:ext cx="0" cy="19815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B35E49AD-1931-4735-9952-3C01EEB78756}"/>
                </a:ext>
              </a:extLst>
            </p:cNvPr>
            <p:cNvSpPr/>
            <p:nvPr/>
          </p:nvSpPr>
          <p:spPr>
            <a:xfrm>
              <a:off x="7962299" y="4373258"/>
              <a:ext cx="160330" cy="16033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24C16390-1A94-4AC1-B85D-1834407D19FF}"/>
                </a:ext>
              </a:extLst>
            </p:cNvPr>
            <p:cNvCxnSpPr>
              <a:cxnSpLocks/>
              <a:stCxn id="55" idx="3"/>
              <a:endCxn id="58" idx="2"/>
            </p:cNvCxnSpPr>
            <p:nvPr/>
          </p:nvCxnSpPr>
          <p:spPr>
            <a:xfrm>
              <a:off x="7836596" y="4453423"/>
              <a:ext cx="12570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4C41814C-F006-434A-8A5A-B4D87CA53719}"/>
                </a:ext>
              </a:extLst>
            </p:cNvPr>
            <p:cNvCxnSpPr>
              <a:cxnSpLocks/>
              <a:stCxn id="58" idx="6"/>
              <a:endCxn id="62" idx="1"/>
            </p:cNvCxnSpPr>
            <p:nvPr/>
          </p:nvCxnSpPr>
          <p:spPr>
            <a:xfrm>
              <a:off x="8122629" y="4453423"/>
              <a:ext cx="13682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501F4531-3CA1-47A5-AA25-B71E487CD235}"/>
                </a:ext>
              </a:extLst>
            </p:cNvPr>
            <p:cNvSpPr txBox="1"/>
            <p:nvPr/>
          </p:nvSpPr>
          <p:spPr>
            <a:xfrm>
              <a:off x="7769414" y="5690382"/>
              <a:ext cx="54610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endPara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51E0A285-E90A-4A72-8FA8-EF4C98DF3A9E}"/>
                </a:ext>
              </a:extLst>
            </p:cNvPr>
            <p:cNvSpPr/>
            <p:nvPr/>
          </p:nvSpPr>
          <p:spPr>
            <a:xfrm>
              <a:off x="8259449" y="3860021"/>
              <a:ext cx="599121" cy="1186804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</a:p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7136E66D-9DCF-47C3-89F7-ED88D0F2BD31}"/>
                </a:ext>
              </a:extLst>
            </p:cNvPr>
            <p:cNvSpPr/>
            <p:nvPr/>
          </p:nvSpPr>
          <p:spPr>
            <a:xfrm>
              <a:off x="8964419" y="5490344"/>
              <a:ext cx="200038" cy="200038"/>
            </a:xfrm>
            <a:prstGeom prst="ellipse">
              <a:avLst/>
            </a:prstGeom>
            <a:noFill/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4" name="直接箭头连接符 63">
              <a:extLst>
                <a:ext uri="{FF2B5EF4-FFF2-40B4-BE49-F238E27FC236}">
                  <a16:creationId xmlns:a16="http://schemas.microsoft.com/office/drawing/2014/main" id="{E3F490D3-74A2-4254-933B-9712020EDF5F}"/>
                </a:ext>
              </a:extLst>
            </p:cNvPr>
            <p:cNvCxnSpPr>
              <a:cxnSpLocks/>
              <a:endCxn id="63" idx="0"/>
            </p:cNvCxnSpPr>
            <p:nvPr/>
          </p:nvCxnSpPr>
          <p:spPr>
            <a:xfrm>
              <a:off x="9064438" y="3508764"/>
              <a:ext cx="0" cy="19815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9A90C116-93AB-4EF4-B062-F6C8C95427A6}"/>
                </a:ext>
              </a:extLst>
            </p:cNvPr>
            <p:cNvSpPr/>
            <p:nvPr/>
          </p:nvSpPr>
          <p:spPr>
            <a:xfrm>
              <a:off x="8984273" y="4373258"/>
              <a:ext cx="160330" cy="16033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6" name="直接箭头连接符 65">
              <a:extLst>
                <a:ext uri="{FF2B5EF4-FFF2-40B4-BE49-F238E27FC236}">
                  <a16:creationId xmlns:a16="http://schemas.microsoft.com/office/drawing/2014/main" id="{BF1D8209-6F6C-4180-9A6E-5D99789D13F7}"/>
                </a:ext>
              </a:extLst>
            </p:cNvPr>
            <p:cNvCxnSpPr>
              <a:cxnSpLocks/>
              <a:stCxn id="62" idx="3"/>
              <a:endCxn id="65" idx="2"/>
            </p:cNvCxnSpPr>
            <p:nvPr/>
          </p:nvCxnSpPr>
          <p:spPr>
            <a:xfrm>
              <a:off x="8858570" y="4453423"/>
              <a:ext cx="12570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090EB1D1-3209-4364-B30B-85667FC67596}"/>
                </a:ext>
              </a:extLst>
            </p:cNvPr>
            <p:cNvCxnSpPr>
              <a:cxnSpLocks/>
              <a:stCxn id="65" idx="6"/>
              <a:endCxn id="69" idx="1"/>
            </p:cNvCxnSpPr>
            <p:nvPr/>
          </p:nvCxnSpPr>
          <p:spPr>
            <a:xfrm>
              <a:off x="9144603" y="4453423"/>
              <a:ext cx="10981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6E1091AB-A329-48EC-A8A2-306768A09A48}"/>
                </a:ext>
              </a:extLst>
            </p:cNvPr>
            <p:cNvSpPr txBox="1"/>
            <p:nvPr/>
          </p:nvSpPr>
          <p:spPr>
            <a:xfrm>
              <a:off x="8791388" y="5690382"/>
              <a:ext cx="54610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  <a:endPara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82DB4B25-2790-4B89-AD43-36C9F3C3CC07}"/>
                </a:ext>
              </a:extLst>
            </p:cNvPr>
            <p:cNvSpPr/>
            <p:nvPr/>
          </p:nvSpPr>
          <p:spPr>
            <a:xfrm>
              <a:off x="9254416" y="3860021"/>
              <a:ext cx="599121" cy="1186804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9</a:t>
              </a:r>
            </a:p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F0F77BC6-B22F-4359-B1A8-39C9D42C7FE8}"/>
                </a:ext>
              </a:extLst>
            </p:cNvPr>
            <p:cNvSpPr/>
            <p:nvPr/>
          </p:nvSpPr>
          <p:spPr>
            <a:xfrm>
              <a:off x="9959386" y="5490344"/>
              <a:ext cx="200038" cy="200038"/>
            </a:xfrm>
            <a:prstGeom prst="ellipse">
              <a:avLst/>
            </a:prstGeom>
            <a:noFill/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1" name="直接箭头连接符 70">
              <a:extLst>
                <a:ext uri="{FF2B5EF4-FFF2-40B4-BE49-F238E27FC236}">
                  <a16:creationId xmlns:a16="http://schemas.microsoft.com/office/drawing/2014/main" id="{BBAAEA73-3E46-4954-8A86-52C35B002390}"/>
                </a:ext>
              </a:extLst>
            </p:cNvPr>
            <p:cNvCxnSpPr>
              <a:cxnSpLocks/>
              <a:endCxn id="70" idx="0"/>
            </p:cNvCxnSpPr>
            <p:nvPr/>
          </p:nvCxnSpPr>
          <p:spPr>
            <a:xfrm>
              <a:off x="10059405" y="3508764"/>
              <a:ext cx="0" cy="19815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7E4C5D96-5722-48E7-95EB-886AFDF342AF}"/>
                </a:ext>
              </a:extLst>
            </p:cNvPr>
            <p:cNvSpPr/>
            <p:nvPr/>
          </p:nvSpPr>
          <p:spPr>
            <a:xfrm>
              <a:off x="9979240" y="4373258"/>
              <a:ext cx="160330" cy="16033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3" name="直接箭头连接符 72">
              <a:extLst>
                <a:ext uri="{FF2B5EF4-FFF2-40B4-BE49-F238E27FC236}">
                  <a16:creationId xmlns:a16="http://schemas.microsoft.com/office/drawing/2014/main" id="{C07D77A4-BE54-4C56-A008-B8E1EDE25796}"/>
                </a:ext>
              </a:extLst>
            </p:cNvPr>
            <p:cNvCxnSpPr>
              <a:cxnSpLocks/>
              <a:stCxn id="69" idx="3"/>
              <a:endCxn id="72" idx="2"/>
            </p:cNvCxnSpPr>
            <p:nvPr/>
          </p:nvCxnSpPr>
          <p:spPr>
            <a:xfrm>
              <a:off x="9853537" y="4453423"/>
              <a:ext cx="12570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箭头连接符 73">
              <a:extLst>
                <a:ext uri="{FF2B5EF4-FFF2-40B4-BE49-F238E27FC236}">
                  <a16:creationId xmlns:a16="http://schemas.microsoft.com/office/drawing/2014/main" id="{7D576ADA-8536-401B-AE5B-40729569B712}"/>
                </a:ext>
              </a:extLst>
            </p:cNvPr>
            <p:cNvCxnSpPr>
              <a:cxnSpLocks/>
              <a:stCxn id="72" idx="6"/>
              <a:endCxn id="76" idx="1"/>
            </p:cNvCxnSpPr>
            <p:nvPr/>
          </p:nvCxnSpPr>
          <p:spPr>
            <a:xfrm>
              <a:off x="10139570" y="4453423"/>
              <a:ext cx="10938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433D1D1B-79FB-48ED-A290-BB38C2E9D81B}"/>
                </a:ext>
              </a:extLst>
            </p:cNvPr>
            <p:cNvSpPr txBox="1"/>
            <p:nvPr/>
          </p:nvSpPr>
          <p:spPr>
            <a:xfrm>
              <a:off x="9786355" y="5690382"/>
              <a:ext cx="54610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9</a:t>
              </a:r>
              <a:endPara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06EC0AAA-10BE-4D9A-8BA9-599D97AEC4D1}"/>
                </a:ext>
              </a:extLst>
            </p:cNvPr>
            <p:cNvSpPr/>
            <p:nvPr/>
          </p:nvSpPr>
          <p:spPr>
            <a:xfrm>
              <a:off x="10248954" y="3860021"/>
              <a:ext cx="599121" cy="1186804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</a:p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209324EF-A26A-4DFD-BBAB-D1E8C67A45E6}"/>
                </a:ext>
              </a:extLst>
            </p:cNvPr>
            <p:cNvSpPr/>
            <p:nvPr/>
          </p:nvSpPr>
          <p:spPr>
            <a:xfrm>
              <a:off x="10953924" y="5490344"/>
              <a:ext cx="200038" cy="200038"/>
            </a:xfrm>
            <a:prstGeom prst="ellipse">
              <a:avLst/>
            </a:prstGeom>
            <a:noFill/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8" name="直接箭头连接符 77">
              <a:extLst>
                <a:ext uri="{FF2B5EF4-FFF2-40B4-BE49-F238E27FC236}">
                  <a16:creationId xmlns:a16="http://schemas.microsoft.com/office/drawing/2014/main" id="{A80245A5-657A-4118-82B8-394AB4EBA7CF}"/>
                </a:ext>
              </a:extLst>
            </p:cNvPr>
            <p:cNvCxnSpPr>
              <a:cxnSpLocks/>
              <a:endCxn id="77" idx="0"/>
            </p:cNvCxnSpPr>
            <p:nvPr/>
          </p:nvCxnSpPr>
          <p:spPr>
            <a:xfrm>
              <a:off x="11053943" y="3508764"/>
              <a:ext cx="0" cy="19815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E4573B78-1DBD-4334-8875-93BB995A6F4B}"/>
                </a:ext>
              </a:extLst>
            </p:cNvPr>
            <p:cNvSpPr/>
            <p:nvPr/>
          </p:nvSpPr>
          <p:spPr>
            <a:xfrm>
              <a:off x="10973778" y="4373258"/>
              <a:ext cx="160330" cy="16033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0" name="直接箭头连接符 79">
              <a:extLst>
                <a:ext uri="{FF2B5EF4-FFF2-40B4-BE49-F238E27FC236}">
                  <a16:creationId xmlns:a16="http://schemas.microsoft.com/office/drawing/2014/main" id="{9248086C-C519-469C-BA73-2D131A9BCD68}"/>
                </a:ext>
              </a:extLst>
            </p:cNvPr>
            <p:cNvCxnSpPr>
              <a:cxnSpLocks/>
              <a:stCxn id="76" idx="3"/>
              <a:endCxn id="79" idx="2"/>
            </p:cNvCxnSpPr>
            <p:nvPr/>
          </p:nvCxnSpPr>
          <p:spPr>
            <a:xfrm>
              <a:off x="10848075" y="4453423"/>
              <a:ext cx="12570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箭头连接符 80">
              <a:extLst>
                <a:ext uri="{FF2B5EF4-FFF2-40B4-BE49-F238E27FC236}">
                  <a16:creationId xmlns:a16="http://schemas.microsoft.com/office/drawing/2014/main" id="{ADAA5707-60FF-4A59-9884-83514EA082F9}"/>
                </a:ext>
              </a:extLst>
            </p:cNvPr>
            <p:cNvCxnSpPr>
              <a:cxnSpLocks/>
              <a:stCxn id="79" idx="6"/>
              <a:endCxn id="84" idx="2"/>
            </p:cNvCxnSpPr>
            <p:nvPr/>
          </p:nvCxnSpPr>
          <p:spPr>
            <a:xfrm>
              <a:off x="11134108" y="4453423"/>
              <a:ext cx="970166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0A620529-2E7E-4898-A94F-CA164556DD9E}"/>
                </a:ext>
              </a:extLst>
            </p:cNvPr>
            <p:cNvSpPr txBox="1"/>
            <p:nvPr/>
          </p:nvSpPr>
          <p:spPr>
            <a:xfrm>
              <a:off x="10780893" y="5690382"/>
              <a:ext cx="54610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BD78F354-5BCB-46ED-9A14-154D56C2F7E8}"/>
                </a:ext>
              </a:extLst>
            </p:cNvPr>
            <p:cNvSpPr/>
            <p:nvPr/>
          </p:nvSpPr>
          <p:spPr>
            <a:xfrm>
              <a:off x="12104274" y="4353404"/>
              <a:ext cx="200038" cy="200038"/>
            </a:xfrm>
            <a:prstGeom prst="ellipse">
              <a:avLst/>
            </a:prstGeom>
            <a:noFill/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D130B003-DA1B-41A7-9728-FFAE1385CF48}"/>
                </a:ext>
              </a:extLst>
            </p:cNvPr>
            <p:cNvSpPr txBox="1"/>
            <p:nvPr/>
          </p:nvSpPr>
          <p:spPr>
            <a:xfrm>
              <a:off x="11099481" y="4088573"/>
              <a:ext cx="99658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Output</a:t>
              </a:r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98F7ADD0-DD5B-4B2B-88D9-999649ED5595}"/>
                </a:ext>
              </a:extLst>
            </p:cNvPr>
            <p:cNvSpPr/>
            <p:nvPr/>
          </p:nvSpPr>
          <p:spPr>
            <a:xfrm>
              <a:off x="-191930" y="4353404"/>
              <a:ext cx="200038" cy="200038"/>
            </a:xfrm>
            <a:prstGeom prst="ellipse">
              <a:avLst/>
            </a:prstGeom>
            <a:noFill/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8" name="直接箭头连接符 87">
              <a:extLst>
                <a:ext uri="{FF2B5EF4-FFF2-40B4-BE49-F238E27FC236}">
                  <a16:creationId xmlns:a16="http://schemas.microsoft.com/office/drawing/2014/main" id="{DD738474-2FB8-4305-AD9D-552E866055FD}"/>
                </a:ext>
              </a:extLst>
            </p:cNvPr>
            <p:cNvCxnSpPr>
              <a:cxnSpLocks/>
              <a:stCxn id="87" idx="6"/>
              <a:endCxn id="2" idx="1"/>
            </p:cNvCxnSpPr>
            <p:nvPr/>
          </p:nvCxnSpPr>
          <p:spPr>
            <a:xfrm>
              <a:off x="8108" y="4453423"/>
              <a:ext cx="120705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9A819897-801D-452C-B085-7B27BEBCA714}"/>
                </a:ext>
              </a:extLst>
            </p:cNvPr>
            <p:cNvSpPr/>
            <p:nvPr/>
          </p:nvSpPr>
          <p:spPr>
            <a:xfrm>
              <a:off x="913057" y="4455518"/>
              <a:ext cx="200038" cy="31073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</a:p>
          </p:txBody>
        </p:sp>
        <p:sp>
          <p:nvSpPr>
            <p:cNvPr id="92" name="椭圆 91">
              <a:extLst>
                <a:ext uri="{FF2B5EF4-FFF2-40B4-BE49-F238E27FC236}">
                  <a16:creationId xmlns:a16="http://schemas.microsoft.com/office/drawing/2014/main" id="{FFB80EEA-8594-4C73-AA70-89C637604A4C}"/>
                </a:ext>
              </a:extLst>
            </p:cNvPr>
            <p:cNvSpPr/>
            <p:nvPr/>
          </p:nvSpPr>
          <p:spPr>
            <a:xfrm>
              <a:off x="913056" y="5490344"/>
              <a:ext cx="200038" cy="200038"/>
            </a:xfrm>
            <a:prstGeom prst="ellipse">
              <a:avLst/>
            </a:prstGeom>
            <a:noFill/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2571B920-9BAE-402F-B6DB-BD65C474E9EC}"/>
                </a:ext>
              </a:extLst>
            </p:cNvPr>
            <p:cNvCxnSpPr>
              <a:cxnSpLocks/>
              <a:stCxn id="91" idx="0"/>
              <a:endCxn id="92" idx="0"/>
            </p:cNvCxnSpPr>
            <p:nvPr/>
          </p:nvCxnSpPr>
          <p:spPr>
            <a:xfrm flipH="1">
              <a:off x="1013075" y="4455518"/>
              <a:ext cx="1" cy="10348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AB6B5220-1594-4F53-AE04-2E07BB0F5245}"/>
                </a:ext>
              </a:extLst>
            </p:cNvPr>
            <p:cNvSpPr txBox="1"/>
            <p:nvPr/>
          </p:nvSpPr>
          <p:spPr>
            <a:xfrm>
              <a:off x="740025" y="5690382"/>
              <a:ext cx="54610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687B16F5-A726-4BE4-BE08-DA4D9CAFD91F}"/>
                </a:ext>
              </a:extLst>
            </p:cNvPr>
            <p:cNvSpPr txBox="1"/>
            <p:nvPr/>
          </p:nvSpPr>
          <p:spPr>
            <a:xfrm>
              <a:off x="-25399" y="4065217"/>
              <a:ext cx="99658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Input</a:t>
              </a:r>
            </a:p>
          </p:txBody>
        </p:sp>
        <p:grpSp>
          <p:nvGrpSpPr>
            <p:cNvPr id="102" name="组合 101">
              <a:extLst>
                <a:ext uri="{FF2B5EF4-FFF2-40B4-BE49-F238E27FC236}">
                  <a16:creationId xmlns:a16="http://schemas.microsoft.com/office/drawing/2014/main" id="{D7EBBF96-F875-4304-9C9D-B423D300D567}"/>
                </a:ext>
              </a:extLst>
            </p:cNvPr>
            <p:cNvGrpSpPr/>
            <p:nvPr/>
          </p:nvGrpSpPr>
          <p:grpSpPr>
            <a:xfrm>
              <a:off x="5567037" y="1546612"/>
              <a:ext cx="941809" cy="866131"/>
              <a:chOff x="5169854" y="771951"/>
              <a:chExt cx="941809" cy="866131"/>
            </a:xfrm>
          </p:grpSpPr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A7121054-45A0-4EE5-822E-E4E2E0C856C9}"/>
                  </a:ext>
                </a:extLst>
              </p:cNvPr>
              <p:cNvSpPr/>
              <p:nvPr/>
            </p:nvSpPr>
            <p:spPr>
              <a:xfrm>
                <a:off x="5169854" y="771951"/>
                <a:ext cx="941809" cy="866131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01" name="组合 100">
                <a:extLst>
                  <a:ext uri="{FF2B5EF4-FFF2-40B4-BE49-F238E27FC236}">
                    <a16:creationId xmlns:a16="http://schemas.microsoft.com/office/drawing/2014/main" id="{8738ACB4-F917-4D0B-BA63-D78B57D3AE53}"/>
                  </a:ext>
                </a:extLst>
              </p:cNvPr>
              <p:cNvGrpSpPr/>
              <p:nvPr/>
            </p:nvGrpSpPr>
            <p:grpSpPr>
              <a:xfrm>
                <a:off x="5346202" y="899700"/>
                <a:ext cx="575322" cy="575322"/>
                <a:chOff x="5346202" y="899700"/>
                <a:chExt cx="575322" cy="575322"/>
              </a:xfrm>
            </p:grpSpPr>
            <p:sp>
              <p:nvSpPr>
                <p:cNvPr id="98" name="椭圆 97">
                  <a:extLst>
                    <a:ext uri="{FF2B5EF4-FFF2-40B4-BE49-F238E27FC236}">
                      <a16:creationId xmlns:a16="http://schemas.microsoft.com/office/drawing/2014/main" id="{64C5BBA3-5BDB-4DA4-85FF-17407CA3AEE3}"/>
                    </a:ext>
                  </a:extLst>
                </p:cNvPr>
                <p:cNvSpPr/>
                <p:nvPr/>
              </p:nvSpPr>
              <p:spPr>
                <a:xfrm>
                  <a:off x="5346202" y="899700"/>
                  <a:ext cx="575322" cy="575322"/>
                </a:xfrm>
                <a:prstGeom prst="ellipse">
                  <a:avLst/>
                </a:prstGeom>
                <a:solidFill>
                  <a:srgbClr val="FDEFE8"/>
                </a:solidFill>
                <a:ln w="25400">
                  <a:solidFill>
                    <a:srgbClr val="D7451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99" name="直接连接符 98">
                  <a:extLst>
                    <a:ext uri="{FF2B5EF4-FFF2-40B4-BE49-F238E27FC236}">
                      <a16:creationId xmlns:a16="http://schemas.microsoft.com/office/drawing/2014/main" id="{9F5E1B08-57F0-4DAD-9016-41F97EA09730}"/>
                    </a:ext>
                  </a:extLst>
                </p:cNvPr>
                <p:cNvCxnSpPr>
                  <a:cxnSpLocks/>
                  <a:stCxn id="98" idx="6"/>
                  <a:endCxn id="98" idx="2"/>
                </p:cNvCxnSpPr>
                <p:nvPr/>
              </p:nvCxnSpPr>
              <p:spPr>
                <a:xfrm flipH="1">
                  <a:off x="5346202" y="1187362"/>
                  <a:ext cx="575322" cy="0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直接连接符 99">
                  <a:extLst>
                    <a:ext uri="{FF2B5EF4-FFF2-40B4-BE49-F238E27FC236}">
                      <a16:creationId xmlns:a16="http://schemas.microsoft.com/office/drawing/2014/main" id="{050B97D0-062F-4CAC-886A-0B16E12E491D}"/>
                    </a:ext>
                  </a:extLst>
                </p:cNvPr>
                <p:cNvCxnSpPr>
                  <a:cxnSpLocks/>
                  <a:stCxn id="98" idx="4"/>
                  <a:endCxn id="98" idx="0"/>
                </p:cNvCxnSpPr>
                <p:nvPr/>
              </p:nvCxnSpPr>
              <p:spPr>
                <a:xfrm flipV="1">
                  <a:off x="5633864" y="899700"/>
                  <a:ext cx="0" cy="575322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03" name="连接符: 肘形 102">
              <a:extLst>
                <a:ext uri="{FF2B5EF4-FFF2-40B4-BE49-F238E27FC236}">
                  <a16:creationId xmlns:a16="http://schemas.microsoft.com/office/drawing/2014/main" id="{DD8EFB16-245E-43FE-A575-746796C8C563}"/>
                </a:ext>
              </a:extLst>
            </p:cNvPr>
            <p:cNvCxnSpPr>
              <a:cxnSpLocks/>
              <a:stCxn id="97" idx="0"/>
              <a:endCxn id="91" idx="0"/>
            </p:cNvCxnSpPr>
            <p:nvPr/>
          </p:nvCxnSpPr>
          <p:spPr>
            <a:xfrm rot="16200000" flipH="1" flipV="1">
              <a:off x="2071056" y="488632"/>
              <a:ext cx="2908906" cy="5024866"/>
            </a:xfrm>
            <a:prstGeom prst="bentConnector3">
              <a:avLst>
                <a:gd name="adj1" fmla="val -7859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箭头连接符 105">
              <a:extLst>
                <a:ext uri="{FF2B5EF4-FFF2-40B4-BE49-F238E27FC236}">
                  <a16:creationId xmlns:a16="http://schemas.microsoft.com/office/drawing/2014/main" id="{1FC46171-CC54-4D90-9E55-F49DF992486F}"/>
                </a:ext>
              </a:extLst>
            </p:cNvPr>
            <p:cNvCxnSpPr>
              <a:cxnSpLocks/>
              <a:endCxn id="97" idx="2"/>
            </p:cNvCxnSpPr>
            <p:nvPr/>
          </p:nvCxnSpPr>
          <p:spPr>
            <a:xfrm flipV="1">
              <a:off x="4033421" y="2412743"/>
              <a:ext cx="2004521" cy="109602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箭头连接符 108">
              <a:extLst>
                <a:ext uri="{FF2B5EF4-FFF2-40B4-BE49-F238E27FC236}">
                  <a16:creationId xmlns:a16="http://schemas.microsoft.com/office/drawing/2014/main" id="{DF2055CB-8DDC-4445-9A66-DB3F5252B251}"/>
                </a:ext>
              </a:extLst>
            </p:cNvPr>
            <p:cNvCxnSpPr>
              <a:cxnSpLocks/>
              <a:endCxn id="97" idx="2"/>
            </p:cNvCxnSpPr>
            <p:nvPr/>
          </p:nvCxnSpPr>
          <p:spPr>
            <a:xfrm flipH="1" flipV="1">
              <a:off x="6037942" y="2412743"/>
              <a:ext cx="5016001" cy="109602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4037E0D2-68CC-4A7E-B62C-B61B065ED5F0}"/>
                    </a:ext>
                  </a:extLst>
                </p:cNvPr>
                <p:cNvSpPr txBox="1"/>
                <p:nvPr/>
              </p:nvSpPr>
              <p:spPr>
                <a:xfrm>
                  <a:off x="6796508" y="1744276"/>
                  <a:ext cx="4220103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p>
                        </m:sSup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10</m:t>
                            </m:r>
                          </m:sup>
                        </m:sSup>
                      </m:oMath>
                    </m:oMathPara>
                  </a14:m>
                  <a:endParaRPr lang="en-US" altLang="zh-CN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4037E0D2-68CC-4A7E-B62C-B61B065ED5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96508" y="1744276"/>
                  <a:ext cx="4220103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5" name="直接箭头连接符 114">
              <a:extLst>
                <a:ext uri="{FF2B5EF4-FFF2-40B4-BE49-F238E27FC236}">
                  <a16:creationId xmlns:a16="http://schemas.microsoft.com/office/drawing/2014/main" id="{9FA72216-298E-4269-BB2A-34EC22D8F949}"/>
                </a:ext>
              </a:extLst>
            </p:cNvPr>
            <p:cNvCxnSpPr>
              <a:cxnSpLocks/>
              <a:stCxn id="94" idx="2"/>
              <a:endCxn id="82" idx="2"/>
            </p:cNvCxnSpPr>
            <p:nvPr/>
          </p:nvCxnSpPr>
          <p:spPr>
            <a:xfrm>
              <a:off x="1013075" y="6059714"/>
              <a:ext cx="10040868" cy="0"/>
            </a:xfrm>
            <a:prstGeom prst="straightConnector1">
              <a:avLst/>
            </a:prstGeom>
            <a:ln w="25400">
              <a:solidFill>
                <a:srgbClr val="D7451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107842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组合 51">
            <a:extLst>
              <a:ext uri="{FF2B5EF4-FFF2-40B4-BE49-F238E27FC236}">
                <a16:creationId xmlns:a16="http://schemas.microsoft.com/office/drawing/2014/main" id="{3952E318-5E2C-424B-968F-BCE2CD41BF5F}"/>
              </a:ext>
            </a:extLst>
          </p:cNvPr>
          <p:cNvGrpSpPr/>
          <p:nvPr/>
        </p:nvGrpSpPr>
        <p:grpSpPr>
          <a:xfrm>
            <a:off x="-191930" y="1546612"/>
            <a:ext cx="12496242" cy="4513102"/>
            <a:chOff x="-191930" y="1546612"/>
            <a:chExt cx="12496242" cy="4513102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6DCB3FD7-7DA2-49C3-8962-7B724BE6D3CA}"/>
                </a:ext>
              </a:extLst>
            </p:cNvPr>
            <p:cNvSpPr/>
            <p:nvPr/>
          </p:nvSpPr>
          <p:spPr>
            <a:xfrm>
              <a:off x="1215163" y="3860021"/>
              <a:ext cx="599121" cy="1186804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649F0B04-3416-45A3-A062-82F2E46DE718}"/>
                </a:ext>
              </a:extLst>
            </p:cNvPr>
            <p:cNvSpPr/>
            <p:nvPr/>
          </p:nvSpPr>
          <p:spPr>
            <a:xfrm>
              <a:off x="1920133" y="5490344"/>
              <a:ext cx="200038" cy="200038"/>
            </a:xfrm>
            <a:prstGeom prst="ellipse">
              <a:avLst/>
            </a:prstGeom>
            <a:noFill/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7BA3935E-DC86-42FA-86BD-0741E8B61E2E}"/>
                </a:ext>
              </a:extLst>
            </p:cNvPr>
            <p:cNvCxnSpPr>
              <a:cxnSpLocks/>
              <a:endCxn id="3" idx="0"/>
            </p:cNvCxnSpPr>
            <p:nvPr/>
          </p:nvCxnSpPr>
          <p:spPr>
            <a:xfrm>
              <a:off x="2020152" y="3508764"/>
              <a:ext cx="0" cy="19815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EA373FAC-F8B0-4FC0-B63C-D4732AF4DE38}"/>
                </a:ext>
              </a:extLst>
            </p:cNvPr>
            <p:cNvSpPr/>
            <p:nvPr/>
          </p:nvSpPr>
          <p:spPr>
            <a:xfrm>
              <a:off x="1939987" y="4373258"/>
              <a:ext cx="160330" cy="16033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C2B16AE4-A98C-4F5F-A064-19E03EB7FD8B}"/>
                </a:ext>
              </a:extLst>
            </p:cNvPr>
            <p:cNvCxnSpPr>
              <a:cxnSpLocks/>
              <a:stCxn id="2" idx="3"/>
              <a:endCxn id="7" idx="2"/>
            </p:cNvCxnSpPr>
            <p:nvPr/>
          </p:nvCxnSpPr>
          <p:spPr>
            <a:xfrm>
              <a:off x="1814284" y="4453423"/>
              <a:ext cx="12570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E6524B39-7128-497E-9726-BDED718DC3DD}"/>
                </a:ext>
              </a:extLst>
            </p:cNvPr>
            <p:cNvCxnSpPr>
              <a:cxnSpLocks/>
              <a:stCxn id="7" idx="6"/>
              <a:endCxn id="15" idx="1"/>
            </p:cNvCxnSpPr>
            <p:nvPr/>
          </p:nvCxnSpPr>
          <p:spPr>
            <a:xfrm>
              <a:off x="2100317" y="4453423"/>
              <a:ext cx="13682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E504053D-5C2A-432D-B8D4-E9EAA8AF6FAA}"/>
                </a:ext>
              </a:extLst>
            </p:cNvPr>
            <p:cNvSpPr txBox="1"/>
            <p:nvPr/>
          </p:nvSpPr>
          <p:spPr>
            <a:xfrm>
              <a:off x="1747102" y="5690382"/>
              <a:ext cx="54610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2EC733EB-4314-42F9-8A9B-A8016D242944}"/>
                </a:ext>
              </a:extLst>
            </p:cNvPr>
            <p:cNvSpPr/>
            <p:nvPr/>
          </p:nvSpPr>
          <p:spPr>
            <a:xfrm>
              <a:off x="2237137" y="3860021"/>
              <a:ext cx="599121" cy="1186804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E6BBAB35-1B50-4E14-9C31-2706D28A247F}"/>
                </a:ext>
              </a:extLst>
            </p:cNvPr>
            <p:cNvSpPr/>
            <p:nvPr/>
          </p:nvSpPr>
          <p:spPr>
            <a:xfrm>
              <a:off x="2942107" y="5490344"/>
              <a:ext cx="200038" cy="200038"/>
            </a:xfrm>
            <a:prstGeom prst="ellipse">
              <a:avLst/>
            </a:prstGeom>
            <a:noFill/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74374A31-F16B-4A98-9ACD-1716F455F68B}"/>
                </a:ext>
              </a:extLst>
            </p:cNvPr>
            <p:cNvCxnSpPr>
              <a:cxnSpLocks/>
              <a:endCxn id="16" idx="0"/>
            </p:cNvCxnSpPr>
            <p:nvPr/>
          </p:nvCxnSpPr>
          <p:spPr>
            <a:xfrm>
              <a:off x="3042126" y="3508764"/>
              <a:ext cx="0" cy="19815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7E04397E-D548-463A-84DF-54A52611E198}"/>
                </a:ext>
              </a:extLst>
            </p:cNvPr>
            <p:cNvSpPr/>
            <p:nvPr/>
          </p:nvSpPr>
          <p:spPr>
            <a:xfrm>
              <a:off x="2961961" y="4373258"/>
              <a:ext cx="160330" cy="16033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14608687-E36A-41FE-B97D-694726D30D89}"/>
                </a:ext>
              </a:extLst>
            </p:cNvPr>
            <p:cNvCxnSpPr>
              <a:cxnSpLocks/>
              <a:stCxn id="15" idx="3"/>
              <a:endCxn id="18" idx="2"/>
            </p:cNvCxnSpPr>
            <p:nvPr/>
          </p:nvCxnSpPr>
          <p:spPr>
            <a:xfrm>
              <a:off x="2836258" y="4453423"/>
              <a:ext cx="12570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CE3E4E3A-D5FC-4CCD-AE7C-7C8AADBDEBED}"/>
                </a:ext>
              </a:extLst>
            </p:cNvPr>
            <p:cNvCxnSpPr>
              <a:cxnSpLocks/>
              <a:stCxn id="18" idx="6"/>
              <a:endCxn id="22" idx="1"/>
            </p:cNvCxnSpPr>
            <p:nvPr/>
          </p:nvCxnSpPr>
          <p:spPr>
            <a:xfrm>
              <a:off x="3122291" y="4453423"/>
              <a:ext cx="10981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FF3A1DFA-42F4-419A-A13E-0645CC6625C1}"/>
                </a:ext>
              </a:extLst>
            </p:cNvPr>
            <p:cNvSpPr txBox="1"/>
            <p:nvPr/>
          </p:nvSpPr>
          <p:spPr>
            <a:xfrm>
              <a:off x="2769076" y="5690382"/>
              <a:ext cx="54610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5A8D69E3-956D-415D-BDA8-799E565C0012}"/>
                </a:ext>
              </a:extLst>
            </p:cNvPr>
            <p:cNvSpPr/>
            <p:nvPr/>
          </p:nvSpPr>
          <p:spPr>
            <a:xfrm>
              <a:off x="3232104" y="3860021"/>
              <a:ext cx="599121" cy="1186804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A4D00E27-D8BC-43D8-8504-597CC9758B7F}"/>
                </a:ext>
              </a:extLst>
            </p:cNvPr>
            <p:cNvSpPr/>
            <p:nvPr/>
          </p:nvSpPr>
          <p:spPr>
            <a:xfrm>
              <a:off x="3937074" y="5490344"/>
              <a:ext cx="200038" cy="200038"/>
            </a:xfrm>
            <a:prstGeom prst="ellipse">
              <a:avLst/>
            </a:prstGeom>
            <a:noFill/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23983544-85C8-4A28-90D1-119172C2B910}"/>
                </a:ext>
              </a:extLst>
            </p:cNvPr>
            <p:cNvCxnSpPr>
              <a:cxnSpLocks/>
              <a:endCxn id="23" idx="0"/>
            </p:cNvCxnSpPr>
            <p:nvPr/>
          </p:nvCxnSpPr>
          <p:spPr>
            <a:xfrm>
              <a:off x="4037093" y="3508764"/>
              <a:ext cx="0" cy="19815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9CAFCAFF-79D0-412D-97AC-6CEA1FB4A2DD}"/>
                </a:ext>
              </a:extLst>
            </p:cNvPr>
            <p:cNvSpPr/>
            <p:nvPr/>
          </p:nvSpPr>
          <p:spPr>
            <a:xfrm>
              <a:off x="3956928" y="4373258"/>
              <a:ext cx="160330" cy="16033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5D4F706A-6131-4F5A-B2C7-A97917AE135C}"/>
                </a:ext>
              </a:extLst>
            </p:cNvPr>
            <p:cNvCxnSpPr>
              <a:cxnSpLocks/>
              <a:stCxn id="22" idx="3"/>
              <a:endCxn id="25" idx="2"/>
            </p:cNvCxnSpPr>
            <p:nvPr/>
          </p:nvCxnSpPr>
          <p:spPr>
            <a:xfrm>
              <a:off x="3831225" y="4453423"/>
              <a:ext cx="12570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5985E7AA-7694-48E7-B07A-DA7C89CE6FC7}"/>
                </a:ext>
              </a:extLst>
            </p:cNvPr>
            <p:cNvCxnSpPr>
              <a:cxnSpLocks/>
              <a:stCxn id="25" idx="6"/>
              <a:endCxn id="29" idx="1"/>
            </p:cNvCxnSpPr>
            <p:nvPr/>
          </p:nvCxnSpPr>
          <p:spPr>
            <a:xfrm>
              <a:off x="4117258" y="4453423"/>
              <a:ext cx="10938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00F2B576-0075-4256-8653-B6C58A5AEDA2}"/>
                </a:ext>
              </a:extLst>
            </p:cNvPr>
            <p:cNvSpPr txBox="1"/>
            <p:nvPr/>
          </p:nvSpPr>
          <p:spPr>
            <a:xfrm>
              <a:off x="3764043" y="5690382"/>
              <a:ext cx="54610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3CFDFD38-AAC6-4C60-B707-263DC6646A49}"/>
                </a:ext>
              </a:extLst>
            </p:cNvPr>
            <p:cNvSpPr/>
            <p:nvPr/>
          </p:nvSpPr>
          <p:spPr>
            <a:xfrm>
              <a:off x="4226642" y="3860021"/>
              <a:ext cx="599121" cy="1186804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31107473-C2B3-4494-9F2B-363C4455C646}"/>
                </a:ext>
              </a:extLst>
            </p:cNvPr>
            <p:cNvSpPr/>
            <p:nvPr/>
          </p:nvSpPr>
          <p:spPr>
            <a:xfrm>
              <a:off x="4931612" y="5490344"/>
              <a:ext cx="200038" cy="200038"/>
            </a:xfrm>
            <a:prstGeom prst="ellipse">
              <a:avLst/>
            </a:prstGeom>
            <a:noFill/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171955C0-8E82-43AD-9E6B-D3474EEB1351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>
              <a:off x="5031631" y="3508764"/>
              <a:ext cx="0" cy="19815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B23ABBFC-FCEE-4A3C-B4AC-5559A87A0A11}"/>
                </a:ext>
              </a:extLst>
            </p:cNvPr>
            <p:cNvSpPr/>
            <p:nvPr/>
          </p:nvSpPr>
          <p:spPr>
            <a:xfrm>
              <a:off x="4951466" y="4373258"/>
              <a:ext cx="160330" cy="16033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6CB8A8D6-60F0-4302-B3EA-F0D9A6697C42}"/>
                </a:ext>
              </a:extLst>
            </p:cNvPr>
            <p:cNvCxnSpPr>
              <a:cxnSpLocks/>
              <a:stCxn id="29" idx="3"/>
              <a:endCxn id="32" idx="2"/>
            </p:cNvCxnSpPr>
            <p:nvPr/>
          </p:nvCxnSpPr>
          <p:spPr>
            <a:xfrm>
              <a:off x="4825763" y="4453423"/>
              <a:ext cx="12570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2CB0E275-2BE9-4E8D-B7A8-C21F9A5DB50F}"/>
                </a:ext>
              </a:extLst>
            </p:cNvPr>
            <p:cNvCxnSpPr>
              <a:cxnSpLocks/>
              <a:stCxn id="32" idx="6"/>
              <a:endCxn id="36" idx="1"/>
            </p:cNvCxnSpPr>
            <p:nvPr/>
          </p:nvCxnSpPr>
          <p:spPr>
            <a:xfrm>
              <a:off x="5111796" y="4453423"/>
              <a:ext cx="13682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CFBCFDD-0C4D-4B77-B4CA-AF9A3A144779}"/>
                </a:ext>
              </a:extLst>
            </p:cNvPr>
            <p:cNvSpPr txBox="1"/>
            <p:nvPr/>
          </p:nvSpPr>
          <p:spPr>
            <a:xfrm>
              <a:off x="4758581" y="5690382"/>
              <a:ext cx="54610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B1875E2A-6ADD-4196-B543-DFB09F5A4E8E}"/>
                </a:ext>
              </a:extLst>
            </p:cNvPr>
            <p:cNvSpPr/>
            <p:nvPr/>
          </p:nvSpPr>
          <p:spPr>
            <a:xfrm>
              <a:off x="5248616" y="3860021"/>
              <a:ext cx="599121" cy="1186804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1F2AF6A8-98E7-4179-A675-D32D4E1B8CE8}"/>
                </a:ext>
              </a:extLst>
            </p:cNvPr>
            <p:cNvSpPr/>
            <p:nvPr/>
          </p:nvSpPr>
          <p:spPr>
            <a:xfrm>
              <a:off x="5953586" y="5490344"/>
              <a:ext cx="200038" cy="200038"/>
            </a:xfrm>
            <a:prstGeom prst="ellipse">
              <a:avLst/>
            </a:prstGeom>
            <a:noFill/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0A70BD0E-5DBF-45A0-8632-E4D01DCB8F46}"/>
                </a:ext>
              </a:extLst>
            </p:cNvPr>
            <p:cNvCxnSpPr>
              <a:cxnSpLocks/>
              <a:endCxn id="37" idx="0"/>
            </p:cNvCxnSpPr>
            <p:nvPr/>
          </p:nvCxnSpPr>
          <p:spPr>
            <a:xfrm>
              <a:off x="6053605" y="3508764"/>
              <a:ext cx="0" cy="19815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8382E660-D509-42DC-AF72-F6562CD27E62}"/>
                </a:ext>
              </a:extLst>
            </p:cNvPr>
            <p:cNvSpPr/>
            <p:nvPr/>
          </p:nvSpPr>
          <p:spPr>
            <a:xfrm>
              <a:off x="5973440" y="4373258"/>
              <a:ext cx="160330" cy="16033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A41F1F0E-D40F-4FE6-A18F-8209B23BB587}"/>
                </a:ext>
              </a:extLst>
            </p:cNvPr>
            <p:cNvCxnSpPr>
              <a:cxnSpLocks/>
              <a:stCxn id="36" idx="3"/>
              <a:endCxn id="39" idx="2"/>
            </p:cNvCxnSpPr>
            <p:nvPr/>
          </p:nvCxnSpPr>
          <p:spPr>
            <a:xfrm>
              <a:off x="5847737" y="4453423"/>
              <a:ext cx="12570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8F157C66-CFD6-42A9-9CE8-56BD72006898}"/>
                </a:ext>
              </a:extLst>
            </p:cNvPr>
            <p:cNvCxnSpPr>
              <a:cxnSpLocks/>
              <a:stCxn id="39" idx="6"/>
              <a:endCxn id="43" idx="1"/>
            </p:cNvCxnSpPr>
            <p:nvPr/>
          </p:nvCxnSpPr>
          <p:spPr>
            <a:xfrm>
              <a:off x="6133770" y="4453423"/>
              <a:ext cx="10981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24368F14-D6B0-4C93-8E6F-2A7AFEE1CA61}"/>
                </a:ext>
              </a:extLst>
            </p:cNvPr>
            <p:cNvSpPr txBox="1"/>
            <p:nvPr/>
          </p:nvSpPr>
          <p:spPr>
            <a:xfrm>
              <a:off x="5780555" y="5690382"/>
              <a:ext cx="54610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211FF913-2DCB-4364-A85B-906514982793}"/>
                </a:ext>
              </a:extLst>
            </p:cNvPr>
            <p:cNvSpPr/>
            <p:nvPr/>
          </p:nvSpPr>
          <p:spPr>
            <a:xfrm>
              <a:off x="6243583" y="3860021"/>
              <a:ext cx="599121" cy="1186804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</a:p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A69C191E-C2F3-4FC2-95C0-A21374E858C1}"/>
                </a:ext>
              </a:extLst>
            </p:cNvPr>
            <p:cNvSpPr/>
            <p:nvPr/>
          </p:nvSpPr>
          <p:spPr>
            <a:xfrm>
              <a:off x="6948553" y="5490344"/>
              <a:ext cx="200038" cy="200038"/>
            </a:xfrm>
            <a:prstGeom prst="ellipse">
              <a:avLst/>
            </a:prstGeom>
            <a:noFill/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36523AB2-D671-4602-BEF1-C32D66F385D4}"/>
                </a:ext>
              </a:extLst>
            </p:cNvPr>
            <p:cNvCxnSpPr>
              <a:cxnSpLocks/>
              <a:endCxn id="44" idx="0"/>
            </p:cNvCxnSpPr>
            <p:nvPr/>
          </p:nvCxnSpPr>
          <p:spPr>
            <a:xfrm>
              <a:off x="7048572" y="3508764"/>
              <a:ext cx="0" cy="19815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932FA82A-AF29-49E7-ADD7-70476081DF84}"/>
                </a:ext>
              </a:extLst>
            </p:cNvPr>
            <p:cNvSpPr/>
            <p:nvPr/>
          </p:nvSpPr>
          <p:spPr>
            <a:xfrm>
              <a:off x="6968407" y="4373258"/>
              <a:ext cx="160330" cy="16033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E3BEEA31-EC78-4B85-B264-72A567EFBB73}"/>
                </a:ext>
              </a:extLst>
            </p:cNvPr>
            <p:cNvCxnSpPr>
              <a:cxnSpLocks/>
              <a:stCxn id="43" idx="3"/>
              <a:endCxn id="46" idx="2"/>
            </p:cNvCxnSpPr>
            <p:nvPr/>
          </p:nvCxnSpPr>
          <p:spPr>
            <a:xfrm>
              <a:off x="6842704" y="4453423"/>
              <a:ext cx="12570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9551C84B-3A29-40EB-8477-8449906A98B6}"/>
                </a:ext>
              </a:extLst>
            </p:cNvPr>
            <p:cNvCxnSpPr>
              <a:cxnSpLocks/>
              <a:stCxn id="46" idx="6"/>
              <a:endCxn id="55" idx="1"/>
            </p:cNvCxnSpPr>
            <p:nvPr/>
          </p:nvCxnSpPr>
          <p:spPr>
            <a:xfrm>
              <a:off x="7128737" y="4453423"/>
              <a:ext cx="10873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6CD47EF5-28ED-442D-B19B-B31FA40FD73E}"/>
                </a:ext>
              </a:extLst>
            </p:cNvPr>
            <p:cNvSpPr txBox="1"/>
            <p:nvPr/>
          </p:nvSpPr>
          <p:spPr>
            <a:xfrm>
              <a:off x="6775522" y="5690382"/>
              <a:ext cx="54610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2D5A1E9B-E1FE-4840-B5A1-43923FF2B502}"/>
                </a:ext>
              </a:extLst>
            </p:cNvPr>
            <p:cNvSpPr/>
            <p:nvPr/>
          </p:nvSpPr>
          <p:spPr>
            <a:xfrm>
              <a:off x="7237475" y="3860021"/>
              <a:ext cx="599121" cy="1186804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</a:p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51AE8B30-A349-4D82-AD15-954796781E4C}"/>
                </a:ext>
              </a:extLst>
            </p:cNvPr>
            <p:cNvSpPr/>
            <p:nvPr/>
          </p:nvSpPr>
          <p:spPr>
            <a:xfrm>
              <a:off x="7942445" y="5490344"/>
              <a:ext cx="200038" cy="200038"/>
            </a:xfrm>
            <a:prstGeom prst="ellipse">
              <a:avLst/>
            </a:prstGeom>
            <a:noFill/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A96E4B60-95AF-4762-AB60-BA31E5BFC177}"/>
                </a:ext>
              </a:extLst>
            </p:cNvPr>
            <p:cNvCxnSpPr>
              <a:cxnSpLocks/>
              <a:endCxn id="56" idx="0"/>
            </p:cNvCxnSpPr>
            <p:nvPr/>
          </p:nvCxnSpPr>
          <p:spPr>
            <a:xfrm>
              <a:off x="8042464" y="3508764"/>
              <a:ext cx="0" cy="19815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B35E49AD-1931-4735-9952-3C01EEB78756}"/>
                </a:ext>
              </a:extLst>
            </p:cNvPr>
            <p:cNvSpPr/>
            <p:nvPr/>
          </p:nvSpPr>
          <p:spPr>
            <a:xfrm>
              <a:off x="7962299" y="4373258"/>
              <a:ext cx="160330" cy="16033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24C16390-1A94-4AC1-B85D-1834407D19FF}"/>
                </a:ext>
              </a:extLst>
            </p:cNvPr>
            <p:cNvCxnSpPr>
              <a:cxnSpLocks/>
              <a:stCxn id="55" idx="3"/>
              <a:endCxn id="58" idx="2"/>
            </p:cNvCxnSpPr>
            <p:nvPr/>
          </p:nvCxnSpPr>
          <p:spPr>
            <a:xfrm>
              <a:off x="7836596" y="4453423"/>
              <a:ext cx="12570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4C41814C-F006-434A-8A5A-B4D87CA53719}"/>
                </a:ext>
              </a:extLst>
            </p:cNvPr>
            <p:cNvCxnSpPr>
              <a:cxnSpLocks/>
              <a:stCxn id="58" idx="6"/>
              <a:endCxn id="62" idx="1"/>
            </p:cNvCxnSpPr>
            <p:nvPr/>
          </p:nvCxnSpPr>
          <p:spPr>
            <a:xfrm>
              <a:off x="8122629" y="4453423"/>
              <a:ext cx="13682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501F4531-3CA1-47A5-AA25-B71E487CD235}"/>
                </a:ext>
              </a:extLst>
            </p:cNvPr>
            <p:cNvSpPr txBox="1"/>
            <p:nvPr/>
          </p:nvSpPr>
          <p:spPr>
            <a:xfrm>
              <a:off x="7769414" y="5690382"/>
              <a:ext cx="54610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endPara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51E0A285-E90A-4A72-8FA8-EF4C98DF3A9E}"/>
                </a:ext>
              </a:extLst>
            </p:cNvPr>
            <p:cNvSpPr/>
            <p:nvPr/>
          </p:nvSpPr>
          <p:spPr>
            <a:xfrm>
              <a:off x="8259449" y="3860021"/>
              <a:ext cx="599121" cy="1186804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</a:p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7136E66D-9DCF-47C3-89F7-ED88D0F2BD31}"/>
                </a:ext>
              </a:extLst>
            </p:cNvPr>
            <p:cNvSpPr/>
            <p:nvPr/>
          </p:nvSpPr>
          <p:spPr>
            <a:xfrm>
              <a:off x="8964419" y="5490344"/>
              <a:ext cx="200038" cy="200038"/>
            </a:xfrm>
            <a:prstGeom prst="ellipse">
              <a:avLst/>
            </a:prstGeom>
            <a:noFill/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4" name="直接箭头连接符 63">
              <a:extLst>
                <a:ext uri="{FF2B5EF4-FFF2-40B4-BE49-F238E27FC236}">
                  <a16:creationId xmlns:a16="http://schemas.microsoft.com/office/drawing/2014/main" id="{E3F490D3-74A2-4254-933B-9712020EDF5F}"/>
                </a:ext>
              </a:extLst>
            </p:cNvPr>
            <p:cNvCxnSpPr>
              <a:cxnSpLocks/>
              <a:endCxn id="63" idx="0"/>
            </p:cNvCxnSpPr>
            <p:nvPr/>
          </p:nvCxnSpPr>
          <p:spPr>
            <a:xfrm>
              <a:off x="9064438" y="3508764"/>
              <a:ext cx="0" cy="19815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9A90C116-93AB-4EF4-B062-F6C8C95427A6}"/>
                </a:ext>
              </a:extLst>
            </p:cNvPr>
            <p:cNvSpPr/>
            <p:nvPr/>
          </p:nvSpPr>
          <p:spPr>
            <a:xfrm>
              <a:off x="8984273" y="4373258"/>
              <a:ext cx="160330" cy="16033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6" name="直接箭头连接符 65">
              <a:extLst>
                <a:ext uri="{FF2B5EF4-FFF2-40B4-BE49-F238E27FC236}">
                  <a16:creationId xmlns:a16="http://schemas.microsoft.com/office/drawing/2014/main" id="{BF1D8209-6F6C-4180-9A6E-5D99789D13F7}"/>
                </a:ext>
              </a:extLst>
            </p:cNvPr>
            <p:cNvCxnSpPr>
              <a:cxnSpLocks/>
              <a:stCxn id="62" idx="3"/>
              <a:endCxn id="65" idx="2"/>
            </p:cNvCxnSpPr>
            <p:nvPr/>
          </p:nvCxnSpPr>
          <p:spPr>
            <a:xfrm>
              <a:off x="8858570" y="4453423"/>
              <a:ext cx="12570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090EB1D1-3209-4364-B30B-85667FC67596}"/>
                </a:ext>
              </a:extLst>
            </p:cNvPr>
            <p:cNvCxnSpPr>
              <a:cxnSpLocks/>
              <a:stCxn id="65" idx="6"/>
              <a:endCxn id="69" idx="1"/>
            </p:cNvCxnSpPr>
            <p:nvPr/>
          </p:nvCxnSpPr>
          <p:spPr>
            <a:xfrm>
              <a:off x="9144603" y="4453423"/>
              <a:ext cx="10981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6E1091AB-A329-48EC-A8A2-306768A09A48}"/>
                </a:ext>
              </a:extLst>
            </p:cNvPr>
            <p:cNvSpPr txBox="1"/>
            <p:nvPr/>
          </p:nvSpPr>
          <p:spPr>
            <a:xfrm>
              <a:off x="8791388" y="5690382"/>
              <a:ext cx="54610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  <a:endPara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82DB4B25-2790-4B89-AD43-36C9F3C3CC07}"/>
                </a:ext>
              </a:extLst>
            </p:cNvPr>
            <p:cNvSpPr/>
            <p:nvPr/>
          </p:nvSpPr>
          <p:spPr>
            <a:xfrm>
              <a:off x="9254416" y="3860021"/>
              <a:ext cx="599121" cy="1186804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9</a:t>
              </a:r>
            </a:p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F0F77BC6-B22F-4359-B1A8-39C9D42C7FE8}"/>
                </a:ext>
              </a:extLst>
            </p:cNvPr>
            <p:cNvSpPr/>
            <p:nvPr/>
          </p:nvSpPr>
          <p:spPr>
            <a:xfrm>
              <a:off x="9959386" y="5490344"/>
              <a:ext cx="200038" cy="200038"/>
            </a:xfrm>
            <a:prstGeom prst="ellipse">
              <a:avLst/>
            </a:prstGeom>
            <a:noFill/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1" name="直接箭头连接符 70">
              <a:extLst>
                <a:ext uri="{FF2B5EF4-FFF2-40B4-BE49-F238E27FC236}">
                  <a16:creationId xmlns:a16="http://schemas.microsoft.com/office/drawing/2014/main" id="{BBAAEA73-3E46-4954-8A86-52C35B002390}"/>
                </a:ext>
              </a:extLst>
            </p:cNvPr>
            <p:cNvCxnSpPr>
              <a:cxnSpLocks/>
              <a:endCxn id="70" idx="0"/>
            </p:cNvCxnSpPr>
            <p:nvPr/>
          </p:nvCxnSpPr>
          <p:spPr>
            <a:xfrm>
              <a:off x="10059405" y="3508764"/>
              <a:ext cx="0" cy="19815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7E4C5D96-5722-48E7-95EB-886AFDF342AF}"/>
                </a:ext>
              </a:extLst>
            </p:cNvPr>
            <p:cNvSpPr/>
            <p:nvPr/>
          </p:nvSpPr>
          <p:spPr>
            <a:xfrm>
              <a:off x="9979240" y="4373258"/>
              <a:ext cx="160330" cy="16033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3" name="直接箭头连接符 72">
              <a:extLst>
                <a:ext uri="{FF2B5EF4-FFF2-40B4-BE49-F238E27FC236}">
                  <a16:creationId xmlns:a16="http://schemas.microsoft.com/office/drawing/2014/main" id="{C07D77A4-BE54-4C56-A008-B8E1EDE25796}"/>
                </a:ext>
              </a:extLst>
            </p:cNvPr>
            <p:cNvCxnSpPr>
              <a:cxnSpLocks/>
              <a:stCxn id="69" idx="3"/>
              <a:endCxn id="72" idx="2"/>
            </p:cNvCxnSpPr>
            <p:nvPr/>
          </p:nvCxnSpPr>
          <p:spPr>
            <a:xfrm>
              <a:off x="9853537" y="4453423"/>
              <a:ext cx="12570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箭头连接符 73">
              <a:extLst>
                <a:ext uri="{FF2B5EF4-FFF2-40B4-BE49-F238E27FC236}">
                  <a16:creationId xmlns:a16="http://schemas.microsoft.com/office/drawing/2014/main" id="{7D576ADA-8536-401B-AE5B-40729569B712}"/>
                </a:ext>
              </a:extLst>
            </p:cNvPr>
            <p:cNvCxnSpPr>
              <a:cxnSpLocks/>
              <a:stCxn id="72" idx="6"/>
              <a:endCxn id="76" idx="1"/>
            </p:cNvCxnSpPr>
            <p:nvPr/>
          </p:nvCxnSpPr>
          <p:spPr>
            <a:xfrm>
              <a:off x="10139570" y="4453423"/>
              <a:ext cx="10938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433D1D1B-79FB-48ED-A290-BB38C2E9D81B}"/>
                </a:ext>
              </a:extLst>
            </p:cNvPr>
            <p:cNvSpPr txBox="1"/>
            <p:nvPr/>
          </p:nvSpPr>
          <p:spPr>
            <a:xfrm>
              <a:off x="9786355" y="5690382"/>
              <a:ext cx="54610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9</a:t>
              </a:r>
              <a:endPara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06EC0AAA-10BE-4D9A-8BA9-599D97AEC4D1}"/>
                </a:ext>
              </a:extLst>
            </p:cNvPr>
            <p:cNvSpPr/>
            <p:nvPr/>
          </p:nvSpPr>
          <p:spPr>
            <a:xfrm>
              <a:off x="10248954" y="3860021"/>
              <a:ext cx="599121" cy="1186804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</a:p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209324EF-A26A-4DFD-BBAB-D1E8C67A45E6}"/>
                </a:ext>
              </a:extLst>
            </p:cNvPr>
            <p:cNvSpPr/>
            <p:nvPr/>
          </p:nvSpPr>
          <p:spPr>
            <a:xfrm>
              <a:off x="10953924" y="5490344"/>
              <a:ext cx="200038" cy="200038"/>
            </a:xfrm>
            <a:prstGeom prst="ellipse">
              <a:avLst/>
            </a:prstGeom>
            <a:noFill/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8" name="直接箭头连接符 77">
              <a:extLst>
                <a:ext uri="{FF2B5EF4-FFF2-40B4-BE49-F238E27FC236}">
                  <a16:creationId xmlns:a16="http://schemas.microsoft.com/office/drawing/2014/main" id="{A80245A5-657A-4118-82B8-394AB4EBA7CF}"/>
                </a:ext>
              </a:extLst>
            </p:cNvPr>
            <p:cNvCxnSpPr>
              <a:cxnSpLocks/>
              <a:endCxn id="77" idx="0"/>
            </p:cNvCxnSpPr>
            <p:nvPr/>
          </p:nvCxnSpPr>
          <p:spPr>
            <a:xfrm>
              <a:off x="11053943" y="3508764"/>
              <a:ext cx="0" cy="19815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E4573B78-1DBD-4334-8875-93BB995A6F4B}"/>
                </a:ext>
              </a:extLst>
            </p:cNvPr>
            <p:cNvSpPr/>
            <p:nvPr/>
          </p:nvSpPr>
          <p:spPr>
            <a:xfrm>
              <a:off x="10973778" y="4373258"/>
              <a:ext cx="160330" cy="16033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0" name="直接箭头连接符 79">
              <a:extLst>
                <a:ext uri="{FF2B5EF4-FFF2-40B4-BE49-F238E27FC236}">
                  <a16:creationId xmlns:a16="http://schemas.microsoft.com/office/drawing/2014/main" id="{9248086C-C519-469C-BA73-2D131A9BCD68}"/>
                </a:ext>
              </a:extLst>
            </p:cNvPr>
            <p:cNvCxnSpPr>
              <a:cxnSpLocks/>
              <a:stCxn id="76" idx="3"/>
              <a:endCxn id="79" idx="2"/>
            </p:cNvCxnSpPr>
            <p:nvPr/>
          </p:nvCxnSpPr>
          <p:spPr>
            <a:xfrm>
              <a:off x="10848075" y="4453423"/>
              <a:ext cx="12570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箭头连接符 80">
              <a:extLst>
                <a:ext uri="{FF2B5EF4-FFF2-40B4-BE49-F238E27FC236}">
                  <a16:creationId xmlns:a16="http://schemas.microsoft.com/office/drawing/2014/main" id="{ADAA5707-60FF-4A59-9884-83514EA082F9}"/>
                </a:ext>
              </a:extLst>
            </p:cNvPr>
            <p:cNvCxnSpPr>
              <a:cxnSpLocks/>
              <a:stCxn id="79" idx="6"/>
              <a:endCxn id="84" idx="2"/>
            </p:cNvCxnSpPr>
            <p:nvPr/>
          </p:nvCxnSpPr>
          <p:spPr>
            <a:xfrm>
              <a:off x="11134108" y="4453423"/>
              <a:ext cx="970166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0A620529-2E7E-4898-A94F-CA164556DD9E}"/>
                </a:ext>
              </a:extLst>
            </p:cNvPr>
            <p:cNvSpPr txBox="1"/>
            <p:nvPr/>
          </p:nvSpPr>
          <p:spPr>
            <a:xfrm>
              <a:off x="10780893" y="5690382"/>
              <a:ext cx="54610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BD78F354-5BCB-46ED-9A14-154D56C2F7E8}"/>
                </a:ext>
              </a:extLst>
            </p:cNvPr>
            <p:cNvSpPr/>
            <p:nvPr/>
          </p:nvSpPr>
          <p:spPr>
            <a:xfrm>
              <a:off x="12104274" y="4353404"/>
              <a:ext cx="200038" cy="200038"/>
            </a:xfrm>
            <a:prstGeom prst="ellipse">
              <a:avLst/>
            </a:prstGeom>
            <a:noFill/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D130B003-DA1B-41A7-9728-FFAE1385CF48}"/>
                </a:ext>
              </a:extLst>
            </p:cNvPr>
            <p:cNvSpPr txBox="1"/>
            <p:nvPr/>
          </p:nvSpPr>
          <p:spPr>
            <a:xfrm>
              <a:off x="11099481" y="4088573"/>
              <a:ext cx="99658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Output</a:t>
              </a:r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98F7ADD0-DD5B-4B2B-88D9-999649ED5595}"/>
                </a:ext>
              </a:extLst>
            </p:cNvPr>
            <p:cNvSpPr/>
            <p:nvPr/>
          </p:nvSpPr>
          <p:spPr>
            <a:xfrm>
              <a:off x="-191930" y="4353404"/>
              <a:ext cx="200038" cy="200038"/>
            </a:xfrm>
            <a:prstGeom prst="ellipse">
              <a:avLst/>
            </a:prstGeom>
            <a:noFill/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8" name="直接箭头连接符 87">
              <a:extLst>
                <a:ext uri="{FF2B5EF4-FFF2-40B4-BE49-F238E27FC236}">
                  <a16:creationId xmlns:a16="http://schemas.microsoft.com/office/drawing/2014/main" id="{DD738474-2FB8-4305-AD9D-552E866055FD}"/>
                </a:ext>
              </a:extLst>
            </p:cNvPr>
            <p:cNvCxnSpPr>
              <a:cxnSpLocks/>
              <a:stCxn id="87" idx="6"/>
              <a:endCxn id="2" idx="1"/>
            </p:cNvCxnSpPr>
            <p:nvPr/>
          </p:nvCxnSpPr>
          <p:spPr>
            <a:xfrm>
              <a:off x="8108" y="4453423"/>
              <a:ext cx="120705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9A819897-801D-452C-B085-7B27BEBCA714}"/>
                </a:ext>
              </a:extLst>
            </p:cNvPr>
            <p:cNvSpPr/>
            <p:nvPr/>
          </p:nvSpPr>
          <p:spPr>
            <a:xfrm>
              <a:off x="913057" y="4455518"/>
              <a:ext cx="200038" cy="31073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</a:p>
          </p:txBody>
        </p:sp>
        <p:sp>
          <p:nvSpPr>
            <p:cNvPr id="92" name="椭圆 91">
              <a:extLst>
                <a:ext uri="{FF2B5EF4-FFF2-40B4-BE49-F238E27FC236}">
                  <a16:creationId xmlns:a16="http://schemas.microsoft.com/office/drawing/2014/main" id="{FFB80EEA-8594-4C73-AA70-89C637604A4C}"/>
                </a:ext>
              </a:extLst>
            </p:cNvPr>
            <p:cNvSpPr/>
            <p:nvPr/>
          </p:nvSpPr>
          <p:spPr>
            <a:xfrm>
              <a:off x="913056" y="5490344"/>
              <a:ext cx="200038" cy="200038"/>
            </a:xfrm>
            <a:prstGeom prst="ellipse">
              <a:avLst/>
            </a:prstGeom>
            <a:noFill/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2571B920-9BAE-402F-B6DB-BD65C474E9EC}"/>
                </a:ext>
              </a:extLst>
            </p:cNvPr>
            <p:cNvCxnSpPr>
              <a:cxnSpLocks/>
              <a:stCxn id="91" idx="0"/>
              <a:endCxn id="92" idx="0"/>
            </p:cNvCxnSpPr>
            <p:nvPr/>
          </p:nvCxnSpPr>
          <p:spPr>
            <a:xfrm flipH="1">
              <a:off x="1013075" y="4455518"/>
              <a:ext cx="1" cy="10348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AB6B5220-1594-4F53-AE04-2E07BB0F5245}"/>
                </a:ext>
              </a:extLst>
            </p:cNvPr>
            <p:cNvSpPr txBox="1"/>
            <p:nvPr/>
          </p:nvSpPr>
          <p:spPr>
            <a:xfrm>
              <a:off x="740025" y="5690382"/>
              <a:ext cx="54610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687B16F5-A726-4BE4-BE08-DA4D9CAFD91F}"/>
                </a:ext>
              </a:extLst>
            </p:cNvPr>
            <p:cNvSpPr txBox="1"/>
            <p:nvPr/>
          </p:nvSpPr>
          <p:spPr>
            <a:xfrm>
              <a:off x="-25399" y="4065217"/>
              <a:ext cx="99658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Input</a:t>
              </a:r>
            </a:p>
          </p:txBody>
        </p:sp>
        <p:grpSp>
          <p:nvGrpSpPr>
            <p:cNvPr id="102" name="组合 101">
              <a:extLst>
                <a:ext uri="{FF2B5EF4-FFF2-40B4-BE49-F238E27FC236}">
                  <a16:creationId xmlns:a16="http://schemas.microsoft.com/office/drawing/2014/main" id="{D7EBBF96-F875-4304-9C9D-B423D300D567}"/>
                </a:ext>
              </a:extLst>
            </p:cNvPr>
            <p:cNvGrpSpPr/>
            <p:nvPr/>
          </p:nvGrpSpPr>
          <p:grpSpPr>
            <a:xfrm>
              <a:off x="5567037" y="1546612"/>
              <a:ext cx="941809" cy="866131"/>
              <a:chOff x="5169854" y="771951"/>
              <a:chExt cx="941809" cy="866131"/>
            </a:xfrm>
          </p:grpSpPr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A7121054-45A0-4EE5-822E-E4E2E0C856C9}"/>
                  </a:ext>
                </a:extLst>
              </p:cNvPr>
              <p:cNvSpPr/>
              <p:nvPr/>
            </p:nvSpPr>
            <p:spPr>
              <a:xfrm>
                <a:off x="5169854" y="771951"/>
                <a:ext cx="941809" cy="866131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01" name="组合 100">
                <a:extLst>
                  <a:ext uri="{FF2B5EF4-FFF2-40B4-BE49-F238E27FC236}">
                    <a16:creationId xmlns:a16="http://schemas.microsoft.com/office/drawing/2014/main" id="{8738ACB4-F917-4D0B-BA63-D78B57D3AE53}"/>
                  </a:ext>
                </a:extLst>
              </p:cNvPr>
              <p:cNvGrpSpPr/>
              <p:nvPr/>
            </p:nvGrpSpPr>
            <p:grpSpPr>
              <a:xfrm>
                <a:off x="5346202" y="899700"/>
                <a:ext cx="575322" cy="575322"/>
                <a:chOff x="5346202" y="899700"/>
                <a:chExt cx="575322" cy="575322"/>
              </a:xfrm>
            </p:grpSpPr>
            <p:sp>
              <p:nvSpPr>
                <p:cNvPr id="98" name="椭圆 97">
                  <a:extLst>
                    <a:ext uri="{FF2B5EF4-FFF2-40B4-BE49-F238E27FC236}">
                      <a16:creationId xmlns:a16="http://schemas.microsoft.com/office/drawing/2014/main" id="{64C5BBA3-5BDB-4DA4-85FF-17407CA3AEE3}"/>
                    </a:ext>
                  </a:extLst>
                </p:cNvPr>
                <p:cNvSpPr/>
                <p:nvPr/>
              </p:nvSpPr>
              <p:spPr>
                <a:xfrm>
                  <a:off x="5346202" y="899700"/>
                  <a:ext cx="575322" cy="575322"/>
                </a:xfrm>
                <a:prstGeom prst="ellipse">
                  <a:avLst/>
                </a:prstGeom>
                <a:solidFill>
                  <a:srgbClr val="FDEFE8"/>
                </a:solidFill>
                <a:ln w="25400">
                  <a:solidFill>
                    <a:srgbClr val="D7451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99" name="直接连接符 98">
                  <a:extLst>
                    <a:ext uri="{FF2B5EF4-FFF2-40B4-BE49-F238E27FC236}">
                      <a16:creationId xmlns:a16="http://schemas.microsoft.com/office/drawing/2014/main" id="{9F5E1B08-57F0-4DAD-9016-41F97EA09730}"/>
                    </a:ext>
                  </a:extLst>
                </p:cNvPr>
                <p:cNvCxnSpPr>
                  <a:cxnSpLocks/>
                  <a:stCxn id="98" idx="6"/>
                  <a:endCxn id="98" idx="2"/>
                </p:cNvCxnSpPr>
                <p:nvPr/>
              </p:nvCxnSpPr>
              <p:spPr>
                <a:xfrm flipH="1">
                  <a:off x="5346202" y="1187362"/>
                  <a:ext cx="575322" cy="0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直接连接符 99">
                  <a:extLst>
                    <a:ext uri="{FF2B5EF4-FFF2-40B4-BE49-F238E27FC236}">
                      <a16:creationId xmlns:a16="http://schemas.microsoft.com/office/drawing/2014/main" id="{050B97D0-062F-4CAC-886A-0B16E12E491D}"/>
                    </a:ext>
                  </a:extLst>
                </p:cNvPr>
                <p:cNvCxnSpPr>
                  <a:cxnSpLocks/>
                  <a:stCxn id="98" idx="4"/>
                  <a:endCxn id="98" idx="0"/>
                </p:cNvCxnSpPr>
                <p:nvPr/>
              </p:nvCxnSpPr>
              <p:spPr>
                <a:xfrm flipV="1">
                  <a:off x="5633864" y="899700"/>
                  <a:ext cx="0" cy="575322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03" name="连接符: 肘形 102">
              <a:extLst>
                <a:ext uri="{FF2B5EF4-FFF2-40B4-BE49-F238E27FC236}">
                  <a16:creationId xmlns:a16="http://schemas.microsoft.com/office/drawing/2014/main" id="{DD8EFB16-245E-43FE-A575-746796C8C563}"/>
                </a:ext>
              </a:extLst>
            </p:cNvPr>
            <p:cNvCxnSpPr>
              <a:cxnSpLocks/>
              <a:stCxn id="97" idx="0"/>
              <a:endCxn id="91" idx="0"/>
            </p:cNvCxnSpPr>
            <p:nvPr/>
          </p:nvCxnSpPr>
          <p:spPr>
            <a:xfrm rot="16200000" flipH="1" flipV="1">
              <a:off x="2071056" y="488632"/>
              <a:ext cx="2908906" cy="5024866"/>
            </a:xfrm>
            <a:prstGeom prst="bentConnector3">
              <a:avLst>
                <a:gd name="adj1" fmla="val -7859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箭头连接符 105">
              <a:extLst>
                <a:ext uri="{FF2B5EF4-FFF2-40B4-BE49-F238E27FC236}">
                  <a16:creationId xmlns:a16="http://schemas.microsoft.com/office/drawing/2014/main" id="{1FC46171-CC54-4D90-9E55-F49DF992486F}"/>
                </a:ext>
              </a:extLst>
            </p:cNvPr>
            <p:cNvCxnSpPr>
              <a:cxnSpLocks/>
              <a:endCxn id="97" idx="2"/>
            </p:cNvCxnSpPr>
            <p:nvPr/>
          </p:nvCxnSpPr>
          <p:spPr>
            <a:xfrm flipV="1">
              <a:off x="4033421" y="2412743"/>
              <a:ext cx="2004521" cy="109602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箭头连接符 108">
              <a:extLst>
                <a:ext uri="{FF2B5EF4-FFF2-40B4-BE49-F238E27FC236}">
                  <a16:creationId xmlns:a16="http://schemas.microsoft.com/office/drawing/2014/main" id="{DF2055CB-8DDC-4445-9A66-DB3F5252B251}"/>
                </a:ext>
              </a:extLst>
            </p:cNvPr>
            <p:cNvCxnSpPr>
              <a:cxnSpLocks/>
              <a:endCxn id="97" idx="2"/>
            </p:cNvCxnSpPr>
            <p:nvPr/>
          </p:nvCxnSpPr>
          <p:spPr>
            <a:xfrm flipH="1" flipV="1">
              <a:off x="6037942" y="2412743"/>
              <a:ext cx="5016001" cy="109602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4037E0D2-68CC-4A7E-B62C-B61B065ED5F0}"/>
                    </a:ext>
                  </a:extLst>
                </p:cNvPr>
                <p:cNvSpPr txBox="1"/>
                <p:nvPr/>
              </p:nvSpPr>
              <p:spPr>
                <a:xfrm>
                  <a:off x="6796508" y="1744276"/>
                  <a:ext cx="4220103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p>
                        </m:sSup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6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8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9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10</m:t>
                            </m:r>
                          </m:sup>
                        </m:sSup>
                      </m:oMath>
                    </m:oMathPara>
                  </a14:m>
                  <a:endParaRPr lang="en-US" altLang="zh-CN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4037E0D2-68CC-4A7E-B62C-B61B065ED5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96508" y="1744276"/>
                  <a:ext cx="4220103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5" name="直接箭头连接符 114">
              <a:extLst>
                <a:ext uri="{FF2B5EF4-FFF2-40B4-BE49-F238E27FC236}">
                  <a16:creationId xmlns:a16="http://schemas.microsoft.com/office/drawing/2014/main" id="{9FA72216-298E-4269-BB2A-34EC22D8F949}"/>
                </a:ext>
              </a:extLst>
            </p:cNvPr>
            <p:cNvCxnSpPr>
              <a:cxnSpLocks/>
              <a:stCxn id="94" idx="2"/>
              <a:endCxn id="82" idx="2"/>
            </p:cNvCxnSpPr>
            <p:nvPr/>
          </p:nvCxnSpPr>
          <p:spPr>
            <a:xfrm>
              <a:off x="1013075" y="6059714"/>
              <a:ext cx="10040868" cy="0"/>
            </a:xfrm>
            <a:prstGeom prst="straightConnector1">
              <a:avLst/>
            </a:prstGeom>
            <a:ln w="25400">
              <a:solidFill>
                <a:srgbClr val="D7451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箭头连接符 94">
              <a:extLst>
                <a:ext uri="{FF2B5EF4-FFF2-40B4-BE49-F238E27FC236}">
                  <a16:creationId xmlns:a16="http://schemas.microsoft.com/office/drawing/2014/main" id="{A79EEA63-59CE-4553-9991-08B18180C362}"/>
                </a:ext>
              </a:extLst>
            </p:cNvPr>
            <p:cNvCxnSpPr>
              <a:cxnSpLocks/>
              <a:endCxn id="97" idx="2"/>
            </p:cNvCxnSpPr>
            <p:nvPr/>
          </p:nvCxnSpPr>
          <p:spPr>
            <a:xfrm flipV="1">
              <a:off x="3042126" y="2412743"/>
              <a:ext cx="2995816" cy="109602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箭头连接符 103">
              <a:extLst>
                <a:ext uri="{FF2B5EF4-FFF2-40B4-BE49-F238E27FC236}">
                  <a16:creationId xmlns:a16="http://schemas.microsoft.com/office/drawing/2014/main" id="{740899B4-36D0-4E09-9987-19AF61EF4626}"/>
                </a:ext>
              </a:extLst>
            </p:cNvPr>
            <p:cNvCxnSpPr>
              <a:cxnSpLocks/>
              <a:endCxn id="97" idx="2"/>
            </p:cNvCxnSpPr>
            <p:nvPr/>
          </p:nvCxnSpPr>
          <p:spPr>
            <a:xfrm flipH="1" flipV="1">
              <a:off x="6037942" y="2412743"/>
              <a:ext cx="1010630" cy="109602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箭头连接符 104">
              <a:extLst>
                <a:ext uri="{FF2B5EF4-FFF2-40B4-BE49-F238E27FC236}">
                  <a16:creationId xmlns:a16="http://schemas.microsoft.com/office/drawing/2014/main" id="{2EEC5C86-9C47-4C37-BF9E-501F4AA727A1}"/>
                </a:ext>
              </a:extLst>
            </p:cNvPr>
            <p:cNvCxnSpPr>
              <a:cxnSpLocks/>
              <a:endCxn id="97" idx="2"/>
            </p:cNvCxnSpPr>
            <p:nvPr/>
          </p:nvCxnSpPr>
          <p:spPr>
            <a:xfrm flipH="1" flipV="1">
              <a:off x="6037942" y="2412743"/>
              <a:ext cx="4021464" cy="109602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箭头连接符 106">
              <a:extLst>
                <a:ext uri="{FF2B5EF4-FFF2-40B4-BE49-F238E27FC236}">
                  <a16:creationId xmlns:a16="http://schemas.microsoft.com/office/drawing/2014/main" id="{E85F46A8-E4E2-4608-8026-8CBC5D71D6E5}"/>
                </a:ext>
              </a:extLst>
            </p:cNvPr>
            <p:cNvCxnSpPr>
              <a:cxnSpLocks/>
              <a:endCxn id="97" idx="2"/>
            </p:cNvCxnSpPr>
            <p:nvPr/>
          </p:nvCxnSpPr>
          <p:spPr>
            <a:xfrm flipH="1" flipV="1">
              <a:off x="6037942" y="2412743"/>
              <a:ext cx="3026496" cy="109602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247109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2">
                <a:extLst>
                  <a:ext uri="{FF2B5EF4-FFF2-40B4-BE49-F238E27FC236}">
                    <a16:creationId xmlns:a16="http://schemas.microsoft.com/office/drawing/2014/main" id="{4403643C-7B38-45A7-A113-F1A5EBFD61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99501688"/>
                  </p:ext>
                </p:extLst>
              </p:nvPr>
            </p:nvGraphicFramePr>
            <p:xfrm>
              <a:off x="1367062" y="501951"/>
              <a:ext cx="9457875" cy="14538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4742">
                      <a:extLst>
                        <a:ext uri="{9D8B030D-6E8A-4147-A177-3AD203B41FA5}">
                          <a16:colId xmlns:a16="http://schemas.microsoft.com/office/drawing/2014/main" val="55830793"/>
                        </a:ext>
                      </a:extLst>
                    </a:gridCol>
                    <a:gridCol w="1248229">
                      <a:extLst>
                        <a:ext uri="{9D8B030D-6E8A-4147-A177-3AD203B41FA5}">
                          <a16:colId xmlns:a16="http://schemas.microsoft.com/office/drawing/2014/main" val="1707686800"/>
                        </a:ext>
                      </a:extLst>
                    </a:gridCol>
                    <a:gridCol w="1756229">
                      <a:extLst>
                        <a:ext uri="{9D8B030D-6E8A-4147-A177-3AD203B41FA5}">
                          <a16:colId xmlns:a16="http://schemas.microsoft.com/office/drawing/2014/main" val="1768789437"/>
                        </a:ext>
                      </a:extLst>
                    </a:gridCol>
                    <a:gridCol w="957942">
                      <a:extLst>
                        <a:ext uri="{9D8B030D-6E8A-4147-A177-3AD203B41FA5}">
                          <a16:colId xmlns:a16="http://schemas.microsoft.com/office/drawing/2014/main" val="2033601804"/>
                        </a:ext>
                      </a:extLst>
                    </a:gridCol>
                    <a:gridCol w="1233715">
                      <a:extLst>
                        <a:ext uri="{9D8B030D-6E8A-4147-A177-3AD203B41FA5}">
                          <a16:colId xmlns:a16="http://schemas.microsoft.com/office/drawing/2014/main" val="1984966570"/>
                        </a:ext>
                      </a:extLst>
                    </a:gridCol>
                    <a:gridCol w="928914">
                      <a:extLst>
                        <a:ext uri="{9D8B030D-6E8A-4147-A177-3AD203B41FA5}">
                          <a16:colId xmlns:a16="http://schemas.microsoft.com/office/drawing/2014/main" val="1764337449"/>
                        </a:ext>
                      </a:extLst>
                    </a:gridCol>
                    <a:gridCol w="1422400">
                      <a:extLst>
                        <a:ext uri="{9D8B030D-6E8A-4147-A177-3AD203B41FA5}">
                          <a16:colId xmlns:a16="http://schemas.microsoft.com/office/drawing/2014/main" val="643815908"/>
                        </a:ext>
                      </a:extLst>
                    </a:gridCol>
                    <a:gridCol w="1155704">
                      <a:extLst>
                        <a:ext uri="{9D8B030D-6E8A-4147-A177-3AD203B41FA5}">
                          <a16:colId xmlns:a16="http://schemas.microsoft.com/office/drawing/2014/main" val="3087887585"/>
                        </a:ext>
                      </a:extLst>
                    </a:gridCol>
                  </a:tblGrid>
                  <a:tr h="259174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SV ID No.</a:t>
                          </a:r>
                          <a:endParaRPr lang="zh-CN" altLang="en-US" b="1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74514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GPS PRN Signal No.</a:t>
                          </a:r>
                          <a:endParaRPr lang="zh-CN" altLang="en-US" b="1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74514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Code Phase Selection</a:t>
                          </a:r>
                          <a:endParaRPr lang="zh-CN" altLang="en-US" b="1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74514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b="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Code Delay Chips</a:t>
                          </a:r>
                          <a:endParaRPr lang="zh-CN" altLang="en-US" b="1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74514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b="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First 10 Chips Octal C/A</a:t>
                          </a:r>
                          <a:endParaRPr lang="zh-CN" altLang="en-US" b="1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74514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First 12 Chips Octal P</a:t>
                          </a:r>
                          <a:endParaRPr lang="zh-CN" altLang="en-US" b="1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7451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0039265"/>
                      </a:ext>
                    </a:extLst>
                  </a:tr>
                  <a:tr h="259174">
                    <a:tc vMerge="1">
                      <a:txBody>
                        <a:bodyPr/>
                        <a:lstStyle/>
                        <a:p>
                          <a:endParaRPr lang="zh-CN" altLang="en-US" b="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b="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C/A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𝑮</m:t>
                                  </m:r>
                                  <m:r>
                                    <a:rPr lang="en-US" altLang="zh-CN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b="1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)</a:t>
                          </a:r>
                          <a:endParaRPr lang="zh-CN" altLang="en-US" b="1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7451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𝑿</m:t>
                                  </m:r>
                                  <m:r>
                                    <a:rPr lang="en-US" altLang="zh-CN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b="1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)</a:t>
                          </a:r>
                          <a:endParaRPr lang="zh-CN" altLang="en-US" b="1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7451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C/A</a:t>
                          </a:r>
                          <a:endParaRPr lang="zh-CN" altLang="en-US" b="1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7451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P</a:t>
                          </a:r>
                          <a:endParaRPr lang="zh-CN" altLang="en-US" b="1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74514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b="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b="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57362171"/>
                      </a:ext>
                    </a:extLst>
                  </a:tr>
                  <a:tr h="2591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5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1440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4444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49703840"/>
                      </a:ext>
                    </a:extLst>
                  </a:tr>
                  <a:tr h="2591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1620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4000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5917354"/>
                      </a:ext>
                    </a:extLst>
                  </a:tr>
                  <a:tr h="2591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8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1710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4222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6426917"/>
                      </a:ext>
                    </a:extLst>
                  </a:tr>
                  <a:tr h="2591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5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9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8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1744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4333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244065"/>
                      </a:ext>
                    </a:extLst>
                  </a:tr>
                  <a:tr h="2591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5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5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9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5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5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1133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4377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69712956"/>
                      </a:ext>
                    </a:extLst>
                  </a:tr>
                  <a:tr h="2591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18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1455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4355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34272"/>
                      </a:ext>
                    </a:extLst>
                  </a:tr>
                  <a:tr h="2591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8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139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1131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4344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1552923"/>
                      </a:ext>
                    </a:extLst>
                  </a:tr>
                  <a:tr h="2591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8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8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9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8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140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8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1454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4340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4722851"/>
                      </a:ext>
                    </a:extLst>
                  </a:tr>
                  <a:tr h="2591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9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9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9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141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9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1626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4342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049254"/>
                      </a:ext>
                    </a:extLst>
                  </a:tr>
                  <a:tr h="2591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251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1504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4343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9742119"/>
                      </a:ext>
                    </a:extLst>
                  </a:tr>
                  <a:tr h="2591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11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11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11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252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11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1642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|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7459098"/>
                      </a:ext>
                    </a:extLst>
                  </a:tr>
                  <a:tr h="2591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12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12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5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12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254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12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1750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|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7024412"/>
                      </a:ext>
                    </a:extLst>
                  </a:tr>
                  <a:tr h="2591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6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255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1764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|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1946292"/>
                      </a:ext>
                    </a:extLst>
                  </a:tr>
                  <a:tr h="2591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7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8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256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1772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|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8839622"/>
                      </a:ext>
                    </a:extLst>
                  </a:tr>
                  <a:tr h="2591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15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15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8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9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15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257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15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1775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|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42835796"/>
                      </a:ext>
                    </a:extLst>
                  </a:tr>
                  <a:tr h="2591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9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258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1776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|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3035230"/>
                      </a:ext>
                    </a:extLst>
                  </a:tr>
                  <a:tr h="2591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469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1156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|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46758363"/>
                      </a:ext>
                    </a:extLst>
                  </a:tr>
                  <a:tr h="2591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18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18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5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18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470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18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1467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|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57581435"/>
                      </a:ext>
                    </a:extLst>
                  </a:tr>
                  <a:tr h="2591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19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19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19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471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19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1633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4343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9644647"/>
                      </a:ext>
                    </a:extLst>
                  </a:tr>
                  <a:tr h="2591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472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1715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4343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9797409"/>
                      </a:ext>
                    </a:extLst>
                  </a:tr>
                  <a:tr h="2591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21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21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5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8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21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473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21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1746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|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6793581"/>
                      </a:ext>
                    </a:extLst>
                  </a:tr>
                  <a:tr h="2591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22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22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6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9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22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474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22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1763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|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4244502"/>
                      </a:ext>
                    </a:extLst>
                  </a:tr>
                  <a:tr h="2591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509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1063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|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7921661"/>
                      </a:ext>
                    </a:extLst>
                  </a:tr>
                  <a:tr h="2591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512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1706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|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552877"/>
                      </a:ext>
                    </a:extLst>
                  </a:tr>
                  <a:tr h="2591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25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25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5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25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513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25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1743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|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8099204"/>
                      </a:ext>
                    </a:extLst>
                  </a:tr>
                  <a:tr h="2591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6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8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514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1761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|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518272"/>
                      </a:ext>
                    </a:extLst>
                  </a:tr>
                  <a:tr h="2591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7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9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515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1770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|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31115525"/>
                      </a:ext>
                    </a:extLst>
                  </a:tr>
                  <a:tr h="2591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28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28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8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28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516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28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1774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|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7557624"/>
                      </a:ext>
                    </a:extLst>
                  </a:tr>
                  <a:tr h="2591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29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29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29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859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29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1127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|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10611763"/>
                      </a:ext>
                    </a:extLst>
                  </a:tr>
                  <a:tr h="2591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860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1453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|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49922322"/>
                      </a:ext>
                    </a:extLst>
                  </a:tr>
                  <a:tr h="2591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31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31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8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31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861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31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1625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|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47801439"/>
                      </a:ext>
                    </a:extLst>
                  </a:tr>
                  <a:tr h="2591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32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32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9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32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862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32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1712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|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8397093"/>
                      </a:ext>
                    </a:extLst>
                  </a:tr>
                  <a:tr h="2591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65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5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863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1745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|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60199340"/>
                      </a:ext>
                    </a:extLst>
                  </a:tr>
                  <a:tr h="2591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66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950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1713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|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1083199"/>
                      </a:ext>
                    </a:extLst>
                  </a:tr>
                  <a:tr h="2591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67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35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35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947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35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1134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|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2039924"/>
                      </a:ext>
                    </a:extLst>
                  </a:tr>
                  <a:tr h="2591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68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8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948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1456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|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5019228"/>
                      </a:ext>
                    </a:extLst>
                  </a:tr>
                  <a:tr h="2591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69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950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1713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4343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25034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2">
                <a:extLst>
                  <a:ext uri="{FF2B5EF4-FFF2-40B4-BE49-F238E27FC236}">
                    <a16:creationId xmlns:a16="http://schemas.microsoft.com/office/drawing/2014/main" id="{4403643C-7B38-45A7-A113-F1A5EBFD61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99501688"/>
                  </p:ext>
                </p:extLst>
              </p:nvPr>
            </p:nvGraphicFramePr>
            <p:xfrm>
              <a:off x="1367062" y="501951"/>
              <a:ext cx="9457875" cy="14538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4742">
                      <a:extLst>
                        <a:ext uri="{9D8B030D-6E8A-4147-A177-3AD203B41FA5}">
                          <a16:colId xmlns:a16="http://schemas.microsoft.com/office/drawing/2014/main" val="55830793"/>
                        </a:ext>
                      </a:extLst>
                    </a:gridCol>
                    <a:gridCol w="1248229">
                      <a:extLst>
                        <a:ext uri="{9D8B030D-6E8A-4147-A177-3AD203B41FA5}">
                          <a16:colId xmlns:a16="http://schemas.microsoft.com/office/drawing/2014/main" val="1707686800"/>
                        </a:ext>
                      </a:extLst>
                    </a:gridCol>
                    <a:gridCol w="1756229">
                      <a:extLst>
                        <a:ext uri="{9D8B030D-6E8A-4147-A177-3AD203B41FA5}">
                          <a16:colId xmlns:a16="http://schemas.microsoft.com/office/drawing/2014/main" val="1768789437"/>
                        </a:ext>
                      </a:extLst>
                    </a:gridCol>
                    <a:gridCol w="957942">
                      <a:extLst>
                        <a:ext uri="{9D8B030D-6E8A-4147-A177-3AD203B41FA5}">
                          <a16:colId xmlns:a16="http://schemas.microsoft.com/office/drawing/2014/main" val="2033601804"/>
                        </a:ext>
                      </a:extLst>
                    </a:gridCol>
                    <a:gridCol w="1233715">
                      <a:extLst>
                        <a:ext uri="{9D8B030D-6E8A-4147-A177-3AD203B41FA5}">
                          <a16:colId xmlns:a16="http://schemas.microsoft.com/office/drawing/2014/main" val="1984966570"/>
                        </a:ext>
                      </a:extLst>
                    </a:gridCol>
                    <a:gridCol w="928914">
                      <a:extLst>
                        <a:ext uri="{9D8B030D-6E8A-4147-A177-3AD203B41FA5}">
                          <a16:colId xmlns:a16="http://schemas.microsoft.com/office/drawing/2014/main" val="1764337449"/>
                        </a:ext>
                      </a:extLst>
                    </a:gridCol>
                    <a:gridCol w="1422400">
                      <a:extLst>
                        <a:ext uri="{9D8B030D-6E8A-4147-A177-3AD203B41FA5}">
                          <a16:colId xmlns:a16="http://schemas.microsoft.com/office/drawing/2014/main" val="643815908"/>
                        </a:ext>
                      </a:extLst>
                    </a:gridCol>
                    <a:gridCol w="1155704">
                      <a:extLst>
                        <a:ext uri="{9D8B030D-6E8A-4147-A177-3AD203B41FA5}">
                          <a16:colId xmlns:a16="http://schemas.microsoft.com/office/drawing/2014/main" val="3087887585"/>
                        </a:ext>
                      </a:extLst>
                    </a:gridCol>
                  </a:tblGrid>
                  <a:tr h="64008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SV ID No.</a:t>
                          </a:r>
                          <a:endParaRPr lang="zh-CN" altLang="en-US" b="1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74514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GPS PRN Signal No.</a:t>
                          </a:r>
                          <a:endParaRPr lang="zh-CN" altLang="en-US" b="1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74514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Code Phase Selection</a:t>
                          </a:r>
                          <a:endParaRPr lang="zh-CN" altLang="en-US" b="1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74514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b="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Code Delay Chips</a:t>
                          </a:r>
                          <a:endParaRPr lang="zh-CN" altLang="en-US" b="1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74514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b="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First 10 Chips Octal C/A</a:t>
                          </a:r>
                          <a:endParaRPr lang="zh-CN" altLang="en-US" b="1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74514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First 12 Chips Octal P</a:t>
                          </a:r>
                          <a:endParaRPr lang="zh-CN" altLang="en-US" b="1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7451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0039265"/>
                      </a:ext>
                    </a:extLst>
                  </a:tr>
                  <a:tr h="365760">
                    <a:tc vMerge="1">
                      <a:txBody>
                        <a:bodyPr/>
                        <a:lstStyle/>
                        <a:p>
                          <a:endParaRPr lang="zh-CN" altLang="en-US" b="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b="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4583" t="-183333" r="-325347" b="-37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3631" t="-183333" r="-496815" b="-37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C/A</a:t>
                          </a:r>
                          <a:endParaRPr lang="zh-CN" altLang="en-US" b="1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7451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P</a:t>
                          </a:r>
                          <a:endParaRPr lang="zh-CN" altLang="en-US" b="1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74514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b="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b="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5736217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5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1440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4444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4970384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1620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4000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591735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8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1710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4222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642691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5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9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8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1744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4333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24406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5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5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9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5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5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1133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4377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6971295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18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1455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4355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3427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8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139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1131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4344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155292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8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8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9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8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140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8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1454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4340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472285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9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9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9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141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9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1626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4342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04925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251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1504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4343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974211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11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11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11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252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11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1642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|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745909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12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12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5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12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254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12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1750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|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702441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6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255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1764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|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194629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7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8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256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1772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|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883962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15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15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8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9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15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257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15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1775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|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4283579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9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258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1776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|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303523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469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1156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|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4675836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18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18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5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18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470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18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1467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|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5758143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19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19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19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471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19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1633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4343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964464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472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1715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4343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979740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21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21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5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8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21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473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21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1746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|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679358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22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22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6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9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22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474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22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1763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|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424450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509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1063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|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792166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512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1706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|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55287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25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25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5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25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513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25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1743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|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809920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6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8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514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1761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|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51827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7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9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515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1770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|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3111552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28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28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8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28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516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28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1774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|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755762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29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29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29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859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29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1127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|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1061176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860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1453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|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4992232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31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31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8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31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861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31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1625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|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4780143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32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32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9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32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862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32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1712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|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839709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65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5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863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1745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|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6019934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66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950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1713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|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108319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67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35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35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947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35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1134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|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203992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68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2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8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948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1456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|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501922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69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  </a:t>
                          </a:r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⊕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950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37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1713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8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a:t>4343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250345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46512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>
            <a:extLst>
              <a:ext uri="{FF2B5EF4-FFF2-40B4-BE49-F238E27FC236}">
                <a16:creationId xmlns:a16="http://schemas.microsoft.com/office/drawing/2014/main" id="{1C6A9A94-91B7-49BD-96D4-0DC71A353C81}"/>
              </a:ext>
            </a:extLst>
          </p:cNvPr>
          <p:cNvGrpSpPr/>
          <p:nvPr/>
        </p:nvGrpSpPr>
        <p:grpSpPr>
          <a:xfrm>
            <a:off x="275020" y="254914"/>
            <a:ext cx="4656959" cy="3693871"/>
            <a:chOff x="3767520" y="1582064"/>
            <a:chExt cx="4656959" cy="3693871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CF82F884-F9DB-48FF-B058-D4AC065DE3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67520" y="1582064"/>
              <a:ext cx="4656959" cy="3693871"/>
            </a:xfrm>
            <a:prstGeom prst="rect">
              <a:avLst/>
            </a:prstGeom>
          </p:spPr>
        </p:pic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F71FB8B3-3126-45E6-84FB-BE23C0E406F9}"/>
                </a:ext>
              </a:extLst>
            </p:cNvPr>
            <p:cNvCxnSpPr>
              <a:cxnSpLocks/>
              <a:stCxn id="4" idx="4"/>
            </p:cNvCxnSpPr>
            <p:nvPr/>
          </p:nvCxnSpPr>
          <p:spPr>
            <a:xfrm>
              <a:off x="5673063" y="2887344"/>
              <a:ext cx="0" cy="2017507"/>
            </a:xfrm>
            <a:prstGeom prst="line">
              <a:avLst/>
            </a:prstGeom>
            <a:ln w="25400">
              <a:solidFill>
                <a:srgbClr val="D74514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DEC17827-5C22-4D02-8B59-7CD2F6541E74}"/>
                </a:ext>
              </a:extLst>
            </p:cNvPr>
            <p:cNvCxnSpPr>
              <a:cxnSpLocks/>
              <a:stCxn id="5" idx="4"/>
            </p:cNvCxnSpPr>
            <p:nvPr/>
          </p:nvCxnSpPr>
          <p:spPr>
            <a:xfrm>
              <a:off x="6551930" y="2191114"/>
              <a:ext cx="0" cy="2713737"/>
            </a:xfrm>
            <a:prstGeom prst="line">
              <a:avLst/>
            </a:prstGeom>
            <a:ln w="25400">
              <a:solidFill>
                <a:srgbClr val="D74514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C9669250-1743-4BC1-A7C9-04AD6D39591E}"/>
                </a:ext>
              </a:extLst>
            </p:cNvPr>
            <p:cNvCxnSpPr>
              <a:cxnSpLocks/>
              <a:stCxn id="6" idx="4"/>
            </p:cNvCxnSpPr>
            <p:nvPr/>
          </p:nvCxnSpPr>
          <p:spPr>
            <a:xfrm>
              <a:off x="7411972" y="3487531"/>
              <a:ext cx="0" cy="1423361"/>
            </a:xfrm>
            <a:prstGeom prst="line">
              <a:avLst/>
            </a:prstGeom>
            <a:ln w="25400">
              <a:solidFill>
                <a:srgbClr val="D74514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FEE30C6F-B7A6-4340-A2A4-D34D165DC711}"/>
                </a:ext>
              </a:extLst>
            </p:cNvPr>
            <p:cNvCxnSpPr>
              <a:cxnSpLocks/>
              <a:stCxn id="12" idx="3"/>
            </p:cNvCxnSpPr>
            <p:nvPr/>
          </p:nvCxnSpPr>
          <p:spPr>
            <a:xfrm>
              <a:off x="6228222" y="4653140"/>
              <a:ext cx="323708" cy="0"/>
            </a:xfrm>
            <a:prstGeom prst="straightConnector1">
              <a:avLst/>
            </a:prstGeom>
            <a:ln w="25400">
              <a:solidFill>
                <a:srgbClr val="D7451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3C56EE10-E9E7-429C-A8FF-0930425AB987}"/>
                </a:ext>
              </a:extLst>
            </p:cNvPr>
            <p:cNvSpPr/>
            <p:nvPr/>
          </p:nvSpPr>
          <p:spPr>
            <a:xfrm>
              <a:off x="6059230" y="4396356"/>
              <a:ext cx="168992" cy="51356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  <a:endParaRPr lang="zh-CN" altLang="en-US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0529D5F3-7358-4CFE-AB34-6EF777278FE7}"/>
                </a:ext>
              </a:extLst>
            </p:cNvPr>
            <p:cNvCxnSpPr>
              <a:cxnSpLocks/>
              <a:stCxn id="14" idx="3"/>
            </p:cNvCxnSpPr>
            <p:nvPr/>
          </p:nvCxnSpPr>
          <p:spPr>
            <a:xfrm>
              <a:off x="7080826" y="4653140"/>
              <a:ext cx="331146" cy="0"/>
            </a:xfrm>
            <a:prstGeom prst="straightConnector1">
              <a:avLst/>
            </a:prstGeom>
            <a:ln w="25400">
              <a:solidFill>
                <a:srgbClr val="D7451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3D45F222-CF98-46F9-A3AA-AAEF2FD3E3F3}"/>
                </a:ext>
              </a:extLst>
            </p:cNvPr>
            <p:cNvSpPr/>
            <p:nvPr/>
          </p:nvSpPr>
          <p:spPr>
            <a:xfrm>
              <a:off x="6842214" y="4396356"/>
              <a:ext cx="238612" cy="51356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  <a:endParaRPr lang="zh-CN" altLang="en-US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0F9F68A0-BB47-445D-B2BC-C3E4D213C6E0}"/>
                </a:ext>
              </a:extLst>
            </p:cNvPr>
            <p:cNvCxnSpPr>
              <a:cxnSpLocks/>
              <a:stCxn id="12" idx="1"/>
            </p:cNvCxnSpPr>
            <p:nvPr/>
          </p:nvCxnSpPr>
          <p:spPr>
            <a:xfrm flipH="1">
              <a:off x="5673063" y="4653140"/>
              <a:ext cx="386167" cy="0"/>
            </a:xfrm>
            <a:prstGeom prst="straightConnector1">
              <a:avLst/>
            </a:prstGeom>
            <a:ln w="25400">
              <a:solidFill>
                <a:srgbClr val="D7451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B8DCE7C9-877C-4D15-AACB-5D05D9B3E71C}"/>
                </a:ext>
              </a:extLst>
            </p:cNvPr>
            <p:cNvCxnSpPr>
              <a:cxnSpLocks/>
              <a:stCxn id="14" idx="1"/>
            </p:cNvCxnSpPr>
            <p:nvPr/>
          </p:nvCxnSpPr>
          <p:spPr>
            <a:xfrm flipH="1">
              <a:off x="6551930" y="4653140"/>
              <a:ext cx="290284" cy="0"/>
            </a:xfrm>
            <a:prstGeom prst="straightConnector1">
              <a:avLst/>
            </a:prstGeom>
            <a:ln w="25400">
              <a:solidFill>
                <a:srgbClr val="D7451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8E28C9D0-0FB2-4743-89AE-6B686DA9F307}"/>
                </a:ext>
              </a:extLst>
            </p:cNvPr>
            <p:cNvSpPr/>
            <p:nvPr/>
          </p:nvSpPr>
          <p:spPr>
            <a:xfrm>
              <a:off x="5363726" y="2541542"/>
              <a:ext cx="279142" cy="26325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F68F313E-7E58-4103-A92E-523B7674D93A}"/>
                </a:ext>
              </a:extLst>
            </p:cNvPr>
            <p:cNvSpPr/>
            <p:nvPr/>
          </p:nvSpPr>
          <p:spPr>
            <a:xfrm>
              <a:off x="6628285" y="1900230"/>
              <a:ext cx="263552" cy="2815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0003B6EC-971F-4F73-B95F-D59F5B809A89}"/>
                </a:ext>
              </a:extLst>
            </p:cNvPr>
            <p:cNvSpPr/>
            <p:nvPr/>
          </p:nvSpPr>
          <p:spPr>
            <a:xfrm>
              <a:off x="7411972" y="3120929"/>
              <a:ext cx="222557" cy="27652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1EA4E64-7C79-4EB1-995F-7B952F331D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60850" y="2811111"/>
              <a:ext cx="4163629" cy="12927"/>
            </a:xfrm>
            <a:prstGeom prst="line">
              <a:avLst/>
            </a:prstGeom>
            <a:ln w="25400">
              <a:solidFill>
                <a:srgbClr val="D74514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55F8ED61-8FF1-489E-86D1-B7904459AE62}"/>
                </a:ext>
              </a:extLst>
            </p:cNvPr>
            <p:cNvCxnSpPr>
              <a:cxnSpLocks/>
            </p:cNvCxnSpPr>
            <p:nvPr/>
          </p:nvCxnSpPr>
          <p:spPr>
            <a:xfrm>
              <a:off x="4260850" y="3415111"/>
              <a:ext cx="4163629" cy="0"/>
            </a:xfrm>
            <a:prstGeom prst="line">
              <a:avLst/>
            </a:prstGeom>
            <a:ln w="25400">
              <a:solidFill>
                <a:srgbClr val="D74514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A199781F-D214-442D-83A9-8B9D1A778D67}"/>
                </a:ext>
              </a:extLst>
            </p:cNvPr>
            <p:cNvCxnSpPr>
              <a:cxnSpLocks/>
            </p:cNvCxnSpPr>
            <p:nvPr/>
          </p:nvCxnSpPr>
          <p:spPr>
            <a:xfrm>
              <a:off x="6334921" y="1809750"/>
              <a:ext cx="8878" cy="3100173"/>
            </a:xfrm>
            <a:prstGeom prst="line">
              <a:avLst/>
            </a:prstGeom>
            <a:ln w="25400">
              <a:solidFill>
                <a:srgbClr val="5D170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C434FBC5-8985-45E5-94B9-4E97A5C660CC}"/>
                </a:ext>
              </a:extLst>
            </p:cNvPr>
            <p:cNvCxnSpPr/>
            <p:nvPr/>
          </p:nvCxnSpPr>
          <p:spPr>
            <a:xfrm>
              <a:off x="6098379" y="4051864"/>
              <a:ext cx="236542" cy="0"/>
            </a:xfrm>
            <a:prstGeom prst="straightConnector1">
              <a:avLst/>
            </a:prstGeom>
            <a:ln w="25400">
              <a:solidFill>
                <a:srgbClr val="5D1709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29C9DC18-2BB2-40FB-922B-1322468FCE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55481" y="4043435"/>
              <a:ext cx="269929" cy="0"/>
            </a:xfrm>
            <a:prstGeom prst="straightConnector1">
              <a:avLst/>
            </a:prstGeom>
            <a:ln w="25400">
              <a:solidFill>
                <a:srgbClr val="5D1709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矩形 24">
                  <a:extLst>
                    <a:ext uri="{FF2B5EF4-FFF2-40B4-BE49-F238E27FC236}">
                      <a16:creationId xmlns:a16="http://schemas.microsoft.com/office/drawing/2014/main" id="{1E146371-BF14-4EC7-95FB-A5A18F0FC07F}"/>
                    </a:ext>
                  </a:extLst>
                </p:cNvPr>
                <p:cNvSpPr/>
                <p:nvPr/>
              </p:nvSpPr>
              <p:spPr>
                <a:xfrm>
                  <a:off x="6831514" y="3762529"/>
                  <a:ext cx="408540" cy="51356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rgbClr val="5D1709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5D1709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𝛿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5D1709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𝑐𝑝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rgbClr val="5D170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5" name="矩形 24">
                  <a:extLst>
                    <a:ext uri="{FF2B5EF4-FFF2-40B4-BE49-F238E27FC236}">
                      <a16:creationId xmlns:a16="http://schemas.microsoft.com/office/drawing/2014/main" id="{1E146371-BF14-4EC7-95FB-A5A18F0FC0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31514" y="3762529"/>
                  <a:ext cx="408540" cy="513567"/>
                </a:xfrm>
                <a:prstGeom prst="rect">
                  <a:avLst/>
                </a:prstGeom>
                <a:blipFill>
                  <a:blip r:embed="rId3"/>
                  <a:stretch>
                    <a:fillRect l="-1791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7408B4BD-5878-4B3D-B555-0A1F6A507BBE}"/>
                </a:ext>
              </a:extLst>
            </p:cNvPr>
            <p:cNvSpPr/>
            <p:nvPr/>
          </p:nvSpPr>
          <p:spPr>
            <a:xfrm>
              <a:off x="5596830" y="2734878"/>
              <a:ext cx="152466" cy="152466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C48BCD1D-8378-478C-9F3E-8AF412E6701A}"/>
                </a:ext>
              </a:extLst>
            </p:cNvPr>
            <p:cNvSpPr/>
            <p:nvPr/>
          </p:nvSpPr>
          <p:spPr>
            <a:xfrm>
              <a:off x="6475697" y="2038648"/>
              <a:ext cx="152466" cy="152466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6B470E63-7C07-481A-B75B-CF63B6F16A52}"/>
                </a:ext>
              </a:extLst>
            </p:cNvPr>
            <p:cNvSpPr/>
            <p:nvPr/>
          </p:nvSpPr>
          <p:spPr>
            <a:xfrm>
              <a:off x="7335739" y="3335065"/>
              <a:ext cx="152466" cy="152466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B7DC3D7A-A996-49E8-94E5-87CCBD48A3A1}"/>
              </a:ext>
            </a:extLst>
          </p:cNvPr>
          <p:cNvGrpSpPr/>
          <p:nvPr/>
        </p:nvGrpSpPr>
        <p:grpSpPr>
          <a:xfrm>
            <a:off x="5357294" y="254914"/>
            <a:ext cx="4656959" cy="3693871"/>
            <a:chOff x="5357294" y="254914"/>
            <a:chExt cx="4656959" cy="3693871"/>
          </a:xfrm>
        </p:grpSpPr>
        <p:pic>
          <p:nvPicPr>
            <p:cNvPr id="51" name="图片 50">
              <a:extLst>
                <a:ext uri="{FF2B5EF4-FFF2-40B4-BE49-F238E27FC236}">
                  <a16:creationId xmlns:a16="http://schemas.microsoft.com/office/drawing/2014/main" id="{480DA851-B14B-4930-AEF1-AD8C5FFC99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57294" y="254914"/>
              <a:ext cx="4656959" cy="3693871"/>
            </a:xfrm>
            <a:prstGeom prst="rect">
              <a:avLst/>
            </a:prstGeom>
          </p:spPr>
        </p:pic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1D5FD211-13B8-429E-AF20-1EF1CABD0D2F}"/>
                </a:ext>
              </a:extLst>
            </p:cNvPr>
            <p:cNvCxnSpPr>
              <a:cxnSpLocks/>
              <a:stCxn id="70" idx="4"/>
            </p:cNvCxnSpPr>
            <p:nvPr/>
          </p:nvCxnSpPr>
          <p:spPr>
            <a:xfrm flipH="1">
              <a:off x="7100944" y="1831179"/>
              <a:ext cx="1546" cy="1746522"/>
            </a:xfrm>
            <a:prstGeom prst="line">
              <a:avLst/>
            </a:prstGeom>
            <a:ln w="25400">
              <a:solidFill>
                <a:srgbClr val="D74514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6AAD5B1A-F419-425D-BD4C-03D2DFE411A0}"/>
                </a:ext>
              </a:extLst>
            </p:cNvPr>
            <p:cNvCxnSpPr>
              <a:cxnSpLocks/>
              <a:stCxn id="71" idx="4"/>
            </p:cNvCxnSpPr>
            <p:nvPr/>
          </p:nvCxnSpPr>
          <p:spPr>
            <a:xfrm>
              <a:off x="7913103" y="558833"/>
              <a:ext cx="0" cy="3018868"/>
            </a:xfrm>
            <a:prstGeom prst="line">
              <a:avLst/>
            </a:prstGeom>
            <a:ln w="25400">
              <a:solidFill>
                <a:srgbClr val="D74514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B8E5040D-90B3-4083-B7B6-51E53883357C}"/>
                </a:ext>
              </a:extLst>
            </p:cNvPr>
            <p:cNvCxnSpPr>
              <a:cxnSpLocks/>
              <a:stCxn id="72" idx="4"/>
            </p:cNvCxnSpPr>
            <p:nvPr/>
          </p:nvCxnSpPr>
          <p:spPr>
            <a:xfrm flipH="1">
              <a:off x="8736268" y="1831179"/>
              <a:ext cx="20576" cy="1758708"/>
            </a:xfrm>
            <a:prstGeom prst="line">
              <a:avLst/>
            </a:prstGeom>
            <a:ln w="25400">
              <a:solidFill>
                <a:srgbClr val="D74514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01A4092A-4FEC-4FE5-B0EE-A4CDCA865F4A}"/>
                </a:ext>
              </a:extLst>
            </p:cNvPr>
            <p:cNvCxnSpPr>
              <a:cxnSpLocks/>
              <a:stCxn id="56" idx="3"/>
            </p:cNvCxnSpPr>
            <p:nvPr/>
          </p:nvCxnSpPr>
          <p:spPr>
            <a:xfrm>
              <a:off x="7589395" y="3325990"/>
              <a:ext cx="323708" cy="0"/>
            </a:xfrm>
            <a:prstGeom prst="straightConnector1">
              <a:avLst/>
            </a:prstGeom>
            <a:ln w="25400">
              <a:solidFill>
                <a:srgbClr val="D7451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F4499A58-056D-410F-BCAB-09505124A535}"/>
                </a:ext>
              </a:extLst>
            </p:cNvPr>
            <p:cNvSpPr/>
            <p:nvPr/>
          </p:nvSpPr>
          <p:spPr>
            <a:xfrm>
              <a:off x="7420403" y="3069206"/>
              <a:ext cx="168992" cy="51356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  <a:endParaRPr lang="zh-CN" altLang="en-US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B0AC7B4C-579C-420C-A5D5-39AF44CDE4EA}"/>
                </a:ext>
              </a:extLst>
            </p:cNvPr>
            <p:cNvCxnSpPr>
              <a:cxnSpLocks/>
              <a:stCxn id="58" idx="3"/>
            </p:cNvCxnSpPr>
            <p:nvPr/>
          </p:nvCxnSpPr>
          <p:spPr>
            <a:xfrm>
              <a:off x="8441999" y="3325990"/>
              <a:ext cx="294269" cy="0"/>
            </a:xfrm>
            <a:prstGeom prst="straightConnector1">
              <a:avLst/>
            </a:prstGeom>
            <a:ln w="25400">
              <a:solidFill>
                <a:srgbClr val="D7451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BBB1B687-5F17-4163-B951-80B1FFF457B3}"/>
                </a:ext>
              </a:extLst>
            </p:cNvPr>
            <p:cNvSpPr/>
            <p:nvPr/>
          </p:nvSpPr>
          <p:spPr>
            <a:xfrm>
              <a:off x="8203387" y="3069206"/>
              <a:ext cx="238612" cy="51356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  <a:endParaRPr lang="zh-CN" altLang="en-US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CC4C7B4B-67A5-45A2-B3F9-E33C0AD26386}"/>
                </a:ext>
              </a:extLst>
            </p:cNvPr>
            <p:cNvCxnSpPr>
              <a:cxnSpLocks/>
              <a:stCxn id="56" idx="1"/>
            </p:cNvCxnSpPr>
            <p:nvPr/>
          </p:nvCxnSpPr>
          <p:spPr>
            <a:xfrm flipH="1">
              <a:off x="7100944" y="3325990"/>
              <a:ext cx="319459" cy="0"/>
            </a:xfrm>
            <a:prstGeom prst="straightConnector1">
              <a:avLst/>
            </a:prstGeom>
            <a:ln w="25400">
              <a:solidFill>
                <a:srgbClr val="D7451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466A8B00-4E1A-429A-8882-92F02FFA9652}"/>
                </a:ext>
              </a:extLst>
            </p:cNvPr>
            <p:cNvCxnSpPr>
              <a:cxnSpLocks/>
              <a:stCxn id="58" idx="1"/>
            </p:cNvCxnSpPr>
            <p:nvPr/>
          </p:nvCxnSpPr>
          <p:spPr>
            <a:xfrm flipH="1">
              <a:off x="7913103" y="3325990"/>
              <a:ext cx="290284" cy="0"/>
            </a:xfrm>
            <a:prstGeom prst="straightConnector1">
              <a:avLst/>
            </a:prstGeom>
            <a:ln w="25400">
              <a:solidFill>
                <a:srgbClr val="D7451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9CB61FA3-5CC1-4D8F-90C8-797BA2E70032}"/>
                </a:ext>
              </a:extLst>
            </p:cNvPr>
            <p:cNvSpPr/>
            <p:nvPr/>
          </p:nvSpPr>
          <p:spPr>
            <a:xfrm>
              <a:off x="6798126" y="1477651"/>
              <a:ext cx="279142" cy="26325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46BE9714-7664-40C5-84B3-AE6D05408B1E}"/>
                </a:ext>
              </a:extLst>
            </p:cNvPr>
            <p:cNvSpPr/>
            <p:nvPr/>
          </p:nvSpPr>
          <p:spPr>
            <a:xfrm>
              <a:off x="8005590" y="388103"/>
              <a:ext cx="263552" cy="2815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EBFB1921-3947-487B-B564-F8FCE0F80A67}"/>
                </a:ext>
              </a:extLst>
            </p:cNvPr>
            <p:cNvSpPr/>
            <p:nvPr/>
          </p:nvSpPr>
          <p:spPr>
            <a:xfrm>
              <a:off x="8816237" y="1464384"/>
              <a:ext cx="222557" cy="27652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48BB61D2-642C-44D8-B0E5-31109AAF1B33}"/>
                </a:ext>
              </a:extLst>
            </p:cNvPr>
            <p:cNvCxnSpPr>
              <a:cxnSpLocks/>
            </p:cNvCxnSpPr>
            <p:nvPr/>
          </p:nvCxnSpPr>
          <p:spPr>
            <a:xfrm>
              <a:off x="5850624" y="1752169"/>
              <a:ext cx="4163629" cy="0"/>
            </a:xfrm>
            <a:prstGeom prst="line">
              <a:avLst/>
            </a:prstGeom>
            <a:ln w="25400">
              <a:solidFill>
                <a:srgbClr val="D74514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AF4C903F-83AE-48A9-8321-8160B870128E}"/>
                </a:ext>
              </a:extLst>
            </p:cNvPr>
            <p:cNvSpPr/>
            <p:nvPr/>
          </p:nvSpPr>
          <p:spPr>
            <a:xfrm>
              <a:off x="7026257" y="1678713"/>
              <a:ext cx="152466" cy="152466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B98D742F-941D-4FD0-83BA-D67674124669}"/>
                </a:ext>
              </a:extLst>
            </p:cNvPr>
            <p:cNvSpPr/>
            <p:nvPr/>
          </p:nvSpPr>
          <p:spPr>
            <a:xfrm>
              <a:off x="7836870" y="406367"/>
              <a:ext cx="152466" cy="152466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66A0FA75-C230-4416-A7E6-19EF8CDA3828}"/>
                </a:ext>
              </a:extLst>
            </p:cNvPr>
            <p:cNvSpPr/>
            <p:nvPr/>
          </p:nvSpPr>
          <p:spPr>
            <a:xfrm>
              <a:off x="8680611" y="1678713"/>
              <a:ext cx="152466" cy="152466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21FB6CB0-A4F6-483B-8575-5EE486941E3F}"/>
              </a:ext>
            </a:extLst>
          </p:cNvPr>
          <p:cNvGrpSpPr/>
          <p:nvPr/>
        </p:nvGrpSpPr>
        <p:grpSpPr>
          <a:xfrm>
            <a:off x="2724150" y="4491600"/>
            <a:ext cx="4656959" cy="3693871"/>
            <a:chOff x="2724150" y="4491600"/>
            <a:chExt cx="4656959" cy="3693871"/>
          </a:xfrm>
        </p:grpSpPr>
        <p:pic>
          <p:nvPicPr>
            <p:cNvPr id="81" name="图片 80">
              <a:extLst>
                <a:ext uri="{FF2B5EF4-FFF2-40B4-BE49-F238E27FC236}">
                  <a16:creationId xmlns:a16="http://schemas.microsoft.com/office/drawing/2014/main" id="{5AAA7E2D-D50D-4390-B439-5D3BE18895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24150" y="4491600"/>
              <a:ext cx="4656959" cy="3693871"/>
            </a:xfrm>
            <a:prstGeom prst="rect">
              <a:avLst/>
            </a:prstGeom>
          </p:spPr>
        </p:pic>
        <p:sp>
          <p:nvSpPr>
            <p:cNvPr id="99" name="任意多边形: 形状 98">
              <a:extLst>
                <a:ext uri="{FF2B5EF4-FFF2-40B4-BE49-F238E27FC236}">
                  <a16:creationId xmlns:a16="http://schemas.microsoft.com/office/drawing/2014/main" id="{4E6D1528-501E-4E9B-B4E0-FD19ED23F3CE}"/>
                </a:ext>
              </a:extLst>
            </p:cNvPr>
            <p:cNvSpPr/>
            <p:nvPr/>
          </p:nvSpPr>
          <p:spPr>
            <a:xfrm>
              <a:off x="5286375" y="4995526"/>
              <a:ext cx="2085975" cy="2805449"/>
            </a:xfrm>
            <a:custGeom>
              <a:avLst/>
              <a:gdLst>
                <a:gd name="connsiteX0" fmla="*/ 0 w 2085975"/>
                <a:gd name="connsiteY0" fmla="*/ 5099 h 2805449"/>
                <a:gd name="connsiteX1" fmla="*/ 342900 w 2085975"/>
                <a:gd name="connsiteY1" fmla="*/ 81299 h 2805449"/>
                <a:gd name="connsiteX2" fmla="*/ 762000 w 2085975"/>
                <a:gd name="connsiteY2" fmla="*/ 567074 h 2805449"/>
                <a:gd name="connsiteX3" fmla="*/ 1123950 w 2085975"/>
                <a:gd name="connsiteY3" fmla="*/ 1719599 h 2805449"/>
                <a:gd name="connsiteX4" fmla="*/ 1476375 w 2085975"/>
                <a:gd name="connsiteY4" fmla="*/ 2405399 h 2805449"/>
                <a:gd name="connsiteX5" fmla="*/ 2085975 w 2085975"/>
                <a:gd name="connsiteY5" fmla="*/ 2805449 h 2805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85975" h="2805449">
                  <a:moveTo>
                    <a:pt x="0" y="5099"/>
                  </a:moveTo>
                  <a:cubicBezTo>
                    <a:pt x="107950" y="-3632"/>
                    <a:pt x="215900" y="-12363"/>
                    <a:pt x="342900" y="81299"/>
                  </a:cubicBezTo>
                  <a:cubicBezTo>
                    <a:pt x="469900" y="174961"/>
                    <a:pt x="631825" y="294024"/>
                    <a:pt x="762000" y="567074"/>
                  </a:cubicBezTo>
                  <a:cubicBezTo>
                    <a:pt x="892175" y="840124"/>
                    <a:pt x="1004888" y="1413212"/>
                    <a:pt x="1123950" y="1719599"/>
                  </a:cubicBezTo>
                  <a:cubicBezTo>
                    <a:pt x="1243012" y="2025986"/>
                    <a:pt x="1316038" y="2224424"/>
                    <a:pt x="1476375" y="2405399"/>
                  </a:cubicBezTo>
                  <a:cubicBezTo>
                    <a:pt x="1636712" y="2586374"/>
                    <a:pt x="1861343" y="2695911"/>
                    <a:pt x="2085975" y="2805449"/>
                  </a:cubicBezTo>
                </a:path>
              </a:pathLst>
            </a:custGeom>
            <a:noFill/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任意多边形: 形状 99">
              <a:extLst>
                <a:ext uri="{FF2B5EF4-FFF2-40B4-BE49-F238E27FC236}">
                  <a16:creationId xmlns:a16="http://schemas.microsoft.com/office/drawing/2014/main" id="{D375D96D-90CE-4B7E-88F1-C450933F3D5B}"/>
                </a:ext>
              </a:extLst>
            </p:cNvPr>
            <p:cNvSpPr/>
            <p:nvPr/>
          </p:nvSpPr>
          <p:spPr>
            <a:xfrm flipH="1">
              <a:off x="3236262" y="4995525"/>
              <a:ext cx="2085975" cy="2805449"/>
            </a:xfrm>
            <a:custGeom>
              <a:avLst/>
              <a:gdLst>
                <a:gd name="connsiteX0" fmla="*/ 0 w 2085975"/>
                <a:gd name="connsiteY0" fmla="*/ 5099 h 2805449"/>
                <a:gd name="connsiteX1" fmla="*/ 342900 w 2085975"/>
                <a:gd name="connsiteY1" fmla="*/ 81299 h 2805449"/>
                <a:gd name="connsiteX2" fmla="*/ 762000 w 2085975"/>
                <a:gd name="connsiteY2" fmla="*/ 567074 h 2805449"/>
                <a:gd name="connsiteX3" fmla="*/ 1123950 w 2085975"/>
                <a:gd name="connsiteY3" fmla="*/ 1719599 h 2805449"/>
                <a:gd name="connsiteX4" fmla="*/ 1476375 w 2085975"/>
                <a:gd name="connsiteY4" fmla="*/ 2405399 h 2805449"/>
                <a:gd name="connsiteX5" fmla="*/ 2085975 w 2085975"/>
                <a:gd name="connsiteY5" fmla="*/ 2805449 h 2805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85975" h="2805449">
                  <a:moveTo>
                    <a:pt x="0" y="5099"/>
                  </a:moveTo>
                  <a:cubicBezTo>
                    <a:pt x="107950" y="-3632"/>
                    <a:pt x="215900" y="-12363"/>
                    <a:pt x="342900" y="81299"/>
                  </a:cubicBezTo>
                  <a:cubicBezTo>
                    <a:pt x="469900" y="174961"/>
                    <a:pt x="631825" y="294024"/>
                    <a:pt x="762000" y="567074"/>
                  </a:cubicBezTo>
                  <a:cubicBezTo>
                    <a:pt x="892175" y="840124"/>
                    <a:pt x="1004888" y="1413212"/>
                    <a:pt x="1123950" y="1719599"/>
                  </a:cubicBezTo>
                  <a:cubicBezTo>
                    <a:pt x="1243012" y="2025986"/>
                    <a:pt x="1316038" y="2224424"/>
                    <a:pt x="1476375" y="2405399"/>
                  </a:cubicBezTo>
                  <a:cubicBezTo>
                    <a:pt x="1636712" y="2586374"/>
                    <a:pt x="1861343" y="2695911"/>
                    <a:pt x="2085975" y="2805449"/>
                  </a:cubicBezTo>
                </a:path>
              </a:pathLst>
            </a:custGeom>
            <a:noFill/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49490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组合 302">
            <a:extLst>
              <a:ext uri="{FF2B5EF4-FFF2-40B4-BE49-F238E27FC236}">
                <a16:creationId xmlns:a16="http://schemas.microsoft.com/office/drawing/2014/main" id="{5D4851CB-D867-4699-BA18-14D1B9DB62B2}"/>
              </a:ext>
            </a:extLst>
          </p:cNvPr>
          <p:cNvGrpSpPr/>
          <p:nvPr/>
        </p:nvGrpSpPr>
        <p:grpSpPr>
          <a:xfrm>
            <a:off x="719858" y="1219570"/>
            <a:ext cx="10781455" cy="5359344"/>
            <a:chOff x="719858" y="1219570"/>
            <a:chExt cx="10781455" cy="5359344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D452DCF2-DE04-4A2A-9FC5-280590899948}"/>
                </a:ext>
              </a:extLst>
            </p:cNvPr>
            <p:cNvSpPr/>
            <p:nvPr/>
          </p:nvSpPr>
          <p:spPr>
            <a:xfrm>
              <a:off x="1451849" y="4040399"/>
              <a:ext cx="982621" cy="499017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正弦表</a:t>
              </a: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1C7257F1-D874-48BB-B138-6185C8194687}"/>
                </a:ext>
              </a:extLst>
            </p:cNvPr>
            <p:cNvSpPr/>
            <p:nvPr/>
          </p:nvSpPr>
          <p:spPr>
            <a:xfrm>
              <a:off x="2549129" y="4040398"/>
              <a:ext cx="982621" cy="499017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余弦表</a:t>
              </a:r>
            </a:p>
          </p:txBody>
        </p:sp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2B17B8A4-FD9D-4D95-AD7D-4A20EFEE7091}"/>
                </a:ext>
              </a:extLst>
            </p:cNvPr>
            <p:cNvGrpSpPr/>
            <p:nvPr/>
          </p:nvGrpSpPr>
          <p:grpSpPr>
            <a:xfrm>
              <a:off x="2845294" y="2962727"/>
              <a:ext cx="406763" cy="406763"/>
              <a:chOff x="1704975" y="2139950"/>
              <a:chExt cx="169862" cy="169862"/>
            </a:xfrm>
          </p:grpSpPr>
          <p:sp>
            <p:nvSpPr>
              <p:cNvPr id="60" name="椭圆 59">
                <a:extLst>
                  <a:ext uri="{FF2B5EF4-FFF2-40B4-BE49-F238E27FC236}">
                    <a16:creationId xmlns:a16="http://schemas.microsoft.com/office/drawing/2014/main" id="{E93E304C-A665-4D80-9559-FEFF3A949B57}"/>
                  </a:ext>
                </a:extLst>
              </p:cNvPr>
              <p:cNvSpPr/>
              <p:nvPr/>
            </p:nvSpPr>
            <p:spPr>
              <a:xfrm>
                <a:off x="1704975" y="2139950"/>
                <a:ext cx="169862" cy="169862"/>
              </a:xfrm>
              <a:prstGeom prst="ellipse">
                <a:avLst/>
              </a:prstGeom>
              <a:noFill/>
              <a:ln w="254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D8A48A00-0CDC-4430-B1A6-D4503FA458F8}"/>
                  </a:ext>
                </a:extLst>
              </p:cNvPr>
              <p:cNvCxnSpPr>
                <a:cxnSpLocks/>
                <a:stCxn id="60" idx="7"/>
                <a:endCxn id="60" idx="3"/>
              </p:cNvCxnSpPr>
              <p:nvPr/>
            </p:nvCxnSpPr>
            <p:spPr>
              <a:xfrm flipH="1">
                <a:off x="1729851" y="2164826"/>
                <a:ext cx="120110" cy="120110"/>
              </a:xfrm>
              <a:prstGeom prst="line">
                <a:avLst/>
              </a:prstGeom>
              <a:ln w="2540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2755A608-6135-41C0-B8C9-73CC27947E97}"/>
                  </a:ext>
                </a:extLst>
              </p:cNvPr>
              <p:cNvCxnSpPr>
                <a:cxnSpLocks/>
                <a:stCxn id="60" idx="5"/>
                <a:endCxn id="60" idx="1"/>
              </p:cNvCxnSpPr>
              <p:nvPr/>
            </p:nvCxnSpPr>
            <p:spPr>
              <a:xfrm flipH="1" flipV="1">
                <a:off x="1729851" y="2164826"/>
                <a:ext cx="120110" cy="120110"/>
              </a:xfrm>
              <a:prstGeom prst="line">
                <a:avLst/>
              </a:prstGeom>
              <a:ln w="2540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4DE6FED4-59E0-4C64-B48E-40E393912B29}"/>
                </a:ext>
              </a:extLst>
            </p:cNvPr>
            <p:cNvSpPr/>
            <p:nvPr/>
          </p:nvSpPr>
          <p:spPr>
            <a:xfrm>
              <a:off x="1462495" y="5172151"/>
              <a:ext cx="2079901" cy="499017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载波 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NCO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64" name="连接符: 肘形 63">
              <a:extLst>
                <a:ext uri="{FF2B5EF4-FFF2-40B4-BE49-F238E27FC236}">
                  <a16:creationId xmlns:a16="http://schemas.microsoft.com/office/drawing/2014/main" id="{7592199F-A603-4A57-B36F-692ECDB4DE27}"/>
                </a:ext>
              </a:extLst>
            </p:cNvPr>
            <p:cNvCxnSpPr>
              <a:cxnSpLocks/>
              <a:stCxn id="63" idx="0"/>
              <a:endCxn id="4" idx="2"/>
            </p:cNvCxnSpPr>
            <p:nvPr/>
          </p:nvCxnSpPr>
          <p:spPr>
            <a:xfrm rot="5400000" flipH="1" flipV="1">
              <a:off x="2455075" y="4586786"/>
              <a:ext cx="632736" cy="537994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连接符: 肘形 66">
              <a:extLst>
                <a:ext uri="{FF2B5EF4-FFF2-40B4-BE49-F238E27FC236}">
                  <a16:creationId xmlns:a16="http://schemas.microsoft.com/office/drawing/2014/main" id="{99FFBA48-CEEB-41D5-9C22-C6084E8B9B9B}"/>
                </a:ext>
              </a:extLst>
            </p:cNvPr>
            <p:cNvCxnSpPr>
              <a:cxnSpLocks/>
              <a:stCxn id="63" idx="0"/>
              <a:endCxn id="2" idx="2"/>
            </p:cNvCxnSpPr>
            <p:nvPr/>
          </p:nvCxnSpPr>
          <p:spPr>
            <a:xfrm rot="16200000" flipV="1">
              <a:off x="1906436" y="4576141"/>
              <a:ext cx="632735" cy="559286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箭头连接符 69">
              <a:extLst>
                <a:ext uri="{FF2B5EF4-FFF2-40B4-BE49-F238E27FC236}">
                  <a16:creationId xmlns:a16="http://schemas.microsoft.com/office/drawing/2014/main" id="{1B9A02AE-2DB2-43C4-ACF9-2903BBE35A5D}"/>
                </a:ext>
              </a:extLst>
            </p:cNvPr>
            <p:cNvCxnSpPr>
              <a:cxnSpLocks/>
              <a:stCxn id="4" idx="0"/>
              <a:endCxn id="60" idx="4"/>
            </p:cNvCxnSpPr>
            <p:nvPr/>
          </p:nvCxnSpPr>
          <p:spPr>
            <a:xfrm flipV="1">
              <a:off x="3040440" y="3369490"/>
              <a:ext cx="8236" cy="67090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3" name="组合 72">
              <a:extLst>
                <a:ext uri="{FF2B5EF4-FFF2-40B4-BE49-F238E27FC236}">
                  <a16:creationId xmlns:a16="http://schemas.microsoft.com/office/drawing/2014/main" id="{3ED25405-B6CF-4822-956A-E55CDFEBBDAA}"/>
                </a:ext>
              </a:extLst>
            </p:cNvPr>
            <p:cNvGrpSpPr/>
            <p:nvPr/>
          </p:nvGrpSpPr>
          <p:grpSpPr>
            <a:xfrm>
              <a:off x="1739777" y="1618761"/>
              <a:ext cx="406763" cy="406763"/>
              <a:chOff x="1704975" y="2139950"/>
              <a:chExt cx="169862" cy="169862"/>
            </a:xfrm>
          </p:grpSpPr>
          <p:sp>
            <p:nvSpPr>
              <p:cNvPr id="74" name="椭圆 73">
                <a:extLst>
                  <a:ext uri="{FF2B5EF4-FFF2-40B4-BE49-F238E27FC236}">
                    <a16:creationId xmlns:a16="http://schemas.microsoft.com/office/drawing/2014/main" id="{DE5316A2-CD99-4495-A6CE-DC8C35D20F4F}"/>
                  </a:ext>
                </a:extLst>
              </p:cNvPr>
              <p:cNvSpPr/>
              <p:nvPr/>
            </p:nvSpPr>
            <p:spPr>
              <a:xfrm>
                <a:off x="1704975" y="2139950"/>
                <a:ext cx="169862" cy="169862"/>
              </a:xfrm>
              <a:prstGeom prst="ellipse">
                <a:avLst/>
              </a:prstGeom>
              <a:noFill/>
              <a:ln w="254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75" name="直接连接符 74">
                <a:extLst>
                  <a:ext uri="{FF2B5EF4-FFF2-40B4-BE49-F238E27FC236}">
                    <a16:creationId xmlns:a16="http://schemas.microsoft.com/office/drawing/2014/main" id="{E49C2B6F-C884-435F-A69D-432BD35643FF}"/>
                  </a:ext>
                </a:extLst>
              </p:cNvPr>
              <p:cNvCxnSpPr>
                <a:cxnSpLocks/>
                <a:stCxn id="74" idx="7"/>
                <a:endCxn id="74" idx="3"/>
              </p:cNvCxnSpPr>
              <p:nvPr/>
            </p:nvCxnSpPr>
            <p:spPr>
              <a:xfrm flipH="1">
                <a:off x="1729851" y="2164826"/>
                <a:ext cx="120110" cy="120110"/>
              </a:xfrm>
              <a:prstGeom prst="line">
                <a:avLst/>
              </a:prstGeom>
              <a:ln w="2540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>
                <a:extLst>
                  <a:ext uri="{FF2B5EF4-FFF2-40B4-BE49-F238E27FC236}">
                    <a16:creationId xmlns:a16="http://schemas.microsoft.com/office/drawing/2014/main" id="{D4EEF05E-61A7-428F-A837-AF243C8D6BAA}"/>
                  </a:ext>
                </a:extLst>
              </p:cNvPr>
              <p:cNvCxnSpPr>
                <a:cxnSpLocks/>
                <a:stCxn id="74" idx="5"/>
                <a:endCxn id="74" idx="1"/>
              </p:cNvCxnSpPr>
              <p:nvPr/>
            </p:nvCxnSpPr>
            <p:spPr>
              <a:xfrm flipH="1" flipV="1">
                <a:off x="1729851" y="2164826"/>
                <a:ext cx="120110" cy="120110"/>
              </a:xfrm>
              <a:prstGeom prst="line">
                <a:avLst/>
              </a:prstGeom>
              <a:ln w="2540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7" name="直接箭头连接符 76">
              <a:extLst>
                <a:ext uri="{FF2B5EF4-FFF2-40B4-BE49-F238E27FC236}">
                  <a16:creationId xmlns:a16="http://schemas.microsoft.com/office/drawing/2014/main" id="{98D8DF09-15A7-41AE-9EFF-A121C06D3FAD}"/>
                </a:ext>
              </a:extLst>
            </p:cNvPr>
            <p:cNvCxnSpPr>
              <a:cxnSpLocks/>
              <a:stCxn id="2" idx="0"/>
              <a:endCxn id="74" idx="4"/>
            </p:cNvCxnSpPr>
            <p:nvPr/>
          </p:nvCxnSpPr>
          <p:spPr>
            <a:xfrm flipH="1" flipV="1">
              <a:off x="1943159" y="2025524"/>
              <a:ext cx="1" cy="201487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" name="组合 79">
              <a:extLst>
                <a:ext uri="{FF2B5EF4-FFF2-40B4-BE49-F238E27FC236}">
                  <a16:creationId xmlns:a16="http://schemas.microsoft.com/office/drawing/2014/main" id="{06F1265E-DD7F-4C18-8A7A-4209172B008F}"/>
                </a:ext>
              </a:extLst>
            </p:cNvPr>
            <p:cNvGrpSpPr/>
            <p:nvPr/>
          </p:nvGrpSpPr>
          <p:grpSpPr>
            <a:xfrm>
              <a:off x="5892618" y="3280463"/>
              <a:ext cx="406763" cy="406763"/>
              <a:chOff x="1704975" y="2139950"/>
              <a:chExt cx="169862" cy="169862"/>
            </a:xfrm>
          </p:grpSpPr>
          <p:sp>
            <p:nvSpPr>
              <p:cNvPr id="81" name="椭圆 80">
                <a:extLst>
                  <a:ext uri="{FF2B5EF4-FFF2-40B4-BE49-F238E27FC236}">
                    <a16:creationId xmlns:a16="http://schemas.microsoft.com/office/drawing/2014/main" id="{2D3B4890-B2CC-49CB-A075-F07F3FD47051}"/>
                  </a:ext>
                </a:extLst>
              </p:cNvPr>
              <p:cNvSpPr/>
              <p:nvPr/>
            </p:nvSpPr>
            <p:spPr>
              <a:xfrm>
                <a:off x="1704975" y="2139950"/>
                <a:ext cx="169862" cy="169862"/>
              </a:xfrm>
              <a:prstGeom prst="ellipse">
                <a:avLst/>
              </a:prstGeom>
              <a:noFill/>
              <a:ln w="254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82" name="直接连接符 81">
                <a:extLst>
                  <a:ext uri="{FF2B5EF4-FFF2-40B4-BE49-F238E27FC236}">
                    <a16:creationId xmlns:a16="http://schemas.microsoft.com/office/drawing/2014/main" id="{80E9BEA8-0D20-4A18-919B-F3320270898C}"/>
                  </a:ext>
                </a:extLst>
              </p:cNvPr>
              <p:cNvCxnSpPr>
                <a:cxnSpLocks/>
                <a:stCxn id="81" idx="7"/>
                <a:endCxn id="81" idx="3"/>
              </p:cNvCxnSpPr>
              <p:nvPr/>
            </p:nvCxnSpPr>
            <p:spPr>
              <a:xfrm flipH="1">
                <a:off x="1729851" y="2164826"/>
                <a:ext cx="120110" cy="120110"/>
              </a:xfrm>
              <a:prstGeom prst="line">
                <a:avLst/>
              </a:prstGeom>
              <a:ln w="2540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>
                <a:extLst>
                  <a:ext uri="{FF2B5EF4-FFF2-40B4-BE49-F238E27FC236}">
                    <a16:creationId xmlns:a16="http://schemas.microsoft.com/office/drawing/2014/main" id="{230B1392-DF32-4BE0-B954-A15D007D5FAB}"/>
                  </a:ext>
                </a:extLst>
              </p:cNvPr>
              <p:cNvCxnSpPr>
                <a:cxnSpLocks/>
                <a:stCxn id="81" idx="5"/>
                <a:endCxn id="81" idx="1"/>
              </p:cNvCxnSpPr>
              <p:nvPr/>
            </p:nvCxnSpPr>
            <p:spPr>
              <a:xfrm flipH="1" flipV="1">
                <a:off x="1729851" y="2164826"/>
                <a:ext cx="120110" cy="120110"/>
              </a:xfrm>
              <a:prstGeom prst="line">
                <a:avLst/>
              </a:prstGeom>
              <a:ln w="2540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3A6DEE52-2210-4967-9E25-9F96BDCA3A0E}"/>
                </a:ext>
              </a:extLst>
            </p:cNvPr>
            <p:cNvGrpSpPr/>
            <p:nvPr/>
          </p:nvGrpSpPr>
          <p:grpSpPr>
            <a:xfrm>
              <a:off x="5303010" y="1939873"/>
              <a:ext cx="406763" cy="406763"/>
              <a:chOff x="1704975" y="2139950"/>
              <a:chExt cx="169862" cy="169862"/>
            </a:xfrm>
          </p:grpSpPr>
          <p:sp>
            <p:nvSpPr>
              <p:cNvPr id="85" name="椭圆 84">
                <a:extLst>
                  <a:ext uri="{FF2B5EF4-FFF2-40B4-BE49-F238E27FC236}">
                    <a16:creationId xmlns:a16="http://schemas.microsoft.com/office/drawing/2014/main" id="{7B638FD2-CAF1-402C-93C4-C677507427D7}"/>
                  </a:ext>
                </a:extLst>
              </p:cNvPr>
              <p:cNvSpPr/>
              <p:nvPr/>
            </p:nvSpPr>
            <p:spPr>
              <a:xfrm>
                <a:off x="1704975" y="2139950"/>
                <a:ext cx="169862" cy="169862"/>
              </a:xfrm>
              <a:prstGeom prst="ellipse">
                <a:avLst/>
              </a:prstGeom>
              <a:noFill/>
              <a:ln w="254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86" name="直接连接符 85">
                <a:extLst>
                  <a:ext uri="{FF2B5EF4-FFF2-40B4-BE49-F238E27FC236}">
                    <a16:creationId xmlns:a16="http://schemas.microsoft.com/office/drawing/2014/main" id="{6654B022-D747-4F3C-BEBF-77358E4FD262}"/>
                  </a:ext>
                </a:extLst>
              </p:cNvPr>
              <p:cNvCxnSpPr>
                <a:cxnSpLocks/>
                <a:stCxn id="85" idx="7"/>
                <a:endCxn id="85" idx="3"/>
              </p:cNvCxnSpPr>
              <p:nvPr/>
            </p:nvCxnSpPr>
            <p:spPr>
              <a:xfrm flipH="1">
                <a:off x="1729851" y="2164826"/>
                <a:ext cx="120110" cy="120110"/>
              </a:xfrm>
              <a:prstGeom prst="line">
                <a:avLst/>
              </a:prstGeom>
              <a:ln w="2540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>
                <a:extLst>
                  <a:ext uri="{FF2B5EF4-FFF2-40B4-BE49-F238E27FC236}">
                    <a16:creationId xmlns:a16="http://schemas.microsoft.com/office/drawing/2014/main" id="{42F68CCB-9765-4B88-8388-088B0F96BF0D}"/>
                  </a:ext>
                </a:extLst>
              </p:cNvPr>
              <p:cNvCxnSpPr>
                <a:cxnSpLocks/>
                <a:stCxn id="85" idx="5"/>
                <a:endCxn id="85" idx="1"/>
              </p:cNvCxnSpPr>
              <p:nvPr/>
            </p:nvCxnSpPr>
            <p:spPr>
              <a:xfrm flipH="1" flipV="1">
                <a:off x="1729851" y="2164826"/>
                <a:ext cx="120110" cy="120110"/>
              </a:xfrm>
              <a:prstGeom prst="line">
                <a:avLst/>
              </a:prstGeom>
              <a:ln w="2540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8" name="组合 87">
              <a:extLst>
                <a:ext uri="{FF2B5EF4-FFF2-40B4-BE49-F238E27FC236}">
                  <a16:creationId xmlns:a16="http://schemas.microsoft.com/office/drawing/2014/main" id="{573AF818-3EFD-4C06-953C-72FB49196241}"/>
                </a:ext>
              </a:extLst>
            </p:cNvPr>
            <p:cNvGrpSpPr/>
            <p:nvPr/>
          </p:nvGrpSpPr>
          <p:grpSpPr>
            <a:xfrm>
              <a:off x="4713402" y="2610168"/>
              <a:ext cx="406763" cy="406763"/>
              <a:chOff x="1704975" y="2139950"/>
              <a:chExt cx="169862" cy="169862"/>
            </a:xfrm>
          </p:grpSpPr>
          <p:sp>
            <p:nvSpPr>
              <p:cNvPr id="89" name="椭圆 88">
                <a:extLst>
                  <a:ext uri="{FF2B5EF4-FFF2-40B4-BE49-F238E27FC236}">
                    <a16:creationId xmlns:a16="http://schemas.microsoft.com/office/drawing/2014/main" id="{2D3AEE61-201E-4348-A8DE-08D2B6211028}"/>
                  </a:ext>
                </a:extLst>
              </p:cNvPr>
              <p:cNvSpPr/>
              <p:nvPr/>
            </p:nvSpPr>
            <p:spPr>
              <a:xfrm>
                <a:off x="1704975" y="2139950"/>
                <a:ext cx="169862" cy="169862"/>
              </a:xfrm>
              <a:prstGeom prst="ellipse">
                <a:avLst/>
              </a:prstGeom>
              <a:noFill/>
              <a:ln w="254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90" name="直接连接符 89">
                <a:extLst>
                  <a:ext uri="{FF2B5EF4-FFF2-40B4-BE49-F238E27FC236}">
                    <a16:creationId xmlns:a16="http://schemas.microsoft.com/office/drawing/2014/main" id="{62F88D47-D484-4E95-856A-9DE6474CB926}"/>
                  </a:ext>
                </a:extLst>
              </p:cNvPr>
              <p:cNvCxnSpPr>
                <a:cxnSpLocks/>
                <a:stCxn id="89" idx="7"/>
                <a:endCxn id="89" idx="3"/>
              </p:cNvCxnSpPr>
              <p:nvPr/>
            </p:nvCxnSpPr>
            <p:spPr>
              <a:xfrm flipH="1">
                <a:off x="1729851" y="2164826"/>
                <a:ext cx="120110" cy="120110"/>
              </a:xfrm>
              <a:prstGeom prst="line">
                <a:avLst/>
              </a:prstGeom>
              <a:ln w="2540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接连接符 90">
                <a:extLst>
                  <a:ext uri="{FF2B5EF4-FFF2-40B4-BE49-F238E27FC236}">
                    <a16:creationId xmlns:a16="http://schemas.microsoft.com/office/drawing/2014/main" id="{4B26EEFF-4939-4D37-8BEB-997E97035BDE}"/>
                  </a:ext>
                </a:extLst>
              </p:cNvPr>
              <p:cNvCxnSpPr>
                <a:cxnSpLocks/>
                <a:stCxn id="89" idx="5"/>
                <a:endCxn id="89" idx="1"/>
              </p:cNvCxnSpPr>
              <p:nvPr/>
            </p:nvCxnSpPr>
            <p:spPr>
              <a:xfrm flipH="1" flipV="1">
                <a:off x="1729851" y="2164826"/>
                <a:ext cx="120110" cy="120110"/>
              </a:xfrm>
              <a:prstGeom prst="line">
                <a:avLst/>
              </a:prstGeom>
              <a:ln w="2540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2" name="组合 91">
              <a:extLst>
                <a:ext uri="{FF2B5EF4-FFF2-40B4-BE49-F238E27FC236}">
                  <a16:creationId xmlns:a16="http://schemas.microsoft.com/office/drawing/2014/main" id="{950BBB93-0FAD-46EB-9C0C-F141AC41E1DA}"/>
                </a:ext>
              </a:extLst>
            </p:cNvPr>
            <p:cNvGrpSpPr/>
            <p:nvPr/>
          </p:nvGrpSpPr>
          <p:grpSpPr>
            <a:xfrm>
              <a:off x="4123794" y="1269578"/>
              <a:ext cx="406763" cy="406763"/>
              <a:chOff x="1704975" y="2139950"/>
              <a:chExt cx="169862" cy="169862"/>
            </a:xfrm>
          </p:grpSpPr>
          <p:sp>
            <p:nvSpPr>
              <p:cNvPr id="93" name="椭圆 92">
                <a:extLst>
                  <a:ext uri="{FF2B5EF4-FFF2-40B4-BE49-F238E27FC236}">
                    <a16:creationId xmlns:a16="http://schemas.microsoft.com/office/drawing/2014/main" id="{DF1F0080-2277-4328-BCDA-AFFD46E9964C}"/>
                  </a:ext>
                </a:extLst>
              </p:cNvPr>
              <p:cNvSpPr/>
              <p:nvPr/>
            </p:nvSpPr>
            <p:spPr>
              <a:xfrm>
                <a:off x="1704975" y="2139950"/>
                <a:ext cx="169862" cy="169862"/>
              </a:xfrm>
              <a:prstGeom prst="ellipse">
                <a:avLst/>
              </a:prstGeom>
              <a:noFill/>
              <a:ln w="254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94" name="直接连接符 93">
                <a:extLst>
                  <a:ext uri="{FF2B5EF4-FFF2-40B4-BE49-F238E27FC236}">
                    <a16:creationId xmlns:a16="http://schemas.microsoft.com/office/drawing/2014/main" id="{F0473534-6D0C-48BD-B671-A5190C9D3F22}"/>
                  </a:ext>
                </a:extLst>
              </p:cNvPr>
              <p:cNvCxnSpPr>
                <a:cxnSpLocks/>
                <a:stCxn id="93" idx="7"/>
                <a:endCxn id="93" idx="3"/>
              </p:cNvCxnSpPr>
              <p:nvPr/>
            </p:nvCxnSpPr>
            <p:spPr>
              <a:xfrm flipH="1">
                <a:off x="1729851" y="2164826"/>
                <a:ext cx="120110" cy="120110"/>
              </a:xfrm>
              <a:prstGeom prst="line">
                <a:avLst/>
              </a:prstGeom>
              <a:ln w="2540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直接连接符 94">
                <a:extLst>
                  <a:ext uri="{FF2B5EF4-FFF2-40B4-BE49-F238E27FC236}">
                    <a16:creationId xmlns:a16="http://schemas.microsoft.com/office/drawing/2014/main" id="{5656BFDE-F61F-4B03-B951-FBEB13A3F78B}"/>
                  </a:ext>
                </a:extLst>
              </p:cNvPr>
              <p:cNvCxnSpPr>
                <a:cxnSpLocks/>
                <a:stCxn id="93" idx="5"/>
                <a:endCxn id="93" idx="1"/>
              </p:cNvCxnSpPr>
              <p:nvPr/>
            </p:nvCxnSpPr>
            <p:spPr>
              <a:xfrm flipH="1" flipV="1">
                <a:off x="1729851" y="2164826"/>
                <a:ext cx="120110" cy="120110"/>
              </a:xfrm>
              <a:prstGeom prst="line">
                <a:avLst/>
              </a:prstGeom>
              <a:ln w="2540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6" name="连接符: 肘形 95">
              <a:extLst>
                <a:ext uri="{FF2B5EF4-FFF2-40B4-BE49-F238E27FC236}">
                  <a16:creationId xmlns:a16="http://schemas.microsoft.com/office/drawing/2014/main" id="{4ABE8A97-4D69-4B61-B83D-98E52FEE41B4}"/>
                </a:ext>
              </a:extLst>
            </p:cNvPr>
            <p:cNvCxnSpPr>
              <a:cxnSpLocks/>
              <a:stCxn id="60" idx="6"/>
              <a:endCxn id="89" idx="2"/>
            </p:cNvCxnSpPr>
            <p:nvPr/>
          </p:nvCxnSpPr>
          <p:spPr>
            <a:xfrm flipV="1">
              <a:off x="3252057" y="2813550"/>
              <a:ext cx="1461345" cy="352559"/>
            </a:xfrm>
            <a:prstGeom prst="bentConnector3">
              <a:avLst>
                <a:gd name="adj1" fmla="val 33314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连接符: 肘形 98">
              <a:extLst>
                <a:ext uri="{FF2B5EF4-FFF2-40B4-BE49-F238E27FC236}">
                  <a16:creationId xmlns:a16="http://schemas.microsoft.com/office/drawing/2014/main" id="{EC34150C-128A-4BDE-84D3-5E107E9CFED3}"/>
                </a:ext>
              </a:extLst>
            </p:cNvPr>
            <p:cNvCxnSpPr>
              <a:cxnSpLocks/>
              <a:stCxn id="60" idx="6"/>
              <a:endCxn id="81" idx="2"/>
            </p:cNvCxnSpPr>
            <p:nvPr/>
          </p:nvCxnSpPr>
          <p:spPr>
            <a:xfrm>
              <a:off x="3252057" y="3166109"/>
              <a:ext cx="2640561" cy="317736"/>
            </a:xfrm>
            <a:prstGeom prst="bentConnector3">
              <a:avLst>
                <a:gd name="adj1" fmla="val 18545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连接符: 肘形 101">
              <a:extLst>
                <a:ext uri="{FF2B5EF4-FFF2-40B4-BE49-F238E27FC236}">
                  <a16:creationId xmlns:a16="http://schemas.microsoft.com/office/drawing/2014/main" id="{4E9604E4-A7D4-409D-9E99-D68150B97576}"/>
                </a:ext>
              </a:extLst>
            </p:cNvPr>
            <p:cNvCxnSpPr>
              <a:cxnSpLocks/>
              <a:stCxn id="74" idx="6"/>
              <a:endCxn id="85" idx="2"/>
            </p:cNvCxnSpPr>
            <p:nvPr/>
          </p:nvCxnSpPr>
          <p:spPr>
            <a:xfrm>
              <a:off x="2146540" y="1822143"/>
              <a:ext cx="3156470" cy="321112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连接符: 肘形 104">
              <a:extLst>
                <a:ext uri="{FF2B5EF4-FFF2-40B4-BE49-F238E27FC236}">
                  <a16:creationId xmlns:a16="http://schemas.microsoft.com/office/drawing/2014/main" id="{95A5ABF3-00CD-44CA-AD51-E647AC90ABDA}"/>
                </a:ext>
              </a:extLst>
            </p:cNvPr>
            <p:cNvCxnSpPr>
              <a:cxnSpLocks/>
              <a:stCxn id="74" idx="6"/>
              <a:endCxn id="93" idx="2"/>
            </p:cNvCxnSpPr>
            <p:nvPr/>
          </p:nvCxnSpPr>
          <p:spPr>
            <a:xfrm flipV="1">
              <a:off x="2146540" y="1472960"/>
              <a:ext cx="1977254" cy="349183"/>
            </a:xfrm>
            <a:prstGeom prst="bentConnector3">
              <a:avLst>
                <a:gd name="adj1" fmla="val 79674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2C525387-4B8D-452E-ADA3-5D63D08B8157}"/>
                </a:ext>
              </a:extLst>
            </p:cNvPr>
            <p:cNvSpPr/>
            <p:nvPr/>
          </p:nvSpPr>
          <p:spPr>
            <a:xfrm>
              <a:off x="6833067" y="1223452"/>
              <a:ext cx="1228057" cy="499017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积分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清除</a:t>
              </a:r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7618CDFA-5288-4545-841A-3D13AE9CE65A}"/>
                </a:ext>
              </a:extLst>
            </p:cNvPr>
            <p:cNvSpPr/>
            <p:nvPr/>
          </p:nvSpPr>
          <p:spPr>
            <a:xfrm>
              <a:off x="6833067" y="1893747"/>
              <a:ext cx="1228057" cy="499017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积分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清除</a:t>
              </a:r>
            </a:p>
          </p:txBody>
        </p:sp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73A3D4F6-DA6C-4AD0-BBB7-63687CEA65A4}"/>
                </a:ext>
              </a:extLst>
            </p:cNvPr>
            <p:cNvSpPr/>
            <p:nvPr/>
          </p:nvSpPr>
          <p:spPr>
            <a:xfrm>
              <a:off x="6833067" y="2564042"/>
              <a:ext cx="1228057" cy="499017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积分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清除</a:t>
              </a:r>
            </a:p>
          </p:txBody>
        </p:sp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839C823A-65F3-4D0C-8BBC-0F070FF70939}"/>
                </a:ext>
              </a:extLst>
            </p:cNvPr>
            <p:cNvSpPr/>
            <p:nvPr/>
          </p:nvSpPr>
          <p:spPr>
            <a:xfrm>
              <a:off x="6833067" y="3234337"/>
              <a:ext cx="1228057" cy="499017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积分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清除</a:t>
              </a:r>
            </a:p>
          </p:txBody>
        </p:sp>
        <p:cxnSp>
          <p:nvCxnSpPr>
            <p:cNvPr id="112" name="直接箭头连接符 111">
              <a:extLst>
                <a:ext uri="{FF2B5EF4-FFF2-40B4-BE49-F238E27FC236}">
                  <a16:creationId xmlns:a16="http://schemas.microsoft.com/office/drawing/2014/main" id="{48173642-24EC-4E63-A4FB-801609BE54AB}"/>
                </a:ext>
              </a:extLst>
            </p:cNvPr>
            <p:cNvCxnSpPr>
              <a:cxnSpLocks/>
              <a:stCxn id="93" idx="6"/>
              <a:endCxn id="108" idx="1"/>
            </p:cNvCxnSpPr>
            <p:nvPr/>
          </p:nvCxnSpPr>
          <p:spPr>
            <a:xfrm>
              <a:off x="4530557" y="1472960"/>
              <a:ext cx="2302510" cy="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箭头连接符 114">
              <a:extLst>
                <a:ext uri="{FF2B5EF4-FFF2-40B4-BE49-F238E27FC236}">
                  <a16:creationId xmlns:a16="http://schemas.microsoft.com/office/drawing/2014/main" id="{D97B06BE-74AF-462C-9D89-95BE0EB44E08}"/>
                </a:ext>
              </a:extLst>
            </p:cNvPr>
            <p:cNvCxnSpPr>
              <a:cxnSpLocks/>
              <a:stCxn id="85" idx="6"/>
              <a:endCxn id="109" idx="1"/>
            </p:cNvCxnSpPr>
            <p:nvPr/>
          </p:nvCxnSpPr>
          <p:spPr>
            <a:xfrm>
              <a:off x="5709773" y="2143255"/>
              <a:ext cx="1123294" cy="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箭头连接符 117">
              <a:extLst>
                <a:ext uri="{FF2B5EF4-FFF2-40B4-BE49-F238E27FC236}">
                  <a16:creationId xmlns:a16="http://schemas.microsoft.com/office/drawing/2014/main" id="{1F8DEE3D-1E2C-4D07-92DD-05F3EFA10B7E}"/>
                </a:ext>
              </a:extLst>
            </p:cNvPr>
            <p:cNvCxnSpPr>
              <a:cxnSpLocks/>
              <a:stCxn id="89" idx="6"/>
              <a:endCxn id="110" idx="1"/>
            </p:cNvCxnSpPr>
            <p:nvPr/>
          </p:nvCxnSpPr>
          <p:spPr>
            <a:xfrm>
              <a:off x="5120165" y="2813550"/>
              <a:ext cx="1712902" cy="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箭头连接符 120">
              <a:extLst>
                <a:ext uri="{FF2B5EF4-FFF2-40B4-BE49-F238E27FC236}">
                  <a16:creationId xmlns:a16="http://schemas.microsoft.com/office/drawing/2014/main" id="{43958A9B-C49E-4188-B839-6912BA27CAD1}"/>
                </a:ext>
              </a:extLst>
            </p:cNvPr>
            <p:cNvCxnSpPr>
              <a:cxnSpLocks/>
              <a:stCxn id="81" idx="6"/>
              <a:endCxn id="111" idx="1"/>
            </p:cNvCxnSpPr>
            <p:nvPr/>
          </p:nvCxnSpPr>
          <p:spPr>
            <a:xfrm>
              <a:off x="6299381" y="3483845"/>
              <a:ext cx="533686" cy="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矩形 124">
              <a:extLst>
                <a:ext uri="{FF2B5EF4-FFF2-40B4-BE49-F238E27FC236}">
                  <a16:creationId xmlns:a16="http://schemas.microsoft.com/office/drawing/2014/main" id="{E7E5E0A2-DACA-4226-B4CB-3E1430331311}"/>
                </a:ext>
              </a:extLst>
            </p:cNvPr>
            <p:cNvSpPr/>
            <p:nvPr/>
          </p:nvSpPr>
          <p:spPr>
            <a:xfrm>
              <a:off x="9031257" y="1223452"/>
              <a:ext cx="788562" cy="499017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幅值</a:t>
              </a:r>
            </a:p>
          </p:txBody>
        </p:sp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24D6FC3C-7902-4FAD-9CBC-006CD3AF84C0}"/>
                </a:ext>
              </a:extLst>
            </p:cNvPr>
            <p:cNvSpPr/>
            <p:nvPr/>
          </p:nvSpPr>
          <p:spPr>
            <a:xfrm>
              <a:off x="9031260" y="3234337"/>
              <a:ext cx="788562" cy="499017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幅值</a:t>
              </a:r>
            </a:p>
          </p:txBody>
        </p:sp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1FFF4CB4-C795-43AC-8B28-09F3B0A00B63}"/>
                </a:ext>
              </a:extLst>
            </p:cNvPr>
            <p:cNvSpPr/>
            <p:nvPr/>
          </p:nvSpPr>
          <p:spPr>
            <a:xfrm>
              <a:off x="10034811" y="1219570"/>
              <a:ext cx="1228057" cy="499017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积分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清除</a:t>
              </a:r>
            </a:p>
          </p:txBody>
        </p:sp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9F2F201A-05F3-4557-815E-8B8A0E41FE31}"/>
                </a:ext>
              </a:extLst>
            </p:cNvPr>
            <p:cNvSpPr/>
            <p:nvPr/>
          </p:nvSpPr>
          <p:spPr>
            <a:xfrm>
              <a:off x="10034810" y="2223804"/>
              <a:ext cx="1228057" cy="499017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误差检测</a:t>
              </a:r>
            </a:p>
          </p:txBody>
        </p:sp>
        <p:sp>
          <p:nvSpPr>
            <p:cNvPr id="129" name="矩形 128">
              <a:extLst>
                <a:ext uri="{FF2B5EF4-FFF2-40B4-BE49-F238E27FC236}">
                  <a16:creationId xmlns:a16="http://schemas.microsoft.com/office/drawing/2014/main" id="{8B886848-1C0D-4DDD-AA37-77C5525BC460}"/>
                </a:ext>
              </a:extLst>
            </p:cNvPr>
            <p:cNvSpPr/>
            <p:nvPr/>
          </p:nvSpPr>
          <p:spPr>
            <a:xfrm>
              <a:off x="10034811" y="3228039"/>
              <a:ext cx="1228057" cy="499017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积分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清除</a:t>
              </a:r>
            </a:p>
          </p:txBody>
        </p:sp>
        <p:cxnSp>
          <p:nvCxnSpPr>
            <p:cNvPr id="130" name="直接箭头连接符 129">
              <a:extLst>
                <a:ext uri="{FF2B5EF4-FFF2-40B4-BE49-F238E27FC236}">
                  <a16:creationId xmlns:a16="http://schemas.microsoft.com/office/drawing/2014/main" id="{249C37F2-3448-414A-97B6-B945951485D6}"/>
                </a:ext>
              </a:extLst>
            </p:cNvPr>
            <p:cNvCxnSpPr>
              <a:cxnSpLocks/>
              <a:stCxn id="111" idx="3"/>
              <a:endCxn id="126" idx="1"/>
            </p:cNvCxnSpPr>
            <p:nvPr/>
          </p:nvCxnSpPr>
          <p:spPr>
            <a:xfrm>
              <a:off x="8061124" y="3483846"/>
              <a:ext cx="970136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箭头连接符 132">
              <a:extLst>
                <a:ext uri="{FF2B5EF4-FFF2-40B4-BE49-F238E27FC236}">
                  <a16:creationId xmlns:a16="http://schemas.microsoft.com/office/drawing/2014/main" id="{2DBF3F82-9D10-412C-B14D-044D8CD0FB12}"/>
                </a:ext>
              </a:extLst>
            </p:cNvPr>
            <p:cNvCxnSpPr>
              <a:cxnSpLocks/>
              <a:stCxn id="109" idx="3"/>
              <a:endCxn id="126" idx="0"/>
            </p:cNvCxnSpPr>
            <p:nvPr/>
          </p:nvCxnSpPr>
          <p:spPr>
            <a:xfrm>
              <a:off x="8061124" y="2143256"/>
              <a:ext cx="1364417" cy="109108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箭头连接符 135">
              <a:extLst>
                <a:ext uri="{FF2B5EF4-FFF2-40B4-BE49-F238E27FC236}">
                  <a16:creationId xmlns:a16="http://schemas.microsoft.com/office/drawing/2014/main" id="{81C7168E-E843-4721-889D-392E2C7EB5F4}"/>
                </a:ext>
              </a:extLst>
            </p:cNvPr>
            <p:cNvCxnSpPr>
              <a:cxnSpLocks/>
              <a:stCxn id="110" idx="3"/>
              <a:endCxn id="125" idx="2"/>
            </p:cNvCxnSpPr>
            <p:nvPr/>
          </p:nvCxnSpPr>
          <p:spPr>
            <a:xfrm flipV="1">
              <a:off x="8061124" y="1722469"/>
              <a:ext cx="1364414" cy="10910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箭头连接符 138">
              <a:extLst>
                <a:ext uri="{FF2B5EF4-FFF2-40B4-BE49-F238E27FC236}">
                  <a16:creationId xmlns:a16="http://schemas.microsoft.com/office/drawing/2014/main" id="{E6E6CD92-06AD-4964-80FF-5AFFE9F19286}"/>
                </a:ext>
              </a:extLst>
            </p:cNvPr>
            <p:cNvCxnSpPr>
              <a:cxnSpLocks/>
              <a:stCxn id="108" idx="3"/>
              <a:endCxn id="125" idx="1"/>
            </p:cNvCxnSpPr>
            <p:nvPr/>
          </p:nvCxnSpPr>
          <p:spPr>
            <a:xfrm>
              <a:off x="8061124" y="1472961"/>
              <a:ext cx="97013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箭头连接符 142">
              <a:extLst>
                <a:ext uri="{FF2B5EF4-FFF2-40B4-BE49-F238E27FC236}">
                  <a16:creationId xmlns:a16="http://schemas.microsoft.com/office/drawing/2014/main" id="{F8BA91F2-BD8D-4F6B-8498-C0F207B99E90}"/>
                </a:ext>
              </a:extLst>
            </p:cNvPr>
            <p:cNvCxnSpPr>
              <a:cxnSpLocks/>
              <a:stCxn id="125" idx="3"/>
              <a:endCxn id="127" idx="1"/>
            </p:cNvCxnSpPr>
            <p:nvPr/>
          </p:nvCxnSpPr>
          <p:spPr>
            <a:xfrm flipV="1">
              <a:off x="9819819" y="1469079"/>
              <a:ext cx="214992" cy="38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箭头连接符 145">
              <a:extLst>
                <a:ext uri="{FF2B5EF4-FFF2-40B4-BE49-F238E27FC236}">
                  <a16:creationId xmlns:a16="http://schemas.microsoft.com/office/drawing/2014/main" id="{C926E05F-2727-4FD9-812B-CC4783148E3E}"/>
                </a:ext>
              </a:extLst>
            </p:cNvPr>
            <p:cNvCxnSpPr>
              <a:cxnSpLocks/>
              <a:stCxn id="126" idx="3"/>
              <a:endCxn id="129" idx="1"/>
            </p:cNvCxnSpPr>
            <p:nvPr/>
          </p:nvCxnSpPr>
          <p:spPr>
            <a:xfrm flipV="1">
              <a:off x="9819822" y="3477548"/>
              <a:ext cx="214989" cy="629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箭头连接符 148">
              <a:extLst>
                <a:ext uri="{FF2B5EF4-FFF2-40B4-BE49-F238E27FC236}">
                  <a16:creationId xmlns:a16="http://schemas.microsoft.com/office/drawing/2014/main" id="{B7D03E7F-32FD-497E-8375-20E584F5B789}"/>
                </a:ext>
              </a:extLst>
            </p:cNvPr>
            <p:cNvCxnSpPr>
              <a:cxnSpLocks/>
              <a:stCxn id="127" idx="2"/>
              <a:endCxn id="128" idx="0"/>
            </p:cNvCxnSpPr>
            <p:nvPr/>
          </p:nvCxnSpPr>
          <p:spPr>
            <a:xfrm flipH="1">
              <a:off x="10648839" y="1718587"/>
              <a:ext cx="1" cy="50521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接箭头连接符 151">
              <a:extLst>
                <a:ext uri="{FF2B5EF4-FFF2-40B4-BE49-F238E27FC236}">
                  <a16:creationId xmlns:a16="http://schemas.microsoft.com/office/drawing/2014/main" id="{6845812B-1B78-4BAD-BC3F-E621ED3D8E8E}"/>
                </a:ext>
              </a:extLst>
            </p:cNvPr>
            <p:cNvCxnSpPr>
              <a:cxnSpLocks/>
              <a:stCxn id="129" idx="0"/>
              <a:endCxn id="128" idx="2"/>
            </p:cNvCxnSpPr>
            <p:nvPr/>
          </p:nvCxnSpPr>
          <p:spPr>
            <a:xfrm flipH="1" flipV="1">
              <a:off x="10648839" y="2722821"/>
              <a:ext cx="1" cy="50521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矩形 157">
              <a:extLst>
                <a:ext uri="{FF2B5EF4-FFF2-40B4-BE49-F238E27FC236}">
                  <a16:creationId xmlns:a16="http://schemas.microsoft.com/office/drawing/2014/main" id="{0917433B-E283-45A2-831A-87EA69BA9068}"/>
                </a:ext>
              </a:extLst>
            </p:cNvPr>
            <p:cNvSpPr/>
            <p:nvPr/>
          </p:nvSpPr>
          <p:spPr>
            <a:xfrm>
              <a:off x="9869243" y="5177373"/>
              <a:ext cx="1393624" cy="499017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环路滤波器</a:t>
              </a:r>
            </a:p>
          </p:txBody>
        </p:sp>
        <p:cxnSp>
          <p:nvCxnSpPr>
            <p:cNvPr id="159" name="连接符: 肘形 158">
              <a:extLst>
                <a:ext uri="{FF2B5EF4-FFF2-40B4-BE49-F238E27FC236}">
                  <a16:creationId xmlns:a16="http://schemas.microsoft.com/office/drawing/2014/main" id="{3E0E0E00-1ECF-4725-A5CC-CC83DC977B78}"/>
                </a:ext>
              </a:extLst>
            </p:cNvPr>
            <p:cNvCxnSpPr>
              <a:cxnSpLocks/>
              <a:stCxn id="128" idx="3"/>
              <a:endCxn id="158" idx="3"/>
            </p:cNvCxnSpPr>
            <p:nvPr/>
          </p:nvCxnSpPr>
          <p:spPr>
            <a:xfrm>
              <a:off x="11262867" y="2473313"/>
              <a:ext cx="12700" cy="2953569"/>
            </a:xfrm>
            <a:prstGeom prst="bentConnector3">
              <a:avLst>
                <a:gd name="adj1" fmla="val 1800000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3" name="组合 162">
              <a:extLst>
                <a:ext uri="{FF2B5EF4-FFF2-40B4-BE49-F238E27FC236}">
                  <a16:creationId xmlns:a16="http://schemas.microsoft.com/office/drawing/2014/main" id="{8265446F-C883-4380-AC11-EC357CC15AAF}"/>
                </a:ext>
              </a:extLst>
            </p:cNvPr>
            <p:cNvGrpSpPr/>
            <p:nvPr/>
          </p:nvGrpSpPr>
          <p:grpSpPr>
            <a:xfrm>
              <a:off x="9031257" y="5210820"/>
              <a:ext cx="406763" cy="406763"/>
              <a:chOff x="1704975" y="2139950"/>
              <a:chExt cx="169862" cy="169862"/>
            </a:xfrm>
          </p:grpSpPr>
          <p:sp>
            <p:nvSpPr>
              <p:cNvPr id="164" name="椭圆 163">
                <a:extLst>
                  <a:ext uri="{FF2B5EF4-FFF2-40B4-BE49-F238E27FC236}">
                    <a16:creationId xmlns:a16="http://schemas.microsoft.com/office/drawing/2014/main" id="{D564C2F3-57AD-4177-A6D0-026068B1D3DA}"/>
                  </a:ext>
                </a:extLst>
              </p:cNvPr>
              <p:cNvSpPr/>
              <p:nvPr/>
            </p:nvSpPr>
            <p:spPr>
              <a:xfrm>
                <a:off x="1704975" y="2139950"/>
                <a:ext cx="169862" cy="169862"/>
              </a:xfrm>
              <a:prstGeom prst="ellipse">
                <a:avLst/>
              </a:prstGeom>
              <a:noFill/>
              <a:ln w="254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65" name="直接连接符 164">
                <a:extLst>
                  <a:ext uri="{FF2B5EF4-FFF2-40B4-BE49-F238E27FC236}">
                    <a16:creationId xmlns:a16="http://schemas.microsoft.com/office/drawing/2014/main" id="{74DECC56-E52D-409D-98A6-0466F0B62358}"/>
                  </a:ext>
                </a:extLst>
              </p:cNvPr>
              <p:cNvCxnSpPr>
                <a:cxnSpLocks/>
                <a:stCxn id="164" idx="6"/>
                <a:endCxn id="164" idx="2"/>
              </p:cNvCxnSpPr>
              <p:nvPr/>
            </p:nvCxnSpPr>
            <p:spPr>
              <a:xfrm flipH="1">
                <a:off x="1704975" y="2224881"/>
                <a:ext cx="169862" cy="0"/>
              </a:xfrm>
              <a:prstGeom prst="line">
                <a:avLst/>
              </a:prstGeom>
              <a:ln w="2540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直接连接符 165">
                <a:extLst>
                  <a:ext uri="{FF2B5EF4-FFF2-40B4-BE49-F238E27FC236}">
                    <a16:creationId xmlns:a16="http://schemas.microsoft.com/office/drawing/2014/main" id="{C6037C36-5610-4C61-9DF9-2BBA5DB0E292}"/>
                  </a:ext>
                </a:extLst>
              </p:cNvPr>
              <p:cNvCxnSpPr>
                <a:cxnSpLocks/>
                <a:stCxn id="164" idx="4"/>
                <a:endCxn id="164" idx="0"/>
              </p:cNvCxnSpPr>
              <p:nvPr/>
            </p:nvCxnSpPr>
            <p:spPr>
              <a:xfrm flipV="1">
                <a:off x="1789906" y="2139950"/>
                <a:ext cx="0" cy="169862"/>
              </a:xfrm>
              <a:prstGeom prst="line">
                <a:avLst/>
              </a:prstGeom>
              <a:ln w="2540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1" name="直接箭头连接符 170">
              <a:extLst>
                <a:ext uri="{FF2B5EF4-FFF2-40B4-BE49-F238E27FC236}">
                  <a16:creationId xmlns:a16="http://schemas.microsoft.com/office/drawing/2014/main" id="{E30B98E5-9EBB-4FAB-9F65-02C3E9331823}"/>
                </a:ext>
              </a:extLst>
            </p:cNvPr>
            <p:cNvCxnSpPr>
              <a:cxnSpLocks/>
              <a:stCxn id="158" idx="1"/>
              <a:endCxn id="164" idx="6"/>
            </p:cNvCxnSpPr>
            <p:nvPr/>
          </p:nvCxnSpPr>
          <p:spPr>
            <a:xfrm flipH="1" flipV="1">
              <a:off x="9438020" y="5414202"/>
              <a:ext cx="431223" cy="126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" name="矩形 173">
              <a:extLst>
                <a:ext uri="{FF2B5EF4-FFF2-40B4-BE49-F238E27FC236}">
                  <a16:creationId xmlns:a16="http://schemas.microsoft.com/office/drawing/2014/main" id="{7894DA3C-839E-4E21-8679-AC7597D5EF3F}"/>
                </a:ext>
              </a:extLst>
            </p:cNvPr>
            <p:cNvSpPr/>
            <p:nvPr/>
          </p:nvSpPr>
          <p:spPr>
            <a:xfrm>
              <a:off x="6827085" y="5179610"/>
              <a:ext cx="1527497" cy="499017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C/A 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码 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NCO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75" name="直接箭头连接符 174">
              <a:extLst>
                <a:ext uri="{FF2B5EF4-FFF2-40B4-BE49-F238E27FC236}">
                  <a16:creationId xmlns:a16="http://schemas.microsoft.com/office/drawing/2014/main" id="{3DC80059-2A36-434D-9730-39C83A12BB01}"/>
                </a:ext>
              </a:extLst>
            </p:cNvPr>
            <p:cNvCxnSpPr>
              <a:cxnSpLocks/>
              <a:stCxn id="164" idx="2"/>
              <a:endCxn id="174" idx="3"/>
            </p:cNvCxnSpPr>
            <p:nvPr/>
          </p:nvCxnSpPr>
          <p:spPr>
            <a:xfrm flipH="1">
              <a:off x="8354582" y="5414202"/>
              <a:ext cx="676675" cy="1491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矩形 177">
              <a:extLst>
                <a:ext uri="{FF2B5EF4-FFF2-40B4-BE49-F238E27FC236}">
                  <a16:creationId xmlns:a16="http://schemas.microsoft.com/office/drawing/2014/main" id="{63DEFD6D-1062-4ED3-87DF-3A07D3C6CE91}"/>
                </a:ext>
              </a:extLst>
            </p:cNvPr>
            <p:cNvSpPr/>
            <p:nvPr/>
          </p:nvSpPr>
          <p:spPr>
            <a:xfrm>
              <a:off x="3813227" y="5177374"/>
              <a:ext cx="1603350" cy="499017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C/A 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码发生器</a:t>
              </a:r>
            </a:p>
          </p:txBody>
        </p:sp>
        <p:cxnSp>
          <p:nvCxnSpPr>
            <p:cNvPr id="179" name="直接箭头连接符 178">
              <a:extLst>
                <a:ext uri="{FF2B5EF4-FFF2-40B4-BE49-F238E27FC236}">
                  <a16:creationId xmlns:a16="http://schemas.microsoft.com/office/drawing/2014/main" id="{44D2F78B-92D9-43C4-A1B3-942E743BD2AC}"/>
                </a:ext>
              </a:extLst>
            </p:cNvPr>
            <p:cNvCxnSpPr>
              <a:cxnSpLocks/>
              <a:stCxn id="174" idx="1"/>
              <a:endCxn id="178" idx="3"/>
            </p:cNvCxnSpPr>
            <p:nvPr/>
          </p:nvCxnSpPr>
          <p:spPr>
            <a:xfrm flipH="1" flipV="1">
              <a:off x="5416577" y="5426883"/>
              <a:ext cx="1410508" cy="223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矩形 181">
              <a:extLst>
                <a:ext uri="{FF2B5EF4-FFF2-40B4-BE49-F238E27FC236}">
                  <a16:creationId xmlns:a16="http://schemas.microsoft.com/office/drawing/2014/main" id="{C3FEC23C-336D-4F79-BCCA-B8E755C4F966}"/>
                </a:ext>
              </a:extLst>
            </p:cNvPr>
            <p:cNvSpPr/>
            <p:nvPr/>
          </p:nvSpPr>
          <p:spPr>
            <a:xfrm>
              <a:off x="4863900" y="4386368"/>
              <a:ext cx="1802497" cy="499017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 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位移位寄存器</a:t>
              </a:r>
            </a:p>
          </p:txBody>
        </p:sp>
        <p:cxnSp>
          <p:nvCxnSpPr>
            <p:cNvPr id="183" name="连接符: 肘形 182">
              <a:extLst>
                <a:ext uri="{FF2B5EF4-FFF2-40B4-BE49-F238E27FC236}">
                  <a16:creationId xmlns:a16="http://schemas.microsoft.com/office/drawing/2014/main" id="{8922021C-F0BB-43E0-A9AE-EA1065A4E6EA}"/>
                </a:ext>
              </a:extLst>
            </p:cNvPr>
            <p:cNvCxnSpPr>
              <a:cxnSpLocks/>
              <a:stCxn id="178" idx="0"/>
              <a:endCxn id="182" idx="1"/>
            </p:cNvCxnSpPr>
            <p:nvPr/>
          </p:nvCxnSpPr>
          <p:spPr>
            <a:xfrm rot="5400000" flipH="1" flipV="1">
              <a:off x="4468653" y="4782127"/>
              <a:ext cx="541497" cy="248998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连接符: 肘形 185">
              <a:extLst>
                <a:ext uri="{FF2B5EF4-FFF2-40B4-BE49-F238E27FC236}">
                  <a16:creationId xmlns:a16="http://schemas.microsoft.com/office/drawing/2014/main" id="{496E6256-4654-4358-946B-2BA842D246A2}"/>
                </a:ext>
              </a:extLst>
            </p:cNvPr>
            <p:cNvCxnSpPr>
              <a:cxnSpLocks/>
              <a:stCxn id="174" idx="0"/>
              <a:endCxn id="182" idx="3"/>
            </p:cNvCxnSpPr>
            <p:nvPr/>
          </p:nvCxnSpPr>
          <p:spPr>
            <a:xfrm rot="16200000" flipV="1">
              <a:off x="6856750" y="4445525"/>
              <a:ext cx="543733" cy="924437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连接符: 肘形 195">
              <a:extLst>
                <a:ext uri="{FF2B5EF4-FFF2-40B4-BE49-F238E27FC236}">
                  <a16:creationId xmlns:a16="http://schemas.microsoft.com/office/drawing/2014/main" id="{97008668-C53F-491C-BC53-C50DFB1A2EA9}"/>
                </a:ext>
              </a:extLst>
            </p:cNvPr>
            <p:cNvCxnSpPr>
              <a:cxnSpLocks/>
              <a:stCxn id="182" idx="0"/>
              <a:endCxn id="81" idx="4"/>
            </p:cNvCxnSpPr>
            <p:nvPr/>
          </p:nvCxnSpPr>
          <p:spPr>
            <a:xfrm rot="5400000" flipH="1" flipV="1">
              <a:off x="5581003" y="3871372"/>
              <a:ext cx="699142" cy="330851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连接符: 肘形 198">
              <a:extLst>
                <a:ext uri="{FF2B5EF4-FFF2-40B4-BE49-F238E27FC236}">
                  <a16:creationId xmlns:a16="http://schemas.microsoft.com/office/drawing/2014/main" id="{1E5E7991-8CAE-45F4-B586-84FC5B0CBE50}"/>
                </a:ext>
              </a:extLst>
            </p:cNvPr>
            <p:cNvCxnSpPr>
              <a:cxnSpLocks/>
              <a:stCxn id="182" idx="0"/>
              <a:endCxn id="85" idx="4"/>
            </p:cNvCxnSpPr>
            <p:nvPr/>
          </p:nvCxnSpPr>
          <p:spPr>
            <a:xfrm rot="16200000" flipV="1">
              <a:off x="4615905" y="3237123"/>
              <a:ext cx="2039732" cy="258757"/>
            </a:xfrm>
            <a:prstGeom prst="bentConnector3">
              <a:avLst>
                <a:gd name="adj1" fmla="val 17125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连接符: 肘形 201">
              <a:extLst>
                <a:ext uri="{FF2B5EF4-FFF2-40B4-BE49-F238E27FC236}">
                  <a16:creationId xmlns:a16="http://schemas.microsoft.com/office/drawing/2014/main" id="{3FFF85CC-D585-4518-B03D-609798176B4E}"/>
                </a:ext>
              </a:extLst>
            </p:cNvPr>
            <p:cNvCxnSpPr>
              <a:cxnSpLocks/>
              <a:stCxn id="178" idx="0"/>
              <a:endCxn id="89" idx="4"/>
            </p:cNvCxnSpPr>
            <p:nvPr/>
          </p:nvCxnSpPr>
          <p:spPr>
            <a:xfrm rot="5400000" flipH="1" flipV="1">
              <a:off x="3685622" y="3946212"/>
              <a:ext cx="2160443" cy="301882"/>
            </a:xfrm>
            <a:prstGeom prst="bentConnector3">
              <a:avLst>
                <a:gd name="adj1" fmla="val 53086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连接符: 肘形 204">
              <a:extLst>
                <a:ext uri="{FF2B5EF4-FFF2-40B4-BE49-F238E27FC236}">
                  <a16:creationId xmlns:a16="http://schemas.microsoft.com/office/drawing/2014/main" id="{A8C85305-0B31-4111-BE5F-854249482CCB}"/>
                </a:ext>
              </a:extLst>
            </p:cNvPr>
            <p:cNvCxnSpPr>
              <a:cxnSpLocks/>
              <a:stCxn id="178" idx="0"/>
              <a:endCxn id="93" idx="4"/>
            </p:cNvCxnSpPr>
            <p:nvPr/>
          </p:nvCxnSpPr>
          <p:spPr>
            <a:xfrm rot="16200000" flipV="1">
              <a:off x="2720523" y="3282995"/>
              <a:ext cx="3501033" cy="287726"/>
            </a:xfrm>
            <a:prstGeom prst="bentConnector3">
              <a:avLst>
                <a:gd name="adj1" fmla="val 32724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" name="矩形 207">
              <a:extLst>
                <a:ext uri="{FF2B5EF4-FFF2-40B4-BE49-F238E27FC236}">
                  <a16:creationId xmlns:a16="http://schemas.microsoft.com/office/drawing/2014/main" id="{378C6B38-0156-45A5-9720-4478C5D3507D}"/>
                </a:ext>
              </a:extLst>
            </p:cNvPr>
            <p:cNvSpPr/>
            <p:nvPr/>
          </p:nvSpPr>
          <p:spPr>
            <a:xfrm>
              <a:off x="3994756" y="6079897"/>
              <a:ext cx="1240291" cy="499017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码积分器</a:t>
              </a:r>
            </a:p>
          </p:txBody>
        </p:sp>
        <p:cxnSp>
          <p:nvCxnSpPr>
            <p:cNvPr id="210" name="直接箭头连接符 209">
              <a:extLst>
                <a:ext uri="{FF2B5EF4-FFF2-40B4-BE49-F238E27FC236}">
                  <a16:creationId xmlns:a16="http://schemas.microsoft.com/office/drawing/2014/main" id="{49EFDA58-0495-455B-9358-C4B98C5C17A0}"/>
                </a:ext>
              </a:extLst>
            </p:cNvPr>
            <p:cNvCxnSpPr>
              <a:cxnSpLocks/>
              <a:stCxn id="178" idx="2"/>
              <a:endCxn id="208" idx="0"/>
            </p:cNvCxnSpPr>
            <p:nvPr/>
          </p:nvCxnSpPr>
          <p:spPr>
            <a:xfrm>
              <a:off x="4614902" y="5676391"/>
              <a:ext cx="0" cy="40350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7" name="文本框 246">
                  <a:extLst>
                    <a:ext uri="{FF2B5EF4-FFF2-40B4-BE49-F238E27FC236}">
                      <a16:creationId xmlns:a16="http://schemas.microsoft.com/office/drawing/2014/main" id="{A6821E4D-26A1-41AC-8D11-61EB3CE8372F}"/>
                    </a:ext>
                  </a:extLst>
                </p:cNvPr>
                <p:cNvSpPr txBox="1"/>
                <p:nvPr/>
              </p:nvSpPr>
              <p:spPr>
                <a:xfrm>
                  <a:off x="2330039" y="6144258"/>
                  <a:ext cx="34481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47" name="文本框 246">
                  <a:extLst>
                    <a:ext uri="{FF2B5EF4-FFF2-40B4-BE49-F238E27FC236}">
                      <a16:creationId xmlns:a16="http://schemas.microsoft.com/office/drawing/2014/main" id="{A6821E4D-26A1-41AC-8D11-61EB3CE837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0039" y="6144258"/>
                  <a:ext cx="344812" cy="370294"/>
                </a:xfrm>
                <a:prstGeom prst="rect">
                  <a:avLst/>
                </a:prstGeom>
                <a:blipFill>
                  <a:blip r:embed="rId2"/>
                  <a:stretch>
                    <a:fillRect l="-17544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8" name="文本框 247">
                  <a:extLst>
                    <a:ext uri="{FF2B5EF4-FFF2-40B4-BE49-F238E27FC236}">
                      <a16:creationId xmlns:a16="http://schemas.microsoft.com/office/drawing/2014/main" id="{79A7AA46-E1F8-4C46-8EA2-7D3B8F8555CE}"/>
                    </a:ext>
                  </a:extLst>
                </p:cNvPr>
                <p:cNvSpPr txBox="1"/>
                <p:nvPr/>
              </p:nvSpPr>
              <p:spPr>
                <a:xfrm>
                  <a:off x="7418427" y="6144258"/>
                  <a:ext cx="34481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48" name="文本框 247">
                  <a:extLst>
                    <a:ext uri="{FF2B5EF4-FFF2-40B4-BE49-F238E27FC236}">
                      <a16:creationId xmlns:a16="http://schemas.microsoft.com/office/drawing/2014/main" id="{79A7AA46-E1F8-4C46-8EA2-7D3B8F8555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8427" y="6144258"/>
                  <a:ext cx="344812" cy="370294"/>
                </a:xfrm>
                <a:prstGeom prst="rect">
                  <a:avLst/>
                </a:prstGeom>
                <a:blipFill>
                  <a:blip r:embed="rId3"/>
                  <a:stretch>
                    <a:fillRect l="-17857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9" name="直接箭头连接符 248">
              <a:extLst>
                <a:ext uri="{FF2B5EF4-FFF2-40B4-BE49-F238E27FC236}">
                  <a16:creationId xmlns:a16="http://schemas.microsoft.com/office/drawing/2014/main" id="{30593BBB-554D-47F4-8898-109CD84AA927}"/>
                </a:ext>
              </a:extLst>
            </p:cNvPr>
            <p:cNvCxnSpPr>
              <a:cxnSpLocks/>
              <a:stCxn id="247" idx="0"/>
              <a:endCxn id="63" idx="2"/>
            </p:cNvCxnSpPr>
            <p:nvPr/>
          </p:nvCxnSpPr>
          <p:spPr>
            <a:xfrm flipV="1">
              <a:off x="2502445" y="5671168"/>
              <a:ext cx="1" cy="47309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直接箭头连接符 251">
              <a:extLst>
                <a:ext uri="{FF2B5EF4-FFF2-40B4-BE49-F238E27FC236}">
                  <a16:creationId xmlns:a16="http://schemas.microsoft.com/office/drawing/2014/main" id="{4439E8BF-43D8-44BC-B58E-CE89A27A8FA2}"/>
                </a:ext>
              </a:extLst>
            </p:cNvPr>
            <p:cNvCxnSpPr>
              <a:cxnSpLocks/>
              <a:stCxn id="248" idx="0"/>
              <a:endCxn id="174" idx="2"/>
            </p:cNvCxnSpPr>
            <p:nvPr/>
          </p:nvCxnSpPr>
          <p:spPr>
            <a:xfrm flipV="1">
              <a:off x="7590833" y="5678627"/>
              <a:ext cx="1" cy="46563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5" name="文本框 254">
              <a:extLst>
                <a:ext uri="{FF2B5EF4-FFF2-40B4-BE49-F238E27FC236}">
                  <a16:creationId xmlns:a16="http://schemas.microsoft.com/office/drawing/2014/main" id="{3DAD006C-162C-4FA2-853B-6566F3EFE248}"/>
                </a:ext>
              </a:extLst>
            </p:cNvPr>
            <p:cNvSpPr txBox="1"/>
            <p:nvPr/>
          </p:nvSpPr>
          <p:spPr>
            <a:xfrm>
              <a:off x="8182277" y="6144258"/>
              <a:ext cx="2104722" cy="37029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码 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NCO 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偏移量</a:t>
              </a:r>
              <a:endPara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56" name="直接箭头连接符 255">
              <a:extLst>
                <a:ext uri="{FF2B5EF4-FFF2-40B4-BE49-F238E27FC236}">
                  <a16:creationId xmlns:a16="http://schemas.microsoft.com/office/drawing/2014/main" id="{7D3C5665-B9CD-44D7-B8FB-AB602F2CF7F1}"/>
                </a:ext>
              </a:extLst>
            </p:cNvPr>
            <p:cNvCxnSpPr>
              <a:cxnSpLocks/>
              <a:stCxn id="255" idx="0"/>
              <a:endCxn id="164" idx="4"/>
            </p:cNvCxnSpPr>
            <p:nvPr/>
          </p:nvCxnSpPr>
          <p:spPr>
            <a:xfrm flipV="1">
              <a:off x="9234638" y="5617583"/>
              <a:ext cx="1" cy="52667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9" name="文本框 258">
                  <a:extLst>
                    <a:ext uri="{FF2B5EF4-FFF2-40B4-BE49-F238E27FC236}">
                      <a16:creationId xmlns:a16="http://schemas.microsoft.com/office/drawing/2014/main" id="{C32BD5CE-DD93-4161-920F-A37C3787E2D4}"/>
                    </a:ext>
                  </a:extLst>
                </p:cNvPr>
                <p:cNvSpPr txBox="1"/>
                <p:nvPr/>
              </p:nvSpPr>
              <p:spPr>
                <a:xfrm>
                  <a:off x="5918980" y="5420003"/>
                  <a:ext cx="34481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𝑐𝑜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59" name="文本框 258">
                  <a:extLst>
                    <a:ext uri="{FF2B5EF4-FFF2-40B4-BE49-F238E27FC236}">
                      <a16:creationId xmlns:a16="http://schemas.microsoft.com/office/drawing/2014/main" id="{C32BD5CE-DD93-4161-920F-A37C3787E2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18980" y="5420003"/>
                  <a:ext cx="344812" cy="370294"/>
                </a:xfrm>
                <a:prstGeom prst="rect">
                  <a:avLst/>
                </a:prstGeom>
                <a:blipFill>
                  <a:blip r:embed="rId4"/>
                  <a:stretch>
                    <a:fillRect l="-31579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0" name="文本框 259">
                  <a:extLst>
                    <a:ext uri="{FF2B5EF4-FFF2-40B4-BE49-F238E27FC236}">
                      <a16:creationId xmlns:a16="http://schemas.microsoft.com/office/drawing/2014/main" id="{4007D06A-C111-4F45-A70F-C2A9C1781E83}"/>
                    </a:ext>
                  </a:extLst>
                </p:cNvPr>
                <p:cNvSpPr txBox="1"/>
                <p:nvPr/>
              </p:nvSpPr>
              <p:spPr>
                <a:xfrm>
                  <a:off x="6911192" y="4266063"/>
                  <a:ext cx="905454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𝑐𝑜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/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𝐷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60" name="文本框 259">
                  <a:extLst>
                    <a:ext uri="{FF2B5EF4-FFF2-40B4-BE49-F238E27FC236}">
                      <a16:creationId xmlns:a16="http://schemas.microsoft.com/office/drawing/2014/main" id="{4007D06A-C111-4F45-A70F-C2A9C1781E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1192" y="4266063"/>
                  <a:ext cx="905454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676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7" name="文本框 266">
                  <a:extLst>
                    <a:ext uri="{FF2B5EF4-FFF2-40B4-BE49-F238E27FC236}">
                      <a16:creationId xmlns:a16="http://schemas.microsoft.com/office/drawing/2014/main" id="{ADA3BC12-2BF6-4BA5-B588-FF14EA9CC118}"/>
                    </a:ext>
                  </a:extLst>
                </p:cNvPr>
                <p:cNvSpPr txBox="1"/>
                <p:nvPr/>
              </p:nvSpPr>
              <p:spPr>
                <a:xfrm>
                  <a:off x="966162" y="2343467"/>
                  <a:ext cx="830700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𝐼𝐹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e>
                        </m:d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67" name="文本框 266">
                  <a:extLst>
                    <a:ext uri="{FF2B5EF4-FFF2-40B4-BE49-F238E27FC236}">
                      <a16:creationId xmlns:a16="http://schemas.microsoft.com/office/drawing/2014/main" id="{ADA3BC12-2BF6-4BA5-B588-FF14EA9CC1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6162" y="2343467"/>
                  <a:ext cx="830700" cy="370294"/>
                </a:xfrm>
                <a:prstGeom prst="rect">
                  <a:avLst/>
                </a:prstGeom>
                <a:blipFill>
                  <a:blip r:embed="rId6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8" name="连接符: 肘形 267">
              <a:extLst>
                <a:ext uri="{FF2B5EF4-FFF2-40B4-BE49-F238E27FC236}">
                  <a16:creationId xmlns:a16="http://schemas.microsoft.com/office/drawing/2014/main" id="{5FEDDB65-3B1D-4162-9297-C9E1B8D96198}"/>
                </a:ext>
              </a:extLst>
            </p:cNvPr>
            <p:cNvCxnSpPr>
              <a:cxnSpLocks/>
              <a:stCxn id="267" idx="0"/>
              <a:endCxn id="74" idx="2"/>
            </p:cNvCxnSpPr>
            <p:nvPr/>
          </p:nvCxnSpPr>
          <p:spPr>
            <a:xfrm rot="5400000" flipH="1" flipV="1">
              <a:off x="1299982" y="1903673"/>
              <a:ext cx="521324" cy="358265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连接符: 肘形 270">
              <a:extLst>
                <a:ext uri="{FF2B5EF4-FFF2-40B4-BE49-F238E27FC236}">
                  <a16:creationId xmlns:a16="http://schemas.microsoft.com/office/drawing/2014/main" id="{9AC1BAAA-9685-43E2-AD98-5E3CCD32EFC4}"/>
                </a:ext>
              </a:extLst>
            </p:cNvPr>
            <p:cNvCxnSpPr>
              <a:cxnSpLocks/>
              <a:stCxn id="267" idx="2"/>
              <a:endCxn id="60" idx="2"/>
            </p:cNvCxnSpPr>
            <p:nvPr/>
          </p:nvCxnSpPr>
          <p:spPr>
            <a:xfrm rot="16200000" flipH="1">
              <a:off x="1887229" y="2208044"/>
              <a:ext cx="452348" cy="1463782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直接箭头连接符 277">
              <a:extLst>
                <a:ext uri="{FF2B5EF4-FFF2-40B4-BE49-F238E27FC236}">
                  <a16:creationId xmlns:a16="http://schemas.microsoft.com/office/drawing/2014/main" id="{D677A591-7D96-494C-9B9D-BD754FB0E0BE}"/>
                </a:ext>
              </a:extLst>
            </p:cNvPr>
            <p:cNvCxnSpPr>
              <a:cxnSpLocks/>
              <a:endCxn id="267" idx="1"/>
            </p:cNvCxnSpPr>
            <p:nvPr/>
          </p:nvCxnSpPr>
          <p:spPr>
            <a:xfrm>
              <a:off x="719858" y="2528614"/>
              <a:ext cx="2463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2" name="文本框 281">
                  <a:extLst>
                    <a:ext uri="{FF2B5EF4-FFF2-40B4-BE49-F238E27FC236}">
                      <a16:creationId xmlns:a16="http://schemas.microsoft.com/office/drawing/2014/main" id="{D627123D-29D0-4359-908F-7A0F2CC8FE53}"/>
                    </a:ext>
                  </a:extLst>
                </p:cNvPr>
                <p:cNvSpPr txBox="1"/>
                <p:nvPr/>
              </p:nvSpPr>
              <p:spPr>
                <a:xfrm>
                  <a:off x="2081600" y="3639199"/>
                  <a:ext cx="34481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𝑜𝑠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82" name="文本框 281">
                  <a:extLst>
                    <a:ext uri="{FF2B5EF4-FFF2-40B4-BE49-F238E27FC236}">
                      <a16:creationId xmlns:a16="http://schemas.microsoft.com/office/drawing/2014/main" id="{D627123D-29D0-4359-908F-7A0F2CC8FE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81600" y="3639199"/>
                  <a:ext cx="344812" cy="370294"/>
                </a:xfrm>
                <a:prstGeom prst="rect">
                  <a:avLst/>
                </a:prstGeom>
                <a:blipFill>
                  <a:blip r:embed="rId7"/>
                  <a:stretch>
                    <a:fillRect l="-2280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3" name="文本框 282">
                  <a:extLst>
                    <a:ext uri="{FF2B5EF4-FFF2-40B4-BE49-F238E27FC236}">
                      <a16:creationId xmlns:a16="http://schemas.microsoft.com/office/drawing/2014/main" id="{B5D78EC4-35E6-42E4-AED7-CE7765957DD4}"/>
                    </a:ext>
                  </a:extLst>
                </p:cNvPr>
                <p:cNvSpPr txBox="1"/>
                <p:nvPr/>
              </p:nvSpPr>
              <p:spPr>
                <a:xfrm>
                  <a:off x="3143113" y="3639199"/>
                  <a:ext cx="34481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𝑜𝑐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83" name="文本框 282">
                  <a:extLst>
                    <a:ext uri="{FF2B5EF4-FFF2-40B4-BE49-F238E27FC236}">
                      <a16:creationId xmlns:a16="http://schemas.microsoft.com/office/drawing/2014/main" id="{B5D78EC4-35E6-42E4-AED7-CE7765957D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3113" y="3639199"/>
                  <a:ext cx="344812" cy="370294"/>
                </a:xfrm>
                <a:prstGeom prst="rect">
                  <a:avLst/>
                </a:prstGeom>
                <a:blipFill>
                  <a:blip r:embed="rId8"/>
                  <a:stretch>
                    <a:fillRect l="-267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4" name="直接箭头连接符 283">
              <a:extLst>
                <a:ext uri="{FF2B5EF4-FFF2-40B4-BE49-F238E27FC236}">
                  <a16:creationId xmlns:a16="http://schemas.microsoft.com/office/drawing/2014/main" id="{0EF119F5-EA6F-4FBF-8F4F-37E544156BB9}"/>
                </a:ext>
              </a:extLst>
            </p:cNvPr>
            <p:cNvCxnSpPr>
              <a:cxnSpLocks/>
              <a:stCxn id="182" idx="2"/>
            </p:cNvCxnSpPr>
            <p:nvPr/>
          </p:nvCxnSpPr>
          <p:spPr>
            <a:xfrm>
              <a:off x="5765149" y="4885385"/>
              <a:ext cx="0" cy="24809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7" name="文本框 286">
                  <a:extLst>
                    <a:ext uri="{FF2B5EF4-FFF2-40B4-BE49-F238E27FC236}">
                      <a16:creationId xmlns:a16="http://schemas.microsoft.com/office/drawing/2014/main" id="{901ED509-765C-45A4-8F10-4E6383CDAA53}"/>
                    </a:ext>
                  </a:extLst>
                </p:cNvPr>
                <p:cNvSpPr txBox="1"/>
                <p:nvPr/>
              </p:nvSpPr>
              <p:spPr>
                <a:xfrm>
                  <a:off x="5786417" y="4043577"/>
                  <a:ext cx="212401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𝐿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87" name="文本框 286">
                  <a:extLst>
                    <a:ext uri="{FF2B5EF4-FFF2-40B4-BE49-F238E27FC236}">
                      <a16:creationId xmlns:a16="http://schemas.microsoft.com/office/drawing/2014/main" id="{901ED509-765C-45A4-8F10-4E6383CDAA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6417" y="4043577"/>
                  <a:ext cx="212401" cy="370294"/>
                </a:xfrm>
                <a:prstGeom prst="rect">
                  <a:avLst/>
                </a:prstGeom>
                <a:blipFill>
                  <a:blip r:embed="rId9"/>
                  <a:stretch>
                    <a:fillRect l="-3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8" name="文本框 287">
                  <a:extLst>
                    <a:ext uri="{FF2B5EF4-FFF2-40B4-BE49-F238E27FC236}">
                      <a16:creationId xmlns:a16="http://schemas.microsoft.com/office/drawing/2014/main" id="{E9FBB84C-1692-48A0-83A1-301AD660D08C}"/>
                    </a:ext>
                  </a:extLst>
                </p:cNvPr>
                <p:cNvSpPr txBox="1"/>
                <p:nvPr/>
              </p:nvSpPr>
              <p:spPr>
                <a:xfrm>
                  <a:off x="5795438" y="4819017"/>
                  <a:ext cx="212401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𝑃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88" name="文本框 287">
                  <a:extLst>
                    <a:ext uri="{FF2B5EF4-FFF2-40B4-BE49-F238E27FC236}">
                      <a16:creationId xmlns:a16="http://schemas.microsoft.com/office/drawing/2014/main" id="{E9FBB84C-1692-48A0-83A1-301AD660D0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5438" y="4819017"/>
                  <a:ext cx="212401" cy="370294"/>
                </a:xfrm>
                <a:prstGeom prst="rect">
                  <a:avLst/>
                </a:prstGeom>
                <a:blipFill>
                  <a:blip r:embed="rId10"/>
                  <a:stretch>
                    <a:fillRect l="-40000" r="-5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9" name="文本框 288">
                  <a:extLst>
                    <a:ext uri="{FF2B5EF4-FFF2-40B4-BE49-F238E27FC236}">
                      <a16:creationId xmlns:a16="http://schemas.microsoft.com/office/drawing/2014/main" id="{86F49AA1-E2B7-4E46-B2B4-9651C5294893}"/>
                    </a:ext>
                  </a:extLst>
                </p:cNvPr>
                <p:cNvSpPr txBox="1"/>
                <p:nvPr/>
              </p:nvSpPr>
              <p:spPr>
                <a:xfrm>
                  <a:off x="4369850" y="4068551"/>
                  <a:ext cx="212401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𝐸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89" name="文本框 288">
                  <a:extLst>
                    <a:ext uri="{FF2B5EF4-FFF2-40B4-BE49-F238E27FC236}">
                      <a16:creationId xmlns:a16="http://schemas.microsoft.com/office/drawing/2014/main" id="{86F49AA1-E2B7-4E46-B2B4-9651C52948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9850" y="4068551"/>
                  <a:ext cx="212401" cy="370294"/>
                </a:xfrm>
                <a:prstGeom prst="rect">
                  <a:avLst/>
                </a:prstGeom>
                <a:blipFill>
                  <a:blip r:embed="rId11"/>
                  <a:stretch>
                    <a:fillRect l="-40000" r="-5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0" name="文本框 289">
                  <a:extLst>
                    <a:ext uri="{FF2B5EF4-FFF2-40B4-BE49-F238E27FC236}">
                      <a16:creationId xmlns:a16="http://schemas.microsoft.com/office/drawing/2014/main" id="{F9F504C2-8E8C-418E-BC14-D0A13967A807}"/>
                    </a:ext>
                  </a:extLst>
                </p:cNvPr>
                <p:cNvSpPr txBox="1"/>
                <p:nvPr/>
              </p:nvSpPr>
              <p:spPr>
                <a:xfrm>
                  <a:off x="3373091" y="2764910"/>
                  <a:ext cx="301220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𝑞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90" name="文本框 289">
                  <a:extLst>
                    <a:ext uri="{FF2B5EF4-FFF2-40B4-BE49-F238E27FC236}">
                      <a16:creationId xmlns:a16="http://schemas.microsoft.com/office/drawing/2014/main" id="{F9F504C2-8E8C-418E-BC14-D0A13967A8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3091" y="2764910"/>
                  <a:ext cx="301220" cy="370294"/>
                </a:xfrm>
                <a:prstGeom prst="rect">
                  <a:avLst/>
                </a:prstGeom>
                <a:blipFill>
                  <a:blip r:embed="rId12"/>
                  <a:stretch>
                    <a:fillRect l="-10000" b="-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1" name="文本框 290">
                  <a:extLst>
                    <a:ext uri="{FF2B5EF4-FFF2-40B4-BE49-F238E27FC236}">
                      <a16:creationId xmlns:a16="http://schemas.microsoft.com/office/drawing/2014/main" id="{0D27E815-8A42-4C5A-8850-0B6EA90B235D}"/>
                    </a:ext>
                  </a:extLst>
                </p:cNvPr>
                <p:cNvSpPr txBox="1"/>
                <p:nvPr/>
              </p:nvSpPr>
              <p:spPr>
                <a:xfrm>
                  <a:off x="3390280" y="1420944"/>
                  <a:ext cx="301220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91" name="文本框 290">
                  <a:extLst>
                    <a:ext uri="{FF2B5EF4-FFF2-40B4-BE49-F238E27FC236}">
                      <a16:creationId xmlns:a16="http://schemas.microsoft.com/office/drawing/2014/main" id="{0D27E815-8A42-4C5A-8850-0B6EA90B23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90280" y="1420944"/>
                  <a:ext cx="301220" cy="370294"/>
                </a:xfrm>
                <a:prstGeom prst="rect">
                  <a:avLst/>
                </a:prstGeom>
                <a:blipFill>
                  <a:blip r:embed="rId13"/>
                  <a:stretch>
                    <a:fillRect l="-2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2" name="文本框 291">
                  <a:extLst>
                    <a:ext uri="{FF2B5EF4-FFF2-40B4-BE49-F238E27FC236}">
                      <a16:creationId xmlns:a16="http://schemas.microsoft.com/office/drawing/2014/main" id="{2278A0B0-1C22-494D-8527-B11E551F776E}"/>
                    </a:ext>
                  </a:extLst>
                </p:cNvPr>
                <p:cNvSpPr txBox="1"/>
                <p:nvPr/>
              </p:nvSpPr>
              <p:spPr>
                <a:xfrm>
                  <a:off x="6438786" y="1435135"/>
                  <a:ext cx="34481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𝐸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92" name="文本框 291">
                  <a:extLst>
                    <a:ext uri="{FF2B5EF4-FFF2-40B4-BE49-F238E27FC236}">
                      <a16:creationId xmlns:a16="http://schemas.microsoft.com/office/drawing/2014/main" id="{2278A0B0-1C22-494D-8527-B11E551F77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38786" y="1435135"/>
                  <a:ext cx="344812" cy="370294"/>
                </a:xfrm>
                <a:prstGeom prst="rect">
                  <a:avLst/>
                </a:prstGeom>
                <a:blipFill>
                  <a:blip r:embed="rId14"/>
                  <a:stretch>
                    <a:fillRect l="-12281" b="-16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3" name="文本框 292">
                  <a:extLst>
                    <a:ext uri="{FF2B5EF4-FFF2-40B4-BE49-F238E27FC236}">
                      <a16:creationId xmlns:a16="http://schemas.microsoft.com/office/drawing/2014/main" id="{3602B014-0A64-40FD-9941-76940C4FC481}"/>
                    </a:ext>
                  </a:extLst>
                </p:cNvPr>
                <p:cNvSpPr txBox="1"/>
                <p:nvPr/>
              </p:nvSpPr>
              <p:spPr>
                <a:xfrm>
                  <a:off x="6424018" y="2143254"/>
                  <a:ext cx="34481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93" name="文本框 292">
                  <a:extLst>
                    <a:ext uri="{FF2B5EF4-FFF2-40B4-BE49-F238E27FC236}">
                      <a16:creationId xmlns:a16="http://schemas.microsoft.com/office/drawing/2014/main" id="{3602B014-0A64-40FD-9941-76940C4FC4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24018" y="2143254"/>
                  <a:ext cx="344812" cy="370294"/>
                </a:xfrm>
                <a:prstGeom prst="rect">
                  <a:avLst/>
                </a:prstGeom>
                <a:blipFill>
                  <a:blip r:embed="rId15"/>
                  <a:stretch>
                    <a:fillRect l="-10714" b="-1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4" name="文本框 293">
                  <a:extLst>
                    <a:ext uri="{FF2B5EF4-FFF2-40B4-BE49-F238E27FC236}">
                      <a16:creationId xmlns:a16="http://schemas.microsoft.com/office/drawing/2014/main" id="{8C7D884D-50C7-44F0-9FF6-5CF334A21488}"/>
                    </a:ext>
                  </a:extLst>
                </p:cNvPr>
                <p:cNvSpPr txBox="1"/>
                <p:nvPr/>
              </p:nvSpPr>
              <p:spPr>
                <a:xfrm>
                  <a:off x="6438786" y="2804683"/>
                  <a:ext cx="34481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𝐸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94" name="文本框 293">
                  <a:extLst>
                    <a:ext uri="{FF2B5EF4-FFF2-40B4-BE49-F238E27FC236}">
                      <a16:creationId xmlns:a16="http://schemas.microsoft.com/office/drawing/2014/main" id="{8C7D884D-50C7-44F0-9FF6-5CF334A214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38786" y="2804683"/>
                  <a:ext cx="344812" cy="370294"/>
                </a:xfrm>
                <a:prstGeom prst="rect">
                  <a:avLst/>
                </a:prstGeom>
                <a:blipFill>
                  <a:blip r:embed="rId16"/>
                  <a:stretch>
                    <a:fillRect l="-19298"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5" name="文本框 294">
                  <a:extLst>
                    <a:ext uri="{FF2B5EF4-FFF2-40B4-BE49-F238E27FC236}">
                      <a16:creationId xmlns:a16="http://schemas.microsoft.com/office/drawing/2014/main" id="{54786C24-19CA-43C5-B274-555A36DDA8B7}"/>
                    </a:ext>
                  </a:extLst>
                </p:cNvPr>
                <p:cNvSpPr txBox="1"/>
                <p:nvPr/>
              </p:nvSpPr>
              <p:spPr>
                <a:xfrm>
                  <a:off x="6438786" y="3461230"/>
                  <a:ext cx="34481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95" name="文本框 294">
                  <a:extLst>
                    <a:ext uri="{FF2B5EF4-FFF2-40B4-BE49-F238E27FC236}">
                      <a16:creationId xmlns:a16="http://schemas.microsoft.com/office/drawing/2014/main" id="{54786C24-19CA-43C5-B274-555A36DDA8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38786" y="3461230"/>
                  <a:ext cx="344812" cy="370294"/>
                </a:xfrm>
                <a:prstGeom prst="rect">
                  <a:avLst/>
                </a:prstGeom>
                <a:blipFill>
                  <a:blip r:embed="rId17"/>
                  <a:stretch>
                    <a:fillRect l="-15789"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6" name="文本框 295">
                  <a:extLst>
                    <a:ext uri="{FF2B5EF4-FFF2-40B4-BE49-F238E27FC236}">
                      <a16:creationId xmlns:a16="http://schemas.microsoft.com/office/drawing/2014/main" id="{B81B06AD-89F3-4DF6-8011-DDDE2FD06BDF}"/>
                    </a:ext>
                  </a:extLst>
                </p:cNvPr>
                <p:cNvSpPr txBox="1"/>
                <p:nvPr/>
              </p:nvSpPr>
              <p:spPr>
                <a:xfrm>
                  <a:off x="8131220" y="1427957"/>
                  <a:ext cx="34481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𝐸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96" name="文本框 295">
                  <a:extLst>
                    <a:ext uri="{FF2B5EF4-FFF2-40B4-BE49-F238E27FC236}">
                      <a16:creationId xmlns:a16="http://schemas.microsoft.com/office/drawing/2014/main" id="{B81B06AD-89F3-4DF6-8011-DDDE2FD06B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31220" y="1427957"/>
                  <a:ext cx="344812" cy="370294"/>
                </a:xfrm>
                <a:prstGeom prst="rect">
                  <a:avLst/>
                </a:prstGeom>
                <a:blipFill>
                  <a:blip r:embed="rId18"/>
                  <a:stretch>
                    <a:fillRect l="-12500" b="-16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7" name="文本框 296">
                  <a:extLst>
                    <a:ext uri="{FF2B5EF4-FFF2-40B4-BE49-F238E27FC236}">
                      <a16:creationId xmlns:a16="http://schemas.microsoft.com/office/drawing/2014/main" id="{82F49FE6-E668-4B59-9D11-F09E336E74D8}"/>
                    </a:ext>
                  </a:extLst>
                </p:cNvPr>
                <p:cNvSpPr txBox="1"/>
                <p:nvPr/>
              </p:nvSpPr>
              <p:spPr>
                <a:xfrm>
                  <a:off x="8120280" y="1862611"/>
                  <a:ext cx="34481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97" name="文本框 296">
                  <a:extLst>
                    <a:ext uri="{FF2B5EF4-FFF2-40B4-BE49-F238E27FC236}">
                      <a16:creationId xmlns:a16="http://schemas.microsoft.com/office/drawing/2014/main" id="{82F49FE6-E668-4B59-9D11-F09E336E74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0280" y="1862611"/>
                  <a:ext cx="344812" cy="370294"/>
                </a:xfrm>
                <a:prstGeom prst="rect">
                  <a:avLst/>
                </a:prstGeom>
                <a:blipFill>
                  <a:blip r:embed="rId19"/>
                  <a:stretch>
                    <a:fillRect l="-8772" b="-1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8" name="文本框 297">
                  <a:extLst>
                    <a:ext uri="{FF2B5EF4-FFF2-40B4-BE49-F238E27FC236}">
                      <a16:creationId xmlns:a16="http://schemas.microsoft.com/office/drawing/2014/main" id="{23883157-C2F2-4D0C-9E68-584584833CB7}"/>
                    </a:ext>
                  </a:extLst>
                </p:cNvPr>
                <p:cNvSpPr txBox="1"/>
                <p:nvPr/>
              </p:nvSpPr>
              <p:spPr>
                <a:xfrm>
                  <a:off x="8131220" y="2698536"/>
                  <a:ext cx="34481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𝐸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98" name="文本框 297">
                  <a:extLst>
                    <a:ext uri="{FF2B5EF4-FFF2-40B4-BE49-F238E27FC236}">
                      <a16:creationId xmlns:a16="http://schemas.microsoft.com/office/drawing/2014/main" id="{23883157-C2F2-4D0C-9E68-584584833C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31220" y="2698536"/>
                  <a:ext cx="344812" cy="370294"/>
                </a:xfrm>
                <a:prstGeom prst="rect">
                  <a:avLst/>
                </a:prstGeom>
                <a:blipFill>
                  <a:blip r:embed="rId20"/>
                  <a:stretch>
                    <a:fillRect l="-30357"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9" name="文本框 298">
                  <a:extLst>
                    <a:ext uri="{FF2B5EF4-FFF2-40B4-BE49-F238E27FC236}">
                      <a16:creationId xmlns:a16="http://schemas.microsoft.com/office/drawing/2014/main" id="{5755CC65-462B-44A4-9B76-0E0D00CAE7FF}"/>
                    </a:ext>
                  </a:extLst>
                </p:cNvPr>
                <p:cNvSpPr txBox="1"/>
                <p:nvPr/>
              </p:nvSpPr>
              <p:spPr>
                <a:xfrm>
                  <a:off x="8114733" y="3110235"/>
                  <a:ext cx="34481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99" name="文本框 298">
                  <a:extLst>
                    <a:ext uri="{FF2B5EF4-FFF2-40B4-BE49-F238E27FC236}">
                      <a16:creationId xmlns:a16="http://schemas.microsoft.com/office/drawing/2014/main" id="{5755CC65-462B-44A4-9B76-0E0D00CAE7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14733" y="3110235"/>
                  <a:ext cx="344812" cy="370294"/>
                </a:xfrm>
                <a:prstGeom prst="rect">
                  <a:avLst/>
                </a:prstGeom>
                <a:blipFill>
                  <a:blip r:embed="rId21"/>
                  <a:stretch>
                    <a:fillRect l="-26316" b="-1147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0" name="文本框 299">
                  <a:extLst>
                    <a:ext uri="{FF2B5EF4-FFF2-40B4-BE49-F238E27FC236}">
                      <a16:creationId xmlns:a16="http://schemas.microsoft.com/office/drawing/2014/main" id="{9EE3A6F8-6700-4D42-B792-543620E2C433}"/>
                    </a:ext>
                  </a:extLst>
                </p:cNvPr>
                <p:cNvSpPr txBox="1"/>
                <p:nvPr/>
              </p:nvSpPr>
              <p:spPr>
                <a:xfrm>
                  <a:off x="10359683" y="1754726"/>
                  <a:ext cx="212401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𝐸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00" name="文本框 299">
                  <a:extLst>
                    <a:ext uri="{FF2B5EF4-FFF2-40B4-BE49-F238E27FC236}">
                      <a16:creationId xmlns:a16="http://schemas.microsoft.com/office/drawing/2014/main" id="{9EE3A6F8-6700-4D42-B792-543620E2C4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59683" y="1754726"/>
                  <a:ext cx="212401" cy="370294"/>
                </a:xfrm>
                <a:prstGeom prst="rect">
                  <a:avLst/>
                </a:prstGeom>
                <a:blipFill>
                  <a:blip r:embed="rId22"/>
                  <a:stretch>
                    <a:fillRect l="-40000" r="-5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1" name="文本框 300">
                  <a:extLst>
                    <a:ext uri="{FF2B5EF4-FFF2-40B4-BE49-F238E27FC236}">
                      <a16:creationId xmlns:a16="http://schemas.microsoft.com/office/drawing/2014/main" id="{ABDE17C0-E37E-4B0D-B97F-1FC9385A5AEE}"/>
                    </a:ext>
                  </a:extLst>
                </p:cNvPr>
                <p:cNvSpPr txBox="1"/>
                <p:nvPr/>
              </p:nvSpPr>
              <p:spPr>
                <a:xfrm>
                  <a:off x="10359682" y="2795814"/>
                  <a:ext cx="212401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𝐿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01" name="文本框 300">
                  <a:extLst>
                    <a:ext uri="{FF2B5EF4-FFF2-40B4-BE49-F238E27FC236}">
                      <a16:creationId xmlns:a16="http://schemas.microsoft.com/office/drawing/2014/main" id="{ABDE17C0-E37E-4B0D-B97F-1FC9385A5A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59682" y="2795814"/>
                  <a:ext cx="212401" cy="370294"/>
                </a:xfrm>
                <a:prstGeom prst="rect">
                  <a:avLst/>
                </a:prstGeom>
                <a:blipFill>
                  <a:blip r:embed="rId23"/>
                  <a:stretch>
                    <a:fillRect l="-3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2" name="文本框 301">
                  <a:extLst>
                    <a:ext uri="{FF2B5EF4-FFF2-40B4-BE49-F238E27FC236}">
                      <a16:creationId xmlns:a16="http://schemas.microsoft.com/office/drawing/2014/main" id="{EFDDC5B8-C920-42F4-B47B-2E0DCEDB3B6F}"/>
                    </a:ext>
                  </a:extLst>
                </p:cNvPr>
                <p:cNvSpPr txBox="1"/>
                <p:nvPr/>
              </p:nvSpPr>
              <p:spPr>
                <a:xfrm>
                  <a:off x="11156501" y="4086926"/>
                  <a:ext cx="344812" cy="390748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zh-CN" alt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𝛿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𝑐𝑝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02" name="文本框 301">
                  <a:extLst>
                    <a:ext uri="{FF2B5EF4-FFF2-40B4-BE49-F238E27FC236}">
                      <a16:creationId xmlns:a16="http://schemas.microsoft.com/office/drawing/2014/main" id="{EFDDC5B8-C920-42F4-B47B-2E0DCEDB3B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56501" y="4086926"/>
                  <a:ext cx="344812" cy="390748"/>
                </a:xfrm>
                <a:prstGeom prst="rect">
                  <a:avLst/>
                </a:prstGeom>
                <a:blipFill>
                  <a:blip r:embed="rId24"/>
                  <a:stretch>
                    <a:fillRect l="-29825" r="-1754" b="-307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4" name="组合 303">
            <a:extLst>
              <a:ext uri="{FF2B5EF4-FFF2-40B4-BE49-F238E27FC236}">
                <a16:creationId xmlns:a16="http://schemas.microsoft.com/office/drawing/2014/main" id="{3BB8B483-A71A-4CAC-A138-F1AF8CE15486}"/>
              </a:ext>
            </a:extLst>
          </p:cNvPr>
          <p:cNvGrpSpPr/>
          <p:nvPr/>
        </p:nvGrpSpPr>
        <p:grpSpPr>
          <a:xfrm>
            <a:off x="1733485" y="264373"/>
            <a:ext cx="7669252" cy="518915"/>
            <a:chOff x="1339994" y="5407594"/>
            <a:chExt cx="7669252" cy="518915"/>
          </a:xfrm>
        </p:grpSpPr>
        <p:sp>
          <p:nvSpPr>
            <p:cNvPr id="305" name="矩形 304">
              <a:extLst>
                <a:ext uri="{FF2B5EF4-FFF2-40B4-BE49-F238E27FC236}">
                  <a16:creationId xmlns:a16="http://schemas.microsoft.com/office/drawing/2014/main" id="{B4C43536-693A-4605-B84A-F605122B6D1E}"/>
                </a:ext>
              </a:extLst>
            </p:cNvPr>
            <p:cNvSpPr/>
            <p:nvPr/>
          </p:nvSpPr>
          <p:spPr>
            <a:xfrm>
              <a:off x="1339994" y="5412942"/>
              <a:ext cx="1440493" cy="513567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捕获</a:t>
              </a:r>
            </a:p>
          </p:txBody>
        </p:sp>
        <p:sp>
          <p:nvSpPr>
            <p:cNvPr id="306" name="矩形 305">
              <a:extLst>
                <a:ext uri="{FF2B5EF4-FFF2-40B4-BE49-F238E27FC236}">
                  <a16:creationId xmlns:a16="http://schemas.microsoft.com/office/drawing/2014/main" id="{99113974-0E64-4439-A58A-45A7C2E77ECD}"/>
                </a:ext>
              </a:extLst>
            </p:cNvPr>
            <p:cNvSpPr/>
            <p:nvPr/>
          </p:nvSpPr>
          <p:spPr>
            <a:xfrm>
              <a:off x="3416247" y="5407595"/>
              <a:ext cx="1440493" cy="513567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跟踪</a:t>
              </a:r>
            </a:p>
          </p:txBody>
        </p:sp>
        <p:sp>
          <p:nvSpPr>
            <p:cNvPr id="307" name="矩形 306">
              <a:extLst>
                <a:ext uri="{FF2B5EF4-FFF2-40B4-BE49-F238E27FC236}">
                  <a16:creationId xmlns:a16="http://schemas.microsoft.com/office/drawing/2014/main" id="{E7E664CC-F0C8-4895-AE68-E4F4631AE113}"/>
                </a:ext>
              </a:extLst>
            </p:cNvPr>
            <p:cNvSpPr/>
            <p:nvPr/>
          </p:nvSpPr>
          <p:spPr>
            <a:xfrm>
              <a:off x="5492500" y="5407595"/>
              <a:ext cx="1440493" cy="513567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位同步</a:t>
              </a:r>
            </a:p>
          </p:txBody>
        </p:sp>
        <p:sp>
          <p:nvSpPr>
            <p:cNvPr id="308" name="矩形 307">
              <a:extLst>
                <a:ext uri="{FF2B5EF4-FFF2-40B4-BE49-F238E27FC236}">
                  <a16:creationId xmlns:a16="http://schemas.microsoft.com/office/drawing/2014/main" id="{0C2D9C2A-6FFC-42A5-AF27-D4D950DEFDC5}"/>
                </a:ext>
              </a:extLst>
            </p:cNvPr>
            <p:cNvSpPr/>
            <p:nvPr/>
          </p:nvSpPr>
          <p:spPr>
            <a:xfrm>
              <a:off x="7568753" y="5407594"/>
              <a:ext cx="1440493" cy="513567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帧同步</a:t>
              </a:r>
            </a:p>
          </p:txBody>
        </p:sp>
        <p:cxnSp>
          <p:nvCxnSpPr>
            <p:cNvPr id="309" name="直接箭头连接符 308">
              <a:extLst>
                <a:ext uri="{FF2B5EF4-FFF2-40B4-BE49-F238E27FC236}">
                  <a16:creationId xmlns:a16="http://schemas.microsoft.com/office/drawing/2014/main" id="{2FA55CF2-601F-4161-A457-C11276016E0C}"/>
                </a:ext>
              </a:extLst>
            </p:cNvPr>
            <p:cNvCxnSpPr>
              <a:cxnSpLocks/>
              <a:stCxn id="305" idx="3"/>
              <a:endCxn id="306" idx="1"/>
            </p:cNvCxnSpPr>
            <p:nvPr/>
          </p:nvCxnSpPr>
          <p:spPr>
            <a:xfrm flipV="1">
              <a:off x="2780487" y="5664379"/>
              <a:ext cx="635760" cy="534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直接箭头连接符 309">
              <a:extLst>
                <a:ext uri="{FF2B5EF4-FFF2-40B4-BE49-F238E27FC236}">
                  <a16:creationId xmlns:a16="http://schemas.microsoft.com/office/drawing/2014/main" id="{F3DE6C57-FCAA-4F8D-BD73-338393F2B6FA}"/>
                </a:ext>
              </a:extLst>
            </p:cNvPr>
            <p:cNvCxnSpPr>
              <a:cxnSpLocks/>
              <a:stCxn id="306" idx="3"/>
              <a:endCxn id="307" idx="1"/>
            </p:cNvCxnSpPr>
            <p:nvPr/>
          </p:nvCxnSpPr>
          <p:spPr>
            <a:xfrm>
              <a:off x="4856740" y="5664379"/>
              <a:ext cx="63576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直接箭头连接符 310">
              <a:extLst>
                <a:ext uri="{FF2B5EF4-FFF2-40B4-BE49-F238E27FC236}">
                  <a16:creationId xmlns:a16="http://schemas.microsoft.com/office/drawing/2014/main" id="{224D44AE-F508-45C3-8315-624AD3F84EA2}"/>
                </a:ext>
              </a:extLst>
            </p:cNvPr>
            <p:cNvCxnSpPr>
              <a:cxnSpLocks/>
              <a:stCxn id="307" idx="3"/>
              <a:endCxn id="308" idx="1"/>
            </p:cNvCxnSpPr>
            <p:nvPr/>
          </p:nvCxnSpPr>
          <p:spPr>
            <a:xfrm flipV="1">
              <a:off x="6932993" y="5664378"/>
              <a:ext cx="635760" cy="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375660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35">
            <a:extLst>
              <a:ext uri="{FF2B5EF4-FFF2-40B4-BE49-F238E27FC236}">
                <a16:creationId xmlns:a16="http://schemas.microsoft.com/office/drawing/2014/main" id="{ABF3DCF7-0508-414A-976E-7D39F5422B95}"/>
              </a:ext>
            </a:extLst>
          </p:cNvPr>
          <p:cNvGrpSpPr/>
          <p:nvPr/>
        </p:nvGrpSpPr>
        <p:grpSpPr>
          <a:xfrm>
            <a:off x="528543" y="399743"/>
            <a:ext cx="3465036" cy="1695048"/>
            <a:chOff x="1132364" y="1163231"/>
            <a:chExt cx="3465036" cy="1695048"/>
          </a:xfrm>
        </p:grpSpPr>
        <p:cxnSp>
          <p:nvCxnSpPr>
            <p:cNvPr id="2" name="直接箭头连接符 1">
              <a:extLst>
                <a:ext uri="{FF2B5EF4-FFF2-40B4-BE49-F238E27FC236}">
                  <a16:creationId xmlns:a16="http://schemas.microsoft.com/office/drawing/2014/main" id="{D6CDBF29-D828-4EAC-B726-5091BDBC9B96}"/>
                </a:ext>
              </a:extLst>
            </p:cNvPr>
            <p:cNvCxnSpPr>
              <a:cxnSpLocks/>
            </p:cNvCxnSpPr>
            <p:nvPr/>
          </p:nvCxnSpPr>
          <p:spPr>
            <a:xfrm>
              <a:off x="1132365" y="2038850"/>
              <a:ext cx="346503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A8DB3D3D-83A4-4CD1-A53C-91205B8D92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25843" y="1182828"/>
              <a:ext cx="0" cy="161117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740E7320-74C6-4330-BABD-6F4048B3D8C9}"/>
                </a:ext>
              </a:extLst>
            </p:cNvPr>
            <p:cNvCxnSpPr>
              <a:cxnSpLocks/>
            </p:cNvCxnSpPr>
            <p:nvPr/>
          </p:nvCxnSpPr>
          <p:spPr>
            <a:xfrm>
              <a:off x="1132364" y="1540669"/>
              <a:ext cx="3465035" cy="0"/>
            </a:xfrm>
            <a:prstGeom prst="straightConnector1">
              <a:avLst/>
            </a:prstGeom>
            <a:ln w="25400">
              <a:solidFill>
                <a:srgbClr val="F8CCB9"/>
              </a:solidFill>
              <a:prstDash val="sysDash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0F46A539-385D-4079-8615-234576EBA7E6}"/>
                </a:ext>
              </a:extLst>
            </p:cNvPr>
            <p:cNvCxnSpPr>
              <a:cxnSpLocks/>
            </p:cNvCxnSpPr>
            <p:nvPr/>
          </p:nvCxnSpPr>
          <p:spPr>
            <a:xfrm>
              <a:off x="1132364" y="2531270"/>
              <a:ext cx="3465035" cy="0"/>
            </a:xfrm>
            <a:prstGeom prst="straightConnector1">
              <a:avLst/>
            </a:prstGeom>
            <a:ln w="25400">
              <a:solidFill>
                <a:srgbClr val="F8CCB9"/>
              </a:solidFill>
              <a:prstDash val="sysDash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D6236BBA-CE49-4263-8892-653D3DE6A8E6}"/>
                </a:ext>
              </a:extLst>
            </p:cNvPr>
            <p:cNvGrpSpPr/>
            <p:nvPr/>
          </p:nvGrpSpPr>
          <p:grpSpPr>
            <a:xfrm>
              <a:off x="1366046" y="1540669"/>
              <a:ext cx="2865829" cy="988218"/>
              <a:chOff x="1207296" y="1538289"/>
              <a:chExt cx="2865829" cy="988218"/>
            </a:xfrm>
          </p:grpSpPr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87649F1B-A987-4F93-A3F9-7795A1549B44}"/>
                  </a:ext>
                </a:extLst>
              </p:cNvPr>
              <p:cNvSpPr/>
              <p:nvPr/>
            </p:nvSpPr>
            <p:spPr>
              <a:xfrm>
                <a:off x="1924050" y="1543050"/>
                <a:ext cx="716756" cy="492919"/>
              </a:xfrm>
              <a:custGeom>
                <a:avLst/>
                <a:gdLst>
                  <a:gd name="connsiteX0" fmla="*/ 0 w 716756"/>
                  <a:gd name="connsiteY0" fmla="*/ 490538 h 492919"/>
                  <a:gd name="connsiteX1" fmla="*/ 178594 w 716756"/>
                  <a:gd name="connsiteY1" fmla="*/ 123825 h 492919"/>
                  <a:gd name="connsiteX2" fmla="*/ 359569 w 716756"/>
                  <a:gd name="connsiteY2" fmla="*/ 0 h 492919"/>
                  <a:gd name="connsiteX3" fmla="*/ 538163 w 716756"/>
                  <a:gd name="connsiteY3" fmla="*/ 123825 h 492919"/>
                  <a:gd name="connsiteX4" fmla="*/ 716756 w 716756"/>
                  <a:gd name="connsiteY4" fmla="*/ 492919 h 4929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6756" h="492919">
                    <a:moveTo>
                      <a:pt x="0" y="490538"/>
                    </a:moveTo>
                    <a:cubicBezTo>
                      <a:pt x="59333" y="348059"/>
                      <a:pt x="118666" y="205581"/>
                      <a:pt x="178594" y="123825"/>
                    </a:cubicBezTo>
                    <a:cubicBezTo>
                      <a:pt x="238522" y="42069"/>
                      <a:pt x="299641" y="0"/>
                      <a:pt x="359569" y="0"/>
                    </a:cubicBezTo>
                    <a:cubicBezTo>
                      <a:pt x="419497" y="0"/>
                      <a:pt x="478632" y="41672"/>
                      <a:pt x="538163" y="123825"/>
                    </a:cubicBezTo>
                    <a:cubicBezTo>
                      <a:pt x="597694" y="205978"/>
                      <a:pt x="657225" y="349448"/>
                      <a:pt x="716756" y="492919"/>
                    </a:cubicBezTo>
                  </a:path>
                </a:pathLst>
              </a:custGeom>
              <a:noFill/>
              <a:ln w="254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8D119004-3D89-42CE-8179-9F7CA71934D7}"/>
                  </a:ext>
                </a:extLst>
              </p:cNvPr>
              <p:cNvSpPr/>
              <p:nvPr/>
            </p:nvSpPr>
            <p:spPr>
              <a:xfrm flipV="1">
                <a:off x="1207296" y="2033588"/>
                <a:ext cx="716756" cy="492919"/>
              </a:xfrm>
              <a:custGeom>
                <a:avLst/>
                <a:gdLst>
                  <a:gd name="connsiteX0" fmla="*/ 0 w 716756"/>
                  <a:gd name="connsiteY0" fmla="*/ 490538 h 492919"/>
                  <a:gd name="connsiteX1" fmla="*/ 178594 w 716756"/>
                  <a:gd name="connsiteY1" fmla="*/ 123825 h 492919"/>
                  <a:gd name="connsiteX2" fmla="*/ 359569 w 716756"/>
                  <a:gd name="connsiteY2" fmla="*/ 0 h 492919"/>
                  <a:gd name="connsiteX3" fmla="*/ 538163 w 716756"/>
                  <a:gd name="connsiteY3" fmla="*/ 123825 h 492919"/>
                  <a:gd name="connsiteX4" fmla="*/ 716756 w 716756"/>
                  <a:gd name="connsiteY4" fmla="*/ 492919 h 4929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6756" h="492919">
                    <a:moveTo>
                      <a:pt x="0" y="490538"/>
                    </a:moveTo>
                    <a:cubicBezTo>
                      <a:pt x="59333" y="348059"/>
                      <a:pt x="118666" y="205581"/>
                      <a:pt x="178594" y="123825"/>
                    </a:cubicBezTo>
                    <a:cubicBezTo>
                      <a:pt x="238522" y="42069"/>
                      <a:pt x="299641" y="0"/>
                      <a:pt x="359569" y="0"/>
                    </a:cubicBezTo>
                    <a:cubicBezTo>
                      <a:pt x="419497" y="0"/>
                      <a:pt x="478632" y="41672"/>
                      <a:pt x="538163" y="123825"/>
                    </a:cubicBezTo>
                    <a:cubicBezTo>
                      <a:pt x="597694" y="205978"/>
                      <a:pt x="657225" y="349448"/>
                      <a:pt x="716756" y="492919"/>
                    </a:cubicBezTo>
                  </a:path>
                </a:pathLst>
              </a:custGeom>
              <a:noFill/>
              <a:ln w="254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51C39A0D-D8A7-4753-9252-4CCBA1E82B8C}"/>
                  </a:ext>
                </a:extLst>
              </p:cNvPr>
              <p:cNvSpPr/>
              <p:nvPr/>
            </p:nvSpPr>
            <p:spPr>
              <a:xfrm>
                <a:off x="3356369" y="1538289"/>
                <a:ext cx="716756" cy="492919"/>
              </a:xfrm>
              <a:custGeom>
                <a:avLst/>
                <a:gdLst>
                  <a:gd name="connsiteX0" fmla="*/ 0 w 716756"/>
                  <a:gd name="connsiteY0" fmla="*/ 490538 h 492919"/>
                  <a:gd name="connsiteX1" fmla="*/ 178594 w 716756"/>
                  <a:gd name="connsiteY1" fmla="*/ 123825 h 492919"/>
                  <a:gd name="connsiteX2" fmla="*/ 359569 w 716756"/>
                  <a:gd name="connsiteY2" fmla="*/ 0 h 492919"/>
                  <a:gd name="connsiteX3" fmla="*/ 538163 w 716756"/>
                  <a:gd name="connsiteY3" fmla="*/ 123825 h 492919"/>
                  <a:gd name="connsiteX4" fmla="*/ 716756 w 716756"/>
                  <a:gd name="connsiteY4" fmla="*/ 492919 h 4929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6756" h="492919">
                    <a:moveTo>
                      <a:pt x="0" y="490538"/>
                    </a:moveTo>
                    <a:cubicBezTo>
                      <a:pt x="59333" y="348059"/>
                      <a:pt x="118666" y="205581"/>
                      <a:pt x="178594" y="123825"/>
                    </a:cubicBezTo>
                    <a:cubicBezTo>
                      <a:pt x="238522" y="42069"/>
                      <a:pt x="299641" y="0"/>
                      <a:pt x="359569" y="0"/>
                    </a:cubicBezTo>
                    <a:cubicBezTo>
                      <a:pt x="419497" y="0"/>
                      <a:pt x="478632" y="41672"/>
                      <a:pt x="538163" y="123825"/>
                    </a:cubicBezTo>
                    <a:cubicBezTo>
                      <a:pt x="597694" y="205978"/>
                      <a:pt x="657225" y="349448"/>
                      <a:pt x="716756" y="492919"/>
                    </a:cubicBezTo>
                  </a:path>
                </a:pathLst>
              </a:custGeom>
              <a:noFill/>
              <a:ln w="254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452920AF-44A4-4FD3-BB7B-6082C778D26E}"/>
                  </a:ext>
                </a:extLst>
              </p:cNvPr>
              <p:cNvSpPr/>
              <p:nvPr/>
            </p:nvSpPr>
            <p:spPr>
              <a:xfrm flipV="1">
                <a:off x="2639615" y="2028827"/>
                <a:ext cx="716756" cy="492919"/>
              </a:xfrm>
              <a:custGeom>
                <a:avLst/>
                <a:gdLst>
                  <a:gd name="connsiteX0" fmla="*/ 0 w 716756"/>
                  <a:gd name="connsiteY0" fmla="*/ 490538 h 492919"/>
                  <a:gd name="connsiteX1" fmla="*/ 178594 w 716756"/>
                  <a:gd name="connsiteY1" fmla="*/ 123825 h 492919"/>
                  <a:gd name="connsiteX2" fmla="*/ 359569 w 716756"/>
                  <a:gd name="connsiteY2" fmla="*/ 0 h 492919"/>
                  <a:gd name="connsiteX3" fmla="*/ 538163 w 716756"/>
                  <a:gd name="connsiteY3" fmla="*/ 123825 h 492919"/>
                  <a:gd name="connsiteX4" fmla="*/ 716756 w 716756"/>
                  <a:gd name="connsiteY4" fmla="*/ 492919 h 4929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6756" h="492919">
                    <a:moveTo>
                      <a:pt x="0" y="490538"/>
                    </a:moveTo>
                    <a:cubicBezTo>
                      <a:pt x="59333" y="348059"/>
                      <a:pt x="118666" y="205581"/>
                      <a:pt x="178594" y="123825"/>
                    </a:cubicBezTo>
                    <a:cubicBezTo>
                      <a:pt x="238522" y="42069"/>
                      <a:pt x="299641" y="0"/>
                      <a:pt x="359569" y="0"/>
                    </a:cubicBezTo>
                    <a:cubicBezTo>
                      <a:pt x="419497" y="0"/>
                      <a:pt x="478632" y="41672"/>
                      <a:pt x="538163" y="123825"/>
                    </a:cubicBezTo>
                    <a:cubicBezTo>
                      <a:pt x="597694" y="205978"/>
                      <a:pt x="657225" y="349448"/>
                      <a:pt x="716756" y="492919"/>
                    </a:cubicBezTo>
                  </a:path>
                </a:pathLst>
              </a:custGeom>
              <a:noFill/>
              <a:ln w="254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B7536854-305D-40F3-8C72-AD19A6C26F32}"/>
                    </a:ext>
                  </a:extLst>
                </p:cNvPr>
                <p:cNvSpPr txBox="1"/>
                <p:nvPr/>
              </p:nvSpPr>
              <p:spPr>
                <a:xfrm>
                  <a:off x="4400440" y="1660913"/>
                  <a:ext cx="196959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𝑡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B7536854-305D-40F3-8C72-AD19A6C26F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0440" y="1660913"/>
                  <a:ext cx="196959" cy="370294"/>
                </a:xfrm>
                <a:prstGeom prst="rect">
                  <a:avLst/>
                </a:prstGeom>
                <a:blipFill>
                  <a:blip r:embed="rId2"/>
                  <a:stretch>
                    <a:fillRect l="-312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DB08DE4F-F6D9-47F6-AF1E-32095F8BF8A5}"/>
                    </a:ext>
                  </a:extLst>
                </p:cNvPr>
                <p:cNvSpPr txBox="1"/>
                <p:nvPr/>
              </p:nvSpPr>
              <p:spPr>
                <a:xfrm>
                  <a:off x="3189787" y="1163231"/>
                  <a:ext cx="196959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  <m:d>
                          <m:d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DB08DE4F-F6D9-47F6-AF1E-32095F8BF8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89787" y="1163231"/>
                  <a:ext cx="196959" cy="370294"/>
                </a:xfrm>
                <a:prstGeom prst="rect">
                  <a:avLst/>
                </a:prstGeom>
                <a:blipFill>
                  <a:blip r:embed="rId3"/>
                  <a:stretch>
                    <a:fillRect l="-100000" r="-303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D16EAD3B-D6E7-4DBC-BCD5-345263EF6AFF}"/>
                    </a:ext>
                  </a:extLst>
                </p:cNvPr>
                <p:cNvSpPr txBox="1"/>
                <p:nvPr/>
              </p:nvSpPr>
              <p:spPr>
                <a:xfrm>
                  <a:off x="1267566" y="1521429"/>
                  <a:ext cx="196959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𝐴</m:t>
                        </m:r>
                      </m:oMath>
                    </m:oMathPara>
                  </a14:m>
                  <a:endParaRPr lang="en-US" altLang="zh-CN" b="0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D16EAD3B-D6E7-4DBC-BCD5-345263EF6A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7566" y="1521429"/>
                  <a:ext cx="196959" cy="370294"/>
                </a:xfrm>
                <a:prstGeom prst="rect">
                  <a:avLst/>
                </a:prstGeom>
                <a:blipFill>
                  <a:blip r:embed="rId4"/>
                  <a:stretch>
                    <a:fillRect l="-46875" r="-12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71363856-1F10-4B24-85A9-2C509FA1C670}"/>
                    </a:ext>
                  </a:extLst>
                </p:cNvPr>
                <p:cNvSpPr txBox="1"/>
                <p:nvPr/>
              </p:nvSpPr>
              <p:spPr>
                <a:xfrm>
                  <a:off x="1267566" y="2487985"/>
                  <a:ext cx="37073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b="0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𝐴</m:t>
                        </m:r>
                      </m:oMath>
                    </m:oMathPara>
                  </a14:m>
                  <a:endParaRPr lang="en-US" altLang="zh-CN" b="0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71363856-1F10-4B24-85A9-2C509FA1C6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7566" y="2487985"/>
                  <a:ext cx="370732" cy="370294"/>
                </a:xfrm>
                <a:prstGeom prst="rect">
                  <a:avLst/>
                </a:prstGeom>
                <a:blipFill>
                  <a:blip r:embed="rId5"/>
                  <a:stretch>
                    <a:fillRect l="-13115" r="-49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971A6561-0F31-4ACE-B40D-4D0819315529}"/>
              </a:ext>
            </a:extLst>
          </p:cNvPr>
          <p:cNvGrpSpPr/>
          <p:nvPr/>
        </p:nvGrpSpPr>
        <p:grpSpPr>
          <a:xfrm>
            <a:off x="4363482" y="496017"/>
            <a:ext cx="3465035" cy="1358673"/>
            <a:chOff x="1132365" y="3728476"/>
            <a:chExt cx="3465035" cy="1358673"/>
          </a:xfrm>
        </p:grpSpPr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9259F748-460C-4950-A1D6-353F0F971A0C}"/>
                </a:ext>
              </a:extLst>
            </p:cNvPr>
            <p:cNvCxnSpPr>
              <a:cxnSpLocks/>
            </p:cNvCxnSpPr>
            <p:nvPr/>
          </p:nvCxnSpPr>
          <p:spPr>
            <a:xfrm>
              <a:off x="1132365" y="4724498"/>
              <a:ext cx="346503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7EAD7A19-C40B-4346-9EDB-CDA516999F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79793" y="3868476"/>
              <a:ext cx="0" cy="121733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54B77A23-658F-4FA0-9779-CF26EE53E272}"/>
                    </a:ext>
                  </a:extLst>
                </p:cNvPr>
                <p:cNvSpPr txBox="1"/>
                <p:nvPr/>
              </p:nvSpPr>
              <p:spPr>
                <a:xfrm>
                  <a:off x="4400440" y="4346561"/>
                  <a:ext cx="196959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𝑓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54B77A23-658F-4FA0-9779-CF26EE53E2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0440" y="4346561"/>
                  <a:ext cx="196959" cy="370294"/>
                </a:xfrm>
                <a:prstGeom prst="rect">
                  <a:avLst/>
                </a:prstGeom>
                <a:blipFill>
                  <a:blip r:embed="rId6"/>
                  <a:stretch>
                    <a:fillRect l="-56250" r="-21875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F35008B3-5DEC-463F-997F-C7F3A5EF8778}"/>
                    </a:ext>
                  </a:extLst>
                </p:cNvPr>
                <p:cNvSpPr txBox="1"/>
                <p:nvPr/>
              </p:nvSpPr>
              <p:spPr>
                <a:xfrm>
                  <a:off x="3043737" y="3848879"/>
                  <a:ext cx="196959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  <m:d>
                          <m:d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𝑓</m:t>
                            </m:r>
                          </m:e>
                        </m:d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F35008B3-5DEC-463F-997F-C7F3A5EF87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3737" y="3848879"/>
                  <a:ext cx="196959" cy="370294"/>
                </a:xfrm>
                <a:prstGeom prst="rect">
                  <a:avLst/>
                </a:prstGeom>
                <a:blipFill>
                  <a:blip r:embed="rId7"/>
                  <a:stretch>
                    <a:fillRect l="-109091" r="-51515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A476D885-D71B-4454-9C85-CC69752C6A9B}"/>
                    </a:ext>
                  </a:extLst>
                </p:cNvPr>
                <p:cNvSpPr txBox="1"/>
                <p:nvPr/>
              </p:nvSpPr>
              <p:spPr>
                <a:xfrm>
                  <a:off x="1230682" y="3733897"/>
                  <a:ext cx="815231" cy="63478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𝐴</m:t>
                            </m:r>
                          </m:num>
                          <m:den>
                            <m: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e</m:t>
                            </m:r>
                          </m:e>
                          <m:sup>
                            <m: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𝑗</m:t>
                            </m:r>
                            <m:r>
                              <a:rPr lang="zh-CN" altLang="en-US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𝜑</m:t>
                            </m:r>
                          </m:sup>
                        </m:sSup>
                      </m:oMath>
                    </m:oMathPara>
                  </a14:m>
                  <a:endParaRPr lang="en-US" altLang="zh-CN" b="0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A476D885-D71B-4454-9C85-CC69752C6A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0682" y="3733897"/>
                  <a:ext cx="815231" cy="63478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9EC2B740-BDCA-4481-BFEA-1D6F9512ECE7}"/>
                    </a:ext>
                  </a:extLst>
                </p:cNvPr>
                <p:cNvSpPr txBox="1"/>
                <p:nvPr/>
              </p:nvSpPr>
              <p:spPr>
                <a:xfrm>
                  <a:off x="1770713" y="4716855"/>
                  <a:ext cx="37073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9EC2B740-BDCA-4481-BFEA-1D6F9512EC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0713" y="4716855"/>
                  <a:ext cx="370732" cy="370294"/>
                </a:xfrm>
                <a:prstGeom prst="rect">
                  <a:avLst/>
                </a:prstGeom>
                <a:blipFill>
                  <a:blip r:embed="rId9"/>
                  <a:stretch>
                    <a:fillRect l="-20000" r="-5000" b="-1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53598E5D-CE8D-4E8B-8C11-515B1E3336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03369" y="4114800"/>
              <a:ext cx="0" cy="609698"/>
            </a:xfrm>
            <a:prstGeom prst="straightConnector1">
              <a:avLst/>
            </a:prstGeom>
            <a:ln w="25400">
              <a:solidFill>
                <a:srgbClr val="D74514"/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524F8B14-FC1D-4857-B37B-6EB315F160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37288" y="4114800"/>
              <a:ext cx="0" cy="609698"/>
            </a:xfrm>
            <a:prstGeom prst="straightConnector1">
              <a:avLst/>
            </a:prstGeom>
            <a:ln w="25400">
              <a:solidFill>
                <a:srgbClr val="D74514"/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90843317-6F98-47D9-9F47-A167F36930F8}"/>
                    </a:ext>
                  </a:extLst>
                </p:cNvPr>
                <p:cNvSpPr txBox="1"/>
                <p:nvPr/>
              </p:nvSpPr>
              <p:spPr>
                <a:xfrm>
                  <a:off x="3637408" y="3728476"/>
                  <a:ext cx="712342" cy="63478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𝐴</m:t>
                            </m:r>
                          </m:num>
                          <m:den>
                            <m: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e</m:t>
                            </m:r>
                          </m:e>
                          <m:sup>
                            <m: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𝑗</m:t>
                            </m:r>
                            <m:r>
                              <a:rPr lang="zh-CN" altLang="en-US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𝜑</m:t>
                            </m:r>
                          </m:sup>
                        </m:sSup>
                      </m:oMath>
                    </m:oMathPara>
                  </a14:m>
                  <a:endParaRPr lang="en-US" altLang="zh-CN" b="0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90843317-6F98-47D9-9F47-A167F36930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7408" y="3728476"/>
                  <a:ext cx="712342" cy="63478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C781DEE3-DB97-4B93-B889-A1937D942642}"/>
                    </a:ext>
                  </a:extLst>
                </p:cNvPr>
                <p:cNvSpPr txBox="1"/>
                <p:nvPr/>
              </p:nvSpPr>
              <p:spPr>
                <a:xfrm>
                  <a:off x="3418142" y="4715513"/>
                  <a:ext cx="30451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C781DEE3-DB97-4B93-B889-A1937D9426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18142" y="4715513"/>
                  <a:ext cx="304512" cy="370294"/>
                </a:xfrm>
                <a:prstGeom prst="rect">
                  <a:avLst/>
                </a:prstGeom>
                <a:blipFill>
                  <a:blip r:embed="rId11"/>
                  <a:stretch>
                    <a:fillRect l="-30000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014F70B6-5C37-4650-BEAE-F6718D076488}"/>
              </a:ext>
            </a:extLst>
          </p:cNvPr>
          <p:cNvGrpSpPr/>
          <p:nvPr/>
        </p:nvGrpSpPr>
        <p:grpSpPr>
          <a:xfrm>
            <a:off x="8296738" y="456890"/>
            <a:ext cx="3465035" cy="1358673"/>
            <a:chOff x="1132365" y="3728476"/>
            <a:chExt cx="3465035" cy="1358673"/>
          </a:xfrm>
        </p:grpSpPr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41EAB016-5957-45F4-94A0-86163BD813F7}"/>
                </a:ext>
              </a:extLst>
            </p:cNvPr>
            <p:cNvCxnSpPr>
              <a:cxnSpLocks/>
            </p:cNvCxnSpPr>
            <p:nvPr/>
          </p:nvCxnSpPr>
          <p:spPr>
            <a:xfrm>
              <a:off x="1132365" y="4724498"/>
              <a:ext cx="346503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75ABF1D9-AC39-4EA2-A15A-162662F344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79793" y="3868476"/>
              <a:ext cx="0" cy="121733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C55F79F7-016E-4EF6-9664-2203C76608CF}"/>
                    </a:ext>
                  </a:extLst>
                </p:cNvPr>
                <p:cNvSpPr txBox="1"/>
                <p:nvPr/>
              </p:nvSpPr>
              <p:spPr>
                <a:xfrm>
                  <a:off x="4400440" y="4346561"/>
                  <a:ext cx="196959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𝑓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C55F79F7-016E-4EF6-9664-2203C76608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0440" y="4346561"/>
                  <a:ext cx="196959" cy="370294"/>
                </a:xfrm>
                <a:prstGeom prst="rect">
                  <a:avLst/>
                </a:prstGeom>
                <a:blipFill>
                  <a:blip r:embed="rId12"/>
                  <a:stretch>
                    <a:fillRect l="-56250" r="-21875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91C4C60E-E918-4A56-8BC0-F7A14DE7325B}"/>
                    </a:ext>
                  </a:extLst>
                </p:cNvPr>
                <p:cNvSpPr txBox="1"/>
                <p:nvPr/>
              </p:nvSpPr>
              <p:spPr>
                <a:xfrm>
                  <a:off x="3043737" y="3848879"/>
                  <a:ext cx="308183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𝑓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91C4C60E-E918-4A56-8BC0-F7A14DE732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3737" y="3848879"/>
                  <a:ext cx="308183" cy="370294"/>
                </a:xfrm>
                <a:prstGeom prst="rect">
                  <a:avLst/>
                </a:prstGeom>
                <a:blipFill>
                  <a:blip r:embed="rId13"/>
                  <a:stretch>
                    <a:fillRect l="-56000" r="-30000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2CF966B2-73B2-421E-983C-5E07EB624604}"/>
                    </a:ext>
                  </a:extLst>
                </p:cNvPr>
                <p:cNvSpPr txBox="1"/>
                <p:nvPr/>
              </p:nvSpPr>
              <p:spPr>
                <a:xfrm>
                  <a:off x="1675181" y="3733897"/>
                  <a:ext cx="370732" cy="63478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𝐴</m:t>
                            </m:r>
                          </m:num>
                          <m:den>
                            <m: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en-US" altLang="zh-CN" b="0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2CF966B2-73B2-421E-983C-5E07EB6246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5181" y="3733897"/>
                  <a:ext cx="370732" cy="634789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6FFD8182-EA5D-431D-9788-73022117B116}"/>
                    </a:ext>
                  </a:extLst>
                </p:cNvPr>
                <p:cNvSpPr txBox="1"/>
                <p:nvPr/>
              </p:nvSpPr>
              <p:spPr>
                <a:xfrm>
                  <a:off x="1770713" y="4716855"/>
                  <a:ext cx="37073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6FFD8182-EA5D-431D-9788-73022117B1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0713" y="4716855"/>
                  <a:ext cx="370732" cy="370294"/>
                </a:xfrm>
                <a:prstGeom prst="rect">
                  <a:avLst/>
                </a:prstGeom>
                <a:blipFill>
                  <a:blip r:embed="rId15"/>
                  <a:stretch>
                    <a:fillRect l="-19672" r="-3279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8" name="直接箭头连接符 67">
              <a:extLst>
                <a:ext uri="{FF2B5EF4-FFF2-40B4-BE49-F238E27FC236}">
                  <a16:creationId xmlns:a16="http://schemas.microsoft.com/office/drawing/2014/main" id="{E85AA60A-76AC-451B-ABF8-665AFC786C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03369" y="4114800"/>
              <a:ext cx="0" cy="609698"/>
            </a:xfrm>
            <a:prstGeom prst="straightConnector1">
              <a:avLst/>
            </a:prstGeom>
            <a:ln w="25400">
              <a:solidFill>
                <a:srgbClr val="D74514"/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箭头连接符 68">
              <a:extLst>
                <a:ext uri="{FF2B5EF4-FFF2-40B4-BE49-F238E27FC236}">
                  <a16:creationId xmlns:a16="http://schemas.microsoft.com/office/drawing/2014/main" id="{B32CB8AD-9BB5-4EFC-8BFC-79C2CBB435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37288" y="4114800"/>
              <a:ext cx="0" cy="609698"/>
            </a:xfrm>
            <a:prstGeom prst="straightConnector1">
              <a:avLst/>
            </a:prstGeom>
            <a:ln w="25400">
              <a:solidFill>
                <a:srgbClr val="D74514"/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18AFF630-B387-4956-9CFF-208B192F5B94}"/>
                    </a:ext>
                  </a:extLst>
                </p:cNvPr>
                <p:cNvSpPr txBox="1"/>
                <p:nvPr/>
              </p:nvSpPr>
              <p:spPr>
                <a:xfrm>
                  <a:off x="3637408" y="3728476"/>
                  <a:ext cx="196959" cy="63478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𝐴</m:t>
                            </m:r>
                          </m:num>
                          <m:den>
                            <m: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en-US" altLang="zh-CN" b="0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18AFF630-B387-4956-9CFF-208B192F5B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7408" y="3728476"/>
                  <a:ext cx="196959" cy="634789"/>
                </a:xfrm>
                <a:prstGeom prst="rect">
                  <a:avLst/>
                </a:prstGeom>
                <a:blipFill>
                  <a:blip r:embed="rId16"/>
                  <a:stretch>
                    <a:fillRect l="-62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776E936A-6528-406A-9468-BE54B689A370}"/>
                    </a:ext>
                  </a:extLst>
                </p:cNvPr>
                <p:cNvSpPr txBox="1"/>
                <p:nvPr/>
              </p:nvSpPr>
              <p:spPr>
                <a:xfrm>
                  <a:off x="3418142" y="4715513"/>
                  <a:ext cx="30451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776E936A-6528-406A-9468-BE54B689A3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18142" y="4715513"/>
                  <a:ext cx="304512" cy="370294"/>
                </a:xfrm>
                <a:prstGeom prst="rect">
                  <a:avLst/>
                </a:prstGeom>
                <a:blipFill>
                  <a:blip r:embed="rId17"/>
                  <a:stretch>
                    <a:fillRect l="-30000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2" name="组合 121">
            <a:extLst>
              <a:ext uri="{FF2B5EF4-FFF2-40B4-BE49-F238E27FC236}">
                <a16:creationId xmlns:a16="http://schemas.microsoft.com/office/drawing/2014/main" id="{DF92FB48-041C-4FD7-BCFC-B77E82DDF895}"/>
              </a:ext>
            </a:extLst>
          </p:cNvPr>
          <p:cNvGrpSpPr/>
          <p:nvPr/>
        </p:nvGrpSpPr>
        <p:grpSpPr>
          <a:xfrm>
            <a:off x="2684445" y="2867025"/>
            <a:ext cx="6745305" cy="1919307"/>
            <a:chOff x="2684445" y="2867025"/>
            <a:chExt cx="6745305" cy="1919307"/>
          </a:xfrm>
        </p:grpSpPr>
        <p:cxnSp>
          <p:nvCxnSpPr>
            <p:cNvPr id="73" name="直接箭头连接符 72">
              <a:extLst>
                <a:ext uri="{FF2B5EF4-FFF2-40B4-BE49-F238E27FC236}">
                  <a16:creationId xmlns:a16="http://schemas.microsoft.com/office/drawing/2014/main" id="{EA69B25D-38B0-4A74-8633-FBEE6E77F6DE}"/>
                </a:ext>
              </a:extLst>
            </p:cNvPr>
            <p:cNvCxnSpPr>
              <a:cxnSpLocks/>
            </p:cNvCxnSpPr>
            <p:nvPr/>
          </p:nvCxnSpPr>
          <p:spPr>
            <a:xfrm>
              <a:off x="2684445" y="4415457"/>
              <a:ext cx="674530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箭头连接符 73">
              <a:extLst>
                <a:ext uri="{FF2B5EF4-FFF2-40B4-BE49-F238E27FC236}">
                  <a16:creationId xmlns:a16="http://schemas.microsoft.com/office/drawing/2014/main" id="{3EACFFC5-0F79-4B79-9CE8-B1459D85DA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25820" y="2867025"/>
              <a:ext cx="0" cy="191930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7C22C6C9-835E-4E38-8AEF-0C928CE42F01}"/>
                    </a:ext>
                  </a:extLst>
                </p:cNvPr>
                <p:cNvSpPr txBox="1"/>
                <p:nvPr/>
              </p:nvSpPr>
              <p:spPr>
                <a:xfrm>
                  <a:off x="9129475" y="4034935"/>
                  <a:ext cx="196959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𝑓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7C22C6C9-835E-4E38-8AEF-0C928CE42F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29475" y="4034935"/>
                  <a:ext cx="196959" cy="370294"/>
                </a:xfrm>
                <a:prstGeom prst="rect">
                  <a:avLst/>
                </a:prstGeom>
                <a:blipFill>
                  <a:blip r:embed="rId18"/>
                  <a:stretch>
                    <a:fillRect l="-59375" r="-18750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4F732FFE-E076-4DBF-8A99-4A24DBFB957A}"/>
                    </a:ext>
                  </a:extLst>
                </p:cNvPr>
                <p:cNvSpPr txBox="1"/>
                <p:nvPr/>
              </p:nvSpPr>
              <p:spPr>
                <a:xfrm>
                  <a:off x="6176374" y="2867025"/>
                  <a:ext cx="196959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  <m:d>
                          <m:d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𝑓</m:t>
                            </m:r>
                          </m:e>
                        </m:d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4F732FFE-E076-4DBF-8A99-4A24DBFB95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6374" y="2867025"/>
                  <a:ext cx="196959" cy="370294"/>
                </a:xfrm>
                <a:prstGeom prst="rect">
                  <a:avLst/>
                </a:prstGeom>
                <a:blipFill>
                  <a:blip r:embed="rId19"/>
                  <a:stretch>
                    <a:fillRect l="-112500" r="-56250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F8ADF2BA-FACD-4F2C-8140-E3E847C060B4}"/>
                    </a:ext>
                  </a:extLst>
                </p:cNvPr>
                <p:cNvSpPr txBox="1"/>
                <p:nvPr/>
              </p:nvSpPr>
              <p:spPr>
                <a:xfrm>
                  <a:off x="5922644" y="3372239"/>
                  <a:ext cx="37073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F8ADF2BA-FACD-4F2C-8140-E3E847C060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2644" y="3372239"/>
                  <a:ext cx="370732" cy="370294"/>
                </a:xfrm>
                <a:prstGeom prst="rect">
                  <a:avLst/>
                </a:prstGeom>
                <a:blipFill>
                  <a:blip r:embed="rId20"/>
                  <a:stretch>
                    <a:fillRect l="-8333" b="-16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0" name="直接箭头连接符 79">
              <a:extLst>
                <a:ext uri="{FF2B5EF4-FFF2-40B4-BE49-F238E27FC236}">
                  <a16:creationId xmlns:a16="http://schemas.microsoft.com/office/drawing/2014/main" id="{F78D1D75-9F90-42A6-A06A-AB664C3201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64774" y="3900488"/>
              <a:ext cx="0" cy="524534"/>
            </a:xfrm>
            <a:prstGeom prst="straightConnector1">
              <a:avLst/>
            </a:prstGeom>
            <a:ln w="25400">
              <a:solidFill>
                <a:srgbClr val="D74514"/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A237E535-19A3-4D49-8BF0-4B4B0A8E93B8}"/>
                    </a:ext>
                  </a:extLst>
                </p:cNvPr>
                <p:cNvSpPr txBox="1"/>
                <p:nvPr/>
              </p:nvSpPr>
              <p:spPr>
                <a:xfrm>
                  <a:off x="6408418" y="4407155"/>
                  <a:ext cx="30451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A237E535-19A3-4D49-8BF0-4B4B0A8E93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8418" y="4407155"/>
                  <a:ext cx="304512" cy="370294"/>
                </a:xfrm>
                <a:prstGeom prst="rect">
                  <a:avLst/>
                </a:prstGeom>
                <a:blipFill>
                  <a:blip r:embed="rId21"/>
                  <a:stretch>
                    <a:fillRect l="-28000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6" name="直接箭头连接符 85">
              <a:extLst>
                <a:ext uri="{FF2B5EF4-FFF2-40B4-BE49-F238E27FC236}">
                  <a16:creationId xmlns:a16="http://schemas.microsoft.com/office/drawing/2014/main" id="{16A67902-02D7-4803-8690-5E08CA5BC0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25820" y="3690938"/>
              <a:ext cx="0" cy="734084"/>
            </a:xfrm>
            <a:prstGeom prst="straightConnector1">
              <a:avLst/>
            </a:prstGeom>
            <a:ln w="25400">
              <a:solidFill>
                <a:srgbClr val="D74514"/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0E41A1D8-3458-44C0-92DA-24F5CE09BA55}"/>
                    </a:ext>
                  </a:extLst>
                </p:cNvPr>
                <p:cNvSpPr txBox="1"/>
                <p:nvPr/>
              </p:nvSpPr>
              <p:spPr>
                <a:xfrm>
                  <a:off x="6395382" y="3548061"/>
                  <a:ext cx="37073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0E41A1D8-3458-44C0-92DA-24F5CE09BA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5382" y="3548061"/>
                  <a:ext cx="370732" cy="370294"/>
                </a:xfrm>
                <a:prstGeom prst="rect">
                  <a:avLst/>
                </a:prstGeom>
                <a:blipFill>
                  <a:blip r:embed="rId22"/>
                  <a:stretch>
                    <a:fillRect l="-65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2" name="直接箭头连接符 91">
              <a:extLst>
                <a:ext uri="{FF2B5EF4-FFF2-40B4-BE49-F238E27FC236}">
                  <a16:creationId xmlns:a16="http://schemas.microsoft.com/office/drawing/2014/main" id="{EB0D982C-B21A-49FA-8CCD-26DB2D4927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03728" y="3300276"/>
              <a:ext cx="0" cy="1115761"/>
            </a:xfrm>
            <a:prstGeom prst="straightConnector1">
              <a:avLst/>
            </a:prstGeom>
            <a:ln w="25400">
              <a:solidFill>
                <a:srgbClr val="D74514"/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箭头连接符 93">
              <a:extLst>
                <a:ext uri="{FF2B5EF4-FFF2-40B4-BE49-F238E27FC236}">
                  <a16:creationId xmlns:a16="http://schemas.microsoft.com/office/drawing/2014/main" id="{C1F7DD3A-5FC9-4CE0-8067-69D3262335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42682" y="4057980"/>
              <a:ext cx="0" cy="367043"/>
            </a:xfrm>
            <a:prstGeom prst="straightConnector1">
              <a:avLst/>
            </a:prstGeom>
            <a:ln w="25400">
              <a:solidFill>
                <a:srgbClr val="D74514"/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箭头连接符 95">
              <a:extLst>
                <a:ext uri="{FF2B5EF4-FFF2-40B4-BE49-F238E27FC236}">
                  <a16:creationId xmlns:a16="http://schemas.microsoft.com/office/drawing/2014/main" id="{09ADC5F0-8498-4B2C-A860-4E89FACDB0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1635" y="3733208"/>
              <a:ext cx="0" cy="691816"/>
            </a:xfrm>
            <a:prstGeom prst="straightConnector1">
              <a:avLst/>
            </a:prstGeom>
            <a:ln w="25400">
              <a:solidFill>
                <a:srgbClr val="D74514"/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箭头连接符 97">
              <a:extLst>
                <a:ext uri="{FF2B5EF4-FFF2-40B4-BE49-F238E27FC236}">
                  <a16:creationId xmlns:a16="http://schemas.microsoft.com/office/drawing/2014/main" id="{1A2E3ED3-9BE4-411F-AB2A-C7508A7DAC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88346" y="3900488"/>
              <a:ext cx="0" cy="524534"/>
            </a:xfrm>
            <a:prstGeom prst="straightConnector1">
              <a:avLst/>
            </a:prstGeom>
            <a:ln w="25400">
              <a:solidFill>
                <a:srgbClr val="D74514"/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箭头连接符 98">
              <a:extLst>
                <a:ext uri="{FF2B5EF4-FFF2-40B4-BE49-F238E27FC236}">
                  <a16:creationId xmlns:a16="http://schemas.microsoft.com/office/drawing/2014/main" id="{F2B762C3-8160-4156-975D-44D531FD74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49392" y="3300276"/>
              <a:ext cx="0" cy="1115761"/>
            </a:xfrm>
            <a:prstGeom prst="straightConnector1">
              <a:avLst/>
            </a:prstGeom>
            <a:ln w="25400">
              <a:solidFill>
                <a:srgbClr val="D74514"/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箭头连接符 99">
              <a:extLst>
                <a:ext uri="{FF2B5EF4-FFF2-40B4-BE49-F238E27FC236}">
                  <a16:creationId xmlns:a16="http://schemas.microsoft.com/office/drawing/2014/main" id="{BB2156A0-D73D-4C84-B8F7-0C63DCD1532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10438" y="4057980"/>
              <a:ext cx="0" cy="367043"/>
            </a:xfrm>
            <a:prstGeom prst="straightConnector1">
              <a:avLst/>
            </a:prstGeom>
            <a:ln w="25400">
              <a:solidFill>
                <a:srgbClr val="D74514"/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箭头连接符 100">
              <a:extLst>
                <a:ext uri="{FF2B5EF4-FFF2-40B4-BE49-F238E27FC236}">
                  <a16:creationId xmlns:a16="http://schemas.microsoft.com/office/drawing/2014/main" id="{3C422979-1BED-46D2-8058-17053C46E3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71485" y="3733208"/>
              <a:ext cx="0" cy="691816"/>
            </a:xfrm>
            <a:prstGeom prst="straightConnector1">
              <a:avLst/>
            </a:prstGeom>
            <a:ln w="25400">
              <a:solidFill>
                <a:srgbClr val="D74514"/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2B9C5D54-A943-4E91-9E1F-E75902A758E8}"/>
                    </a:ext>
                  </a:extLst>
                </p:cNvPr>
                <p:cNvSpPr txBox="1"/>
                <p:nvPr/>
              </p:nvSpPr>
              <p:spPr>
                <a:xfrm>
                  <a:off x="8329379" y="4407155"/>
                  <a:ext cx="30451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2B9C5D54-A943-4E91-9E1F-E75902A758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9379" y="4407155"/>
                  <a:ext cx="304512" cy="370294"/>
                </a:xfrm>
                <a:prstGeom prst="rect">
                  <a:avLst/>
                </a:prstGeom>
                <a:blipFill>
                  <a:blip r:embed="rId23"/>
                  <a:stretch>
                    <a:fillRect l="-28000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9AB2D9B6-1C22-434B-86F0-44FD6D0493CB}"/>
                    </a:ext>
                  </a:extLst>
                </p:cNvPr>
                <p:cNvSpPr txBox="1"/>
                <p:nvPr/>
              </p:nvSpPr>
              <p:spPr>
                <a:xfrm>
                  <a:off x="7048738" y="4407155"/>
                  <a:ext cx="30451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9AB2D9B6-1C22-434B-86F0-44FD6D0493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8738" y="4407155"/>
                  <a:ext cx="304512" cy="370294"/>
                </a:xfrm>
                <a:prstGeom prst="rect">
                  <a:avLst/>
                </a:prstGeom>
                <a:blipFill>
                  <a:blip r:embed="rId24"/>
                  <a:stretch>
                    <a:fillRect l="-28000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D8FAC64B-487F-4A38-9382-1251AFA4EA48}"/>
                    </a:ext>
                  </a:extLst>
                </p:cNvPr>
                <p:cNvSpPr txBox="1"/>
                <p:nvPr/>
              </p:nvSpPr>
              <p:spPr>
                <a:xfrm>
                  <a:off x="7689058" y="4407155"/>
                  <a:ext cx="30451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D8FAC64B-487F-4A38-9382-1251AFA4EA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9058" y="4407155"/>
                  <a:ext cx="304512" cy="370294"/>
                </a:xfrm>
                <a:prstGeom prst="rect">
                  <a:avLst/>
                </a:prstGeom>
                <a:blipFill>
                  <a:blip r:embed="rId25"/>
                  <a:stretch>
                    <a:fillRect l="-28000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4D877DFA-45E0-463D-8C11-4A2F22B238AD}"/>
                    </a:ext>
                  </a:extLst>
                </p:cNvPr>
                <p:cNvSpPr txBox="1"/>
                <p:nvPr/>
              </p:nvSpPr>
              <p:spPr>
                <a:xfrm>
                  <a:off x="3213170" y="4407155"/>
                  <a:ext cx="30451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4D877DFA-45E0-463D-8C11-4A2F22B238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3170" y="4407155"/>
                  <a:ext cx="304512" cy="370294"/>
                </a:xfrm>
                <a:prstGeom prst="rect">
                  <a:avLst/>
                </a:prstGeom>
                <a:blipFill>
                  <a:blip r:embed="rId26"/>
                  <a:stretch>
                    <a:fillRect l="-32000" r="-16000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32D75527-D5DF-462B-A1C0-B53CF65AA1D6}"/>
                    </a:ext>
                  </a:extLst>
                </p:cNvPr>
                <p:cNvSpPr txBox="1"/>
                <p:nvPr/>
              </p:nvSpPr>
              <p:spPr>
                <a:xfrm>
                  <a:off x="5134131" y="4407155"/>
                  <a:ext cx="30451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32D75527-D5DF-462B-A1C0-B53CF65AA1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34131" y="4407155"/>
                  <a:ext cx="304512" cy="370294"/>
                </a:xfrm>
                <a:prstGeom prst="rect">
                  <a:avLst/>
                </a:prstGeom>
                <a:blipFill>
                  <a:blip r:embed="rId27"/>
                  <a:stretch>
                    <a:fillRect l="-34000" r="-14000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1D181112-00B3-4034-8AEF-826720953DB6}"/>
                    </a:ext>
                  </a:extLst>
                </p:cNvPr>
                <p:cNvSpPr txBox="1"/>
                <p:nvPr/>
              </p:nvSpPr>
              <p:spPr>
                <a:xfrm>
                  <a:off x="3853490" y="4407155"/>
                  <a:ext cx="30451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1D181112-00B3-4034-8AEF-826720953D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3490" y="4407155"/>
                  <a:ext cx="304512" cy="370294"/>
                </a:xfrm>
                <a:prstGeom prst="rect">
                  <a:avLst/>
                </a:prstGeom>
                <a:blipFill>
                  <a:blip r:embed="rId28"/>
                  <a:stretch>
                    <a:fillRect l="-34000" r="-16000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文本框 108">
                  <a:extLst>
                    <a:ext uri="{FF2B5EF4-FFF2-40B4-BE49-F238E27FC236}">
                      <a16:creationId xmlns:a16="http://schemas.microsoft.com/office/drawing/2014/main" id="{FEAFE7CC-F6F1-4897-9B69-8498E976B0E2}"/>
                    </a:ext>
                  </a:extLst>
                </p:cNvPr>
                <p:cNvSpPr txBox="1"/>
                <p:nvPr/>
              </p:nvSpPr>
              <p:spPr>
                <a:xfrm>
                  <a:off x="4493810" y="4407155"/>
                  <a:ext cx="30451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9" name="文本框 108">
                  <a:extLst>
                    <a:ext uri="{FF2B5EF4-FFF2-40B4-BE49-F238E27FC236}">
                      <a16:creationId xmlns:a16="http://schemas.microsoft.com/office/drawing/2014/main" id="{FEAFE7CC-F6F1-4897-9B69-8498E976B0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3810" y="4407155"/>
                  <a:ext cx="304512" cy="370294"/>
                </a:xfrm>
                <a:prstGeom prst="rect">
                  <a:avLst/>
                </a:prstGeom>
                <a:blipFill>
                  <a:blip r:embed="rId29"/>
                  <a:stretch>
                    <a:fillRect l="-34000" r="-16000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文本框 109">
                  <a:extLst>
                    <a:ext uri="{FF2B5EF4-FFF2-40B4-BE49-F238E27FC236}">
                      <a16:creationId xmlns:a16="http://schemas.microsoft.com/office/drawing/2014/main" id="{B4D1F35D-5845-4CBE-B922-CF49F8BB9916}"/>
                    </a:ext>
                  </a:extLst>
                </p:cNvPr>
                <p:cNvSpPr txBox="1"/>
                <p:nvPr/>
              </p:nvSpPr>
              <p:spPr>
                <a:xfrm>
                  <a:off x="7049886" y="2939042"/>
                  <a:ext cx="37073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0" name="文本框 109">
                  <a:extLst>
                    <a:ext uri="{FF2B5EF4-FFF2-40B4-BE49-F238E27FC236}">
                      <a16:creationId xmlns:a16="http://schemas.microsoft.com/office/drawing/2014/main" id="{B4D1F35D-5845-4CBE-B922-CF49F8BB99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9886" y="2939042"/>
                  <a:ext cx="370732" cy="370294"/>
                </a:xfrm>
                <a:prstGeom prst="rect">
                  <a:avLst/>
                </a:prstGeom>
                <a:blipFill>
                  <a:blip r:embed="rId30"/>
                  <a:stretch>
                    <a:fillRect l="-65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文本框 110">
                  <a:extLst>
                    <a:ext uri="{FF2B5EF4-FFF2-40B4-BE49-F238E27FC236}">
                      <a16:creationId xmlns:a16="http://schemas.microsoft.com/office/drawing/2014/main" id="{CC8A26FF-33D8-4D03-91B6-C36263B2F230}"/>
                    </a:ext>
                  </a:extLst>
                </p:cNvPr>
                <p:cNvSpPr txBox="1"/>
                <p:nvPr/>
              </p:nvSpPr>
              <p:spPr>
                <a:xfrm>
                  <a:off x="7683150" y="3705554"/>
                  <a:ext cx="37073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1" name="文本框 110">
                  <a:extLst>
                    <a:ext uri="{FF2B5EF4-FFF2-40B4-BE49-F238E27FC236}">
                      <a16:creationId xmlns:a16="http://schemas.microsoft.com/office/drawing/2014/main" id="{CC8A26FF-33D8-4D03-91B6-C36263B2F2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3150" y="3705554"/>
                  <a:ext cx="370732" cy="370294"/>
                </a:xfrm>
                <a:prstGeom prst="rect">
                  <a:avLst/>
                </a:prstGeom>
                <a:blipFill>
                  <a:blip r:embed="rId31"/>
                  <a:stretch>
                    <a:fillRect l="-65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317B8557-17ED-455C-BDEA-43A90D5112CA}"/>
                    </a:ext>
                  </a:extLst>
                </p:cNvPr>
                <p:cNvSpPr txBox="1"/>
                <p:nvPr/>
              </p:nvSpPr>
              <p:spPr>
                <a:xfrm>
                  <a:off x="8347937" y="3370109"/>
                  <a:ext cx="37073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317B8557-17ED-455C-BDEA-43A90D5112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47937" y="3370109"/>
                  <a:ext cx="370732" cy="370294"/>
                </a:xfrm>
                <a:prstGeom prst="rect">
                  <a:avLst/>
                </a:prstGeom>
                <a:blipFill>
                  <a:blip r:embed="rId32"/>
                  <a:stretch>
                    <a:fillRect l="-65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文本框 112">
                  <a:extLst>
                    <a:ext uri="{FF2B5EF4-FFF2-40B4-BE49-F238E27FC236}">
                      <a16:creationId xmlns:a16="http://schemas.microsoft.com/office/drawing/2014/main" id="{38B430A9-D39E-4B6A-9202-0EAF0D549BA9}"/>
                    </a:ext>
                  </a:extLst>
                </p:cNvPr>
                <p:cNvSpPr txBox="1"/>
                <p:nvPr/>
              </p:nvSpPr>
              <p:spPr>
                <a:xfrm>
                  <a:off x="5122970" y="3557325"/>
                  <a:ext cx="370732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en-US" altLang="zh-CN" b="0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3" name="文本框 112">
                  <a:extLst>
                    <a:ext uri="{FF2B5EF4-FFF2-40B4-BE49-F238E27FC236}">
                      <a16:creationId xmlns:a16="http://schemas.microsoft.com/office/drawing/2014/main" id="{38B430A9-D39E-4B6A-9202-0EAF0D549B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2970" y="3557325"/>
                  <a:ext cx="370732" cy="369332"/>
                </a:xfrm>
                <a:prstGeom prst="rect">
                  <a:avLst/>
                </a:prstGeom>
                <a:blipFill>
                  <a:blip r:embed="rId33"/>
                  <a:stretch>
                    <a:fillRect l="-6557" b="-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0AFB7074-D4B3-4A95-BF81-C1B8A30A6F40}"/>
                    </a:ext>
                  </a:extLst>
                </p:cNvPr>
                <p:cNvSpPr txBox="1"/>
                <p:nvPr/>
              </p:nvSpPr>
              <p:spPr>
                <a:xfrm>
                  <a:off x="4498682" y="2935068"/>
                  <a:ext cx="370732" cy="37542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en-US" altLang="zh-CN" b="0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0AFB7074-D4B3-4A95-BF81-C1B8A30A6F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8682" y="2935068"/>
                  <a:ext cx="370732" cy="375424"/>
                </a:xfrm>
                <a:prstGeom prst="rect">
                  <a:avLst/>
                </a:prstGeom>
                <a:blipFill>
                  <a:blip r:embed="rId34"/>
                  <a:stretch>
                    <a:fillRect l="-6557" b="-161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F967CCEE-6112-4AEA-BD6A-BDC03C8CA282}"/>
                    </a:ext>
                  </a:extLst>
                </p:cNvPr>
                <p:cNvSpPr txBox="1"/>
                <p:nvPr/>
              </p:nvSpPr>
              <p:spPr>
                <a:xfrm>
                  <a:off x="3850907" y="3705842"/>
                  <a:ext cx="370732" cy="37542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en-US" altLang="zh-CN" b="0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F967CCEE-6112-4AEA-BD6A-BDC03C8CA2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0907" y="3705842"/>
                  <a:ext cx="370732" cy="375424"/>
                </a:xfrm>
                <a:prstGeom prst="rect">
                  <a:avLst/>
                </a:prstGeom>
                <a:blipFill>
                  <a:blip r:embed="rId35"/>
                  <a:stretch>
                    <a:fillRect l="-8197" b="-327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9EE33C2B-7CE8-4064-8A04-74F5AFD8F6B8}"/>
                    </a:ext>
                  </a:extLst>
                </p:cNvPr>
                <p:cNvSpPr txBox="1"/>
                <p:nvPr/>
              </p:nvSpPr>
              <p:spPr>
                <a:xfrm>
                  <a:off x="3243604" y="3370068"/>
                  <a:ext cx="370732" cy="37542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4</m:t>
                            </m:r>
                          </m:sub>
                          <m:sup>
                            <m: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en-US" altLang="zh-CN" b="0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9EE33C2B-7CE8-4064-8A04-74F5AFD8F6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3604" y="3370068"/>
                  <a:ext cx="370732" cy="375424"/>
                </a:xfrm>
                <a:prstGeom prst="rect">
                  <a:avLst/>
                </a:prstGeom>
                <a:blipFill>
                  <a:blip r:embed="rId36"/>
                  <a:stretch>
                    <a:fillRect l="-6557" b="-327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1F18EA52-2FEC-4EEF-B237-3C4F891660BD}"/>
                    </a:ext>
                  </a:extLst>
                </p:cNvPr>
                <p:cNvSpPr txBox="1"/>
                <p:nvPr/>
              </p:nvSpPr>
              <p:spPr>
                <a:xfrm>
                  <a:off x="8718669" y="4024127"/>
                  <a:ext cx="37073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altLang="zh-CN" b="0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1F18EA52-2FEC-4EEF-B237-3C4F891660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18669" y="4024127"/>
                  <a:ext cx="370732" cy="370294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3E3FB6EA-B3BC-4706-971C-FF6893ADFDBE}"/>
                    </a:ext>
                  </a:extLst>
                </p:cNvPr>
                <p:cNvSpPr txBox="1"/>
                <p:nvPr/>
              </p:nvSpPr>
              <p:spPr>
                <a:xfrm>
                  <a:off x="2832849" y="4045741"/>
                  <a:ext cx="37073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altLang="zh-CN" b="0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3E3FB6EA-B3BC-4706-971C-FF6893ADFD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32849" y="4045741"/>
                  <a:ext cx="370732" cy="370294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233478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组合 50">
            <a:extLst>
              <a:ext uri="{FF2B5EF4-FFF2-40B4-BE49-F238E27FC236}">
                <a16:creationId xmlns:a16="http://schemas.microsoft.com/office/drawing/2014/main" id="{C7EAEFED-D0EC-42B9-B408-145F67EC9A7B}"/>
              </a:ext>
            </a:extLst>
          </p:cNvPr>
          <p:cNvGrpSpPr/>
          <p:nvPr/>
        </p:nvGrpSpPr>
        <p:grpSpPr>
          <a:xfrm>
            <a:off x="481327" y="-789956"/>
            <a:ext cx="10968746" cy="4084082"/>
            <a:chOff x="249679" y="1611868"/>
            <a:chExt cx="10968746" cy="408408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矩形 1">
                  <a:extLst>
                    <a:ext uri="{FF2B5EF4-FFF2-40B4-BE49-F238E27FC236}">
                      <a16:creationId xmlns:a16="http://schemas.microsoft.com/office/drawing/2014/main" id="{594DAE27-2BDD-4652-85F9-1FF89FDE2792}"/>
                    </a:ext>
                  </a:extLst>
                </p:cNvPr>
                <p:cNvSpPr/>
                <p:nvPr/>
              </p:nvSpPr>
              <p:spPr>
                <a:xfrm>
                  <a:off x="249679" y="2978150"/>
                  <a:ext cx="1198121" cy="901700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信源</a:t>
                  </a:r>
                  <a:endPara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𝑴</m:t>
                        </m:r>
                      </m:oMath>
                    </m:oMathPara>
                  </a14:m>
                  <a:endPara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" name="矩形 1">
                  <a:extLst>
                    <a:ext uri="{FF2B5EF4-FFF2-40B4-BE49-F238E27FC236}">
                      <a16:creationId xmlns:a16="http://schemas.microsoft.com/office/drawing/2014/main" id="{594DAE27-2BDD-4652-85F9-1FF89FDE279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679" y="2978150"/>
                  <a:ext cx="1198121" cy="90170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37FC213F-D8BB-4744-8042-427E967A2696}"/>
                    </a:ext>
                  </a:extLst>
                </p:cNvPr>
                <p:cNvSpPr/>
                <p:nvPr/>
              </p:nvSpPr>
              <p:spPr>
                <a:xfrm>
                  <a:off x="2561079" y="2978150"/>
                  <a:ext cx="1693421" cy="901700"/>
                </a:xfrm>
                <a:prstGeom prst="rect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加密器</a:t>
                  </a:r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𝑬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𝒌</m:t>
                            </m:r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𝒎</m:t>
                            </m:r>
                          </m:e>
                        </m:d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37FC213F-D8BB-4744-8042-427E967A269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1079" y="2978150"/>
                  <a:ext cx="1693421" cy="9017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678D768C-465F-4067-BB22-3A384379AFFC}"/>
                    </a:ext>
                  </a:extLst>
                </p:cNvPr>
                <p:cNvSpPr/>
                <p:nvPr/>
              </p:nvSpPr>
              <p:spPr>
                <a:xfrm>
                  <a:off x="6642102" y="2978150"/>
                  <a:ext cx="1693421" cy="901700"/>
                </a:xfrm>
                <a:prstGeom prst="rect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加密器</a:t>
                  </a:r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𝒎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𝑫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𝒌</m:t>
                            </m:r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𝒄</m:t>
                            </m:r>
                          </m:e>
                        </m:d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678D768C-465F-4067-BB22-3A384379AFF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42102" y="2978150"/>
                  <a:ext cx="1693421" cy="9017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4BCA2744-BCAF-4EF0-8A51-B47BD3AA7B39}"/>
                    </a:ext>
                  </a:extLst>
                </p:cNvPr>
                <p:cNvSpPr/>
                <p:nvPr/>
              </p:nvSpPr>
              <p:spPr>
                <a:xfrm>
                  <a:off x="2738879" y="4794250"/>
                  <a:ext cx="1337821" cy="901700"/>
                </a:xfrm>
                <a:prstGeom prst="rect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密钥源</a:t>
                  </a:r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𝑲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4BCA2744-BCAF-4EF0-8A51-B47BD3AA7B3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8879" y="4794250"/>
                  <a:ext cx="1337821" cy="9017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932C1803-ECF4-462A-BFC2-8BE4E81E8CC0}"/>
                    </a:ext>
                  </a:extLst>
                </p:cNvPr>
                <p:cNvSpPr/>
                <p:nvPr/>
              </p:nvSpPr>
              <p:spPr>
                <a:xfrm>
                  <a:off x="6819901" y="4794250"/>
                  <a:ext cx="1337821" cy="901700"/>
                </a:xfrm>
                <a:prstGeom prst="rect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密钥源</a:t>
                  </a:r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𝑲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932C1803-ECF4-462A-BFC2-8BE4E81E8CC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9901" y="4794250"/>
                  <a:ext cx="1337821" cy="90170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ADC4FEF5-D85D-4F9B-8FFE-C64288990C36}"/>
                </a:ext>
              </a:extLst>
            </p:cNvPr>
            <p:cNvSpPr/>
            <p:nvPr/>
          </p:nvSpPr>
          <p:spPr>
            <a:xfrm>
              <a:off x="1476774" y="1612900"/>
              <a:ext cx="1198121" cy="901700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非法</a:t>
              </a:r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接入者</a:t>
              </a:r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CB538EBB-590C-43D6-8CC6-8A4153BFD059}"/>
                </a:ext>
              </a:extLst>
            </p:cNvPr>
            <p:cNvSpPr/>
            <p:nvPr/>
          </p:nvSpPr>
          <p:spPr>
            <a:xfrm>
              <a:off x="7724274" y="1611868"/>
              <a:ext cx="1595882" cy="901700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密码分析员</a:t>
              </a:r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窃听者</a:t>
              </a:r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1C6C8D5-2AA2-40CA-A2CD-7F1F9FF28ACB}"/>
                </a:ext>
              </a:extLst>
            </p:cNvPr>
            <p:cNvSpPr/>
            <p:nvPr/>
          </p:nvSpPr>
          <p:spPr>
            <a:xfrm>
              <a:off x="9525004" y="2978150"/>
              <a:ext cx="1198121" cy="901700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接收者</a:t>
              </a:r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8D412BA1-B56E-49E1-8BCE-EF1495BFB96C}"/>
                    </a:ext>
                  </a:extLst>
                </p:cNvPr>
                <p:cNvSpPr txBox="1"/>
                <p:nvPr/>
              </p:nvSpPr>
              <p:spPr>
                <a:xfrm>
                  <a:off x="1574803" y="3059668"/>
                  <a:ext cx="833876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𝑚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8D412BA1-B56E-49E1-8BCE-EF1495BFB9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4803" y="3059668"/>
                  <a:ext cx="833876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2E4FAACB-3668-462F-95D6-C451AB0A1AE0}"/>
                </a:ext>
              </a:extLst>
            </p:cNvPr>
            <p:cNvCxnSpPr>
              <a:cxnSpLocks/>
              <a:stCxn id="2" idx="3"/>
              <a:endCxn id="3" idx="1"/>
            </p:cNvCxnSpPr>
            <p:nvPr/>
          </p:nvCxnSpPr>
          <p:spPr>
            <a:xfrm>
              <a:off x="1447800" y="3429000"/>
              <a:ext cx="111327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AD67B7B9-E4A1-4935-8546-7A47C6C03863}"/>
                </a:ext>
              </a:extLst>
            </p:cNvPr>
            <p:cNvCxnSpPr>
              <a:cxnSpLocks/>
              <a:stCxn id="3" idx="3"/>
              <a:endCxn id="4" idx="1"/>
            </p:cNvCxnSpPr>
            <p:nvPr/>
          </p:nvCxnSpPr>
          <p:spPr>
            <a:xfrm>
              <a:off x="4254500" y="3429000"/>
              <a:ext cx="238760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F2629CD8-DD05-44DA-82D2-AB8EBFD2E355}"/>
                </a:ext>
              </a:extLst>
            </p:cNvPr>
            <p:cNvCxnSpPr>
              <a:cxnSpLocks/>
              <a:stCxn id="4" idx="3"/>
              <a:endCxn id="9" idx="1"/>
            </p:cNvCxnSpPr>
            <p:nvPr/>
          </p:nvCxnSpPr>
          <p:spPr>
            <a:xfrm>
              <a:off x="8335523" y="3429000"/>
              <a:ext cx="1189481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6429641D-86C2-4EF1-B668-3711200810C4}"/>
                    </a:ext>
                  </a:extLst>
                </p:cNvPr>
                <p:cNvSpPr txBox="1"/>
                <p:nvPr/>
              </p:nvSpPr>
              <p:spPr>
                <a:xfrm>
                  <a:off x="8542299" y="2977118"/>
                  <a:ext cx="833876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𝑚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6429641D-86C2-4EF1-B668-3711200810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42299" y="2977118"/>
                  <a:ext cx="833876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连接符: 肘形 20">
              <a:extLst>
                <a:ext uri="{FF2B5EF4-FFF2-40B4-BE49-F238E27FC236}">
                  <a16:creationId xmlns:a16="http://schemas.microsoft.com/office/drawing/2014/main" id="{699F937D-1E92-4B15-84F4-F184F66D321E}"/>
                </a:ext>
              </a:extLst>
            </p:cNvPr>
            <p:cNvCxnSpPr>
              <a:cxnSpLocks/>
              <a:stCxn id="7" idx="3"/>
              <a:endCxn id="4" idx="1"/>
            </p:cNvCxnSpPr>
            <p:nvPr/>
          </p:nvCxnSpPr>
          <p:spPr>
            <a:xfrm>
              <a:off x="2674895" y="2063750"/>
              <a:ext cx="3967207" cy="1365250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连接符: 肘形 24">
              <a:extLst>
                <a:ext uri="{FF2B5EF4-FFF2-40B4-BE49-F238E27FC236}">
                  <a16:creationId xmlns:a16="http://schemas.microsoft.com/office/drawing/2014/main" id="{C132EFF5-01ED-4B96-8960-B3E0B19B466A}"/>
                </a:ext>
              </a:extLst>
            </p:cNvPr>
            <p:cNvCxnSpPr>
              <a:cxnSpLocks/>
              <a:stCxn id="3" idx="3"/>
              <a:endCxn id="8" idx="1"/>
            </p:cNvCxnSpPr>
            <p:nvPr/>
          </p:nvCxnSpPr>
          <p:spPr>
            <a:xfrm flipV="1">
              <a:off x="4254500" y="2062718"/>
              <a:ext cx="3469774" cy="1366282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7901AAE9-79CF-4470-9160-125FA9D13980}"/>
                </a:ext>
              </a:extLst>
            </p:cNvPr>
            <p:cNvCxnSpPr>
              <a:cxnSpLocks/>
              <a:stCxn id="5" idx="0"/>
              <a:endCxn id="3" idx="2"/>
            </p:cNvCxnSpPr>
            <p:nvPr/>
          </p:nvCxnSpPr>
          <p:spPr>
            <a:xfrm flipV="1">
              <a:off x="3407790" y="3879850"/>
              <a:ext cx="0" cy="91440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37D9F03D-DBD5-4650-B124-CD7E468869C7}"/>
                </a:ext>
              </a:extLst>
            </p:cNvPr>
            <p:cNvCxnSpPr>
              <a:cxnSpLocks/>
              <a:stCxn id="6" idx="0"/>
              <a:endCxn id="4" idx="2"/>
            </p:cNvCxnSpPr>
            <p:nvPr/>
          </p:nvCxnSpPr>
          <p:spPr>
            <a:xfrm flipV="1">
              <a:off x="7488812" y="3879850"/>
              <a:ext cx="1" cy="91440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B6B2A0B7-0416-4651-9241-14DA14646F1A}"/>
                </a:ext>
              </a:extLst>
            </p:cNvPr>
            <p:cNvCxnSpPr>
              <a:cxnSpLocks/>
              <a:stCxn id="5" idx="3"/>
              <a:endCxn id="6" idx="1"/>
            </p:cNvCxnSpPr>
            <p:nvPr/>
          </p:nvCxnSpPr>
          <p:spPr>
            <a:xfrm>
              <a:off x="4076700" y="5245100"/>
              <a:ext cx="2743201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754ABAD7-C601-447A-AFDD-9173E136DFFE}"/>
                    </a:ext>
                  </a:extLst>
                </p:cNvPr>
                <p:cNvSpPr txBox="1"/>
                <p:nvPr/>
              </p:nvSpPr>
              <p:spPr>
                <a:xfrm>
                  <a:off x="4254499" y="3446536"/>
                  <a:ext cx="833876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𝑐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754ABAD7-C601-447A-AFDD-9173E136DF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4499" y="3446536"/>
                  <a:ext cx="833876" cy="37029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4C494003-CDE1-4C3A-96AC-644F3160092E}"/>
                    </a:ext>
                  </a:extLst>
                </p:cNvPr>
                <p:cNvSpPr txBox="1"/>
                <p:nvPr/>
              </p:nvSpPr>
              <p:spPr>
                <a:xfrm>
                  <a:off x="3234313" y="2076450"/>
                  <a:ext cx="833876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𝑐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′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4C494003-CDE1-4C3A-96AC-644F316009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34313" y="2076450"/>
                  <a:ext cx="833876" cy="37029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B650F0FF-5EC7-4696-BF5F-3EB36975DED1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10723125" y="3429000"/>
              <a:ext cx="4953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17A5BB80-2EAA-40AB-B113-7A982DA0D1D0}"/>
                    </a:ext>
                  </a:extLst>
                </p:cNvPr>
                <p:cNvSpPr txBox="1"/>
                <p:nvPr/>
              </p:nvSpPr>
              <p:spPr>
                <a:xfrm>
                  <a:off x="9376175" y="1611868"/>
                  <a:ext cx="833876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𝑚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′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17A5BB80-2EAA-40AB-B113-7A982DA0D1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76175" y="1611868"/>
                  <a:ext cx="833876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D94BFB5C-03A4-4226-9362-77D90DFB07B5}"/>
                </a:ext>
              </a:extLst>
            </p:cNvPr>
            <p:cNvCxnSpPr>
              <a:cxnSpLocks/>
              <a:stCxn id="8" idx="3"/>
            </p:cNvCxnSpPr>
            <p:nvPr/>
          </p:nvCxnSpPr>
          <p:spPr>
            <a:xfrm>
              <a:off x="9320156" y="2062718"/>
              <a:ext cx="108217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CD003F4B-3DCB-448A-BD72-A77544F9E083}"/>
                </a:ext>
              </a:extLst>
            </p:cNvPr>
            <p:cNvSpPr txBox="1"/>
            <p:nvPr/>
          </p:nvSpPr>
          <p:spPr>
            <a:xfrm>
              <a:off x="4508501" y="4808407"/>
              <a:ext cx="1879598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b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密钥信道</a:t>
              </a:r>
              <a:endPara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189DF1CC-131D-450E-A44E-117BE8627325}"/>
                </a:ext>
              </a:extLst>
            </p:cNvPr>
            <p:cNvSpPr txBox="1"/>
            <p:nvPr/>
          </p:nvSpPr>
          <p:spPr>
            <a:xfrm>
              <a:off x="4403329" y="3017191"/>
              <a:ext cx="1879598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b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通信信道</a:t>
              </a:r>
              <a:endPara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F2405DCF-09E8-4081-8CF1-694A6B96DA20}"/>
                </a:ext>
              </a:extLst>
            </p:cNvPr>
            <p:cNvSpPr txBox="1"/>
            <p:nvPr/>
          </p:nvSpPr>
          <p:spPr>
            <a:xfrm>
              <a:off x="2871844" y="1639757"/>
              <a:ext cx="2208844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b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搭线信道 </a:t>
              </a:r>
              <a:r>
                <a:rPr lang="en-US" altLang="zh-CN" b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b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主动攻击</a:t>
              </a:r>
              <a:r>
                <a:rPr lang="en-US" altLang="zh-CN" b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735092E3-4863-463E-89E3-A391FF662AC2}"/>
                </a:ext>
              </a:extLst>
            </p:cNvPr>
            <p:cNvSpPr txBox="1"/>
            <p:nvPr/>
          </p:nvSpPr>
          <p:spPr>
            <a:xfrm>
              <a:off x="5343128" y="1645761"/>
              <a:ext cx="2208844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b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搭线信道 </a:t>
              </a:r>
              <a:r>
                <a:rPr lang="en-US" altLang="zh-CN" b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b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被动攻击</a:t>
              </a:r>
              <a:r>
                <a:rPr lang="en-US" altLang="zh-CN" b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9FF0EBF5-1162-411A-BDDD-3077B0D38940}"/>
              </a:ext>
            </a:extLst>
          </p:cNvPr>
          <p:cNvGrpSpPr/>
          <p:nvPr/>
        </p:nvGrpSpPr>
        <p:grpSpPr>
          <a:xfrm>
            <a:off x="1806451" y="3744976"/>
            <a:ext cx="8095530" cy="3099230"/>
            <a:chOff x="1798938" y="2724097"/>
            <a:chExt cx="8095530" cy="30992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矩形 52">
                  <a:extLst>
                    <a:ext uri="{FF2B5EF4-FFF2-40B4-BE49-F238E27FC236}">
                      <a16:creationId xmlns:a16="http://schemas.microsoft.com/office/drawing/2014/main" id="{2D87AB39-3798-42EB-9289-64E8A7D277D0}"/>
                    </a:ext>
                  </a:extLst>
                </p:cNvPr>
                <p:cNvSpPr/>
                <p:nvPr/>
              </p:nvSpPr>
              <p:spPr>
                <a:xfrm>
                  <a:off x="2734311" y="5217931"/>
                  <a:ext cx="1244461" cy="605396"/>
                </a:xfrm>
                <a:prstGeom prst="rect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𝑬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rgbClr val="D74514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rgbClr val="D74514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𝒛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rgbClr val="D74514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𝒊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rgbClr val="D74514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rgbClr val="D74514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rgbClr val="D74514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𝒊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3" name="矩形 52">
                  <a:extLst>
                    <a:ext uri="{FF2B5EF4-FFF2-40B4-BE49-F238E27FC236}">
                      <a16:creationId xmlns:a16="http://schemas.microsoft.com/office/drawing/2014/main" id="{2D87AB39-3798-42EB-9289-64E8A7D277D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4311" y="5217931"/>
                  <a:ext cx="1244461" cy="605396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BCF3A38F-B2D2-4D50-8550-86D878BEDE29}"/>
                    </a:ext>
                  </a:extLst>
                </p:cNvPr>
                <p:cNvSpPr txBox="1"/>
                <p:nvPr/>
              </p:nvSpPr>
              <p:spPr>
                <a:xfrm>
                  <a:off x="2707863" y="2954214"/>
                  <a:ext cx="833876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BCF3A38F-B2D2-4D50-8550-86D878BEDE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7863" y="2954214"/>
                  <a:ext cx="833876" cy="37029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81546954-548D-40AA-9BD3-F5A087E10678}"/>
                </a:ext>
              </a:extLst>
            </p:cNvPr>
            <p:cNvCxnSpPr>
              <a:cxnSpLocks/>
              <a:stCxn id="79" idx="2"/>
              <a:endCxn id="53" idx="0"/>
            </p:cNvCxnSpPr>
            <p:nvPr/>
          </p:nvCxnSpPr>
          <p:spPr>
            <a:xfrm flipH="1">
              <a:off x="3356542" y="4660521"/>
              <a:ext cx="1" cy="55741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F0EA7D06-D1E2-4036-936C-7D57D177CD8A}"/>
                </a:ext>
              </a:extLst>
            </p:cNvPr>
            <p:cNvGrpSpPr/>
            <p:nvPr/>
          </p:nvGrpSpPr>
          <p:grpSpPr>
            <a:xfrm>
              <a:off x="1798938" y="3554625"/>
              <a:ext cx="3115209" cy="1105896"/>
              <a:chOff x="961490" y="3743016"/>
              <a:chExt cx="3115209" cy="1105896"/>
            </a:xfrm>
          </p:grpSpPr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EB11AD42-E326-4B3A-83A0-1A79BA96CFBB}"/>
                  </a:ext>
                </a:extLst>
              </p:cNvPr>
              <p:cNvSpPr/>
              <p:nvPr/>
            </p:nvSpPr>
            <p:spPr>
              <a:xfrm>
                <a:off x="961490" y="3743016"/>
                <a:ext cx="3115209" cy="1105896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endPara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滚动密钥生成器</a:t>
                </a:r>
                <a:endPara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7B23EAEE-2CE6-4BA2-9EFA-D40FEDFF039D}"/>
                  </a:ext>
                </a:extLst>
              </p:cNvPr>
              <p:cNvSpPr/>
              <p:nvPr/>
            </p:nvSpPr>
            <p:spPr>
              <a:xfrm>
                <a:off x="1115895" y="3895416"/>
                <a:ext cx="458907" cy="44903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1" name="矩形 80">
                <a:extLst>
                  <a:ext uri="{FF2B5EF4-FFF2-40B4-BE49-F238E27FC236}">
                    <a16:creationId xmlns:a16="http://schemas.microsoft.com/office/drawing/2014/main" id="{AA5AA520-412A-42A6-B190-5EC1107F406C}"/>
                  </a:ext>
                </a:extLst>
              </p:cNvPr>
              <p:cNvSpPr/>
              <p:nvPr/>
            </p:nvSpPr>
            <p:spPr>
              <a:xfrm>
                <a:off x="3421797" y="3895416"/>
                <a:ext cx="458907" cy="44903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2" name="矩形 81">
                    <a:extLst>
                      <a:ext uri="{FF2B5EF4-FFF2-40B4-BE49-F238E27FC236}">
                        <a16:creationId xmlns:a16="http://schemas.microsoft.com/office/drawing/2014/main" id="{A8970104-E4DC-4D79-B28F-C0D50EFB40EA}"/>
                      </a:ext>
                    </a:extLst>
                  </p:cNvPr>
                  <p:cNvSpPr/>
                  <p:nvPr/>
                </p:nvSpPr>
                <p:spPr>
                  <a:xfrm>
                    <a:off x="1616927" y="3895416"/>
                    <a:ext cx="1759686" cy="44903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⋯</m:t>
                          </m:r>
                        </m:oMath>
                      </m:oMathPara>
                    </a14:m>
                    <a:endParaRPr lang="en-US" altLang="zh-CN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82" name="矩形 81">
                    <a:extLst>
                      <a:ext uri="{FF2B5EF4-FFF2-40B4-BE49-F238E27FC236}">
                        <a16:creationId xmlns:a16="http://schemas.microsoft.com/office/drawing/2014/main" id="{A8970104-E4DC-4D79-B28F-C0D50EFB40E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16927" y="3895416"/>
                    <a:ext cx="1759686" cy="449030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矩形 56">
                  <a:extLst>
                    <a:ext uri="{FF2B5EF4-FFF2-40B4-BE49-F238E27FC236}">
                      <a16:creationId xmlns:a16="http://schemas.microsoft.com/office/drawing/2014/main" id="{BC8F455E-67C8-4F00-9491-5B47E350A24D}"/>
                    </a:ext>
                  </a:extLst>
                </p:cNvPr>
                <p:cNvSpPr/>
                <p:nvPr/>
              </p:nvSpPr>
              <p:spPr>
                <a:xfrm>
                  <a:off x="7714632" y="5217931"/>
                  <a:ext cx="1244461" cy="605396"/>
                </a:xfrm>
                <a:prstGeom prst="rect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𝑫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rgbClr val="D74514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rgbClr val="D74514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𝒛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rgbClr val="D74514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𝒊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rgbClr val="D74514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rgbClr val="D74514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rgbClr val="D74514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𝒊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7" name="矩形 56">
                  <a:extLst>
                    <a:ext uri="{FF2B5EF4-FFF2-40B4-BE49-F238E27FC236}">
                      <a16:creationId xmlns:a16="http://schemas.microsoft.com/office/drawing/2014/main" id="{BC8F455E-67C8-4F00-9491-5B47E350A24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14632" y="5217931"/>
                  <a:ext cx="1244461" cy="605396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1ADF8EAB-9B66-47F2-BE5B-C117DC1DAE3D}"/>
                </a:ext>
              </a:extLst>
            </p:cNvPr>
            <p:cNvSpPr/>
            <p:nvPr/>
          </p:nvSpPr>
          <p:spPr>
            <a:xfrm>
              <a:off x="4014246" y="2724097"/>
              <a:ext cx="3710028" cy="369332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安全信道</a:t>
              </a:r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9" name="连接符: 肘形 58">
              <a:extLst>
                <a:ext uri="{FF2B5EF4-FFF2-40B4-BE49-F238E27FC236}">
                  <a16:creationId xmlns:a16="http://schemas.microsoft.com/office/drawing/2014/main" id="{D79871BD-6FE2-4CB0-A698-3DB4BD545EC5}"/>
                </a:ext>
              </a:extLst>
            </p:cNvPr>
            <p:cNvCxnSpPr>
              <a:cxnSpLocks/>
              <a:stCxn id="58" idx="1"/>
              <a:endCxn id="79" idx="0"/>
            </p:cNvCxnSpPr>
            <p:nvPr/>
          </p:nvCxnSpPr>
          <p:spPr>
            <a:xfrm rot="10800000" flipV="1">
              <a:off x="3356544" y="2908763"/>
              <a:ext cx="657703" cy="645862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CF65399A-7F25-4D8C-BA7D-F7B28132CD41}"/>
                </a:ext>
              </a:extLst>
            </p:cNvPr>
            <p:cNvGrpSpPr/>
            <p:nvPr/>
          </p:nvGrpSpPr>
          <p:grpSpPr>
            <a:xfrm>
              <a:off x="6779259" y="3554625"/>
              <a:ext cx="3115209" cy="1105896"/>
              <a:chOff x="961490" y="3743016"/>
              <a:chExt cx="3115209" cy="1105896"/>
            </a:xfrm>
          </p:grpSpPr>
          <p:sp>
            <p:nvSpPr>
              <p:cNvPr id="75" name="矩形 74">
                <a:extLst>
                  <a:ext uri="{FF2B5EF4-FFF2-40B4-BE49-F238E27FC236}">
                    <a16:creationId xmlns:a16="http://schemas.microsoft.com/office/drawing/2014/main" id="{09528D98-48A4-4931-BABD-A3ED64267E05}"/>
                  </a:ext>
                </a:extLst>
              </p:cNvPr>
              <p:cNvSpPr/>
              <p:nvPr/>
            </p:nvSpPr>
            <p:spPr>
              <a:xfrm>
                <a:off x="961490" y="3743016"/>
                <a:ext cx="3115209" cy="1105896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endPara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滚动密钥生成器</a:t>
                </a:r>
                <a:endPara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C92D85DE-BAB3-4F20-8905-BD69B68F4124}"/>
                  </a:ext>
                </a:extLst>
              </p:cNvPr>
              <p:cNvSpPr/>
              <p:nvPr/>
            </p:nvSpPr>
            <p:spPr>
              <a:xfrm>
                <a:off x="1115895" y="3895416"/>
                <a:ext cx="458907" cy="44903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B4469CDB-658F-42A1-A539-C417EE614AB2}"/>
                  </a:ext>
                </a:extLst>
              </p:cNvPr>
              <p:cNvSpPr/>
              <p:nvPr/>
            </p:nvSpPr>
            <p:spPr>
              <a:xfrm>
                <a:off x="3421797" y="3895416"/>
                <a:ext cx="458907" cy="44903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8" name="矩形 77">
                    <a:extLst>
                      <a:ext uri="{FF2B5EF4-FFF2-40B4-BE49-F238E27FC236}">
                        <a16:creationId xmlns:a16="http://schemas.microsoft.com/office/drawing/2014/main" id="{4BAA22CE-B174-4EE7-80F2-0A020EC22BEF}"/>
                      </a:ext>
                    </a:extLst>
                  </p:cNvPr>
                  <p:cNvSpPr/>
                  <p:nvPr/>
                </p:nvSpPr>
                <p:spPr>
                  <a:xfrm>
                    <a:off x="1616927" y="3895416"/>
                    <a:ext cx="1759686" cy="44903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⋯</m:t>
                          </m:r>
                        </m:oMath>
                      </m:oMathPara>
                    </a14:m>
                    <a:endParaRPr lang="en-US" altLang="zh-CN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78" name="矩形 77">
                    <a:extLst>
                      <a:ext uri="{FF2B5EF4-FFF2-40B4-BE49-F238E27FC236}">
                        <a16:creationId xmlns:a16="http://schemas.microsoft.com/office/drawing/2014/main" id="{4BAA22CE-B174-4EE7-80F2-0A020EC22BE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16927" y="3895416"/>
                    <a:ext cx="1759686" cy="449030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61" name="连接符: 肘形 60">
              <a:extLst>
                <a:ext uri="{FF2B5EF4-FFF2-40B4-BE49-F238E27FC236}">
                  <a16:creationId xmlns:a16="http://schemas.microsoft.com/office/drawing/2014/main" id="{1A29FD5C-6AAF-4F7F-A617-DF7581AF3CBE}"/>
                </a:ext>
              </a:extLst>
            </p:cNvPr>
            <p:cNvCxnSpPr>
              <a:cxnSpLocks/>
              <a:stCxn id="58" idx="3"/>
              <a:endCxn id="75" idx="0"/>
            </p:cNvCxnSpPr>
            <p:nvPr/>
          </p:nvCxnSpPr>
          <p:spPr>
            <a:xfrm>
              <a:off x="7724274" y="2908763"/>
              <a:ext cx="612590" cy="645862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9A254227-54F7-44DA-B960-5CCE9D6A5477}"/>
                    </a:ext>
                  </a:extLst>
                </p:cNvPr>
                <p:cNvSpPr txBox="1"/>
                <p:nvPr/>
              </p:nvSpPr>
              <p:spPr>
                <a:xfrm>
                  <a:off x="8252351" y="2964021"/>
                  <a:ext cx="833876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9A254227-54F7-44DA-B960-5CCE9D6A54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52351" y="2964021"/>
                  <a:ext cx="833876" cy="370294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309D4E1F-BD7D-4E11-A3E6-7B246D490403}"/>
                </a:ext>
              </a:extLst>
            </p:cNvPr>
            <p:cNvCxnSpPr>
              <a:cxnSpLocks/>
              <a:stCxn id="75" idx="2"/>
              <a:endCxn id="57" idx="0"/>
            </p:cNvCxnSpPr>
            <p:nvPr/>
          </p:nvCxnSpPr>
          <p:spPr>
            <a:xfrm flipH="1">
              <a:off x="8336863" y="4660521"/>
              <a:ext cx="1" cy="55741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D0089227-BA1C-4FA0-9946-7B3547E0C1B7}"/>
                    </a:ext>
                  </a:extLst>
                </p:cNvPr>
                <p:cNvSpPr txBox="1"/>
                <p:nvPr/>
              </p:nvSpPr>
              <p:spPr>
                <a:xfrm>
                  <a:off x="2707863" y="4727607"/>
                  <a:ext cx="833876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D0089227-BA1C-4FA0-9946-7B3547E0C1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7863" y="4727607"/>
                  <a:ext cx="833876" cy="370294"/>
                </a:xfrm>
                <a:prstGeom prst="rect">
                  <a:avLst/>
                </a:prstGeom>
                <a:blipFill>
                  <a:blip r:embed="rId18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FCE08243-1691-4028-9D7D-FCC7ABB7F687}"/>
                    </a:ext>
                  </a:extLst>
                </p:cNvPr>
                <p:cNvSpPr txBox="1"/>
                <p:nvPr/>
              </p:nvSpPr>
              <p:spPr>
                <a:xfrm>
                  <a:off x="8233325" y="4713465"/>
                  <a:ext cx="833876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FCE08243-1691-4028-9D7D-FCC7ABB7F6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3325" y="4713465"/>
                  <a:ext cx="833876" cy="370294"/>
                </a:xfrm>
                <a:prstGeom prst="rect">
                  <a:avLst/>
                </a:prstGeom>
                <a:blipFill>
                  <a:blip r:embed="rId19"/>
                  <a:stretch>
                    <a:fillRect b="-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491AA38F-EEB6-4231-AD28-EF73CCB34B98}"/>
                    </a:ext>
                  </a:extLst>
                </p:cNvPr>
                <p:cNvSpPr txBox="1"/>
                <p:nvPr/>
              </p:nvSpPr>
              <p:spPr>
                <a:xfrm>
                  <a:off x="5452322" y="5335963"/>
                  <a:ext cx="833876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⋯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491AA38F-EEB6-4231-AD28-EF73CCB34B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2322" y="5335963"/>
                  <a:ext cx="833876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7939341E-3A91-47BB-BCE5-325EB08D7014}"/>
                </a:ext>
              </a:extLst>
            </p:cNvPr>
            <p:cNvCxnSpPr>
              <a:cxnSpLocks/>
              <a:stCxn id="53" idx="3"/>
              <a:endCxn id="66" idx="1"/>
            </p:cNvCxnSpPr>
            <p:nvPr/>
          </p:nvCxnSpPr>
          <p:spPr>
            <a:xfrm>
              <a:off x="3978772" y="5520629"/>
              <a:ext cx="147355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箭头连接符 67">
              <a:extLst>
                <a:ext uri="{FF2B5EF4-FFF2-40B4-BE49-F238E27FC236}">
                  <a16:creationId xmlns:a16="http://schemas.microsoft.com/office/drawing/2014/main" id="{CF475226-4457-457D-9583-DCD55D44D853}"/>
                </a:ext>
              </a:extLst>
            </p:cNvPr>
            <p:cNvCxnSpPr>
              <a:cxnSpLocks/>
              <a:stCxn id="66" idx="3"/>
              <a:endCxn id="57" idx="1"/>
            </p:cNvCxnSpPr>
            <p:nvPr/>
          </p:nvCxnSpPr>
          <p:spPr>
            <a:xfrm>
              <a:off x="6286198" y="5520629"/>
              <a:ext cx="142843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箭头连接符 68">
              <a:extLst>
                <a:ext uri="{FF2B5EF4-FFF2-40B4-BE49-F238E27FC236}">
                  <a16:creationId xmlns:a16="http://schemas.microsoft.com/office/drawing/2014/main" id="{D9F24013-DC37-4620-9F0E-940B12B7E259}"/>
                </a:ext>
              </a:extLst>
            </p:cNvPr>
            <p:cNvCxnSpPr>
              <a:cxnSpLocks/>
            </p:cNvCxnSpPr>
            <p:nvPr/>
          </p:nvCxnSpPr>
          <p:spPr>
            <a:xfrm>
              <a:off x="1798938" y="5520629"/>
              <a:ext cx="908926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箭头连接符 69">
              <a:extLst>
                <a:ext uri="{FF2B5EF4-FFF2-40B4-BE49-F238E27FC236}">
                  <a16:creationId xmlns:a16="http://schemas.microsoft.com/office/drawing/2014/main" id="{E37F061D-98F7-4516-A9B6-186156077595}"/>
                </a:ext>
              </a:extLst>
            </p:cNvPr>
            <p:cNvCxnSpPr>
              <a:cxnSpLocks/>
              <a:stCxn id="57" idx="3"/>
            </p:cNvCxnSpPr>
            <p:nvPr/>
          </p:nvCxnSpPr>
          <p:spPr>
            <a:xfrm>
              <a:off x="8959093" y="5520629"/>
              <a:ext cx="93537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81E13DAC-F356-41EE-8A9A-0BA5AE2603F9}"/>
                    </a:ext>
                  </a:extLst>
                </p:cNvPr>
                <p:cNvSpPr txBox="1"/>
                <p:nvPr/>
              </p:nvSpPr>
              <p:spPr>
                <a:xfrm>
                  <a:off x="1836463" y="5097901"/>
                  <a:ext cx="833876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81E13DAC-F356-41EE-8A9A-0BA5AE2603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6463" y="5097901"/>
                  <a:ext cx="833876" cy="370294"/>
                </a:xfrm>
                <a:prstGeom prst="rect">
                  <a:avLst/>
                </a:prstGeom>
                <a:blipFill>
                  <a:blip r:embed="rId21"/>
                  <a:stretch>
                    <a:fillRect b="-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DA490C15-BBE5-4FD2-A70A-35C22DEBF21F}"/>
                    </a:ext>
                  </a:extLst>
                </p:cNvPr>
                <p:cNvSpPr txBox="1"/>
                <p:nvPr/>
              </p:nvSpPr>
              <p:spPr>
                <a:xfrm>
                  <a:off x="9009842" y="5067557"/>
                  <a:ext cx="833876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DA490C15-BBE5-4FD2-A70A-35C22DEBF2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09842" y="5067557"/>
                  <a:ext cx="833876" cy="370294"/>
                </a:xfrm>
                <a:prstGeom prst="rect">
                  <a:avLst/>
                </a:prstGeom>
                <a:blipFill>
                  <a:blip r:embed="rId22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E66EF432-2E56-46B2-BE3F-D2D14FABD8EA}"/>
                    </a:ext>
                  </a:extLst>
                </p:cNvPr>
                <p:cNvSpPr txBox="1"/>
                <p:nvPr/>
              </p:nvSpPr>
              <p:spPr>
                <a:xfrm>
                  <a:off x="4298609" y="5101040"/>
                  <a:ext cx="833876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E66EF432-2E56-46B2-BE3F-D2D14FABD8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98609" y="5101040"/>
                  <a:ext cx="833876" cy="370294"/>
                </a:xfrm>
                <a:prstGeom prst="rect">
                  <a:avLst/>
                </a:prstGeom>
                <a:blipFill>
                  <a:blip r:embed="rId23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A5476B51-AC69-4509-AD84-02BA36D786B4}"/>
                    </a:ext>
                  </a:extLst>
                </p:cNvPr>
                <p:cNvSpPr txBox="1"/>
                <p:nvPr/>
              </p:nvSpPr>
              <p:spPr>
                <a:xfrm>
                  <a:off x="6606035" y="5097901"/>
                  <a:ext cx="833876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A5476B51-AC69-4509-AD84-02BA36D786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06035" y="5097901"/>
                  <a:ext cx="833876" cy="370294"/>
                </a:xfrm>
                <a:prstGeom prst="rect">
                  <a:avLst/>
                </a:prstGeom>
                <a:blipFill>
                  <a:blip r:embed="rId24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910856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>
            <a:extLst>
              <a:ext uri="{FF2B5EF4-FFF2-40B4-BE49-F238E27FC236}">
                <a16:creationId xmlns:a16="http://schemas.microsoft.com/office/drawing/2014/main" id="{78711D23-1179-40BA-81AD-E88A06164297}"/>
              </a:ext>
            </a:extLst>
          </p:cNvPr>
          <p:cNvGrpSpPr/>
          <p:nvPr/>
        </p:nvGrpSpPr>
        <p:grpSpPr>
          <a:xfrm>
            <a:off x="558422" y="242570"/>
            <a:ext cx="4177563" cy="3544427"/>
            <a:chOff x="3245234" y="2609850"/>
            <a:chExt cx="4177563" cy="35444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2F7EC080-1192-4ED8-8535-BBDFF45653F6}"/>
                    </a:ext>
                  </a:extLst>
                </p:cNvPr>
                <p:cNvSpPr txBox="1"/>
                <p:nvPr/>
              </p:nvSpPr>
              <p:spPr>
                <a:xfrm>
                  <a:off x="3674625" y="2717062"/>
                  <a:ext cx="833876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2F7EC080-1192-4ED8-8535-BBDFF45653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74625" y="2717062"/>
                  <a:ext cx="833876" cy="37029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矩形 84">
                  <a:extLst>
                    <a:ext uri="{FF2B5EF4-FFF2-40B4-BE49-F238E27FC236}">
                      <a16:creationId xmlns:a16="http://schemas.microsoft.com/office/drawing/2014/main" id="{23166AFC-9A2D-4404-A0AC-88EE217FC733}"/>
                    </a:ext>
                  </a:extLst>
                </p:cNvPr>
                <p:cNvSpPr/>
                <p:nvPr/>
              </p:nvSpPr>
              <p:spPr>
                <a:xfrm>
                  <a:off x="3245234" y="4885210"/>
                  <a:ext cx="1158095" cy="650610"/>
                </a:xfrm>
                <a:prstGeom prst="rect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zh-CN" altLang="en-US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𝝈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𝒊</m:t>
                            </m:r>
                          </m:sub>
                        </m:sSub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5" name="矩形 84">
                  <a:extLst>
                    <a:ext uri="{FF2B5EF4-FFF2-40B4-BE49-F238E27FC236}">
                      <a16:creationId xmlns:a16="http://schemas.microsoft.com/office/drawing/2014/main" id="{23166AFC-9A2D-4404-A0AC-88EE217FC73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5234" y="4885210"/>
                  <a:ext cx="1158095" cy="6506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椭圆 1">
                  <a:extLst>
                    <a:ext uri="{FF2B5EF4-FFF2-40B4-BE49-F238E27FC236}">
                      <a16:creationId xmlns:a16="http://schemas.microsoft.com/office/drawing/2014/main" id="{DD6DDAD1-78A6-407A-8F2E-DB88F67CCAD6}"/>
                    </a:ext>
                  </a:extLst>
                </p:cNvPr>
                <p:cNvSpPr/>
                <p:nvPr/>
              </p:nvSpPr>
              <p:spPr>
                <a:xfrm>
                  <a:off x="3407790" y="3237470"/>
                  <a:ext cx="846709" cy="846709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𝝋</m:t>
                        </m:r>
                      </m:oMath>
                    </m:oMathPara>
                  </a14:m>
                  <a:endParaRPr lang="zh-CN" altLang="en-US" b="1" i="1" dirty="0">
                    <a:solidFill>
                      <a:srgbClr val="D74514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" name="椭圆 1">
                  <a:extLst>
                    <a:ext uri="{FF2B5EF4-FFF2-40B4-BE49-F238E27FC236}">
                      <a16:creationId xmlns:a16="http://schemas.microsoft.com/office/drawing/2014/main" id="{DD6DDAD1-78A6-407A-8F2E-DB88F67CCAD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7790" y="3237470"/>
                  <a:ext cx="846709" cy="846709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椭圆 85">
                  <a:extLst>
                    <a:ext uri="{FF2B5EF4-FFF2-40B4-BE49-F238E27FC236}">
                      <a16:creationId xmlns:a16="http://schemas.microsoft.com/office/drawing/2014/main" id="{864AE106-7FA7-43F6-BE12-EC53B6594016}"/>
                    </a:ext>
                  </a:extLst>
                </p:cNvPr>
                <p:cNvSpPr/>
                <p:nvPr/>
              </p:nvSpPr>
              <p:spPr>
                <a:xfrm>
                  <a:off x="5403267" y="4787160"/>
                  <a:ext cx="846709" cy="846709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𝝍</m:t>
                        </m:r>
                      </m:oMath>
                    </m:oMathPara>
                  </a14:m>
                  <a:endParaRPr lang="zh-CN" altLang="en-US" b="1" i="1" dirty="0">
                    <a:solidFill>
                      <a:srgbClr val="D74514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6" name="椭圆 85">
                  <a:extLst>
                    <a:ext uri="{FF2B5EF4-FFF2-40B4-BE49-F238E27FC236}">
                      <a16:creationId xmlns:a16="http://schemas.microsoft.com/office/drawing/2014/main" id="{864AE106-7FA7-43F6-BE12-EC53B659401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3267" y="4787160"/>
                  <a:ext cx="846709" cy="846709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7" name="直接箭头连接符 86">
              <a:extLst>
                <a:ext uri="{FF2B5EF4-FFF2-40B4-BE49-F238E27FC236}">
                  <a16:creationId xmlns:a16="http://schemas.microsoft.com/office/drawing/2014/main" id="{9559C2A2-DF3E-418A-B13F-300FF746261A}"/>
                </a:ext>
              </a:extLst>
            </p:cNvPr>
            <p:cNvCxnSpPr>
              <a:cxnSpLocks/>
              <a:stCxn id="85" idx="3"/>
              <a:endCxn id="86" idx="2"/>
            </p:cNvCxnSpPr>
            <p:nvPr/>
          </p:nvCxnSpPr>
          <p:spPr>
            <a:xfrm>
              <a:off x="4403329" y="5210515"/>
              <a:ext cx="99993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连接符: 肘形 87">
              <a:extLst>
                <a:ext uri="{FF2B5EF4-FFF2-40B4-BE49-F238E27FC236}">
                  <a16:creationId xmlns:a16="http://schemas.microsoft.com/office/drawing/2014/main" id="{703B4A83-13A4-48E4-B800-4CC37A32CEB8}"/>
                </a:ext>
              </a:extLst>
            </p:cNvPr>
            <p:cNvCxnSpPr>
              <a:cxnSpLocks/>
              <a:stCxn id="85" idx="3"/>
              <a:endCxn id="2" idx="6"/>
            </p:cNvCxnSpPr>
            <p:nvPr/>
          </p:nvCxnSpPr>
          <p:spPr>
            <a:xfrm flipH="1" flipV="1">
              <a:off x="4254499" y="3660825"/>
              <a:ext cx="148830" cy="1549690"/>
            </a:xfrm>
            <a:prstGeom prst="bentConnector3">
              <a:avLst>
                <a:gd name="adj1" fmla="val -153598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连接符: 肘形 88">
              <a:extLst>
                <a:ext uri="{FF2B5EF4-FFF2-40B4-BE49-F238E27FC236}">
                  <a16:creationId xmlns:a16="http://schemas.microsoft.com/office/drawing/2014/main" id="{D40EA69E-F4C2-461D-8A76-352AE019BCDF}"/>
                </a:ext>
              </a:extLst>
            </p:cNvPr>
            <p:cNvCxnSpPr>
              <a:cxnSpLocks/>
              <a:stCxn id="2" idx="2"/>
              <a:endCxn id="85" idx="1"/>
            </p:cNvCxnSpPr>
            <p:nvPr/>
          </p:nvCxnSpPr>
          <p:spPr>
            <a:xfrm rot="10800000" flipV="1">
              <a:off x="3245234" y="3660825"/>
              <a:ext cx="162556" cy="1549690"/>
            </a:xfrm>
            <a:prstGeom prst="bentConnector3">
              <a:avLst>
                <a:gd name="adj1" fmla="val 240628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箭头连接符 89">
              <a:extLst>
                <a:ext uri="{FF2B5EF4-FFF2-40B4-BE49-F238E27FC236}">
                  <a16:creationId xmlns:a16="http://schemas.microsoft.com/office/drawing/2014/main" id="{76DC9089-5148-4D3E-8915-73F35A3A250F}"/>
                </a:ext>
              </a:extLst>
            </p:cNvPr>
            <p:cNvCxnSpPr>
              <a:cxnSpLocks/>
              <a:stCxn id="86" idx="6"/>
              <a:endCxn id="97" idx="1"/>
            </p:cNvCxnSpPr>
            <p:nvPr/>
          </p:nvCxnSpPr>
          <p:spPr>
            <a:xfrm flipV="1">
              <a:off x="6249976" y="5210514"/>
              <a:ext cx="846709" cy="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箭头连接符 90">
              <a:extLst>
                <a:ext uri="{FF2B5EF4-FFF2-40B4-BE49-F238E27FC236}">
                  <a16:creationId xmlns:a16="http://schemas.microsoft.com/office/drawing/2014/main" id="{608F6ED1-78EE-47D4-913F-F22C2FAE001A}"/>
                </a:ext>
              </a:extLst>
            </p:cNvPr>
            <p:cNvCxnSpPr>
              <a:cxnSpLocks/>
              <a:endCxn id="85" idx="2"/>
            </p:cNvCxnSpPr>
            <p:nvPr/>
          </p:nvCxnSpPr>
          <p:spPr>
            <a:xfrm flipH="1" flipV="1">
              <a:off x="3824282" y="5535820"/>
              <a:ext cx="6862" cy="6184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箭头连接符 91">
              <a:extLst>
                <a:ext uri="{FF2B5EF4-FFF2-40B4-BE49-F238E27FC236}">
                  <a16:creationId xmlns:a16="http://schemas.microsoft.com/office/drawing/2014/main" id="{B16967BD-DEF1-40AE-A899-89F7D5CC44C9}"/>
                </a:ext>
              </a:extLst>
            </p:cNvPr>
            <p:cNvCxnSpPr>
              <a:cxnSpLocks/>
              <a:endCxn id="86" idx="4"/>
            </p:cNvCxnSpPr>
            <p:nvPr/>
          </p:nvCxnSpPr>
          <p:spPr>
            <a:xfrm flipV="1">
              <a:off x="5826621" y="5633869"/>
              <a:ext cx="1" cy="49345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416B125A-72EA-471D-BB95-D5D108FF5BBA}"/>
                </a:ext>
              </a:extLst>
            </p:cNvPr>
            <p:cNvCxnSpPr>
              <a:cxnSpLocks/>
              <a:endCxn id="2" idx="0"/>
            </p:cNvCxnSpPr>
            <p:nvPr/>
          </p:nvCxnSpPr>
          <p:spPr>
            <a:xfrm>
              <a:off x="3831145" y="2609850"/>
              <a:ext cx="0" cy="62762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文本框 93">
                  <a:extLst>
                    <a:ext uri="{FF2B5EF4-FFF2-40B4-BE49-F238E27FC236}">
                      <a16:creationId xmlns:a16="http://schemas.microsoft.com/office/drawing/2014/main" id="{0A535523-06BA-4399-916B-289C6222B695}"/>
                    </a:ext>
                  </a:extLst>
                </p:cNvPr>
                <p:cNvSpPr txBox="1"/>
                <p:nvPr/>
              </p:nvSpPr>
              <p:spPr>
                <a:xfrm>
                  <a:off x="3651251" y="5690629"/>
                  <a:ext cx="833876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94" name="文本框 93">
                  <a:extLst>
                    <a:ext uri="{FF2B5EF4-FFF2-40B4-BE49-F238E27FC236}">
                      <a16:creationId xmlns:a16="http://schemas.microsoft.com/office/drawing/2014/main" id="{0A535523-06BA-4399-916B-289C6222B6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51251" y="5690629"/>
                  <a:ext cx="833876" cy="37029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CB42E956-79C4-4B81-BD62-E38120A2022B}"/>
                    </a:ext>
                  </a:extLst>
                </p:cNvPr>
                <p:cNvSpPr txBox="1"/>
                <p:nvPr/>
              </p:nvSpPr>
              <p:spPr>
                <a:xfrm>
                  <a:off x="5679062" y="5690629"/>
                  <a:ext cx="833876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CB42E956-79C4-4B81-BD62-E38120A202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9062" y="5690629"/>
                  <a:ext cx="833876" cy="37029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文本框 96">
                  <a:extLst>
                    <a:ext uri="{FF2B5EF4-FFF2-40B4-BE49-F238E27FC236}">
                      <a16:creationId xmlns:a16="http://schemas.microsoft.com/office/drawing/2014/main" id="{5F7A50EE-415F-4335-86E0-4ABEFFC96C56}"/>
                    </a:ext>
                  </a:extLst>
                </p:cNvPr>
                <p:cNvSpPr txBox="1"/>
                <p:nvPr/>
              </p:nvSpPr>
              <p:spPr>
                <a:xfrm>
                  <a:off x="7096685" y="5025367"/>
                  <a:ext cx="32611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97" name="文本框 96">
                  <a:extLst>
                    <a:ext uri="{FF2B5EF4-FFF2-40B4-BE49-F238E27FC236}">
                      <a16:creationId xmlns:a16="http://schemas.microsoft.com/office/drawing/2014/main" id="{5F7A50EE-415F-4335-86E0-4ABEFFC96C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6685" y="5025367"/>
                  <a:ext cx="326112" cy="370294"/>
                </a:xfrm>
                <a:prstGeom prst="rect">
                  <a:avLst/>
                </a:prstGeom>
                <a:blipFill>
                  <a:blip r:embed="rId8"/>
                  <a:stretch>
                    <a:fillRect l="-5556" b="-16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CED0D265-4DC7-4D9A-862B-5726ADFA5C27}"/>
              </a:ext>
            </a:extLst>
          </p:cNvPr>
          <p:cNvGrpSpPr/>
          <p:nvPr/>
        </p:nvGrpSpPr>
        <p:grpSpPr>
          <a:xfrm>
            <a:off x="1144332" y="4291022"/>
            <a:ext cx="8255615" cy="2001353"/>
            <a:chOff x="2317135" y="3126302"/>
            <a:chExt cx="8255615" cy="200135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矩形 98">
                  <a:extLst>
                    <a:ext uri="{FF2B5EF4-FFF2-40B4-BE49-F238E27FC236}">
                      <a16:creationId xmlns:a16="http://schemas.microsoft.com/office/drawing/2014/main" id="{40F0B02F-C32B-4530-8692-5A539196C397}"/>
                    </a:ext>
                  </a:extLst>
                </p:cNvPr>
                <p:cNvSpPr/>
                <p:nvPr/>
              </p:nvSpPr>
              <p:spPr>
                <a:xfrm>
                  <a:off x="2317135" y="3126302"/>
                  <a:ext cx="1022965" cy="605396"/>
                </a:xfrm>
                <a:prstGeom prst="rect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𝒏</m:t>
                            </m:r>
                          </m:sub>
                        </m:sSub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99" name="矩形 98">
                  <a:extLst>
                    <a:ext uri="{FF2B5EF4-FFF2-40B4-BE49-F238E27FC236}">
                      <a16:creationId xmlns:a16="http://schemas.microsoft.com/office/drawing/2014/main" id="{40F0B02F-C32B-4530-8692-5A539196C39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7135" y="3126302"/>
                  <a:ext cx="1022965" cy="605396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矩形 99">
                  <a:extLst>
                    <a:ext uri="{FF2B5EF4-FFF2-40B4-BE49-F238E27FC236}">
                      <a16:creationId xmlns:a16="http://schemas.microsoft.com/office/drawing/2014/main" id="{D0836685-AAAB-4552-9AA3-EECEBD8E1E4F}"/>
                    </a:ext>
                  </a:extLst>
                </p:cNvPr>
                <p:cNvSpPr/>
                <p:nvPr/>
              </p:nvSpPr>
              <p:spPr>
                <a:xfrm>
                  <a:off x="4034364" y="3126302"/>
                  <a:ext cx="1022965" cy="605396"/>
                </a:xfrm>
                <a:prstGeom prst="rect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𝒏</m:t>
                            </m:r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0" name="矩形 99">
                  <a:extLst>
                    <a:ext uri="{FF2B5EF4-FFF2-40B4-BE49-F238E27FC236}">
                      <a16:creationId xmlns:a16="http://schemas.microsoft.com/office/drawing/2014/main" id="{D0836685-AAAB-4552-9AA3-EECEBD8E1E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4364" y="3126302"/>
                  <a:ext cx="1022965" cy="605396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矩形 100">
                  <a:extLst>
                    <a:ext uri="{FF2B5EF4-FFF2-40B4-BE49-F238E27FC236}">
                      <a16:creationId xmlns:a16="http://schemas.microsoft.com/office/drawing/2014/main" id="{91C9D771-7442-4188-BC04-588FC982E39F}"/>
                    </a:ext>
                  </a:extLst>
                </p:cNvPr>
                <p:cNvSpPr/>
                <p:nvPr/>
              </p:nvSpPr>
              <p:spPr>
                <a:xfrm>
                  <a:off x="6654673" y="3126302"/>
                  <a:ext cx="1022965" cy="605396"/>
                </a:xfrm>
                <a:prstGeom prst="rect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1" name="矩形 100">
                  <a:extLst>
                    <a:ext uri="{FF2B5EF4-FFF2-40B4-BE49-F238E27FC236}">
                      <a16:creationId xmlns:a16="http://schemas.microsoft.com/office/drawing/2014/main" id="{91C9D771-7442-4188-BC04-588FC982E39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54673" y="3126302"/>
                  <a:ext cx="1022965" cy="605396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矩形 101">
                  <a:extLst>
                    <a:ext uri="{FF2B5EF4-FFF2-40B4-BE49-F238E27FC236}">
                      <a16:creationId xmlns:a16="http://schemas.microsoft.com/office/drawing/2014/main" id="{CD3BC042-E962-4AFA-85C7-DE3EF7ED8336}"/>
                    </a:ext>
                  </a:extLst>
                </p:cNvPr>
                <p:cNvSpPr/>
                <p:nvPr/>
              </p:nvSpPr>
              <p:spPr>
                <a:xfrm>
                  <a:off x="8359783" y="3126302"/>
                  <a:ext cx="1022965" cy="605396"/>
                </a:xfrm>
                <a:prstGeom prst="rect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2" name="矩形 101">
                  <a:extLst>
                    <a:ext uri="{FF2B5EF4-FFF2-40B4-BE49-F238E27FC236}">
                      <a16:creationId xmlns:a16="http://schemas.microsoft.com/office/drawing/2014/main" id="{CD3BC042-E962-4AFA-85C7-DE3EF7ED833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59783" y="3126302"/>
                  <a:ext cx="1022965" cy="605396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矩形 102">
                  <a:extLst>
                    <a:ext uri="{FF2B5EF4-FFF2-40B4-BE49-F238E27FC236}">
                      <a16:creationId xmlns:a16="http://schemas.microsoft.com/office/drawing/2014/main" id="{4976F4D4-0A42-4AFB-9B51-A93215628324}"/>
                    </a:ext>
                  </a:extLst>
                </p:cNvPr>
                <p:cNvSpPr/>
                <p:nvPr/>
              </p:nvSpPr>
              <p:spPr>
                <a:xfrm>
                  <a:off x="4240986" y="4522259"/>
                  <a:ext cx="3710028" cy="605395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𝒇</m:t>
                        </m:r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𝒂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𝒂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  <m:r>
                              <a:rPr lang="en-US" altLang="zh-CN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⋯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𝒂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𝒏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3" name="矩形 102">
                  <a:extLst>
                    <a:ext uri="{FF2B5EF4-FFF2-40B4-BE49-F238E27FC236}">
                      <a16:creationId xmlns:a16="http://schemas.microsoft.com/office/drawing/2014/main" id="{4976F4D4-0A42-4AFB-9B51-A9321562832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0986" y="4522259"/>
                  <a:ext cx="3710028" cy="605395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A606ED3B-1D00-418D-8CB8-036C2F53BFE2}"/>
                    </a:ext>
                  </a:extLst>
                </p:cNvPr>
                <p:cNvSpPr txBox="1"/>
                <p:nvPr/>
              </p:nvSpPr>
              <p:spPr>
                <a:xfrm>
                  <a:off x="5677899" y="3244334"/>
                  <a:ext cx="356204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⋯</m:t>
                        </m:r>
                      </m:oMath>
                    </m:oMathPara>
                  </a14:m>
                  <a:endParaRPr lang="en-US" altLang="zh-CN" b="0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A606ED3B-1D00-418D-8CB8-036C2F53BF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7899" y="3244334"/>
                  <a:ext cx="356204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5" name="直接箭头连接符 104">
              <a:extLst>
                <a:ext uri="{FF2B5EF4-FFF2-40B4-BE49-F238E27FC236}">
                  <a16:creationId xmlns:a16="http://schemas.microsoft.com/office/drawing/2014/main" id="{42BCC731-9898-4D68-B190-D90E4B5596D2}"/>
                </a:ext>
              </a:extLst>
            </p:cNvPr>
            <p:cNvCxnSpPr>
              <a:cxnSpLocks/>
              <a:stCxn id="99" idx="3"/>
              <a:endCxn id="100" idx="1"/>
            </p:cNvCxnSpPr>
            <p:nvPr/>
          </p:nvCxnSpPr>
          <p:spPr>
            <a:xfrm>
              <a:off x="3340100" y="3429000"/>
              <a:ext cx="69426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箭头连接符 105">
              <a:extLst>
                <a:ext uri="{FF2B5EF4-FFF2-40B4-BE49-F238E27FC236}">
                  <a16:creationId xmlns:a16="http://schemas.microsoft.com/office/drawing/2014/main" id="{E1861292-005A-4B21-9984-27BEEA3F96EE}"/>
                </a:ext>
              </a:extLst>
            </p:cNvPr>
            <p:cNvCxnSpPr>
              <a:cxnSpLocks/>
              <a:stCxn id="100" idx="3"/>
              <a:endCxn id="104" idx="1"/>
            </p:cNvCxnSpPr>
            <p:nvPr/>
          </p:nvCxnSpPr>
          <p:spPr>
            <a:xfrm>
              <a:off x="5057329" y="3429000"/>
              <a:ext cx="62057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箭头连接符 106">
              <a:extLst>
                <a:ext uri="{FF2B5EF4-FFF2-40B4-BE49-F238E27FC236}">
                  <a16:creationId xmlns:a16="http://schemas.microsoft.com/office/drawing/2014/main" id="{942BD3A3-0880-4B07-9CA6-2202AB1D3B3C}"/>
                </a:ext>
              </a:extLst>
            </p:cNvPr>
            <p:cNvCxnSpPr>
              <a:cxnSpLocks/>
              <a:stCxn id="104" idx="3"/>
              <a:endCxn id="101" idx="1"/>
            </p:cNvCxnSpPr>
            <p:nvPr/>
          </p:nvCxnSpPr>
          <p:spPr>
            <a:xfrm>
              <a:off x="6034103" y="3429000"/>
              <a:ext cx="62057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箭头连接符 107">
              <a:extLst>
                <a:ext uri="{FF2B5EF4-FFF2-40B4-BE49-F238E27FC236}">
                  <a16:creationId xmlns:a16="http://schemas.microsoft.com/office/drawing/2014/main" id="{3DBBF93B-DDF6-4818-B3BE-6725781444F7}"/>
                </a:ext>
              </a:extLst>
            </p:cNvPr>
            <p:cNvCxnSpPr>
              <a:cxnSpLocks/>
              <a:stCxn id="101" idx="3"/>
              <a:endCxn id="102" idx="1"/>
            </p:cNvCxnSpPr>
            <p:nvPr/>
          </p:nvCxnSpPr>
          <p:spPr>
            <a:xfrm>
              <a:off x="7677638" y="3429000"/>
              <a:ext cx="68214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箭头连接符 108">
              <a:extLst>
                <a:ext uri="{FF2B5EF4-FFF2-40B4-BE49-F238E27FC236}">
                  <a16:creationId xmlns:a16="http://schemas.microsoft.com/office/drawing/2014/main" id="{46A3BE9E-5CBE-42EC-8430-F6309D026096}"/>
                </a:ext>
              </a:extLst>
            </p:cNvPr>
            <p:cNvCxnSpPr>
              <a:cxnSpLocks/>
              <a:stCxn id="99" idx="2"/>
              <a:endCxn id="103" idx="0"/>
            </p:cNvCxnSpPr>
            <p:nvPr/>
          </p:nvCxnSpPr>
          <p:spPr>
            <a:xfrm>
              <a:off x="2828618" y="3731698"/>
              <a:ext cx="3267382" cy="79056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箭头连接符 109">
              <a:extLst>
                <a:ext uri="{FF2B5EF4-FFF2-40B4-BE49-F238E27FC236}">
                  <a16:creationId xmlns:a16="http://schemas.microsoft.com/office/drawing/2014/main" id="{2D633372-C0DA-4200-9B22-328C90C2DFC7}"/>
                </a:ext>
              </a:extLst>
            </p:cNvPr>
            <p:cNvCxnSpPr>
              <a:cxnSpLocks/>
              <a:stCxn id="100" idx="2"/>
              <a:endCxn id="103" idx="0"/>
            </p:cNvCxnSpPr>
            <p:nvPr/>
          </p:nvCxnSpPr>
          <p:spPr>
            <a:xfrm>
              <a:off x="4545847" y="3731698"/>
              <a:ext cx="1550153" cy="79056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箭头连接符 110">
              <a:extLst>
                <a:ext uri="{FF2B5EF4-FFF2-40B4-BE49-F238E27FC236}">
                  <a16:creationId xmlns:a16="http://schemas.microsoft.com/office/drawing/2014/main" id="{46E1E4E2-6E79-4796-9206-9DE69AD84943}"/>
                </a:ext>
              </a:extLst>
            </p:cNvPr>
            <p:cNvCxnSpPr>
              <a:cxnSpLocks/>
              <a:stCxn id="101" idx="2"/>
              <a:endCxn id="103" idx="0"/>
            </p:cNvCxnSpPr>
            <p:nvPr/>
          </p:nvCxnSpPr>
          <p:spPr>
            <a:xfrm flipH="1">
              <a:off x="6096000" y="3731698"/>
              <a:ext cx="1070156" cy="79056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箭头连接符 111">
              <a:extLst>
                <a:ext uri="{FF2B5EF4-FFF2-40B4-BE49-F238E27FC236}">
                  <a16:creationId xmlns:a16="http://schemas.microsoft.com/office/drawing/2014/main" id="{E7C62D60-C4C4-4EF1-9FA3-3D8479090427}"/>
                </a:ext>
              </a:extLst>
            </p:cNvPr>
            <p:cNvCxnSpPr>
              <a:cxnSpLocks/>
              <a:stCxn id="102" idx="2"/>
              <a:endCxn id="103" idx="0"/>
            </p:cNvCxnSpPr>
            <p:nvPr/>
          </p:nvCxnSpPr>
          <p:spPr>
            <a:xfrm flipH="1">
              <a:off x="6096000" y="3731698"/>
              <a:ext cx="2775266" cy="79056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连接符: 肘形 112">
              <a:extLst>
                <a:ext uri="{FF2B5EF4-FFF2-40B4-BE49-F238E27FC236}">
                  <a16:creationId xmlns:a16="http://schemas.microsoft.com/office/drawing/2014/main" id="{53DABCEB-C557-4A62-8323-9564C0947879}"/>
                </a:ext>
              </a:extLst>
            </p:cNvPr>
            <p:cNvCxnSpPr>
              <a:cxnSpLocks/>
              <a:stCxn id="103" idx="2"/>
              <a:endCxn id="99" idx="1"/>
            </p:cNvCxnSpPr>
            <p:nvPr/>
          </p:nvCxnSpPr>
          <p:spPr>
            <a:xfrm rot="5400000" flipH="1">
              <a:off x="3357241" y="2388895"/>
              <a:ext cx="1698654" cy="3778865"/>
            </a:xfrm>
            <a:prstGeom prst="bentConnector4">
              <a:avLst>
                <a:gd name="adj1" fmla="val -13458"/>
                <a:gd name="adj2" fmla="val 106049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箭头连接符 113">
              <a:extLst>
                <a:ext uri="{FF2B5EF4-FFF2-40B4-BE49-F238E27FC236}">
                  <a16:creationId xmlns:a16="http://schemas.microsoft.com/office/drawing/2014/main" id="{7F400D5F-CF1C-43B7-955F-7869CF382CA6}"/>
                </a:ext>
              </a:extLst>
            </p:cNvPr>
            <p:cNvCxnSpPr>
              <a:cxnSpLocks/>
              <a:stCxn id="102" idx="3"/>
            </p:cNvCxnSpPr>
            <p:nvPr/>
          </p:nvCxnSpPr>
          <p:spPr>
            <a:xfrm>
              <a:off x="9382748" y="3429000"/>
              <a:ext cx="119000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文本框 114">
              <a:extLst>
                <a:ext uri="{FF2B5EF4-FFF2-40B4-BE49-F238E27FC236}">
                  <a16:creationId xmlns:a16="http://schemas.microsoft.com/office/drawing/2014/main" id="{BA21D290-A04F-4A2F-AE02-F8243D5255F0}"/>
                </a:ext>
              </a:extLst>
            </p:cNvPr>
            <p:cNvSpPr txBox="1"/>
            <p:nvPr/>
          </p:nvSpPr>
          <p:spPr>
            <a:xfrm>
              <a:off x="9317280" y="3513715"/>
              <a:ext cx="1233323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输出序列</a:t>
              </a:r>
              <a:endPara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A5C6930C-31A8-4CF9-8679-71A136ED3B11}"/>
              </a:ext>
            </a:extLst>
          </p:cNvPr>
          <p:cNvGrpSpPr/>
          <p:nvPr/>
        </p:nvGrpSpPr>
        <p:grpSpPr>
          <a:xfrm>
            <a:off x="4993090" y="279310"/>
            <a:ext cx="4925853" cy="2850441"/>
            <a:chOff x="1465422" y="2441274"/>
            <a:chExt cx="4925853" cy="285044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矩形 116">
                  <a:extLst>
                    <a:ext uri="{FF2B5EF4-FFF2-40B4-BE49-F238E27FC236}">
                      <a16:creationId xmlns:a16="http://schemas.microsoft.com/office/drawing/2014/main" id="{CF284033-0D34-4CD1-B8D2-668B7335022D}"/>
                    </a:ext>
                  </a:extLst>
                </p:cNvPr>
                <p:cNvSpPr/>
                <p:nvPr/>
              </p:nvSpPr>
              <p:spPr>
                <a:xfrm>
                  <a:off x="1465422" y="2693460"/>
                  <a:ext cx="1388596" cy="605395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𝐋𝐅𝐒𝐑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7" name="矩形 116">
                  <a:extLst>
                    <a:ext uri="{FF2B5EF4-FFF2-40B4-BE49-F238E27FC236}">
                      <a16:creationId xmlns:a16="http://schemas.microsoft.com/office/drawing/2014/main" id="{CF284033-0D34-4CD1-B8D2-668B7335022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5422" y="2693460"/>
                  <a:ext cx="1388596" cy="605395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8" name="连接符: 肘形 117">
              <a:extLst>
                <a:ext uri="{FF2B5EF4-FFF2-40B4-BE49-F238E27FC236}">
                  <a16:creationId xmlns:a16="http://schemas.microsoft.com/office/drawing/2014/main" id="{84748CF1-AB3A-4AE9-AF96-9F256D16419A}"/>
                </a:ext>
              </a:extLst>
            </p:cNvPr>
            <p:cNvCxnSpPr>
              <a:cxnSpLocks/>
              <a:stCxn id="122" idx="3"/>
              <a:endCxn id="123" idx="2"/>
            </p:cNvCxnSpPr>
            <p:nvPr/>
          </p:nvCxnSpPr>
          <p:spPr>
            <a:xfrm flipV="1">
              <a:off x="2854018" y="4261968"/>
              <a:ext cx="1944121" cy="660418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箭头连接符 118">
              <a:extLst>
                <a:ext uri="{FF2B5EF4-FFF2-40B4-BE49-F238E27FC236}">
                  <a16:creationId xmlns:a16="http://schemas.microsoft.com/office/drawing/2014/main" id="{D9B8406B-F119-4DA7-9E56-0E389C9B8C55}"/>
                </a:ext>
              </a:extLst>
            </p:cNvPr>
            <p:cNvCxnSpPr>
              <a:cxnSpLocks/>
              <a:stCxn id="117" idx="3"/>
            </p:cNvCxnSpPr>
            <p:nvPr/>
          </p:nvCxnSpPr>
          <p:spPr>
            <a:xfrm flipV="1">
              <a:off x="2854018" y="2996157"/>
              <a:ext cx="1241732" cy="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4998AA04-A458-4899-9D63-3708F2F55CF9}"/>
                </a:ext>
              </a:extLst>
            </p:cNvPr>
            <p:cNvSpPr txBox="1"/>
            <p:nvPr/>
          </p:nvSpPr>
          <p:spPr>
            <a:xfrm>
              <a:off x="3720905" y="4922383"/>
              <a:ext cx="1233323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b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选择控制</a:t>
              </a:r>
              <a:endPara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矩形 120">
                  <a:extLst>
                    <a:ext uri="{FF2B5EF4-FFF2-40B4-BE49-F238E27FC236}">
                      <a16:creationId xmlns:a16="http://schemas.microsoft.com/office/drawing/2014/main" id="{4D37F815-60DE-432A-A0C9-2CE39ACA5EEA}"/>
                    </a:ext>
                  </a:extLst>
                </p:cNvPr>
                <p:cNvSpPr/>
                <p:nvPr/>
              </p:nvSpPr>
              <p:spPr>
                <a:xfrm>
                  <a:off x="1465422" y="3656574"/>
                  <a:ext cx="1388596" cy="605395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𝐋𝐅𝐒𝐑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21" name="矩形 120">
                  <a:extLst>
                    <a:ext uri="{FF2B5EF4-FFF2-40B4-BE49-F238E27FC236}">
                      <a16:creationId xmlns:a16="http://schemas.microsoft.com/office/drawing/2014/main" id="{4D37F815-60DE-432A-A0C9-2CE39ACA5EE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5422" y="3656574"/>
                  <a:ext cx="1388596" cy="605395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矩形 121">
                  <a:extLst>
                    <a:ext uri="{FF2B5EF4-FFF2-40B4-BE49-F238E27FC236}">
                      <a16:creationId xmlns:a16="http://schemas.microsoft.com/office/drawing/2014/main" id="{E4473FC9-562F-419C-A105-4E2A5FEBED41}"/>
                    </a:ext>
                  </a:extLst>
                </p:cNvPr>
                <p:cNvSpPr/>
                <p:nvPr/>
              </p:nvSpPr>
              <p:spPr>
                <a:xfrm>
                  <a:off x="1465422" y="4619688"/>
                  <a:ext cx="1388596" cy="605395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𝐋𝐅𝐒𝐑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22" name="矩形 121">
                  <a:extLst>
                    <a:ext uri="{FF2B5EF4-FFF2-40B4-BE49-F238E27FC236}">
                      <a16:creationId xmlns:a16="http://schemas.microsoft.com/office/drawing/2014/main" id="{E4473FC9-562F-419C-A105-4E2A5FEBED4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5422" y="4619688"/>
                  <a:ext cx="1388596" cy="605395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3" name="矩形 122">
              <a:extLst>
                <a:ext uri="{FF2B5EF4-FFF2-40B4-BE49-F238E27FC236}">
                  <a16:creationId xmlns:a16="http://schemas.microsoft.com/office/drawing/2014/main" id="{F35C0497-B222-4303-B7F3-EE5CFBE5BA6A}"/>
                </a:ext>
              </a:extLst>
            </p:cNvPr>
            <p:cNvSpPr/>
            <p:nvPr/>
          </p:nvSpPr>
          <p:spPr>
            <a:xfrm>
              <a:off x="4095750" y="2693459"/>
              <a:ext cx="1404778" cy="1568509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多路复合器</a:t>
              </a:r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文本框 123">
                  <a:extLst>
                    <a:ext uri="{FF2B5EF4-FFF2-40B4-BE49-F238E27FC236}">
                      <a16:creationId xmlns:a16="http://schemas.microsoft.com/office/drawing/2014/main" id="{D73DA002-D294-4760-A2B1-BAECBAAF201A}"/>
                    </a:ext>
                  </a:extLst>
                </p:cNvPr>
                <p:cNvSpPr txBox="1"/>
                <p:nvPr/>
              </p:nvSpPr>
              <p:spPr>
                <a:xfrm>
                  <a:off x="2976416" y="2441274"/>
                  <a:ext cx="929553" cy="50436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}"/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𝑘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</m:e>
                        </m:d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24" name="文本框 123">
                  <a:extLst>
                    <a:ext uri="{FF2B5EF4-FFF2-40B4-BE49-F238E27FC236}">
                      <a16:creationId xmlns:a16="http://schemas.microsoft.com/office/drawing/2014/main" id="{D73DA002-D294-4760-A2B1-BAECBAAF20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6416" y="2441274"/>
                  <a:ext cx="929553" cy="504369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文本框 124">
                  <a:extLst>
                    <a:ext uri="{FF2B5EF4-FFF2-40B4-BE49-F238E27FC236}">
                      <a16:creationId xmlns:a16="http://schemas.microsoft.com/office/drawing/2014/main" id="{4E933E4E-F057-425B-A7F2-A573F188675D}"/>
                    </a:ext>
                  </a:extLst>
                </p:cNvPr>
                <p:cNvSpPr txBox="1"/>
                <p:nvPr/>
              </p:nvSpPr>
              <p:spPr>
                <a:xfrm>
                  <a:off x="2984001" y="3404386"/>
                  <a:ext cx="929553" cy="50436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}"/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𝑘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3</m:t>
                                    </m:r>
                                  </m:e>
                                </m:d>
                              </m:sup>
                            </m:sSubSup>
                          </m:e>
                        </m:d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25" name="文本框 124">
                  <a:extLst>
                    <a:ext uri="{FF2B5EF4-FFF2-40B4-BE49-F238E27FC236}">
                      <a16:creationId xmlns:a16="http://schemas.microsoft.com/office/drawing/2014/main" id="{4E933E4E-F057-425B-A7F2-A573F18867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4001" y="3404386"/>
                  <a:ext cx="929553" cy="504369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6" name="直接箭头连接符 125">
              <a:extLst>
                <a:ext uri="{FF2B5EF4-FFF2-40B4-BE49-F238E27FC236}">
                  <a16:creationId xmlns:a16="http://schemas.microsoft.com/office/drawing/2014/main" id="{BF87131A-58D3-48AC-BA05-A272855C88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54018" y="3959270"/>
              <a:ext cx="1241732" cy="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A71D50F4-5506-4914-A660-393EBBB3B616}"/>
                    </a:ext>
                  </a:extLst>
                </p:cNvPr>
                <p:cNvSpPr txBox="1"/>
                <p:nvPr/>
              </p:nvSpPr>
              <p:spPr>
                <a:xfrm>
                  <a:off x="3010107" y="4383697"/>
                  <a:ext cx="929553" cy="50436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}"/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𝑘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e>
                                </m:d>
                              </m:sup>
                            </m:sSubSup>
                          </m:e>
                        </m:d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A71D50F4-5506-4914-A660-393EBBB3B6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10107" y="4383697"/>
                  <a:ext cx="929553" cy="504369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8" name="直接箭头连接符 127">
              <a:extLst>
                <a:ext uri="{FF2B5EF4-FFF2-40B4-BE49-F238E27FC236}">
                  <a16:creationId xmlns:a16="http://schemas.microsoft.com/office/drawing/2014/main" id="{2A7436B3-42B3-4D46-84E0-67D1C8229D7A}"/>
                </a:ext>
              </a:extLst>
            </p:cNvPr>
            <p:cNvCxnSpPr>
              <a:cxnSpLocks/>
              <a:stCxn id="123" idx="3"/>
            </p:cNvCxnSpPr>
            <p:nvPr/>
          </p:nvCxnSpPr>
          <p:spPr>
            <a:xfrm>
              <a:off x="5500528" y="3477714"/>
              <a:ext cx="89074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AE27F6D9-8A48-47C5-9214-13F8D1E77074}"/>
                    </a:ext>
                  </a:extLst>
                </p:cNvPr>
                <p:cNvSpPr txBox="1"/>
                <p:nvPr/>
              </p:nvSpPr>
              <p:spPr>
                <a:xfrm>
                  <a:off x="5628762" y="3039399"/>
                  <a:ext cx="634278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}"/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AE27F6D9-8A48-47C5-9214-13F8D1E770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8762" y="3039399"/>
                  <a:ext cx="634278" cy="370294"/>
                </a:xfrm>
                <a:prstGeom prst="rect">
                  <a:avLst/>
                </a:prstGeom>
                <a:blipFill>
                  <a:blip r:embed="rId21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0" name="组合 129">
            <a:extLst>
              <a:ext uri="{FF2B5EF4-FFF2-40B4-BE49-F238E27FC236}">
                <a16:creationId xmlns:a16="http://schemas.microsoft.com/office/drawing/2014/main" id="{ECA49221-8378-4491-9BEF-9F0DF1D71684}"/>
              </a:ext>
            </a:extLst>
          </p:cNvPr>
          <p:cNvGrpSpPr/>
          <p:nvPr/>
        </p:nvGrpSpPr>
        <p:grpSpPr>
          <a:xfrm>
            <a:off x="9323357" y="2655878"/>
            <a:ext cx="4925853" cy="1635144"/>
            <a:chOff x="6058536" y="3614551"/>
            <a:chExt cx="4925853" cy="16351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矩形 130">
                  <a:extLst>
                    <a:ext uri="{FF2B5EF4-FFF2-40B4-BE49-F238E27FC236}">
                      <a16:creationId xmlns:a16="http://schemas.microsoft.com/office/drawing/2014/main" id="{E312B3DE-FEA0-42BE-92CA-62F39DCD9A14}"/>
                    </a:ext>
                  </a:extLst>
                </p:cNvPr>
                <p:cNvSpPr/>
                <p:nvPr/>
              </p:nvSpPr>
              <p:spPr>
                <a:xfrm>
                  <a:off x="6058536" y="3681186"/>
                  <a:ext cx="1388596" cy="605395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𝐋𝐅𝐒𝐑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31" name="矩形 130">
                  <a:extLst>
                    <a:ext uri="{FF2B5EF4-FFF2-40B4-BE49-F238E27FC236}">
                      <a16:creationId xmlns:a16="http://schemas.microsoft.com/office/drawing/2014/main" id="{E312B3DE-FEA0-42BE-92CA-62F39DCD9A1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58536" y="3681186"/>
                  <a:ext cx="1388596" cy="605395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2" name="直接箭头连接符 131">
              <a:extLst>
                <a:ext uri="{FF2B5EF4-FFF2-40B4-BE49-F238E27FC236}">
                  <a16:creationId xmlns:a16="http://schemas.microsoft.com/office/drawing/2014/main" id="{779E77AB-4609-433F-9DAA-A84A68EE0A3A}"/>
                </a:ext>
              </a:extLst>
            </p:cNvPr>
            <p:cNvCxnSpPr>
              <a:cxnSpLocks/>
              <a:stCxn id="131" idx="3"/>
            </p:cNvCxnSpPr>
            <p:nvPr/>
          </p:nvCxnSpPr>
          <p:spPr>
            <a:xfrm flipV="1">
              <a:off x="7447132" y="3983883"/>
              <a:ext cx="1241732" cy="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矩形 132">
                  <a:extLst>
                    <a:ext uri="{FF2B5EF4-FFF2-40B4-BE49-F238E27FC236}">
                      <a16:creationId xmlns:a16="http://schemas.microsoft.com/office/drawing/2014/main" id="{97CD7EE4-03FC-45A8-8C94-FB5E95FD8DDB}"/>
                    </a:ext>
                  </a:extLst>
                </p:cNvPr>
                <p:cNvSpPr/>
                <p:nvPr/>
              </p:nvSpPr>
              <p:spPr>
                <a:xfrm>
                  <a:off x="6058536" y="4644300"/>
                  <a:ext cx="1388596" cy="605395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𝐋𝐅𝐒𝐑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33" name="矩形 132">
                  <a:extLst>
                    <a:ext uri="{FF2B5EF4-FFF2-40B4-BE49-F238E27FC236}">
                      <a16:creationId xmlns:a16="http://schemas.microsoft.com/office/drawing/2014/main" id="{97CD7EE4-03FC-45A8-8C94-FB5E95FD8DD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58536" y="4644300"/>
                  <a:ext cx="1388596" cy="605395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4" name="矩形 133">
              <a:extLst>
                <a:ext uri="{FF2B5EF4-FFF2-40B4-BE49-F238E27FC236}">
                  <a16:creationId xmlns:a16="http://schemas.microsoft.com/office/drawing/2014/main" id="{14E1B5ED-45E0-4957-91FF-F8EC9D15F64C}"/>
                </a:ext>
              </a:extLst>
            </p:cNvPr>
            <p:cNvSpPr/>
            <p:nvPr/>
          </p:nvSpPr>
          <p:spPr>
            <a:xfrm>
              <a:off x="8688864" y="3681185"/>
              <a:ext cx="1404778" cy="1568509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J</a:t>
              </a:r>
            </a:p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CB675605-F0D2-407E-86F2-94589F53906D}"/>
                    </a:ext>
                  </a:extLst>
                </p:cNvPr>
                <p:cNvSpPr txBox="1"/>
                <p:nvPr/>
              </p:nvSpPr>
              <p:spPr>
                <a:xfrm>
                  <a:off x="7577114" y="3614551"/>
                  <a:ext cx="929553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}"/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CB675605-F0D2-407E-86F2-94589F5390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77114" y="3614551"/>
                  <a:ext cx="929553" cy="369332"/>
                </a:xfrm>
                <a:prstGeom prst="rect">
                  <a:avLst/>
                </a:prstGeom>
                <a:blipFill>
                  <a:blip r:embed="rId24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6" name="直接箭头连接符 135">
              <a:extLst>
                <a:ext uri="{FF2B5EF4-FFF2-40B4-BE49-F238E27FC236}">
                  <a16:creationId xmlns:a16="http://schemas.microsoft.com/office/drawing/2014/main" id="{DA07FB57-0934-41A1-9E6A-10A8443CFE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47132" y="4946996"/>
              <a:ext cx="1241732" cy="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箭头连接符 136">
              <a:extLst>
                <a:ext uri="{FF2B5EF4-FFF2-40B4-BE49-F238E27FC236}">
                  <a16:creationId xmlns:a16="http://schemas.microsoft.com/office/drawing/2014/main" id="{12BD95DF-E5D6-418D-A22A-A80C29EE6360}"/>
                </a:ext>
              </a:extLst>
            </p:cNvPr>
            <p:cNvCxnSpPr>
              <a:cxnSpLocks/>
              <a:stCxn id="134" idx="3"/>
            </p:cNvCxnSpPr>
            <p:nvPr/>
          </p:nvCxnSpPr>
          <p:spPr>
            <a:xfrm>
              <a:off x="10093642" y="4465440"/>
              <a:ext cx="89074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8" name="文本框 137">
                  <a:extLst>
                    <a:ext uri="{FF2B5EF4-FFF2-40B4-BE49-F238E27FC236}">
                      <a16:creationId xmlns:a16="http://schemas.microsoft.com/office/drawing/2014/main" id="{BC594C6A-4C1D-489D-A52E-5A83DAB5B81F}"/>
                    </a:ext>
                  </a:extLst>
                </p:cNvPr>
                <p:cNvSpPr txBox="1"/>
                <p:nvPr/>
              </p:nvSpPr>
              <p:spPr>
                <a:xfrm>
                  <a:off x="10221876" y="4027125"/>
                  <a:ext cx="634278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}"/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38" name="文本框 137">
                  <a:extLst>
                    <a:ext uri="{FF2B5EF4-FFF2-40B4-BE49-F238E27FC236}">
                      <a16:creationId xmlns:a16="http://schemas.microsoft.com/office/drawing/2014/main" id="{BC594C6A-4C1D-489D-A52E-5A83DAB5B8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21876" y="4027125"/>
                  <a:ext cx="634278" cy="370294"/>
                </a:xfrm>
                <a:prstGeom prst="rect">
                  <a:avLst/>
                </a:prstGeom>
                <a:blipFill>
                  <a:blip r:embed="rId25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9BA9609C-5F1E-4C3B-8FFC-0F3111BD2200}"/>
                    </a:ext>
                  </a:extLst>
                </p:cNvPr>
                <p:cNvSpPr txBox="1"/>
                <p:nvPr/>
              </p:nvSpPr>
              <p:spPr>
                <a:xfrm>
                  <a:off x="7581714" y="4577664"/>
                  <a:ext cx="929553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}"/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9BA9609C-5F1E-4C3B-8FFC-0F3111BD22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1714" y="4577664"/>
                  <a:ext cx="929553" cy="369332"/>
                </a:xfrm>
                <a:prstGeom prst="rect">
                  <a:avLst/>
                </a:prstGeom>
                <a:blipFill>
                  <a:blip r:embed="rId26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010306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组合 44">
            <a:extLst>
              <a:ext uri="{FF2B5EF4-FFF2-40B4-BE49-F238E27FC236}">
                <a16:creationId xmlns:a16="http://schemas.microsoft.com/office/drawing/2014/main" id="{B8A5CE10-39C4-400C-9E80-FA4AB252638C}"/>
              </a:ext>
            </a:extLst>
          </p:cNvPr>
          <p:cNvGrpSpPr/>
          <p:nvPr/>
        </p:nvGrpSpPr>
        <p:grpSpPr>
          <a:xfrm>
            <a:off x="150496" y="501613"/>
            <a:ext cx="7513080" cy="5357743"/>
            <a:chOff x="699136" y="391885"/>
            <a:chExt cx="7513080" cy="53577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E7E6BACE-F40D-4E7F-B8B2-D36AD3CEB6B1}"/>
                    </a:ext>
                  </a:extLst>
                </p:cNvPr>
                <p:cNvSpPr/>
                <p:nvPr/>
              </p:nvSpPr>
              <p:spPr>
                <a:xfrm>
                  <a:off x="699136" y="391886"/>
                  <a:ext cx="1388596" cy="605395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𝐋𝐅𝐒𝐑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E7E6BACE-F40D-4E7F-B8B2-D36AD3CEB6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136" y="391886"/>
                  <a:ext cx="1388596" cy="60539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1A97931A-EC5B-4240-B25B-087B9DA1E87E}"/>
                </a:ext>
              </a:extLst>
            </p:cNvPr>
            <p:cNvCxnSpPr>
              <a:cxnSpLocks/>
              <a:stCxn id="3" idx="3"/>
            </p:cNvCxnSpPr>
            <p:nvPr/>
          </p:nvCxnSpPr>
          <p:spPr>
            <a:xfrm>
              <a:off x="2087732" y="694584"/>
              <a:ext cx="68498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1133F07E-70B0-4700-A330-18D6D8BBB05A}"/>
                    </a:ext>
                  </a:extLst>
                </p:cNvPr>
                <p:cNvSpPr/>
                <p:nvPr/>
              </p:nvSpPr>
              <p:spPr>
                <a:xfrm>
                  <a:off x="699136" y="1070793"/>
                  <a:ext cx="1388596" cy="605395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𝐋𝐅𝐒𝐑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1133F07E-70B0-4700-A330-18D6D8BBB05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136" y="1070793"/>
                  <a:ext cx="1388596" cy="60539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1BA27D1-741F-4846-8170-E9DFC35C03A4}"/>
                </a:ext>
              </a:extLst>
            </p:cNvPr>
            <p:cNvSpPr/>
            <p:nvPr/>
          </p:nvSpPr>
          <p:spPr>
            <a:xfrm>
              <a:off x="2772715" y="391886"/>
              <a:ext cx="1404778" cy="1284302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J</a:t>
              </a:r>
            </a:p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</a:p>
          </p:txBody>
        </p: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079252FE-7AC2-4C1A-B6CF-26D28454A9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7732" y="1373490"/>
              <a:ext cx="684983" cy="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661CD7D0-97BC-435E-8318-5203CD5D5332}"/>
                </a:ext>
              </a:extLst>
            </p:cNvPr>
            <p:cNvCxnSpPr>
              <a:cxnSpLocks/>
              <a:stCxn id="6" idx="3"/>
            </p:cNvCxnSpPr>
            <p:nvPr/>
          </p:nvCxnSpPr>
          <p:spPr>
            <a:xfrm>
              <a:off x="4177493" y="1034037"/>
              <a:ext cx="191850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80AF6827-0C48-4B93-834C-BFB8DA222F64}"/>
                    </a:ext>
                  </a:extLst>
                </p:cNvPr>
                <p:cNvSpPr txBox="1"/>
                <p:nvPr/>
              </p:nvSpPr>
              <p:spPr>
                <a:xfrm>
                  <a:off x="4329892" y="611177"/>
                  <a:ext cx="1613708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4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⋯</m:t>
                        </m:r>
                      </m:oMath>
                    </m:oMathPara>
                  </a14:m>
                  <a:endParaRPr lang="en-US" altLang="zh-CN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80AF6827-0C48-4B93-834C-BFB8DA222F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9892" y="611177"/>
                  <a:ext cx="1613708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B8DFD783-26E2-4E7C-8F3B-1B153190B387}"/>
                    </a:ext>
                  </a:extLst>
                </p:cNvPr>
                <p:cNvSpPr/>
                <p:nvPr/>
              </p:nvSpPr>
              <p:spPr>
                <a:xfrm>
                  <a:off x="699136" y="1749700"/>
                  <a:ext cx="1388596" cy="605395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𝐋𝐅𝐒𝐑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B8DFD783-26E2-4E7C-8F3B-1B153190B38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136" y="1749700"/>
                  <a:ext cx="1388596" cy="60539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671745CA-584E-4FA9-B56A-2BC177D5F189}"/>
                </a:ext>
              </a:extLst>
            </p:cNvPr>
            <p:cNvCxnSpPr>
              <a:cxnSpLocks/>
              <a:stCxn id="18" idx="3"/>
            </p:cNvCxnSpPr>
            <p:nvPr/>
          </p:nvCxnSpPr>
          <p:spPr>
            <a:xfrm>
              <a:off x="2087732" y="2052398"/>
              <a:ext cx="68498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4A21C50B-2747-41A2-8C63-77675E723E6F}"/>
                    </a:ext>
                  </a:extLst>
                </p:cNvPr>
                <p:cNvSpPr/>
                <p:nvPr/>
              </p:nvSpPr>
              <p:spPr>
                <a:xfrm>
                  <a:off x="699136" y="2428607"/>
                  <a:ext cx="1388596" cy="605395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𝐋𝐅𝐒𝐑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4A21C50B-2747-41A2-8C63-77675E723E6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136" y="2428607"/>
                  <a:ext cx="1388596" cy="60539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D7556A68-B770-4DF4-9E74-1CEBEBD3B13C}"/>
                </a:ext>
              </a:extLst>
            </p:cNvPr>
            <p:cNvSpPr/>
            <p:nvPr/>
          </p:nvSpPr>
          <p:spPr>
            <a:xfrm>
              <a:off x="2772715" y="1749700"/>
              <a:ext cx="1404778" cy="1284302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J</a:t>
              </a:r>
            </a:p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</a:p>
          </p:txBody>
        </p: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CE8AA7BE-3BC6-44EB-9B6F-D1F478E342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7732" y="2731304"/>
              <a:ext cx="684983" cy="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A8D4A879-9576-4892-B968-B48DAC786716}"/>
                </a:ext>
              </a:extLst>
            </p:cNvPr>
            <p:cNvCxnSpPr>
              <a:cxnSpLocks/>
              <a:stCxn id="21" idx="3"/>
            </p:cNvCxnSpPr>
            <p:nvPr/>
          </p:nvCxnSpPr>
          <p:spPr>
            <a:xfrm>
              <a:off x="4177493" y="2391851"/>
              <a:ext cx="191850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DF18B10C-27E8-43DA-8774-68EB59B3EE11}"/>
                    </a:ext>
                  </a:extLst>
                </p:cNvPr>
                <p:cNvSpPr txBox="1"/>
                <p:nvPr/>
              </p:nvSpPr>
              <p:spPr>
                <a:xfrm>
                  <a:off x="4329892" y="1968991"/>
                  <a:ext cx="1613708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4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⋯</m:t>
                        </m:r>
                      </m:oMath>
                    </m:oMathPara>
                  </a14:m>
                  <a:endParaRPr lang="en-US" altLang="zh-CN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DF18B10C-27E8-43DA-8774-68EB59B3EE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9892" y="1968991"/>
                  <a:ext cx="1613708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矩形 24">
                  <a:extLst>
                    <a:ext uri="{FF2B5EF4-FFF2-40B4-BE49-F238E27FC236}">
                      <a16:creationId xmlns:a16="http://schemas.microsoft.com/office/drawing/2014/main" id="{A386C462-62F5-4095-83DD-CE00F53FFFCD}"/>
                    </a:ext>
                  </a:extLst>
                </p:cNvPr>
                <p:cNvSpPr/>
                <p:nvPr/>
              </p:nvSpPr>
              <p:spPr>
                <a:xfrm>
                  <a:off x="699136" y="3107513"/>
                  <a:ext cx="1388596" cy="605395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𝐋𝐅𝐒𝐑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5" name="矩形 24">
                  <a:extLst>
                    <a:ext uri="{FF2B5EF4-FFF2-40B4-BE49-F238E27FC236}">
                      <a16:creationId xmlns:a16="http://schemas.microsoft.com/office/drawing/2014/main" id="{A386C462-62F5-4095-83DD-CE00F53FFFC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136" y="3107513"/>
                  <a:ext cx="1388596" cy="60539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B2030ECE-A321-4CB1-BBFA-5305682243D9}"/>
                </a:ext>
              </a:extLst>
            </p:cNvPr>
            <p:cNvCxnSpPr>
              <a:cxnSpLocks/>
              <a:stCxn id="25" idx="3"/>
            </p:cNvCxnSpPr>
            <p:nvPr/>
          </p:nvCxnSpPr>
          <p:spPr>
            <a:xfrm>
              <a:off x="2087732" y="3410211"/>
              <a:ext cx="68498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556E7B1B-29B1-4505-ACBB-1A038E57FD2A}"/>
                    </a:ext>
                  </a:extLst>
                </p:cNvPr>
                <p:cNvSpPr/>
                <p:nvPr/>
              </p:nvSpPr>
              <p:spPr>
                <a:xfrm>
                  <a:off x="699136" y="3786420"/>
                  <a:ext cx="1388596" cy="605395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𝐋𝐅𝐒𝐑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556E7B1B-29B1-4505-ACBB-1A038E57FD2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136" y="3786420"/>
                  <a:ext cx="1388596" cy="60539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B43CB5AB-7783-4926-80FE-45978896624F}"/>
                </a:ext>
              </a:extLst>
            </p:cNvPr>
            <p:cNvSpPr/>
            <p:nvPr/>
          </p:nvSpPr>
          <p:spPr>
            <a:xfrm>
              <a:off x="2772715" y="3107513"/>
              <a:ext cx="1404778" cy="1284302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J</a:t>
              </a:r>
            </a:p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</a:p>
          </p:txBody>
        </p: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74A06851-4374-45D4-8862-74D41A4F30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7732" y="4089117"/>
              <a:ext cx="684983" cy="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716F489A-2EC8-43C4-BDD0-B25F2D8665E6}"/>
                </a:ext>
              </a:extLst>
            </p:cNvPr>
            <p:cNvCxnSpPr>
              <a:cxnSpLocks/>
              <a:stCxn id="28" idx="3"/>
            </p:cNvCxnSpPr>
            <p:nvPr/>
          </p:nvCxnSpPr>
          <p:spPr>
            <a:xfrm>
              <a:off x="4177493" y="3749664"/>
              <a:ext cx="191850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359AFB15-4DD9-4AEC-9A7A-C5B18D806F2E}"/>
                    </a:ext>
                  </a:extLst>
                </p:cNvPr>
                <p:cNvSpPr txBox="1"/>
                <p:nvPr/>
              </p:nvSpPr>
              <p:spPr>
                <a:xfrm>
                  <a:off x="4329892" y="3326804"/>
                  <a:ext cx="1613708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4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⋯</m:t>
                        </m:r>
                      </m:oMath>
                    </m:oMathPara>
                  </a14:m>
                  <a:endParaRPr lang="en-US" altLang="zh-CN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359AFB15-4DD9-4AEC-9A7A-C5B18D806F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9892" y="3326804"/>
                  <a:ext cx="1613708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矩形 31">
                  <a:extLst>
                    <a:ext uri="{FF2B5EF4-FFF2-40B4-BE49-F238E27FC236}">
                      <a16:creationId xmlns:a16="http://schemas.microsoft.com/office/drawing/2014/main" id="{3A77623C-3E2E-4A28-90EF-0773D1C1A8A3}"/>
                    </a:ext>
                  </a:extLst>
                </p:cNvPr>
                <p:cNvSpPr/>
                <p:nvPr/>
              </p:nvSpPr>
              <p:spPr>
                <a:xfrm>
                  <a:off x="699136" y="4465326"/>
                  <a:ext cx="1388596" cy="605395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𝐋𝐅𝐒𝐑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2" name="矩形 31">
                  <a:extLst>
                    <a:ext uri="{FF2B5EF4-FFF2-40B4-BE49-F238E27FC236}">
                      <a16:creationId xmlns:a16="http://schemas.microsoft.com/office/drawing/2014/main" id="{3A77623C-3E2E-4A28-90EF-0773D1C1A8A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136" y="4465326"/>
                  <a:ext cx="1388596" cy="60539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238A7630-EC9C-48F2-A9FE-9CE4D94F3FE5}"/>
                </a:ext>
              </a:extLst>
            </p:cNvPr>
            <p:cNvCxnSpPr>
              <a:cxnSpLocks/>
              <a:stCxn id="32" idx="3"/>
            </p:cNvCxnSpPr>
            <p:nvPr/>
          </p:nvCxnSpPr>
          <p:spPr>
            <a:xfrm>
              <a:off x="2087732" y="4768024"/>
              <a:ext cx="68498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矩形 33">
                  <a:extLst>
                    <a:ext uri="{FF2B5EF4-FFF2-40B4-BE49-F238E27FC236}">
                      <a16:creationId xmlns:a16="http://schemas.microsoft.com/office/drawing/2014/main" id="{3020DE26-EA35-4467-9DB2-F56BDE9963A9}"/>
                    </a:ext>
                  </a:extLst>
                </p:cNvPr>
                <p:cNvSpPr/>
                <p:nvPr/>
              </p:nvSpPr>
              <p:spPr>
                <a:xfrm>
                  <a:off x="699136" y="5144233"/>
                  <a:ext cx="1388596" cy="605395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𝐋𝐅𝐒𝐑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𝟖</m:t>
                            </m:r>
                          </m:sub>
                        </m:sSub>
                      </m:oMath>
                    </m:oMathPara>
                  </a14:m>
                  <a:endPara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4" name="矩形 33">
                  <a:extLst>
                    <a:ext uri="{FF2B5EF4-FFF2-40B4-BE49-F238E27FC236}">
                      <a16:creationId xmlns:a16="http://schemas.microsoft.com/office/drawing/2014/main" id="{3020DE26-EA35-4467-9DB2-F56BDE9963A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136" y="5144233"/>
                  <a:ext cx="1388596" cy="60539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861A5747-6DC0-4848-A3C3-976B835EF6C3}"/>
                </a:ext>
              </a:extLst>
            </p:cNvPr>
            <p:cNvSpPr/>
            <p:nvPr/>
          </p:nvSpPr>
          <p:spPr>
            <a:xfrm>
              <a:off x="2772715" y="4465326"/>
              <a:ext cx="1404778" cy="1284302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J</a:t>
              </a:r>
            </a:p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</a:p>
          </p:txBody>
        </p: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E249AE4E-DB43-4608-9D6B-E72FE6A74A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7732" y="5446930"/>
              <a:ext cx="684983" cy="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D950D65A-D3B7-431C-BEF0-58BC2A1B7445}"/>
                </a:ext>
              </a:extLst>
            </p:cNvPr>
            <p:cNvCxnSpPr>
              <a:cxnSpLocks/>
              <a:stCxn id="35" idx="3"/>
            </p:cNvCxnSpPr>
            <p:nvPr/>
          </p:nvCxnSpPr>
          <p:spPr>
            <a:xfrm>
              <a:off x="4177493" y="5107477"/>
              <a:ext cx="191850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CD866518-D62A-4CFC-9C1D-5204F4CE6487}"/>
                    </a:ext>
                  </a:extLst>
                </p:cNvPr>
                <p:cNvSpPr txBox="1"/>
                <p:nvPr/>
              </p:nvSpPr>
              <p:spPr>
                <a:xfrm>
                  <a:off x="4329892" y="4684617"/>
                  <a:ext cx="1613708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4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⋯</m:t>
                        </m:r>
                      </m:oMath>
                    </m:oMathPara>
                  </a14:m>
                  <a:endParaRPr lang="en-US" altLang="zh-CN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CD866518-D62A-4CFC-9C1D-5204F4CE64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9892" y="4684617"/>
                  <a:ext cx="1613708" cy="369332"/>
                </a:xfrm>
                <a:prstGeom prst="rect">
                  <a:avLst/>
                </a:prstGeom>
                <a:blipFill>
                  <a:blip r:embed="rId13"/>
                  <a:stretch>
                    <a:fillRect l="-1132" b="-16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6B271510-EC59-400C-95E4-9B67250AE8F6}"/>
                </a:ext>
              </a:extLst>
            </p:cNvPr>
            <p:cNvSpPr/>
            <p:nvPr/>
          </p:nvSpPr>
          <p:spPr>
            <a:xfrm>
              <a:off x="6095999" y="391885"/>
              <a:ext cx="502509" cy="5357743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A770A881-EDD0-4E30-9235-93B9DA77F6C4}"/>
                </a:ext>
              </a:extLst>
            </p:cNvPr>
            <p:cNvCxnSpPr>
              <a:cxnSpLocks/>
              <a:stCxn id="39" idx="3"/>
            </p:cNvCxnSpPr>
            <p:nvPr/>
          </p:nvCxnSpPr>
          <p:spPr>
            <a:xfrm>
              <a:off x="6598508" y="3070757"/>
              <a:ext cx="1613708" cy="3675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FADC6922-83A8-4385-BC4A-9502CD94ED5B}"/>
                    </a:ext>
                  </a:extLst>
                </p:cNvPr>
                <p:cNvSpPr txBox="1"/>
                <p:nvPr/>
              </p:nvSpPr>
              <p:spPr>
                <a:xfrm>
                  <a:off x="6598508" y="2648342"/>
                  <a:ext cx="1613708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4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⋯</m:t>
                        </m:r>
                      </m:oMath>
                    </m:oMathPara>
                  </a14:m>
                  <a:endParaRPr lang="en-US" altLang="zh-CN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FADC6922-83A8-4385-BC4A-9502CD94ED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98508" y="2648342"/>
                  <a:ext cx="1613708" cy="369332"/>
                </a:xfrm>
                <a:prstGeom prst="rect">
                  <a:avLst/>
                </a:prstGeom>
                <a:blipFill>
                  <a:blip r:embed="rId14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6DCD4CA5-1B90-40CC-9ACF-8FDB786B680F}"/>
              </a:ext>
            </a:extLst>
          </p:cNvPr>
          <p:cNvGrpSpPr/>
          <p:nvPr/>
        </p:nvGrpSpPr>
        <p:grpSpPr>
          <a:xfrm>
            <a:off x="6680933" y="717529"/>
            <a:ext cx="7384031" cy="739626"/>
            <a:chOff x="2535653" y="3058704"/>
            <a:chExt cx="7384031" cy="7396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矩形 46">
                  <a:extLst>
                    <a:ext uri="{FF2B5EF4-FFF2-40B4-BE49-F238E27FC236}">
                      <a16:creationId xmlns:a16="http://schemas.microsoft.com/office/drawing/2014/main" id="{D5A4F12D-811E-46ED-B20C-91A829EED7BC}"/>
                    </a:ext>
                  </a:extLst>
                </p:cNvPr>
                <p:cNvSpPr/>
                <p:nvPr/>
              </p:nvSpPr>
              <p:spPr>
                <a:xfrm>
                  <a:off x="3924250" y="3126302"/>
                  <a:ext cx="1388596" cy="605395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𝐋𝐅𝐒𝐑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7" name="矩形 46">
                  <a:extLst>
                    <a:ext uri="{FF2B5EF4-FFF2-40B4-BE49-F238E27FC236}">
                      <a16:creationId xmlns:a16="http://schemas.microsoft.com/office/drawing/2014/main" id="{D5A4F12D-811E-46ED-B20C-91A829EED7B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4250" y="3126302"/>
                  <a:ext cx="1388596" cy="605395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矩形 47">
                  <a:extLst>
                    <a:ext uri="{FF2B5EF4-FFF2-40B4-BE49-F238E27FC236}">
                      <a16:creationId xmlns:a16="http://schemas.microsoft.com/office/drawing/2014/main" id="{88955886-D8C1-48B9-BD85-92FD5874357F}"/>
                    </a:ext>
                  </a:extLst>
                </p:cNvPr>
                <p:cNvSpPr/>
                <p:nvPr/>
              </p:nvSpPr>
              <p:spPr>
                <a:xfrm>
                  <a:off x="7655991" y="3126301"/>
                  <a:ext cx="1388596" cy="605395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𝐋𝐅𝐒𝐑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8" name="矩形 47">
                  <a:extLst>
                    <a:ext uri="{FF2B5EF4-FFF2-40B4-BE49-F238E27FC236}">
                      <a16:creationId xmlns:a16="http://schemas.microsoft.com/office/drawing/2014/main" id="{88955886-D8C1-48B9-BD85-92FD587435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55991" y="3126301"/>
                  <a:ext cx="1388596" cy="605395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流程图: 延期 48">
              <a:extLst>
                <a:ext uri="{FF2B5EF4-FFF2-40B4-BE49-F238E27FC236}">
                  <a16:creationId xmlns:a16="http://schemas.microsoft.com/office/drawing/2014/main" id="{7EF9FB3F-625E-4F05-998A-5070670EDAC8}"/>
                </a:ext>
              </a:extLst>
            </p:cNvPr>
            <p:cNvSpPr/>
            <p:nvPr/>
          </p:nvSpPr>
          <p:spPr>
            <a:xfrm>
              <a:off x="6175499" y="3126301"/>
              <a:ext cx="605395" cy="605395"/>
            </a:xfrm>
            <a:prstGeom prst="flowChartDelay">
              <a:avLst/>
            </a:prstGeom>
            <a:solidFill>
              <a:srgbClr val="5D17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9E446B2C-FE0C-4EE8-B245-C06B285FFBBD}"/>
                </a:ext>
              </a:extLst>
            </p:cNvPr>
            <p:cNvCxnSpPr>
              <a:cxnSpLocks/>
              <a:stCxn id="47" idx="3"/>
              <a:endCxn id="49" idx="1"/>
            </p:cNvCxnSpPr>
            <p:nvPr/>
          </p:nvCxnSpPr>
          <p:spPr>
            <a:xfrm flipV="1">
              <a:off x="5312846" y="3428999"/>
              <a:ext cx="862653" cy="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CB4288FB-0887-4D8C-BC9A-A1AB46F2F2BA}"/>
                </a:ext>
              </a:extLst>
            </p:cNvPr>
            <p:cNvCxnSpPr>
              <a:cxnSpLocks/>
              <a:stCxn id="49" idx="3"/>
              <a:endCxn id="48" idx="1"/>
            </p:cNvCxnSpPr>
            <p:nvPr/>
          </p:nvCxnSpPr>
          <p:spPr>
            <a:xfrm>
              <a:off x="6780894" y="3428999"/>
              <a:ext cx="87509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连接符: 肘形 51">
              <a:extLst>
                <a:ext uri="{FF2B5EF4-FFF2-40B4-BE49-F238E27FC236}">
                  <a16:creationId xmlns:a16="http://schemas.microsoft.com/office/drawing/2014/main" id="{8B68BB6F-E4AE-4AA2-B040-94C78BB16281}"/>
                </a:ext>
              </a:extLst>
            </p:cNvPr>
            <p:cNvCxnSpPr>
              <a:cxnSpLocks/>
              <a:stCxn id="47" idx="1"/>
              <a:endCxn id="49" idx="1"/>
            </p:cNvCxnSpPr>
            <p:nvPr/>
          </p:nvCxnSpPr>
          <p:spPr>
            <a:xfrm rot="10800000" flipH="1">
              <a:off x="3924249" y="3429000"/>
              <a:ext cx="2251249" cy="1"/>
            </a:xfrm>
            <a:prstGeom prst="bentConnector5">
              <a:avLst>
                <a:gd name="adj1" fmla="val -10154"/>
                <a:gd name="adj2" fmla="val 53129800000"/>
                <a:gd name="adj3" fmla="val 80841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B8E27570-7305-42E6-B994-D8BC34940233}"/>
                </a:ext>
              </a:extLst>
            </p:cNvPr>
            <p:cNvCxnSpPr>
              <a:cxnSpLocks/>
              <a:endCxn id="47" idx="1"/>
            </p:cNvCxnSpPr>
            <p:nvPr/>
          </p:nvCxnSpPr>
          <p:spPr>
            <a:xfrm>
              <a:off x="2535653" y="3428999"/>
              <a:ext cx="1388597" cy="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176A75BE-F71C-4B8A-8428-466B39304535}"/>
                </a:ext>
              </a:extLst>
            </p:cNvPr>
            <p:cNvCxnSpPr>
              <a:cxnSpLocks/>
            </p:cNvCxnSpPr>
            <p:nvPr/>
          </p:nvCxnSpPr>
          <p:spPr>
            <a:xfrm>
              <a:off x="9044587" y="3428998"/>
              <a:ext cx="87509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FA6BB02E-AA2E-472E-96A9-A1E05B1F4D91}"/>
                    </a:ext>
                  </a:extLst>
                </p:cNvPr>
                <p:cNvSpPr txBox="1"/>
                <p:nvPr/>
              </p:nvSpPr>
              <p:spPr>
                <a:xfrm>
                  <a:off x="9104607" y="3058704"/>
                  <a:ext cx="634278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}"/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FA6BB02E-AA2E-472E-96A9-A1E05B1F4D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04607" y="3058704"/>
                  <a:ext cx="634278" cy="370294"/>
                </a:xfrm>
                <a:prstGeom prst="rect">
                  <a:avLst/>
                </a:prstGeom>
                <a:blipFill>
                  <a:blip r:embed="rId17"/>
                  <a:stretch>
                    <a:fillRect b="-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32C68A16-3696-42AC-96F7-4A49CD090961}"/>
                </a:ext>
              </a:extLst>
            </p:cNvPr>
            <p:cNvSpPr txBox="1"/>
            <p:nvPr/>
          </p:nvSpPr>
          <p:spPr>
            <a:xfrm>
              <a:off x="2613289" y="3428998"/>
              <a:ext cx="1233323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b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时钟脉冲</a:t>
              </a:r>
              <a:endPara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25944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组合 72">
            <a:extLst>
              <a:ext uri="{FF2B5EF4-FFF2-40B4-BE49-F238E27FC236}">
                <a16:creationId xmlns:a16="http://schemas.microsoft.com/office/drawing/2014/main" id="{39E17F03-4DC2-4C1F-9476-652A9A689F07}"/>
              </a:ext>
            </a:extLst>
          </p:cNvPr>
          <p:cNvGrpSpPr/>
          <p:nvPr/>
        </p:nvGrpSpPr>
        <p:grpSpPr>
          <a:xfrm>
            <a:off x="1344401" y="290396"/>
            <a:ext cx="7219481" cy="7431234"/>
            <a:chOff x="1344401" y="290396"/>
            <a:chExt cx="7219481" cy="7431234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8832E5E7-73CC-48EF-8015-4B5F5E6298D7}"/>
                </a:ext>
              </a:extLst>
            </p:cNvPr>
            <p:cNvSpPr/>
            <p:nvPr/>
          </p:nvSpPr>
          <p:spPr>
            <a:xfrm>
              <a:off x="1344402" y="1009554"/>
              <a:ext cx="1761654" cy="605395"/>
            </a:xfrm>
            <a:prstGeom prst="rect">
              <a:avLst/>
            </a:prstGeom>
            <a:solidFill>
              <a:srgbClr val="F8CC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初始置换</a:t>
              </a:r>
              <a:endParaRPr lang="en-US" altLang="zh-CN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A247831B-0BE6-4E32-B95D-DB9C2180B731}"/>
                </a:ext>
              </a:extLst>
            </p:cNvPr>
            <p:cNvSpPr/>
            <p:nvPr/>
          </p:nvSpPr>
          <p:spPr>
            <a:xfrm>
              <a:off x="1344402" y="1964775"/>
              <a:ext cx="1761654" cy="6053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第</a:t>
              </a:r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轮</a:t>
              </a:r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BE06945F-F292-4C28-9893-0F1211CA093D}"/>
                </a:ext>
              </a:extLst>
            </p:cNvPr>
            <p:cNvCxnSpPr>
              <a:cxnSpLocks/>
              <a:stCxn id="2" idx="2"/>
              <a:endCxn id="3" idx="0"/>
            </p:cNvCxnSpPr>
            <p:nvPr/>
          </p:nvCxnSpPr>
          <p:spPr>
            <a:xfrm>
              <a:off x="2225229" y="1614949"/>
              <a:ext cx="0" cy="3498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2E6FD72-426D-4CF2-BCB5-285D660D01E7}"/>
                </a:ext>
              </a:extLst>
            </p:cNvPr>
            <p:cNvSpPr/>
            <p:nvPr/>
          </p:nvSpPr>
          <p:spPr>
            <a:xfrm>
              <a:off x="1344402" y="2919996"/>
              <a:ext cx="1761654" cy="6053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第</a:t>
              </a:r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轮</a:t>
              </a:r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D6653264-FF8D-47C0-BC9F-3775B594517E}"/>
                </a:ext>
              </a:extLst>
            </p:cNvPr>
            <p:cNvCxnSpPr>
              <a:cxnSpLocks/>
              <a:stCxn id="3" idx="2"/>
              <a:endCxn id="7" idx="0"/>
            </p:cNvCxnSpPr>
            <p:nvPr/>
          </p:nvCxnSpPr>
          <p:spPr>
            <a:xfrm>
              <a:off x="2225229" y="2570170"/>
              <a:ext cx="0" cy="3498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5156589A-6E53-44F8-9478-D0162E30712E}"/>
                </a:ext>
              </a:extLst>
            </p:cNvPr>
            <p:cNvSpPr/>
            <p:nvPr/>
          </p:nvSpPr>
          <p:spPr>
            <a:xfrm>
              <a:off x="1344402" y="4467129"/>
              <a:ext cx="1761654" cy="6053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第</a:t>
              </a:r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16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轮</a:t>
              </a:r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BA0F656-8244-4F64-BB93-61E45B0C42F6}"/>
                </a:ext>
              </a:extLst>
            </p:cNvPr>
            <p:cNvSpPr/>
            <p:nvPr/>
          </p:nvSpPr>
          <p:spPr>
            <a:xfrm>
              <a:off x="1344402" y="5422350"/>
              <a:ext cx="1761654" cy="605395"/>
            </a:xfrm>
            <a:prstGeom prst="rect">
              <a:avLst/>
            </a:prstGeom>
            <a:solidFill>
              <a:srgbClr val="F8CC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左右交换</a:t>
              </a:r>
              <a:endParaRPr lang="en-US" altLang="zh-CN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648A5FB6-75CD-460B-90F3-8C376BDB08FF}"/>
                </a:ext>
              </a:extLst>
            </p:cNvPr>
            <p:cNvCxnSpPr>
              <a:cxnSpLocks/>
              <a:stCxn id="12" idx="2"/>
              <a:endCxn id="13" idx="0"/>
            </p:cNvCxnSpPr>
            <p:nvPr/>
          </p:nvCxnSpPr>
          <p:spPr>
            <a:xfrm>
              <a:off x="2225229" y="5072524"/>
              <a:ext cx="0" cy="3498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CB45ABC3-62EB-4600-B37B-232E71D75E77}"/>
                </a:ext>
              </a:extLst>
            </p:cNvPr>
            <p:cNvSpPr/>
            <p:nvPr/>
          </p:nvSpPr>
          <p:spPr>
            <a:xfrm>
              <a:off x="1344402" y="6377571"/>
              <a:ext cx="1761654" cy="605395"/>
            </a:xfrm>
            <a:prstGeom prst="rect">
              <a:avLst/>
            </a:prstGeom>
            <a:solidFill>
              <a:srgbClr val="F8CC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逆</a:t>
              </a:r>
              <a:r>
                <a:rPr lang="zh-CN" altLang="en-US" b="1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初始置换</a:t>
              </a:r>
              <a:endParaRPr lang="en-US" altLang="zh-CN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079A0A10-140C-46BB-81E8-E5E0AE0502C0}"/>
                </a:ext>
              </a:extLst>
            </p:cNvPr>
            <p:cNvCxnSpPr>
              <a:cxnSpLocks/>
              <a:stCxn id="13" idx="2"/>
              <a:endCxn id="15" idx="0"/>
            </p:cNvCxnSpPr>
            <p:nvPr/>
          </p:nvCxnSpPr>
          <p:spPr>
            <a:xfrm>
              <a:off x="2225229" y="6027745"/>
              <a:ext cx="0" cy="3498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B7DDB509-4552-412E-B0C7-B7296FED8CE1}"/>
                </a:ext>
              </a:extLst>
            </p:cNvPr>
            <p:cNvCxnSpPr>
              <a:cxnSpLocks/>
              <a:stCxn id="7" idx="2"/>
              <a:endCxn id="12" idx="0"/>
            </p:cNvCxnSpPr>
            <p:nvPr/>
          </p:nvCxnSpPr>
          <p:spPr>
            <a:xfrm>
              <a:off x="2225229" y="3525391"/>
              <a:ext cx="0" cy="94173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71FD10B7-D58F-4310-BCEB-15E3B93601CC}"/>
                </a:ext>
              </a:extLst>
            </p:cNvPr>
            <p:cNvGrpSpPr/>
            <p:nvPr/>
          </p:nvGrpSpPr>
          <p:grpSpPr>
            <a:xfrm>
              <a:off x="1386604" y="640222"/>
              <a:ext cx="1689148" cy="369332"/>
              <a:chOff x="1386604" y="640222"/>
              <a:chExt cx="1689148" cy="369332"/>
            </a:xfrm>
          </p:grpSpPr>
          <p:cxnSp>
            <p:nvCxnSpPr>
              <p:cNvPr id="20" name="直接箭头连接符 19">
                <a:extLst>
                  <a:ext uri="{FF2B5EF4-FFF2-40B4-BE49-F238E27FC236}">
                    <a16:creationId xmlns:a16="http://schemas.microsoft.com/office/drawing/2014/main" id="{32B3999A-CC0A-431C-BA7F-0F686DC0CE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86604" y="659728"/>
                <a:ext cx="0" cy="34982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箭头连接符 20">
                <a:extLst>
                  <a:ext uri="{FF2B5EF4-FFF2-40B4-BE49-F238E27FC236}">
                    <a16:creationId xmlns:a16="http://schemas.microsoft.com/office/drawing/2014/main" id="{1E87973A-4DB0-4F2B-9742-C8CE7EA986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5752" y="659728"/>
                <a:ext cx="0" cy="34982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箭头连接符 21">
                <a:extLst>
                  <a:ext uri="{FF2B5EF4-FFF2-40B4-BE49-F238E27FC236}">
                    <a16:creationId xmlns:a16="http://schemas.microsoft.com/office/drawing/2014/main" id="{D4C3E7C5-D503-4598-B350-6A478826DA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22064" y="659728"/>
                <a:ext cx="0" cy="34982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文本框 22">
                    <a:extLst>
                      <a:ext uri="{FF2B5EF4-FFF2-40B4-BE49-F238E27FC236}">
                        <a16:creationId xmlns:a16="http://schemas.microsoft.com/office/drawing/2014/main" id="{650F4844-DCAD-4726-920E-40765E906F95}"/>
                      </a:ext>
                    </a:extLst>
                  </p:cNvPr>
                  <p:cNvSpPr txBox="1"/>
                  <p:nvPr/>
                </p:nvSpPr>
                <p:spPr>
                  <a:xfrm>
                    <a:off x="2320806" y="640222"/>
                    <a:ext cx="35620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⋯</m:t>
                          </m:r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23" name="文本框 22">
                    <a:extLst>
                      <a:ext uri="{FF2B5EF4-FFF2-40B4-BE49-F238E27FC236}">
                        <a16:creationId xmlns:a16="http://schemas.microsoft.com/office/drawing/2014/main" id="{650F4844-DCAD-4726-920E-40765E906F9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20806" y="640222"/>
                    <a:ext cx="356204" cy="369332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1E9D1DB3-655E-4814-9970-D10AEF626814}"/>
                </a:ext>
              </a:extLst>
            </p:cNvPr>
            <p:cNvGrpSpPr/>
            <p:nvPr/>
          </p:nvGrpSpPr>
          <p:grpSpPr>
            <a:xfrm>
              <a:off x="1380655" y="6982966"/>
              <a:ext cx="1689148" cy="369332"/>
              <a:chOff x="1386604" y="640222"/>
              <a:chExt cx="1689148" cy="369332"/>
            </a:xfrm>
          </p:grpSpPr>
          <p:cxnSp>
            <p:nvCxnSpPr>
              <p:cNvPr id="26" name="直接箭头连接符 25">
                <a:extLst>
                  <a:ext uri="{FF2B5EF4-FFF2-40B4-BE49-F238E27FC236}">
                    <a16:creationId xmlns:a16="http://schemas.microsoft.com/office/drawing/2014/main" id="{BA34CE7A-23F9-4A36-82FC-6D5E086A44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86604" y="659728"/>
                <a:ext cx="0" cy="34982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箭头连接符 26">
                <a:extLst>
                  <a:ext uri="{FF2B5EF4-FFF2-40B4-BE49-F238E27FC236}">
                    <a16:creationId xmlns:a16="http://schemas.microsoft.com/office/drawing/2014/main" id="{A03A30A4-E79E-4CAE-9E7F-B2D4EC6560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5752" y="659728"/>
                <a:ext cx="0" cy="34982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箭头连接符 27">
                <a:extLst>
                  <a:ext uri="{FF2B5EF4-FFF2-40B4-BE49-F238E27FC236}">
                    <a16:creationId xmlns:a16="http://schemas.microsoft.com/office/drawing/2014/main" id="{5C9B05FA-E69E-4C54-8CB8-1E96953044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22064" y="659728"/>
                <a:ext cx="0" cy="34982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文本框 28">
                    <a:extLst>
                      <a:ext uri="{FF2B5EF4-FFF2-40B4-BE49-F238E27FC236}">
                        <a16:creationId xmlns:a16="http://schemas.microsoft.com/office/drawing/2014/main" id="{9B9A7B4E-6225-477E-8F0A-042275BC1D86}"/>
                      </a:ext>
                    </a:extLst>
                  </p:cNvPr>
                  <p:cNvSpPr txBox="1"/>
                  <p:nvPr/>
                </p:nvSpPr>
                <p:spPr>
                  <a:xfrm>
                    <a:off x="2320806" y="640222"/>
                    <a:ext cx="35620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⋯</m:t>
                          </m:r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29" name="文本框 28">
                    <a:extLst>
                      <a:ext uri="{FF2B5EF4-FFF2-40B4-BE49-F238E27FC236}">
                        <a16:creationId xmlns:a16="http://schemas.microsoft.com/office/drawing/2014/main" id="{9B9A7B4E-6225-477E-8F0A-042275BC1D8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20806" y="640222"/>
                    <a:ext cx="356204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2DC4B2C0-1199-4DFA-A1FD-CD506DC6DC1A}"/>
                </a:ext>
              </a:extLst>
            </p:cNvPr>
            <p:cNvSpPr/>
            <p:nvPr/>
          </p:nvSpPr>
          <p:spPr>
            <a:xfrm>
              <a:off x="4073314" y="1964775"/>
              <a:ext cx="1761654" cy="605395"/>
            </a:xfrm>
            <a:prstGeom prst="rect">
              <a:avLst/>
            </a:prstGeom>
            <a:solidFill>
              <a:srgbClr val="F8CC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置换选择</a:t>
              </a:r>
              <a:r>
                <a: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8D9DAB4F-8E98-4D17-9F7F-93B0727D747A}"/>
                </a:ext>
              </a:extLst>
            </p:cNvPr>
            <p:cNvSpPr/>
            <p:nvPr/>
          </p:nvSpPr>
          <p:spPr>
            <a:xfrm>
              <a:off x="4073314" y="2919996"/>
              <a:ext cx="1761654" cy="605395"/>
            </a:xfrm>
            <a:prstGeom prst="rect">
              <a:avLst/>
            </a:prstGeom>
            <a:solidFill>
              <a:srgbClr val="F8CC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置换选择</a:t>
              </a:r>
              <a:r>
                <a: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F1EFEC23-D6B9-43F8-BF26-C5DDA4CECEBE}"/>
                </a:ext>
              </a:extLst>
            </p:cNvPr>
            <p:cNvSpPr/>
            <p:nvPr/>
          </p:nvSpPr>
          <p:spPr>
            <a:xfrm>
              <a:off x="4073314" y="4467129"/>
              <a:ext cx="1761654" cy="605395"/>
            </a:xfrm>
            <a:prstGeom prst="rect">
              <a:avLst/>
            </a:prstGeom>
            <a:solidFill>
              <a:srgbClr val="F8CC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置换选择</a:t>
              </a:r>
              <a:r>
                <a: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DBF53B41-F068-4952-B8D5-0B2C3C9F29C0}"/>
                </a:ext>
              </a:extLst>
            </p:cNvPr>
            <p:cNvSpPr txBox="1"/>
            <p:nvPr/>
          </p:nvSpPr>
          <p:spPr>
            <a:xfrm>
              <a:off x="1344401" y="290396"/>
              <a:ext cx="1761656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b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64</a:t>
              </a:r>
              <a:r>
                <a:rPr lang="zh-CN" altLang="en-US" b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比特明文</a:t>
              </a:r>
              <a:endPara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68967850-3008-4AE0-813C-14F446CA178D}"/>
                </a:ext>
              </a:extLst>
            </p:cNvPr>
            <p:cNvSpPr txBox="1"/>
            <p:nvPr/>
          </p:nvSpPr>
          <p:spPr>
            <a:xfrm>
              <a:off x="1344401" y="7352298"/>
              <a:ext cx="1761656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b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64</a:t>
              </a:r>
              <a:r>
                <a:rPr lang="zh-CN" altLang="en-US" b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比特密文</a:t>
              </a:r>
              <a:endPara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60E8DF09-9DB2-48C7-8D25-F405FAB908E3}"/>
                    </a:ext>
                  </a:extLst>
                </p:cNvPr>
                <p:cNvSpPr txBox="1"/>
                <p:nvPr/>
              </p:nvSpPr>
              <p:spPr>
                <a:xfrm>
                  <a:off x="2320806" y="3795100"/>
                  <a:ext cx="356204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⋮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60E8DF09-9DB2-48C7-8D25-F405FAB908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0806" y="3795100"/>
                  <a:ext cx="356204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B7AC536B-6B82-43BE-BDC1-335BB3080B33}"/>
                </a:ext>
              </a:extLst>
            </p:cNvPr>
            <p:cNvSpPr/>
            <p:nvPr/>
          </p:nvSpPr>
          <p:spPr>
            <a:xfrm>
              <a:off x="6802227" y="1009554"/>
              <a:ext cx="1761654" cy="605395"/>
            </a:xfrm>
            <a:prstGeom prst="rect">
              <a:avLst/>
            </a:prstGeom>
            <a:solidFill>
              <a:srgbClr val="F8CC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初始置换</a:t>
              </a:r>
              <a:endParaRPr lang="en-US" altLang="zh-CN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2B59E4DF-C944-446E-823E-23E2E7BC3FC6}"/>
                </a:ext>
              </a:extLst>
            </p:cNvPr>
            <p:cNvSpPr/>
            <p:nvPr/>
          </p:nvSpPr>
          <p:spPr>
            <a:xfrm>
              <a:off x="6802227" y="1964775"/>
              <a:ext cx="1761654" cy="6053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第</a:t>
              </a:r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轮</a:t>
              </a:r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7BDEF856-E240-4800-B7B7-DE26242D3D44}"/>
                </a:ext>
              </a:extLst>
            </p:cNvPr>
            <p:cNvCxnSpPr>
              <a:cxnSpLocks/>
              <a:stCxn id="36" idx="2"/>
              <a:endCxn id="37" idx="0"/>
            </p:cNvCxnSpPr>
            <p:nvPr/>
          </p:nvCxnSpPr>
          <p:spPr>
            <a:xfrm>
              <a:off x="7683054" y="1614949"/>
              <a:ext cx="0" cy="3498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80BB4ADE-E314-46E3-BA3B-CD3A21BD6F75}"/>
                </a:ext>
              </a:extLst>
            </p:cNvPr>
            <p:cNvSpPr/>
            <p:nvPr/>
          </p:nvSpPr>
          <p:spPr>
            <a:xfrm>
              <a:off x="6802227" y="2919996"/>
              <a:ext cx="1761654" cy="6053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第</a:t>
              </a:r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轮</a:t>
              </a:r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E0FE6681-0785-49F9-B7AF-6CE30EE6EDF8}"/>
                </a:ext>
              </a:extLst>
            </p:cNvPr>
            <p:cNvCxnSpPr>
              <a:cxnSpLocks/>
              <a:stCxn id="37" idx="2"/>
              <a:endCxn id="39" idx="0"/>
            </p:cNvCxnSpPr>
            <p:nvPr/>
          </p:nvCxnSpPr>
          <p:spPr>
            <a:xfrm>
              <a:off x="7683054" y="2570170"/>
              <a:ext cx="0" cy="3498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E2FC6581-A5D4-4FD8-A969-819C326C9919}"/>
                </a:ext>
              </a:extLst>
            </p:cNvPr>
            <p:cNvSpPr/>
            <p:nvPr/>
          </p:nvSpPr>
          <p:spPr>
            <a:xfrm>
              <a:off x="6802227" y="4467129"/>
              <a:ext cx="1761654" cy="6053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第</a:t>
              </a:r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16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轮</a:t>
              </a:r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9EE5D08D-06A8-4011-AF24-6642A5C49075}"/>
                </a:ext>
              </a:extLst>
            </p:cNvPr>
            <p:cNvCxnSpPr>
              <a:cxnSpLocks/>
              <a:stCxn id="39" idx="2"/>
              <a:endCxn id="41" idx="0"/>
            </p:cNvCxnSpPr>
            <p:nvPr/>
          </p:nvCxnSpPr>
          <p:spPr>
            <a:xfrm>
              <a:off x="7683054" y="3525391"/>
              <a:ext cx="0" cy="94173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80C6B8D2-51AE-49B6-AFEF-EBBAA3C0DE7F}"/>
                </a:ext>
              </a:extLst>
            </p:cNvPr>
            <p:cNvGrpSpPr/>
            <p:nvPr/>
          </p:nvGrpSpPr>
          <p:grpSpPr>
            <a:xfrm>
              <a:off x="6844429" y="640222"/>
              <a:ext cx="1689148" cy="369332"/>
              <a:chOff x="1386604" y="640222"/>
              <a:chExt cx="1689148" cy="369332"/>
            </a:xfrm>
          </p:grpSpPr>
          <p:cxnSp>
            <p:nvCxnSpPr>
              <p:cNvPr id="44" name="直接箭头连接符 43">
                <a:extLst>
                  <a:ext uri="{FF2B5EF4-FFF2-40B4-BE49-F238E27FC236}">
                    <a16:creationId xmlns:a16="http://schemas.microsoft.com/office/drawing/2014/main" id="{CC97CF15-B974-4079-BE57-980CFB5DB1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86604" y="659728"/>
                <a:ext cx="0" cy="34982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箭头连接符 44">
                <a:extLst>
                  <a:ext uri="{FF2B5EF4-FFF2-40B4-BE49-F238E27FC236}">
                    <a16:creationId xmlns:a16="http://schemas.microsoft.com/office/drawing/2014/main" id="{86738D2A-23AD-4F5F-B4C2-33258A7664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5752" y="659728"/>
                <a:ext cx="0" cy="34982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箭头连接符 45">
                <a:extLst>
                  <a:ext uri="{FF2B5EF4-FFF2-40B4-BE49-F238E27FC236}">
                    <a16:creationId xmlns:a16="http://schemas.microsoft.com/office/drawing/2014/main" id="{EDFEFE75-B683-4E9D-A207-1AFE5AE9BB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22064" y="659728"/>
                <a:ext cx="0" cy="34982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文本框 46">
                    <a:extLst>
                      <a:ext uri="{FF2B5EF4-FFF2-40B4-BE49-F238E27FC236}">
                        <a16:creationId xmlns:a16="http://schemas.microsoft.com/office/drawing/2014/main" id="{496F3DB2-FF81-4E7B-944B-94852DF18718}"/>
                      </a:ext>
                    </a:extLst>
                  </p:cNvPr>
                  <p:cNvSpPr txBox="1"/>
                  <p:nvPr/>
                </p:nvSpPr>
                <p:spPr>
                  <a:xfrm>
                    <a:off x="2320806" y="640222"/>
                    <a:ext cx="35620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⋯</m:t>
                          </m:r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47" name="文本框 46">
                    <a:extLst>
                      <a:ext uri="{FF2B5EF4-FFF2-40B4-BE49-F238E27FC236}">
                        <a16:creationId xmlns:a16="http://schemas.microsoft.com/office/drawing/2014/main" id="{496F3DB2-FF81-4E7B-944B-94852DF1871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20806" y="640222"/>
                    <a:ext cx="356204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2F8BBCFF-5B4D-4D3B-BA5B-A03BAF221820}"/>
                </a:ext>
              </a:extLst>
            </p:cNvPr>
            <p:cNvSpPr txBox="1"/>
            <p:nvPr/>
          </p:nvSpPr>
          <p:spPr>
            <a:xfrm>
              <a:off x="6802226" y="290396"/>
              <a:ext cx="1761656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56</a:t>
              </a:r>
              <a:r>
                <a:rPr lang="zh-CN" altLang="en-US" b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比特密钥</a:t>
              </a:r>
              <a:endPara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47C074F8-54F6-4519-B66D-5DCE953846D0}"/>
                    </a:ext>
                  </a:extLst>
                </p:cNvPr>
                <p:cNvSpPr txBox="1"/>
                <p:nvPr/>
              </p:nvSpPr>
              <p:spPr>
                <a:xfrm>
                  <a:off x="7778631" y="3795100"/>
                  <a:ext cx="356204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⋮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47C074F8-54F6-4519-B66D-5DCE953846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8631" y="3795100"/>
                  <a:ext cx="356204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EC2E1465-630D-440F-A17A-87BF7F7D3095}"/>
                </a:ext>
              </a:extLst>
            </p:cNvPr>
            <p:cNvCxnSpPr>
              <a:cxnSpLocks/>
              <a:stCxn id="32" idx="1"/>
              <a:endCxn id="12" idx="3"/>
            </p:cNvCxnSpPr>
            <p:nvPr/>
          </p:nvCxnSpPr>
          <p:spPr>
            <a:xfrm flipH="1">
              <a:off x="3106056" y="4769827"/>
              <a:ext cx="96725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462E6B28-341B-4AB9-B640-6F6C5104F196}"/>
                </a:ext>
              </a:extLst>
            </p:cNvPr>
            <p:cNvCxnSpPr>
              <a:cxnSpLocks/>
              <a:stCxn id="31" idx="1"/>
              <a:endCxn id="7" idx="3"/>
            </p:cNvCxnSpPr>
            <p:nvPr/>
          </p:nvCxnSpPr>
          <p:spPr>
            <a:xfrm flipH="1">
              <a:off x="3106056" y="3222694"/>
              <a:ext cx="96725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4B0BDA3C-F40B-4D03-B4D1-25148DA712FC}"/>
                </a:ext>
              </a:extLst>
            </p:cNvPr>
            <p:cNvCxnSpPr>
              <a:cxnSpLocks/>
              <a:stCxn id="30" idx="1"/>
              <a:endCxn id="3" idx="3"/>
            </p:cNvCxnSpPr>
            <p:nvPr/>
          </p:nvCxnSpPr>
          <p:spPr>
            <a:xfrm flipH="1">
              <a:off x="3106056" y="2267473"/>
              <a:ext cx="96725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13D4195F-E277-4C5F-A90B-DBACAC89E736}"/>
                </a:ext>
              </a:extLst>
            </p:cNvPr>
            <p:cNvCxnSpPr>
              <a:cxnSpLocks/>
              <a:stCxn id="41" idx="1"/>
              <a:endCxn id="32" idx="3"/>
            </p:cNvCxnSpPr>
            <p:nvPr/>
          </p:nvCxnSpPr>
          <p:spPr>
            <a:xfrm flipH="1">
              <a:off x="5834968" y="4769827"/>
              <a:ext cx="96725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8D8106A1-7EFA-4139-9994-C1C6D90386E7}"/>
                </a:ext>
              </a:extLst>
            </p:cNvPr>
            <p:cNvCxnSpPr>
              <a:cxnSpLocks/>
              <a:stCxn id="39" idx="1"/>
              <a:endCxn id="31" idx="3"/>
            </p:cNvCxnSpPr>
            <p:nvPr/>
          </p:nvCxnSpPr>
          <p:spPr>
            <a:xfrm flipH="1">
              <a:off x="5834968" y="3222694"/>
              <a:ext cx="96725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箭头连接符 64">
              <a:extLst>
                <a:ext uri="{FF2B5EF4-FFF2-40B4-BE49-F238E27FC236}">
                  <a16:creationId xmlns:a16="http://schemas.microsoft.com/office/drawing/2014/main" id="{174DA6DB-C6CD-4C7B-AC67-E852D74DE694}"/>
                </a:ext>
              </a:extLst>
            </p:cNvPr>
            <p:cNvCxnSpPr>
              <a:cxnSpLocks/>
              <a:stCxn id="37" idx="1"/>
              <a:endCxn id="30" idx="3"/>
            </p:cNvCxnSpPr>
            <p:nvPr/>
          </p:nvCxnSpPr>
          <p:spPr>
            <a:xfrm flipH="1">
              <a:off x="5834968" y="2267473"/>
              <a:ext cx="96725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01708087-D260-4F3D-9931-C36893E24C85}"/>
                    </a:ext>
                  </a:extLst>
                </p:cNvPr>
                <p:cNvSpPr txBox="1"/>
                <p:nvPr/>
              </p:nvSpPr>
              <p:spPr>
                <a:xfrm>
                  <a:off x="3495792" y="1835907"/>
                  <a:ext cx="356204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01708087-D260-4F3D-9931-C36893E24C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5792" y="1835907"/>
                  <a:ext cx="356204" cy="370294"/>
                </a:xfrm>
                <a:prstGeom prst="rect">
                  <a:avLst/>
                </a:prstGeom>
                <a:blipFill>
                  <a:blip r:embed="rId7"/>
                  <a:stretch>
                    <a:fillRect l="-15254" b="-16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A6C3D6C4-EDB1-4198-A771-C723E15F576A}"/>
                    </a:ext>
                  </a:extLst>
                </p:cNvPr>
                <p:cNvSpPr txBox="1"/>
                <p:nvPr/>
              </p:nvSpPr>
              <p:spPr>
                <a:xfrm>
                  <a:off x="3495792" y="2824925"/>
                  <a:ext cx="356204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A6C3D6C4-EDB1-4198-A771-C723E15F57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5792" y="2824925"/>
                  <a:ext cx="356204" cy="370294"/>
                </a:xfrm>
                <a:prstGeom prst="rect">
                  <a:avLst/>
                </a:prstGeom>
                <a:blipFill>
                  <a:blip r:embed="rId8"/>
                  <a:stretch>
                    <a:fillRect l="-16949" b="-16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178EF4C0-D87D-4872-8B0C-A0AE12C84C8A}"/>
                    </a:ext>
                  </a:extLst>
                </p:cNvPr>
                <p:cNvSpPr txBox="1"/>
                <p:nvPr/>
              </p:nvSpPr>
              <p:spPr>
                <a:xfrm>
                  <a:off x="3495792" y="4365735"/>
                  <a:ext cx="356204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178EF4C0-D87D-4872-8B0C-A0AE12C84C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5792" y="4365735"/>
                  <a:ext cx="356204" cy="370294"/>
                </a:xfrm>
                <a:prstGeom prst="rect">
                  <a:avLst/>
                </a:prstGeom>
                <a:blipFill>
                  <a:blip r:embed="rId9"/>
                  <a:stretch>
                    <a:fillRect l="-28814" r="-3390" b="-16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FCCB1248-AFCA-426A-A45A-E83A3D48279E}"/>
                    </a:ext>
                  </a:extLst>
                </p:cNvPr>
                <p:cNvSpPr txBox="1"/>
                <p:nvPr/>
              </p:nvSpPr>
              <p:spPr>
                <a:xfrm>
                  <a:off x="4873835" y="3795100"/>
                  <a:ext cx="356204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⋮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FCCB1248-AFCA-426A-A45A-E83A3D4827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3835" y="3795100"/>
                  <a:ext cx="356204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994169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>
            <a:extLst>
              <a:ext uri="{FF2B5EF4-FFF2-40B4-BE49-F238E27FC236}">
                <a16:creationId xmlns:a16="http://schemas.microsoft.com/office/drawing/2014/main" id="{50DFB1C6-8DDE-4DC1-A9EC-2FD3D69A8FF7}"/>
              </a:ext>
            </a:extLst>
          </p:cNvPr>
          <p:cNvGrpSpPr/>
          <p:nvPr/>
        </p:nvGrpSpPr>
        <p:grpSpPr>
          <a:xfrm>
            <a:off x="168021" y="393968"/>
            <a:ext cx="6184768" cy="5027297"/>
            <a:chOff x="1460373" y="272048"/>
            <a:chExt cx="6184768" cy="5027297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BDAC5D63-60A5-42FF-92A3-53B4DAA8994E}"/>
                </a:ext>
              </a:extLst>
            </p:cNvPr>
            <p:cNvGrpSpPr/>
            <p:nvPr/>
          </p:nvGrpSpPr>
          <p:grpSpPr>
            <a:xfrm>
              <a:off x="1460373" y="272048"/>
              <a:ext cx="6184768" cy="2554172"/>
              <a:chOff x="1460373" y="272048"/>
              <a:chExt cx="6184768" cy="2554172"/>
            </a:xfrm>
          </p:grpSpPr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4AA800E9-C440-4AA2-9A55-8739C8CB19AC}"/>
                  </a:ext>
                </a:extLst>
              </p:cNvPr>
              <p:cNvSpPr/>
              <p:nvPr/>
            </p:nvSpPr>
            <p:spPr>
              <a:xfrm>
                <a:off x="1932175" y="1064006"/>
                <a:ext cx="1198121" cy="90170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DES</a:t>
                </a:r>
              </a:p>
              <a:p>
                <a:pPr algn="ctr"/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加密</a:t>
                </a:r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7" name="直接箭头连接符 6">
                <a:extLst>
                  <a:ext uri="{FF2B5EF4-FFF2-40B4-BE49-F238E27FC236}">
                    <a16:creationId xmlns:a16="http://schemas.microsoft.com/office/drawing/2014/main" id="{E793C1CB-1B02-4228-8044-9734F1C4B195}"/>
                  </a:ext>
                </a:extLst>
              </p:cNvPr>
              <p:cNvCxnSpPr>
                <a:cxnSpLocks/>
                <a:stCxn id="10" idx="2"/>
                <a:endCxn id="2" idx="0"/>
              </p:cNvCxnSpPr>
              <p:nvPr/>
            </p:nvCxnSpPr>
            <p:spPr>
              <a:xfrm>
                <a:off x="2528321" y="642342"/>
                <a:ext cx="2915" cy="42166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文本框 9">
                    <a:extLst>
                      <a:ext uri="{FF2B5EF4-FFF2-40B4-BE49-F238E27FC236}">
                        <a16:creationId xmlns:a16="http://schemas.microsoft.com/office/drawing/2014/main" id="{3220B49B-2ADD-4922-8F31-D3A1B2D59285}"/>
                      </a:ext>
                    </a:extLst>
                  </p:cNvPr>
                  <p:cNvSpPr txBox="1"/>
                  <p:nvPr/>
                </p:nvSpPr>
                <p:spPr>
                  <a:xfrm>
                    <a:off x="2221494" y="272048"/>
                    <a:ext cx="613653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0" name="文本框 9">
                    <a:extLst>
                      <a:ext uri="{FF2B5EF4-FFF2-40B4-BE49-F238E27FC236}">
                        <a16:creationId xmlns:a16="http://schemas.microsoft.com/office/drawing/2014/main" id="{3220B49B-2ADD-4922-8F31-D3A1B2D5928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21494" y="272048"/>
                    <a:ext cx="613653" cy="370294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b="-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文本框 14">
                    <a:extLst>
                      <a:ext uri="{FF2B5EF4-FFF2-40B4-BE49-F238E27FC236}">
                        <a16:creationId xmlns:a16="http://schemas.microsoft.com/office/drawing/2014/main" id="{F1E7CCDA-ADA6-469C-B463-DB91965FE7FB}"/>
                      </a:ext>
                    </a:extLst>
                  </p:cNvPr>
                  <p:cNvSpPr txBox="1"/>
                  <p:nvPr/>
                </p:nvSpPr>
                <p:spPr>
                  <a:xfrm>
                    <a:off x="2221494" y="2455926"/>
                    <a:ext cx="613653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5" name="文本框 14">
                    <a:extLst>
                      <a:ext uri="{FF2B5EF4-FFF2-40B4-BE49-F238E27FC236}">
                        <a16:creationId xmlns:a16="http://schemas.microsoft.com/office/drawing/2014/main" id="{F1E7CCDA-ADA6-469C-B463-DB91965FE7F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21494" y="2455926"/>
                    <a:ext cx="613653" cy="37029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6" name="直接箭头连接符 15">
                <a:extLst>
                  <a:ext uri="{FF2B5EF4-FFF2-40B4-BE49-F238E27FC236}">
                    <a16:creationId xmlns:a16="http://schemas.microsoft.com/office/drawing/2014/main" id="{F23091C7-ED29-4C00-884C-57A2878F1203}"/>
                  </a:ext>
                </a:extLst>
              </p:cNvPr>
              <p:cNvCxnSpPr>
                <a:cxnSpLocks/>
                <a:stCxn id="2" idx="2"/>
                <a:endCxn id="15" idx="0"/>
              </p:cNvCxnSpPr>
              <p:nvPr/>
            </p:nvCxnSpPr>
            <p:spPr>
              <a:xfrm flipH="1">
                <a:off x="2528321" y="1965706"/>
                <a:ext cx="2915" cy="49022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箭头连接符 19">
                <a:extLst>
                  <a:ext uri="{FF2B5EF4-FFF2-40B4-BE49-F238E27FC236}">
                    <a16:creationId xmlns:a16="http://schemas.microsoft.com/office/drawing/2014/main" id="{90434A82-45ED-4F09-A0D8-311E6E69BB17}"/>
                  </a:ext>
                </a:extLst>
              </p:cNvPr>
              <p:cNvCxnSpPr>
                <a:cxnSpLocks/>
                <a:stCxn id="21" idx="3"/>
                <a:endCxn id="2" idx="1"/>
              </p:cNvCxnSpPr>
              <p:nvPr/>
            </p:nvCxnSpPr>
            <p:spPr>
              <a:xfrm>
                <a:off x="1684525" y="1514856"/>
                <a:ext cx="24765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文本框 20">
                    <a:extLst>
                      <a:ext uri="{FF2B5EF4-FFF2-40B4-BE49-F238E27FC236}">
                        <a16:creationId xmlns:a16="http://schemas.microsoft.com/office/drawing/2014/main" id="{5993A8EB-D530-498E-9F59-0A52EC83833F}"/>
                      </a:ext>
                    </a:extLst>
                  </p:cNvPr>
                  <p:cNvSpPr txBox="1"/>
                  <p:nvPr/>
                </p:nvSpPr>
                <p:spPr>
                  <a:xfrm>
                    <a:off x="1460373" y="1329709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𝐾</m:t>
                          </m:r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21" name="文本框 20">
                    <a:extLst>
                      <a:ext uri="{FF2B5EF4-FFF2-40B4-BE49-F238E27FC236}">
                        <a16:creationId xmlns:a16="http://schemas.microsoft.com/office/drawing/2014/main" id="{5993A8EB-D530-498E-9F59-0A52EC83833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60373" y="1329709"/>
                    <a:ext cx="224152" cy="37029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41667" r="-8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68DEDC3D-FBB2-4B39-AAAB-BAA1F510EC82}"/>
                  </a:ext>
                </a:extLst>
              </p:cNvPr>
              <p:cNvSpPr/>
              <p:nvPr/>
            </p:nvSpPr>
            <p:spPr>
              <a:xfrm>
                <a:off x="3801496" y="1064006"/>
                <a:ext cx="1198121" cy="90170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DES</a:t>
                </a:r>
              </a:p>
              <a:p>
                <a:pPr algn="ctr"/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加密</a:t>
                </a:r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31" name="直接箭头连接符 30">
                <a:extLst>
                  <a:ext uri="{FF2B5EF4-FFF2-40B4-BE49-F238E27FC236}">
                    <a16:creationId xmlns:a16="http://schemas.microsoft.com/office/drawing/2014/main" id="{283F032D-EEA3-461C-A730-3C29D40D5009}"/>
                  </a:ext>
                </a:extLst>
              </p:cNvPr>
              <p:cNvCxnSpPr>
                <a:cxnSpLocks/>
                <a:stCxn id="32" idx="2"/>
                <a:endCxn id="26" idx="0"/>
              </p:cNvCxnSpPr>
              <p:nvPr/>
            </p:nvCxnSpPr>
            <p:spPr>
              <a:xfrm>
                <a:off x="4397642" y="642342"/>
                <a:ext cx="2915" cy="42166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文本框 31">
                    <a:extLst>
                      <a:ext uri="{FF2B5EF4-FFF2-40B4-BE49-F238E27FC236}">
                        <a16:creationId xmlns:a16="http://schemas.microsoft.com/office/drawing/2014/main" id="{DD0239E1-34E8-46B1-9AB6-0D6C44A59389}"/>
                      </a:ext>
                    </a:extLst>
                  </p:cNvPr>
                  <p:cNvSpPr txBox="1"/>
                  <p:nvPr/>
                </p:nvSpPr>
                <p:spPr>
                  <a:xfrm>
                    <a:off x="4090815" y="272048"/>
                    <a:ext cx="613653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32" name="文本框 31">
                    <a:extLst>
                      <a:ext uri="{FF2B5EF4-FFF2-40B4-BE49-F238E27FC236}">
                        <a16:creationId xmlns:a16="http://schemas.microsoft.com/office/drawing/2014/main" id="{DD0239E1-34E8-46B1-9AB6-0D6C44A5938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90815" y="272048"/>
                    <a:ext cx="613653" cy="37029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文本框 33">
                    <a:extLst>
                      <a:ext uri="{FF2B5EF4-FFF2-40B4-BE49-F238E27FC236}">
                        <a16:creationId xmlns:a16="http://schemas.microsoft.com/office/drawing/2014/main" id="{374153C7-7C82-453F-A164-69F9C21820FE}"/>
                      </a:ext>
                    </a:extLst>
                  </p:cNvPr>
                  <p:cNvSpPr txBox="1"/>
                  <p:nvPr/>
                </p:nvSpPr>
                <p:spPr>
                  <a:xfrm>
                    <a:off x="4090815" y="2455926"/>
                    <a:ext cx="613653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34" name="文本框 33">
                    <a:extLst>
                      <a:ext uri="{FF2B5EF4-FFF2-40B4-BE49-F238E27FC236}">
                        <a16:creationId xmlns:a16="http://schemas.microsoft.com/office/drawing/2014/main" id="{374153C7-7C82-453F-A164-69F9C21820F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90815" y="2455926"/>
                    <a:ext cx="613653" cy="37029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5" name="直接箭头连接符 34">
                <a:extLst>
                  <a:ext uri="{FF2B5EF4-FFF2-40B4-BE49-F238E27FC236}">
                    <a16:creationId xmlns:a16="http://schemas.microsoft.com/office/drawing/2014/main" id="{885C2958-E905-4BE5-94F3-CDC63081EB71}"/>
                  </a:ext>
                </a:extLst>
              </p:cNvPr>
              <p:cNvCxnSpPr>
                <a:cxnSpLocks/>
                <a:stCxn id="26" idx="2"/>
                <a:endCxn id="34" idx="0"/>
              </p:cNvCxnSpPr>
              <p:nvPr/>
            </p:nvCxnSpPr>
            <p:spPr>
              <a:xfrm flipH="1">
                <a:off x="4397642" y="1965706"/>
                <a:ext cx="2915" cy="49022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箭头连接符 35">
                <a:extLst>
                  <a:ext uri="{FF2B5EF4-FFF2-40B4-BE49-F238E27FC236}">
                    <a16:creationId xmlns:a16="http://schemas.microsoft.com/office/drawing/2014/main" id="{3F630910-E82E-46F6-87A7-55B1784119FE}"/>
                  </a:ext>
                </a:extLst>
              </p:cNvPr>
              <p:cNvCxnSpPr>
                <a:cxnSpLocks/>
                <a:stCxn id="37" idx="3"/>
                <a:endCxn id="26" idx="1"/>
              </p:cNvCxnSpPr>
              <p:nvPr/>
            </p:nvCxnSpPr>
            <p:spPr>
              <a:xfrm>
                <a:off x="3553846" y="1514856"/>
                <a:ext cx="24765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文本框 36">
                    <a:extLst>
                      <a:ext uri="{FF2B5EF4-FFF2-40B4-BE49-F238E27FC236}">
                        <a16:creationId xmlns:a16="http://schemas.microsoft.com/office/drawing/2014/main" id="{98F2A82C-28FB-43E6-83E5-82567595DFAC}"/>
                      </a:ext>
                    </a:extLst>
                  </p:cNvPr>
                  <p:cNvSpPr txBox="1"/>
                  <p:nvPr/>
                </p:nvSpPr>
                <p:spPr>
                  <a:xfrm>
                    <a:off x="3329694" y="1329709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𝐾</m:t>
                          </m:r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37" name="文本框 36">
                    <a:extLst>
                      <a:ext uri="{FF2B5EF4-FFF2-40B4-BE49-F238E27FC236}">
                        <a16:creationId xmlns:a16="http://schemas.microsoft.com/office/drawing/2014/main" id="{98F2A82C-28FB-43E6-83E5-82567595DFA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29694" y="1329709"/>
                    <a:ext cx="224152" cy="37029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37838" r="-810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F630133E-834C-47C9-809C-FAB41D6DD4E5}"/>
                  </a:ext>
                </a:extLst>
              </p:cNvPr>
              <p:cNvSpPr/>
              <p:nvPr/>
            </p:nvSpPr>
            <p:spPr>
              <a:xfrm>
                <a:off x="6447020" y="1064006"/>
                <a:ext cx="1198121" cy="90170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DES</a:t>
                </a:r>
              </a:p>
              <a:p>
                <a:pPr algn="ctr"/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加密</a:t>
                </a:r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51" name="直接箭头连接符 50">
                <a:extLst>
                  <a:ext uri="{FF2B5EF4-FFF2-40B4-BE49-F238E27FC236}">
                    <a16:creationId xmlns:a16="http://schemas.microsoft.com/office/drawing/2014/main" id="{28AD686F-7B8F-4CEE-84B5-6CCB744196B9}"/>
                  </a:ext>
                </a:extLst>
              </p:cNvPr>
              <p:cNvCxnSpPr>
                <a:cxnSpLocks/>
                <a:stCxn id="52" idx="2"/>
                <a:endCxn id="46" idx="0"/>
              </p:cNvCxnSpPr>
              <p:nvPr/>
            </p:nvCxnSpPr>
            <p:spPr>
              <a:xfrm>
                <a:off x="7043166" y="642342"/>
                <a:ext cx="2915" cy="42166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02CEACE5-9B11-450F-AB43-6ED4E4F4D3E4}"/>
                      </a:ext>
                    </a:extLst>
                  </p:cNvPr>
                  <p:cNvSpPr txBox="1"/>
                  <p:nvPr/>
                </p:nvSpPr>
                <p:spPr>
                  <a:xfrm>
                    <a:off x="6736339" y="272048"/>
                    <a:ext cx="613653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𝑁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02CEACE5-9B11-450F-AB43-6ED4E4F4D3E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36339" y="272048"/>
                    <a:ext cx="613653" cy="37029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文本框 53">
                    <a:extLst>
                      <a:ext uri="{FF2B5EF4-FFF2-40B4-BE49-F238E27FC236}">
                        <a16:creationId xmlns:a16="http://schemas.microsoft.com/office/drawing/2014/main" id="{11589DE2-C7A0-443E-B237-2F89735D1E8A}"/>
                      </a:ext>
                    </a:extLst>
                  </p:cNvPr>
                  <p:cNvSpPr txBox="1"/>
                  <p:nvPr/>
                </p:nvSpPr>
                <p:spPr>
                  <a:xfrm>
                    <a:off x="6736339" y="2455926"/>
                    <a:ext cx="613653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𝑁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54" name="文本框 53">
                    <a:extLst>
                      <a:ext uri="{FF2B5EF4-FFF2-40B4-BE49-F238E27FC236}">
                        <a16:creationId xmlns:a16="http://schemas.microsoft.com/office/drawing/2014/main" id="{11589DE2-C7A0-443E-B237-2F89735D1E8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36339" y="2455926"/>
                    <a:ext cx="613653" cy="37029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5" name="直接箭头连接符 54">
                <a:extLst>
                  <a:ext uri="{FF2B5EF4-FFF2-40B4-BE49-F238E27FC236}">
                    <a16:creationId xmlns:a16="http://schemas.microsoft.com/office/drawing/2014/main" id="{52F81F9C-315C-428E-A969-BD1DDF161126}"/>
                  </a:ext>
                </a:extLst>
              </p:cNvPr>
              <p:cNvCxnSpPr>
                <a:cxnSpLocks/>
                <a:stCxn id="46" idx="2"/>
                <a:endCxn id="54" idx="0"/>
              </p:cNvCxnSpPr>
              <p:nvPr/>
            </p:nvCxnSpPr>
            <p:spPr>
              <a:xfrm flipH="1">
                <a:off x="7043166" y="1965706"/>
                <a:ext cx="2915" cy="49022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箭头连接符 55">
                <a:extLst>
                  <a:ext uri="{FF2B5EF4-FFF2-40B4-BE49-F238E27FC236}">
                    <a16:creationId xmlns:a16="http://schemas.microsoft.com/office/drawing/2014/main" id="{C8D45C7A-58BA-41A5-98D9-63DCEC13E938}"/>
                  </a:ext>
                </a:extLst>
              </p:cNvPr>
              <p:cNvCxnSpPr>
                <a:cxnSpLocks/>
                <a:stCxn id="57" idx="3"/>
                <a:endCxn id="46" idx="1"/>
              </p:cNvCxnSpPr>
              <p:nvPr/>
            </p:nvCxnSpPr>
            <p:spPr>
              <a:xfrm>
                <a:off x="6199370" y="1514856"/>
                <a:ext cx="24765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文本框 56">
                    <a:extLst>
                      <a:ext uri="{FF2B5EF4-FFF2-40B4-BE49-F238E27FC236}">
                        <a16:creationId xmlns:a16="http://schemas.microsoft.com/office/drawing/2014/main" id="{6B4FA094-4283-459A-B7A4-65A86FEE0647}"/>
                      </a:ext>
                    </a:extLst>
                  </p:cNvPr>
                  <p:cNvSpPr txBox="1"/>
                  <p:nvPr/>
                </p:nvSpPr>
                <p:spPr>
                  <a:xfrm>
                    <a:off x="5975218" y="1329709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𝐾</m:t>
                          </m:r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57" name="文本框 56">
                    <a:extLst>
                      <a:ext uri="{FF2B5EF4-FFF2-40B4-BE49-F238E27FC236}">
                        <a16:creationId xmlns:a16="http://schemas.microsoft.com/office/drawing/2014/main" id="{6B4FA094-4283-459A-B7A4-65A86FEE06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75218" y="1329709"/>
                    <a:ext cx="224152" cy="370294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37838" r="-810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文本框 57">
                    <a:extLst>
                      <a:ext uri="{FF2B5EF4-FFF2-40B4-BE49-F238E27FC236}">
                        <a16:creationId xmlns:a16="http://schemas.microsoft.com/office/drawing/2014/main" id="{867FDFD9-EDDA-4824-9D38-5B46ECBD24FD}"/>
                      </a:ext>
                    </a:extLst>
                  </p:cNvPr>
                  <p:cNvSpPr txBox="1"/>
                  <p:nvPr/>
                </p:nvSpPr>
                <p:spPr>
                  <a:xfrm>
                    <a:off x="5387090" y="1330190"/>
                    <a:ext cx="22415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⋯</m:t>
                          </m:r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58" name="文本框 57">
                    <a:extLst>
                      <a:ext uri="{FF2B5EF4-FFF2-40B4-BE49-F238E27FC236}">
                        <a16:creationId xmlns:a16="http://schemas.microsoft.com/office/drawing/2014/main" id="{867FDFD9-EDDA-4824-9D38-5B46ECBD24F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87090" y="1330190"/>
                    <a:ext cx="224152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3055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4E06D9B8-2510-4798-8C58-C44AFDB390CA}"/>
                </a:ext>
              </a:extLst>
            </p:cNvPr>
            <p:cNvGrpSpPr/>
            <p:nvPr/>
          </p:nvGrpSpPr>
          <p:grpSpPr>
            <a:xfrm>
              <a:off x="1460373" y="2863052"/>
              <a:ext cx="6184768" cy="2436293"/>
              <a:chOff x="1462019" y="3845156"/>
              <a:chExt cx="6184768" cy="2436293"/>
            </a:xfrm>
          </p:grpSpPr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BFB496D5-F650-4218-BC6A-63DC36F26E50}"/>
                  </a:ext>
                </a:extLst>
              </p:cNvPr>
              <p:cNvSpPr/>
              <p:nvPr/>
            </p:nvSpPr>
            <p:spPr>
              <a:xfrm>
                <a:off x="1933821" y="4626110"/>
                <a:ext cx="1198121" cy="90170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DES</a:t>
                </a:r>
              </a:p>
              <a:p>
                <a:pPr algn="ctr"/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解密</a:t>
                </a:r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72" name="直接箭头连接符 71">
                <a:extLst>
                  <a:ext uri="{FF2B5EF4-FFF2-40B4-BE49-F238E27FC236}">
                    <a16:creationId xmlns:a16="http://schemas.microsoft.com/office/drawing/2014/main" id="{3842B011-DD3D-40D1-8BCD-AF12B65B5D0E}"/>
                  </a:ext>
                </a:extLst>
              </p:cNvPr>
              <p:cNvCxnSpPr>
                <a:cxnSpLocks/>
                <a:stCxn id="67" idx="2"/>
                <a:endCxn id="73" idx="0"/>
              </p:cNvCxnSpPr>
              <p:nvPr/>
            </p:nvCxnSpPr>
            <p:spPr>
              <a:xfrm flipH="1">
                <a:off x="2528321" y="5527810"/>
                <a:ext cx="4561" cy="38334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3" name="文本框 72">
                    <a:extLst>
                      <a:ext uri="{FF2B5EF4-FFF2-40B4-BE49-F238E27FC236}">
                        <a16:creationId xmlns:a16="http://schemas.microsoft.com/office/drawing/2014/main" id="{81D862E9-E0C8-42AE-8825-A145CD10DC1C}"/>
                      </a:ext>
                    </a:extLst>
                  </p:cNvPr>
                  <p:cNvSpPr txBox="1"/>
                  <p:nvPr/>
                </p:nvSpPr>
                <p:spPr>
                  <a:xfrm>
                    <a:off x="2221494" y="5911155"/>
                    <a:ext cx="613653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73" name="文本框 72">
                    <a:extLst>
                      <a:ext uri="{FF2B5EF4-FFF2-40B4-BE49-F238E27FC236}">
                        <a16:creationId xmlns:a16="http://schemas.microsoft.com/office/drawing/2014/main" id="{81D862E9-E0C8-42AE-8825-A145CD10DC1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21494" y="5911155"/>
                    <a:ext cx="613653" cy="370294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5" name="文本框 74">
                    <a:extLst>
                      <a:ext uri="{FF2B5EF4-FFF2-40B4-BE49-F238E27FC236}">
                        <a16:creationId xmlns:a16="http://schemas.microsoft.com/office/drawing/2014/main" id="{6E27400F-10EF-4EBC-B637-43EE49E1F70E}"/>
                      </a:ext>
                    </a:extLst>
                  </p:cNvPr>
                  <p:cNvSpPr txBox="1"/>
                  <p:nvPr/>
                </p:nvSpPr>
                <p:spPr>
                  <a:xfrm>
                    <a:off x="2221494" y="3845156"/>
                    <a:ext cx="613653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75" name="文本框 74">
                    <a:extLst>
                      <a:ext uri="{FF2B5EF4-FFF2-40B4-BE49-F238E27FC236}">
                        <a16:creationId xmlns:a16="http://schemas.microsoft.com/office/drawing/2014/main" id="{6E27400F-10EF-4EBC-B637-43EE49E1F70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21494" y="3845156"/>
                    <a:ext cx="613653" cy="37029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7" name="直接箭头连接符 76">
                <a:extLst>
                  <a:ext uri="{FF2B5EF4-FFF2-40B4-BE49-F238E27FC236}">
                    <a16:creationId xmlns:a16="http://schemas.microsoft.com/office/drawing/2014/main" id="{7CF030A6-6397-4594-BD67-0482177AD41B}"/>
                  </a:ext>
                </a:extLst>
              </p:cNvPr>
              <p:cNvCxnSpPr>
                <a:cxnSpLocks/>
                <a:stCxn id="78" idx="3"/>
                <a:endCxn id="67" idx="1"/>
              </p:cNvCxnSpPr>
              <p:nvPr/>
            </p:nvCxnSpPr>
            <p:spPr>
              <a:xfrm>
                <a:off x="1686171" y="5076960"/>
                <a:ext cx="24765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8" name="文本框 77">
                    <a:extLst>
                      <a:ext uri="{FF2B5EF4-FFF2-40B4-BE49-F238E27FC236}">
                        <a16:creationId xmlns:a16="http://schemas.microsoft.com/office/drawing/2014/main" id="{BE5DA674-D61D-4377-BCC8-C686D44D7B4D}"/>
                      </a:ext>
                    </a:extLst>
                  </p:cNvPr>
                  <p:cNvSpPr txBox="1"/>
                  <p:nvPr/>
                </p:nvSpPr>
                <p:spPr>
                  <a:xfrm>
                    <a:off x="1462019" y="4891813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𝐾</m:t>
                          </m:r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78" name="文本框 77">
                    <a:extLst>
                      <a:ext uri="{FF2B5EF4-FFF2-40B4-BE49-F238E27FC236}">
                        <a16:creationId xmlns:a16="http://schemas.microsoft.com/office/drawing/2014/main" id="{BE5DA674-D61D-4377-BCC8-C686D44D7B4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62019" y="4891813"/>
                    <a:ext cx="224152" cy="370294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41667" r="-8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FEDF7848-0C00-4482-AD53-FBBD02A21D68}"/>
                  </a:ext>
                </a:extLst>
              </p:cNvPr>
              <p:cNvSpPr/>
              <p:nvPr/>
            </p:nvSpPr>
            <p:spPr>
              <a:xfrm>
                <a:off x="3803142" y="4626110"/>
                <a:ext cx="1198121" cy="90170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DES</a:t>
                </a:r>
              </a:p>
              <a:p>
                <a:pPr algn="ctr"/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解密</a:t>
                </a:r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5" name="文本框 84">
                    <a:extLst>
                      <a:ext uri="{FF2B5EF4-FFF2-40B4-BE49-F238E27FC236}">
                        <a16:creationId xmlns:a16="http://schemas.microsoft.com/office/drawing/2014/main" id="{64E9B3EA-F339-4C22-8BC2-FD7257AB3EAA}"/>
                      </a:ext>
                    </a:extLst>
                  </p:cNvPr>
                  <p:cNvSpPr txBox="1"/>
                  <p:nvPr/>
                </p:nvSpPr>
                <p:spPr>
                  <a:xfrm>
                    <a:off x="4090815" y="5911155"/>
                    <a:ext cx="613653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85" name="文本框 84">
                    <a:extLst>
                      <a:ext uri="{FF2B5EF4-FFF2-40B4-BE49-F238E27FC236}">
                        <a16:creationId xmlns:a16="http://schemas.microsoft.com/office/drawing/2014/main" id="{64E9B3EA-F339-4C22-8BC2-FD7257AB3EA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90815" y="5911155"/>
                    <a:ext cx="613653" cy="370294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b="-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7" name="文本框 86">
                    <a:extLst>
                      <a:ext uri="{FF2B5EF4-FFF2-40B4-BE49-F238E27FC236}">
                        <a16:creationId xmlns:a16="http://schemas.microsoft.com/office/drawing/2014/main" id="{5D2F9CC1-0261-43AD-8A47-D2463E26BF44}"/>
                      </a:ext>
                    </a:extLst>
                  </p:cNvPr>
                  <p:cNvSpPr txBox="1"/>
                  <p:nvPr/>
                </p:nvSpPr>
                <p:spPr>
                  <a:xfrm>
                    <a:off x="4090815" y="3845156"/>
                    <a:ext cx="613653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87" name="文本框 86">
                    <a:extLst>
                      <a:ext uri="{FF2B5EF4-FFF2-40B4-BE49-F238E27FC236}">
                        <a16:creationId xmlns:a16="http://schemas.microsoft.com/office/drawing/2014/main" id="{5D2F9CC1-0261-43AD-8A47-D2463E26BF4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90815" y="3845156"/>
                    <a:ext cx="613653" cy="370294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b="-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89" name="直接箭头连接符 88">
                <a:extLst>
                  <a:ext uri="{FF2B5EF4-FFF2-40B4-BE49-F238E27FC236}">
                    <a16:creationId xmlns:a16="http://schemas.microsoft.com/office/drawing/2014/main" id="{073E30A0-651F-48B1-BC81-54DFE078F5C0}"/>
                  </a:ext>
                </a:extLst>
              </p:cNvPr>
              <p:cNvCxnSpPr>
                <a:cxnSpLocks/>
                <a:stCxn id="90" idx="3"/>
                <a:endCxn id="79" idx="1"/>
              </p:cNvCxnSpPr>
              <p:nvPr/>
            </p:nvCxnSpPr>
            <p:spPr>
              <a:xfrm>
                <a:off x="3555492" y="5076960"/>
                <a:ext cx="24765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0" name="文本框 89">
                    <a:extLst>
                      <a:ext uri="{FF2B5EF4-FFF2-40B4-BE49-F238E27FC236}">
                        <a16:creationId xmlns:a16="http://schemas.microsoft.com/office/drawing/2014/main" id="{090F496B-B003-440B-A2D1-7ECCFD97BB20}"/>
                      </a:ext>
                    </a:extLst>
                  </p:cNvPr>
                  <p:cNvSpPr txBox="1"/>
                  <p:nvPr/>
                </p:nvSpPr>
                <p:spPr>
                  <a:xfrm>
                    <a:off x="3331340" y="4891813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𝐾</m:t>
                          </m:r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90" name="文本框 89">
                    <a:extLst>
                      <a:ext uri="{FF2B5EF4-FFF2-40B4-BE49-F238E27FC236}">
                        <a16:creationId xmlns:a16="http://schemas.microsoft.com/office/drawing/2014/main" id="{090F496B-B003-440B-A2D1-7ECCFD97BB2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31340" y="4891813"/>
                    <a:ext cx="224152" cy="370294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37838" r="-810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B20B0274-CEC4-4BAC-B392-BB5058A5E0ED}"/>
                  </a:ext>
                </a:extLst>
              </p:cNvPr>
              <p:cNvSpPr/>
              <p:nvPr/>
            </p:nvSpPr>
            <p:spPr>
              <a:xfrm>
                <a:off x="6448666" y="4626110"/>
                <a:ext cx="1198121" cy="90170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DES</a:t>
                </a:r>
              </a:p>
              <a:p>
                <a:pPr algn="ctr"/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解密</a:t>
                </a:r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8" name="文本框 97">
                    <a:extLst>
                      <a:ext uri="{FF2B5EF4-FFF2-40B4-BE49-F238E27FC236}">
                        <a16:creationId xmlns:a16="http://schemas.microsoft.com/office/drawing/2014/main" id="{61992AC4-1E03-4BE7-8697-DBCFA2519B7F}"/>
                      </a:ext>
                    </a:extLst>
                  </p:cNvPr>
                  <p:cNvSpPr txBox="1"/>
                  <p:nvPr/>
                </p:nvSpPr>
                <p:spPr>
                  <a:xfrm>
                    <a:off x="6736339" y="5911155"/>
                    <a:ext cx="613653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𝑁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98" name="文本框 97">
                    <a:extLst>
                      <a:ext uri="{FF2B5EF4-FFF2-40B4-BE49-F238E27FC236}">
                        <a16:creationId xmlns:a16="http://schemas.microsoft.com/office/drawing/2014/main" id="{61992AC4-1E03-4BE7-8697-DBCFA2519B7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36339" y="5911155"/>
                    <a:ext cx="613653" cy="370294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b="-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0" name="文本框 99">
                    <a:extLst>
                      <a:ext uri="{FF2B5EF4-FFF2-40B4-BE49-F238E27FC236}">
                        <a16:creationId xmlns:a16="http://schemas.microsoft.com/office/drawing/2014/main" id="{A8F06FA5-CBC8-4C02-821C-B2232584F0BE}"/>
                      </a:ext>
                    </a:extLst>
                  </p:cNvPr>
                  <p:cNvSpPr txBox="1"/>
                  <p:nvPr/>
                </p:nvSpPr>
                <p:spPr>
                  <a:xfrm>
                    <a:off x="6736339" y="3845156"/>
                    <a:ext cx="613653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𝑁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00" name="文本框 99">
                    <a:extLst>
                      <a:ext uri="{FF2B5EF4-FFF2-40B4-BE49-F238E27FC236}">
                        <a16:creationId xmlns:a16="http://schemas.microsoft.com/office/drawing/2014/main" id="{A8F06FA5-CBC8-4C02-821C-B2232584F0B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36339" y="3845156"/>
                    <a:ext cx="613653" cy="370294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b="-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02" name="直接箭头连接符 101">
                <a:extLst>
                  <a:ext uri="{FF2B5EF4-FFF2-40B4-BE49-F238E27FC236}">
                    <a16:creationId xmlns:a16="http://schemas.microsoft.com/office/drawing/2014/main" id="{7A3AC399-1AAB-4962-B046-CF699E812A01}"/>
                  </a:ext>
                </a:extLst>
              </p:cNvPr>
              <p:cNvCxnSpPr>
                <a:cxnSpLocks/>
                <a:stCxn id="103" idx="3"/>
                <a:endCxn id="92" idx="1"/>
              </p:cNvCxnSpPr>
              <p:nvPr/>
            </p:nvCxnSpPr>
            <p:spPr>
              <a:xfrm>
                <a:off x="6201016" y="5076960"/>
                <a:ext cx="24765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3" name="文本框 102">
                    <a:extLst>
                      <a:ext uri="{FF2B5EF4-FFF2-40B4-BE49-F238E27FC236}">
                        <a16:creationId xmlns:a16="http://schemas.microsoft.com/office/drawing/2014/main" id="{CE4089F0-1342-474A-9B7F-18F065FFF462}"/>
                      </a:ext>
                    </a:extLst>
                  </p:cNvPr>
                  <p:cNvSpPr txBox="1"/>
                  <p:nvPr/>
                </p:nvSpPr>
                <p:spPr>
                  <a:xfrm>
                    <a:off x="5976864" y="4891813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𝐾</m:t>
                          </m:r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03" name="文本框 102">
                    <a:extLst>
                      <a:ext uri="{FF2B5EF4-FFF2-40B4-BE49-F238E27FC236}">
                        <a16:creationId xmlns:a16="http://schemas.microsoft.com/office/drawing/2014/main" id="{CE4089F0-1342-474A-9B7F-18F065FFF46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76864" y="4891813"/>
                    <a:ext cx="224152" cy="370294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l="-37838" r="-810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4" name="文本框 103">
                    <a:extLst>
                      <a:ext uri="{FF2B5EF4-FFF2-40B4-BE49-F238E27FC236}">
                        <a16:creationId xmlns:a16="http://schemas.microsoft.com/office/drawing/2014/main" id="{977A5C0F-6E1D-4335-BE62-A7A4E583E177}"/>
                      </a:ext>
                    </a:extLst>
                  </p:cNvPr>
                  <p:cNvSpPr txBox="1"/>
                  <p:nvPr/>
                </p:nvSpPr>
                <p:spPr>
                  <a:xfrm>
                    <a:off x="5388736" y="4892294"/>
                    <a:ext cx="22415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⋯</m:t>
                          </m:r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04" name="文本框 103">
                    <a:extLst>
                      <a:ext uri="{FF2B5EF4-FFF2-40B4-BE49-F238E27FC236}">
                        <a16:creationId xmlns:a16="http://schemas.microsoft.com/office/drawing/2014/main" id="{977A5C0F-6E1D-4335-BE62-A7A4E583E17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88736" y="4892294"/>
                    <a:ext cx="224152" cy="369332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l="-3055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12" name="直接箭头连接符 111">
                <a:extLst>
                  <a:ext uri="{FF2B5EF4-FFF2-40B4-BE49-F238E27FC236}">
                    <a16:creationId xmlns:a16="http://schemas.microsoft.com/office/drawing/2014/main" id="{163AE47C-08B7-4DB3-97D7-E4E3C8CBFA95}"/>
                  </a:ext>
                </a:extLst>
              </p:cNvPr>
              <p:cNvCxnSpPr>
                <a:cxnSpLocks/>
                <a:stCxn id="79" idx="2"/>
                <a:endCxn id="85" idx="0"/>
              </p:cNvCxnSpPr>
              <p:nvPr/>
            </p:nvCxnSpPr>
            <p:spPr>
              <a:xfrm flipH="1">
                <a:off x="4397642" y="5527810"/>
                <a:ext cx="4561" cy="38334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直接箭头连接符 114">
                <a:extLst>
                  <a:ext uri="{FF2B5EF4-FFF2-40B4-BE49-F238E27FC236}">
                    <a16:creationId xmlns:a16="http://schemas.microsoft.com/office/drawing/2014/main" id="{AF199F13-2167-4CD1-B4BA-2D4955E0041C}"/>
                  </a:ext>
                </a:extLst>
              </p:cNvPr>
              <p:cNvCxnSpPr>
                <a:cxnSpLocks/>
                <a:stCxn id="92" idx="2"/>
                <a:endCxn id="98" idx="0"/>
              </p:cNvCxnSpPr>
              <p:nvPr/>
            </p:nvCxnSpPr>
            <p:spPr>
              <a:xfrm flipH="1">
                <a:off x="7043166" y="5527810"/>
                <a:ext cx="4561" cy="38334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直接箭头连接符 131">
                <a:extLst>
                  <a:ext uri="{FF2B5EF4-FFF2-40B4-BE49-F238E27FC236}">
                    <a16:creationId xmlns:a16="http://schemas.microsoft.com/office/drawing/2014/main" id="{4A1763B4-374E-423F-83C9-C6B761074B04}"/>
                  </a:ext>
                </a:extLst>
              </p:cNvPr>
              <p:cNvCxnSpPr>
                <a:cxnSpLocks/>
                <a:stCxn id="75" idx="2"/>
                <a:endCxn id="67" idx="0"/>
              </p:cNvCxnSpPr>
              <p:nvPr/>
            </p:nvCxnSpPr>
            <p:spPr>
              <a:xfrm>
                <a:off x="2528321" y="4215450"/>
                <a:ext cx="4561" cy="41066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接箭头连接符 134">
                <a:extLst>
                  <a:ext uri="{FF2B5EF4-FFF2-40B4-BE49-F238E27FC236}">
                    <a16:creationId xmlns:a16="http://schemas.microsoft.com/office/drawing/2014/main" id="{5767F68F-676F-452E-86EF-8FB485199A7A}"/>
                  </a:ext>
                </a:extLst>
              </p:cNvPr>
              <p:cNvCxnSpPr>
                <a:cxnSpLocks/>
                <a:stCxn id="87" idx="2"/>
                <a:endCxn id="79" idx="0"/>
              </p:cNvCxnSpPr>
              <p:nvPr/>
            </p:nvCxnSpPr>
            <p:spPr>
              <a:xfrm>
                <a:off x="4397642" y="4215450"/>
                <a:ext cx="4561" cy="41066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接箭头连接符 137">
                <a:extLst>
                  <a:ext uri="{FF2B5EF4-FFF2-40B4-BE49-F238E27FC236}">
                    <a16:creationId xmlns:a16="http://schemas.microsoft.com/office/drawing/2014/main" id="{1F2101C4-32B3-4C8A-B24F-A1B1E55D80D5}"/>
                  </a:ext>
                </a:extLst>
              </p:cNvPr>
              <p:cNvCxnSpPr>
                <a:cxnSpLocks/>
                <a:stCxn id="100" idx="2"/>
                <a:endCxn id="92" idx="0"/>
              </p:cNvCxnSpPr>
              <p:nvPr/>
            </p:nvCxnSpPr>
            <p:spPr>
              <a:xfrm>
                <a:off x="7043166" y="4215450"/>
                <a:ext cx="4561" cy="41066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51D97BC0-6149-476B-B5F7-E49D5C09E555}"/>
              </a:ext>
            </a:extLst>
          </p:cNvPr>
          <p:cNvGrpSpPr/>
          <p:nvPr/>
        </p:nvGrpSpPr>
        <p:grpSpPr>
          <a:xfrm>
            <a:off x="7450572" y="-307214"/>
            <a:ext cx="6184768" cy="6510708"/>
            <a:chOff x="1460373" y="-451852"/>
            <a:chExt cx="6184768" cy="6510708"/>
          </a:xfrm>
        </p:grpSpPr>
        <p:grpSp>
          <p:nvGrpSpPr>
            <p:cNvPr id="99" name="组合 98">
              <a:extLst>
                <a:ext uri="{FF2B5EF4-FFF2-40B4-BE49-F238E27FC236}">
                  <a16:creationId xmlns:a16="http://schemas.microsoft.com/office/drawing/2014/main" id="{02004590-A573-4BA3-825F-7E1A7209303F}"/>
                </a:ext>
              </a:extLst>
            </p:cNvPr>
            <p:cNvGrpSpPr/>
            <p:nvPr/>
          </p:nvGrpSpPr>
          <p:grpSpPr>
            <a:xfrm>
              <a:off x="1460373" y="-451852"/>
              <a:ext cx="6184768" cy="3278072"/>
              <a:chOff x="1460373" y="-451852"/>
              <a:chExt cx="6184768" cy="3278072"/>
            </a:xfrm>
          </p:grpSpPr>
          <p:sp>
            <p:nvSpPr>
              <p:cNvPr id="161" name="矩形 160">
                <a:extLst>
                  <a:ext uri="{FF2B5EF4-FFF2-40B4-BE49-F238E27FC236}">
                    <a16:creationId xmlns:a16="http://schemas.microsoft.com/office/drawing/2014/main" id="{0157A2A2-DD8D-426A-A349-F5AE7D2CD1E6}"/>
                  </a:ext>
                </a:extLst>
              </p:cNvPr>
              <p:cNvSpPr/>
              <p:nvPr/>
            </p:nvSpPr>
            <p:spPr>
              <a:xfrm>
                <a:off x="1932175" y="1064006"/>
                <a:ext cx="1198121" cy="90170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DES</a:t>
                </a:r>
              </a:p>
              <a:p>
                <a:pPr algn="ctr"/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加密</a:t>
                </a:r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62" name="组合 161">
                <a:extLst>
                  <a:ext uri="{FF2B5EF4-FFF2-40B4-BE49-F238E27FC236}">
                    <a16:creationId xmlns:a16="http://schemas.microsoft.com/office/drawing/2014/main" id="{BA8EA591-7D75-4AAD-86DF-0A0CA0B1DAA3}"/>
                  </a:ext>
                </a:extLst>
              </p:cNvPr>
              <p:cNvGrpSpPr/>
              <p:nvPr/>
            </p:nvGrpSpPr>
            <p:grpSpPr>
              <a:xfrm>
                <a:off x="2323095" y="286910"/>
                <a:ext cx="410453" cy="410453"/>
                <a:chOff x="2440697" y="1704484"/>
                <a:chExt cx="445378" cy="445378"/>
              </a:xfrm>
            </p:grpSpPr>
            <p:sp>
              <p:nvSpPr>
                <p:cNvPr id="200" name="椭圆 199">
                  <a:extLst>
                    <a:ext uri="{FF2B5EF4-FFF2-40B4-BE49-F238E27FC236}">
                      <a16:creationId xmlns:a16="http://schemas.microsoft.com/office/drawing/2014/main" id="{AC86576E-E5C3-49F6-8E42-3FAD2877C5AE}"/>
                    </a:ext>
                  </a:extLst>
                </p:cNvPr>
                <p:cNvSpPr/>
                <p:nvPr/>
              </p:nvSpPr>
              <p:spPr>
                <a:xfrm>
                  <a:off x="2440697" y="1704484"/>
                  <a:ext cx="445378" cy="445378"/>
                </a:xfrm>
                <a:prstGeom prst="ellipse">
                  <a:avLst/>
                </a:prstGeom>
                <a:noFill/>
                <a:ln w="25400">
                  <a:solidFill>
                    <a:srgbClr val="D7451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201" name="直接连接符 200">
                  <a:extLst>
                    <a:ext uri="{FF2B5EF4-FFF2-40B4-BE49-F238E27FC236}">
                      <a16:creationId xmlns:a16="http://schemas.microsoft.com/office/drawing/2014/main" id="{E3BD1E28-3469-4536-B54C-1D881D4B1295}"/>
                    </a:ext>
                  </a:extLst>
                </p:cNvPr>
                <p:cNvCxnSpPr>
                  <a:cxnSpLocks/>
                  <a:stCxn id="200" idx="6"/>
                  <a:endCxn id="200" idx="2"/>
                </p:cNvCxnSpPr>
                <p:nvPr/>
              </p:nvCxnSpPr>
              <p:spPr>
                <a:xfrm flipH="1">
                  <a:off x="2440697" y="1927173"/>
                  <a:ext cx="445378" cy="0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2" name="直接连接符 201">
                  <a:extLst>
                    <a:ext uri="{FF2B5EF4-FFF2-40B4-BE49-F238E27FC236}">
                      <a16:creationId xmlns:a16="http://schemas.microsoft.com/office/drawing/2014/main" id="{75B6D1A8-B967-4FDD-AE26-06E2C339C1BF}"/>
                    </a:ext>
                  </a:extLst>
                </p:cNvPr>
                <p:cNvCxnSpPr>
                  <a:cxnSpLocks/>
                  <a:stCxn id="200" idx="4"/>
                  <a:endCxn id="200" idx="0"/>
                </p:cNvCxnSpPr>
                <p:nvPr/>
              </p:nvCxnSpPr>
              <p:spPr>
                <a:xfrm flipV="1">
                  <a:off x="2663386" y="1704484"/>
                  <a:ext cx="0" cy="445378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3" name="直接箭头连接符 162">
                <a:extLst>
                  <a:ext uri="{FF2B5EF4-FFF2-40B4-BE49-F238E27FC236}">
                    <a16:creationId xmlns:a16="http://schemas.microsoft.com/office/drawing/2014/main" id="{890263A0-AB00-4D6A-9D94-16C65C58E495}"/>
                  </a:ext>
                </a:extLst>
              </p:cNvPr>
              <p:cNvCxnSpPr>
                <a:cxnSpLocks/>
                <a:stCxn id="200" idx="4"/>
                <a:endCxn id="161" idx="0"/>
              </p:cNvCxnSpPr>
              <p:nvPr/>
            </p:nvCxnSpPr>
            <p:spPr>
              <a:xfrm>
                <a:off x="2528322" y="697363"/>
                <a:ext cx="2914" cy="36664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4" name="文本框 163">
                    <a:extLst>
                      <a:ext uri="{FF2B5EF4-FFF2-40B4-BE49-F238E27FC236}">
                        <a16:creationId xmlns:a16="http://schemas.microsoft.com/office/drawing/2014/main" id="{3F4DF8E2-C66B-437A-BDA1-22E88912A671}"/>
                      </a:ext>
                    </a:extLst>
                  </p:cNvPr>
                  <p:cNvSpPr txBox="1"/>
                  <p:nvPr/>
                </p:nvSpPr>
                <p:spPr>
                  <a:xfrm>
                    <a:off x="2221494" y="-451852"/>
                    <a:ext cx="613653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64" name="文本框 163">
                    <a:extLst>
                      <a:ext uri="{FF2B5EF4-FFF2-40B4-BE49-F238E27FC236}">
                        <a16:creationId xmlns:a16="http://schemas.microsoft.com/office/drawing/2014/main" id="{3F4DF8E2-C66B-437A-BDA1-22E88912A67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21494" y="-451852"/>
                    <a:ext cx="613653" cy="370294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b="-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65" name="直接箭头连接符 164">
                <a:extLst>
                  <a:ext uri="{FF2B5EF4-FFF2-40B4-BE49-F238E27FC236}">
                    <a16:creationId xmlns:a16="http://schemas.microsoft.com/office/drawing/2014/main" id="{1B7232DA-2A49-4B25-A9C7-AB388C81B1AF}"/>
                  </a:ext>
                </a:extLst>
              </p:cNvPr>
              <p:cNvCxnSpPr>
                <a:cxnSpLocks/>
                <a:stCxn id="164" idx="2"/>
                <a:endCxn id="200" idx="0"/>
              </p:cNvCxnSpPr>
              <p:nvPr/>
            </p:nvCxnSpPr>
            <p:spPr>
              <a:xfrm>
                <a:off x="2528321" y="-81558"/>
                <a:ext cx="1" cy="36846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6" name="文本框 165">
                    <a:extLst>
                      <a:ext uri="{FF2B5EF4-FFF2-40B4-BE49-F238E27FC236}">
                        <a16:creationId xmlns:a16="http://schemas.microsoft.com/office/drawing/2014/main" id="{CF03017B-3FC1-42F4-AAE3-7895E97DA478}"/>
                      </a:ext>
                    </a:extLst>
                  </p:cNvPr>
                  <p:cNvSpPr txBox="1"/>
                  <p:nvPr/>
                </p:nvSpPr>
                <p:spPr>
                  <a:xfrm>
                    <a:off x="2221494" y="2455926"/>
                    <a:ext cx="613653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66" name="文本框 165">
                    <a:extLst>
                      <a:ext uri="{FF2B5EF4-FFF2-40B4-BE49-F238E27FC236}">
                        <a16:creationId xmlns:a16="http://schemas.microsoft.com/office/drawing/2014/main" id="{CF03017B-3FC1-42F4-AAE3-7895E97DA47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21494" y="2455926"/>
                    <a:ext cx="613653" cy="370294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b="-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67" name="直接箭头连接符 166">
                <a:extLst>
                  <a:ext uri="{FF2B5EF4-FFF2-40B4-BE49-F238E27FC236}">
                    <a16:creationId xmlns:a16="http://schemas.microsoft.com/office/drawing/2014/main" id="{8D19033A-64D1-4802-AEDF-4594CBF17238}"/>
                  </a:ext>
                </a:extLst>
              </p:cNvPr>
              <p:cNvCxnSpPr>
                <a:cxnSpLocks/>
                <a:stCxn id="161" idx="2"/>
                <a:endCxn id="166" idx="0"/>
              </p:cNvCxnSpPr>
              <p:nvPr/>
            </p:nvCxnSpPr>
            <p:spPr>
              <a:xfrm flipH="1">
                <a:off x="2528321" y="1965706"/>
                <a:ext cx="2915" cy="49022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直接箭头连接符 167">
                <a:extLst>
                  <a:ext uri="{FF2B5EF4-FFF2-40B4-BE49-F238E27FC236}">
                    <a16:creationId xmlns:a16="http://schemas.microsoft.com/office/drawing/2014/main" id="{F516A931-E996-46F6-8EF0-439E875019DD}"/>
                  </a:ext>
                </a:extLst>
              </p:cNvPr>
              <p:cNvCxnSpPr>
                <a:cxnSpLocks/>
                <a:stCxn id="169" idx="3"/>
                <a:endCxn id="161" idx="1"/>
              </p:cNvCxnSpPr>
              <p:nvPr/>
            </p:nvCxnSpPr>
            <p:spPr>
              <a:xfrm>
                <a:off x="1684525" y="1514856"/>
                <a:ext cx="24765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9" name="文本框 168">
                    <a:extLst>
                      <a:ext uri="{FF2B5EF4-FFF2-40B4-BE49-F238E27FC236}">
                        <a16:creationId xmlns:a16="http://schemas.microsoft.com/office/drawing/2014/main" id="{B438B675-D349-4E0C-899F-49CAC28024B1}"/>
                      </a:ext>
                    </a:extLst>
                  </p:cNvPr>
                  <p:cNvSpPr txBox="1"/>
                  <p:nvPr/>
                </p:nvSpPr>
                <p:spPr>
                  <a:xfrm>
                    <a:off x="1460373" y="1329709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𝐾</m:t>
                          </m:r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69" name="文本框 168">
                    <a:extLst>
                      <a:ext uri="{FF2B5EF4-FFF2-40B4-BE49-F238E27FC236}">
                        <a16:creationId xmlns:a16="http://schemas.microsoft.com/office/drawing/2014/main" id="{B438B675-D349-4E0C-899F-49CAC28024B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60373" y="1329709"/>
                    <a:ext cx="224152" cy="370294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l="-37838" r="-810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0" name="矩形 169">
                <a:extLst>
                  <a:ext uri="{FF2B5EF4-FFF2-40B4-BE49-F238E27FC236}">
                    <a16:creationId xmlns:a16="http://schemas.microsoft.com/office/drawing/2014/main" id="{4F8CFC7F-F6EA-40D7-B445-CAB159160FCE}"/>
                  </a:ext>
                </a:extLst>
              </p:cNvPr>
              <p:cNvSpPr/>
              <p:nvPr/>
            </p:nvSpPr>
            <p:spPr>
              <a:xfrm>
                <a:off x="3801496" y="1064006"/>
                <a:ext cx="1198121" cy="90170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DES</a:t>
                </a:r>
              </a:p>
              <a:p>
                <a:pPr algn="ctr"/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加密</a:t>
                </a:r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71" name="组合 170">
                <a:extLst>
                  <a:ext uri="{FF2B5EF4-FFF2-40B4-BE49-F238E27FC236}">
                    <a16:creationId xmlns:a16="http://schemas.microsoft.com/office/drawing/2014/main" id="{1DC2E21D-DF02-470B-B143-EE0A807627FA}"/>
                  </a:ext>
                </a:extLst>
              </p:cNvPr>
              <p:cNvGrpSpPr/>
              <p:nvPr/>
            </p:nvGrpSpPr>
            <p:grpSpPr>
              <a:xfrm>
                <a:off x="4192416" y="286910"/>
                <a:ext cx="410453" cy="410453"/>
                <a:chOff x="2440697" y="1704484"/>
                <a:chExt cx="445378" cy="445378"/>
              </a:xfrm>
            </p:grpSpPr>
            <p:sp>
              <p:nvSpPr>
                <p:cNvPr id="197" name="椭圆 196">
                  <a:extLst>
                    <a:ext uri="{FF2B5EF4-FFF2-40B4-BE49-F238E27FC236}">
                      <a16:creationId xmlns:a16="http://schemas.microsoft.com/office/drawing/2014/main" id="{CC32D807-8F31-490A-894B-E38670B740E1}"/>
                    </a:ext>
                  </a:extLst>
                </p:cNvPr>
                <p:cNvSpPr/>
                <p:nvPr/>
              </p:nvSpPr>
              <p:spPr>
                <a:xfrm>
                  <a:off x="2440697" y="1704484"/>
                  <a:ext cx="445378" cy="445378"/>
                </a:xfrm>
                <a:prstGeom prst="ellipse">
                  <a:avLst/>
                </a:prstGeom>
                <a:noFill/>
                <a:ln w="25400">
                  <a:solidFill>
                    <a:srgbClr val="D7451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98" name="直接连接符 197">
                  <a:extLst>
                    <a:ext uri="{FF2B5EF4-FFF2-40B4-BE49-F238E27FC236}">
                      <a16:creationId xmlns:a16="http://schemas.microsoft.com/office/drawing/2014/main" id="{39BD06D7-47F2-48AC-9EA5-4EC305AB4A5E}"/>
                    </a:ext>
                  </a:extLst>
                </p:cNvPr>
                <p:cNvCxnSpPr>
                  <a:cxnSpLocks/>
                  <a:stCxn id="197" idx="6"/>
                  <a:endCxn id="197" idx="2"/>
                </p:cNvCxnSpPr>
                <p:nvPr/>
              </p:nvCxnSpPr>
              <p:spPr>
                <a:xfrm flipH="1">
                  <a:off x="2440697" y="1927173"/>
                  <a:ext cx="445378" cy="0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9" name="直接连接符 198">
                  <a:extLst>
                    <a:ext uri="{FF2B5EF4-FFF2-40B4-BE49-F238E27FC236}">
                      <a16:creationId xmlns:a16="http://schemas.microsoft.com/office/drawing/2014/main" id="{C7FF8435-8D27-4162-B60A-A59313941AB5}"/>
                    </a:ext>
                  </a:extLst>
                </p:cNvPr>
                <p:cNvCxnSpPr>
                  <a:cxnSpLocks/>
                  <a:stCxn id="197" idx="4"/>
                  <a:endCxn id="197" idx="0"/>
                </p:cNvCxnSpPr>
                <p:nvPr/>
              </p:nvCxnSpPr>
              <p:spPr>
                <a:xfrm flipV="1">
                  <a:off x="2663386" y="1704484"/>
                  <a:ext cx="0" cy="445378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72" name="直接箭头连接符 171">
                <a:extLst>
                  <a:ext uri="{FF2B5EF4-FFF2-40B4-BE49-F238E27FC236}">
                    <a16:creationId xmlns:a16="http://schemas.microsoft.com/office/drawing/2014/main" id="{4C33EE05-12BB-408D-A2F5-5D49C4AD0448}"/>
                  </a:ext>
                </a:extLst>
              </p:cNvPr>
              <p:cNvCxnSpPr>
                <a:cxnSpLocks/>
                <a:stCxn id="197" idx="4"/>
                <a:endCxn id="170" idx="0"/>
              </p:cNvCxnSpPr>
              <p:nvPr/>
            </p:nvCxnSpPr>
            <p:spPr>
              <a:xfrm>
                <a:off x="4397643" y="697363"/>
                <a:ext cx="2914" cy="36664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3" name="文本框 172">
                    <a:extLst>
                      <a:ext uri="{FF2B5EF4-FFF2-40B4-BE49-F238E27FC236}">
                        <a16:creationId xmlns:a16="http://schemas.microsoft.com/office/drawing/2014/main" id="{7D2DF049-370E-48CB-AA73-64ED53882EA9}"/>
                      </a:ext>
                    </a:extLst>
                  </p:cNvPr>
                  <p:cNvSpPr txBox="1"/>
                  <p:nvPr/>
                </p:nvSpPr>
                <p:spPr>
                  <a:xfrm>
                    <a:off x="4090815" y="-451852"/>
                    <a:ext cx="613653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73" name="文本框 172">
                    <a:extLst>
                      <a:ext uri="{FF2B5EF4-FFF2-40B4-BE49-F238E27FC236}">
                        <a16:creationId xmlns:a16="http://schemas.microsoft.com/office/drawing/2014/main" id="{7D2DF049-370E-48CB-AA73-64ED53882EA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90815" y="-451852"/>
                    <a:ext cx="613653" cy="370294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b="-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74" name="直接箭头连接符 173">
                <a:extLst>
                  <a:ext uri="{FF2B5EF4-FFF2-40B4-BE49-F238E27FC236}">
                    <a16:creationId xmlns:a16="http://schemas.microsoft.com/office/drawing/2014/main" id="{F28D1F0A-1B70-4E8D-90E8-28990D9C82B0}"/>
                  </a:ext>
                </a:extLst>
              </p:cNvPr>
              <p:cNvCxnSpPr>
                <a:cxnSpLocks/>
                <a:stCxn id="173" idx="2"/>
                <a:endCxn id="197" idx="0"/>
              </p:cNvCxnSpPr>
              <p:nvPr/>
            </p:nvCxnSpPr>
            <p:spPr>
              <a:xfrm>
                <a:off x="4397642" y="-81558"/>
                <a:ext cx="1" cy="36846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5" name="文本框 174">
                    <a:extLst>
                      <a:ext uri="{FF2B5EF4-FFF2-40B4-BE49-F238E27FC236}">
                        <a16:creationId xmlns:a16="http://schemas.microsoft.com/office/drawing/2014/main" id="{1BA5AFAF-2215-4275-A7D7-331475A8188A}"/>
                      </a:ext>
                    </a:extLst>
                  </p:cNvPr>
                  <p:cNvSpPr txBox="1"/>
                  <p:nvPr/>
                </p:nvSpPr>
                <p:spPr>
                  <a:xfrm>
                    <a:off x="4090815" y="2455926"/>
                    <a:ext cx="613653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75" name="文本框 174">
                    <a:extLst>
                      <a:ext uri="{FF2B5EF4-FFF2-40B4-BE49-F238E27FC236}">
                        <a16:creationId xmlns:a16="http://schemas.microsoft.com/office/drawing/2014/main" id="{1BA5AFAF-2215-4275-A7D7-331475A8188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90815" y="2455926"/>
                    <a:ext cx="613653" cy="370294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b="-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76" name="直接箭头连接符 175">
                <a:extLst>
                  <a:ext uri="{FF2B5EF4-FFF2-40B4-BE49-F238E27FC236}">
                    <a16:creationId xmlns:a16="http://schemas.microsoft.com/office/drawing/2014/main" id="{B8169A21-2A24-4C2E-990B-2E9239CEA06E}"/>
                  </a:ext>
                </a:extLst>
              </p:cNvPr>
              <p:cNvCxnSpPr>
                <a:cxnSpLocks/>
                <a:stCxn id="170" idx="2"/>
                <a:endCxn id="175" idx="0"/>
              </p:cNvCxnSpPr>
              <p:nvPr/>
            </p:nvCxnSpPr>
            <p:spPr>
              <a:xfrm flipH="1">
                <a:off x="4397642" y="1965706"/>
                <a:ext cx="2915" cy="49022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直接箭头连接符 176">
                <a:extLst>
                  <a:ext uri="{FF2B5EF4-FFF2-40B4-BE49-F238E27FC236}">
                    <a16:creationId xmlns:a16="http://schemas.microsoft.com/office/drawing/2014/main" id="{C78DF598-C273-4F7B-BF2E-7EC729BFEB89}"/>
                  </a:ext>
                </a:extLst>
              </p:cNvPr>
              <p:cNvCxnSpPr>
                <a:cxnSpLocks/>
                <a:stCxn id="178" idx="3"/>
                <a:endCxn id="170" idx="1"/>
              </p:cNvCxnSpPr>
              <p:nvPr/>
            </p:nvCxnSpPr>
            <p:spPr>
              <a:xfrm>
                <a:off x="3553846" y="1514856"/>
                <a:ext cx="24765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8" name="文本框 177">
                    <a:extLst>
                      <a:ext uri="{FF2B5EF4-FFF2-40B4-BE49-F238E27FC236}">
                        <a16:creationId xmlns:a16="http://schemas.microsoft.com/office/drawing/2014/main" id="{5F73CBF3-4000-491A-8944-7E0C90069DDB}"/>
                      </a:ext>
                    </a:extLst>
                  </p:cNvPr>
                  <p:cNvSpPr txBox="1"/>
                  <p:nvPr/>
                </p:nvSpPr>
                <p:spPr>
                  <a:xfrm>
                    <a:off x="3329694" y="1329709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𝐾</m:t>
                          </m:r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78" name="文本框 177">
                    <a:extLst>
                      <a:ext uri="{FF2B5EF4-FFF2-40B4-BE49-F238E27FC236}">
                        <a16:creationId xmlns:a16="http://schemas.microsoft.com/office/drawing/2014/main" id="{5F73CBF3-4000-491A-8944-7E0C90069DD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29694" y="1329709"/>
                    <a:ext cx="224152" cy="370294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l="-40541" r="-5405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79" name="连接符: 肘形 178">
                <a:extLst>
                  <a:ext uri="{FF2B5EF4-FFF2-40B4-BE49-F238E27FC236}">
                    <a16:creationId xmlns:a16="http://schemas.microsoft.com/office/drawing/2014/main" id="{4B535180-90AB-4995-BC65-75D998F6DA20}"/>
                  </a:ext>
                </a:extLst>
              </p:cNvPr>
              <p:cNvCxnSpPr>
                <a:cxnSpLocks/>
                <a:stCxn id="161" idx="2"/>
                <a:endCxn id="197" idx="2"/>
              </p:cNvCxnSpPr>
              <p:nvPr/>
            </p:nvCxnSpPr>
            <p:spPr>
              <a:xfrm rot="5400000" flipH="1" flipV="1">
                <a:off x="2625041" y="398332"/>
                <a:ext cx="1473569" cy="1661180"/>
              </a:xfrm>
              <a:prstGeom prst="bentConnector4">
                <a:avLst>
                  <a:gd name="adj1" fmla="val -15513"/>
                  <a:gd name="adj2" fmla="val 43949"/>
                </a:avLst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0" name="矩形 179">
                <a:extLst>
                  <a:ext uri="{FF2B5EF4-FFF2-40B4-BE49-F238E27FC236}">
                    <a16:creationId xmlns:a16="http://schemas.microsoft.com/office/drawing/2014/main" id="{BBC26A00-BF25-481E-9EE7-D73460CE1005}"/>
                  </a:ext>
                </a:extLst>
              </p:cNvPr>
              <p:cNvSpPr/>
              <p:nvPr/>
            </p:nvSpPr>
            <p:spPr>
              <a:xfrm>
                <a:off x="6447020" y="1064006"/>
                <a:ext cx="1198121" cy="90170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DES</a:t>
                </a:r>
              </a:p>
              <a:p>
                <a:pPr algn="ctr"/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加密</a:t>
                </a:r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81" name="组合 180">
                <a:extLst>
                  <a:ext uri="{FF2B5EF4-FFF2-40B4-BE49-F238E27FC236}">
                    <a16:creationId xmlns:a16="http://schemas.microsoft.com/office/drawing/2014/main" id="{24ED2396-673F-4F66-8F16-36CC504A478C}"/>
                  </a:ext>
                </a:extLst>
              </p:cNvPr>
              <p:cNvGrpSpPr/>
              <p:nvPr/>
            </p:nvGrpSpPr>
            <p:grpSpPr>
              <a:xfrm>
                <a:off x="6837940" y="286910"/>
                <a:ext cx="410453" cy="410453"/>
                <a:chOff x="2440697" y="1704484"/>
                <a:chExt cx="445378" cy="445378"/>
              </a:xfrm>
            </p:grpSpPr>
            <p:sp>
              <p:nvSpPr>
                <p:cNvPr id="194" name="椭圆 193">
                  <a:extLst>
                    <a:ext uri="{FF2B5EF4-FFF2-40B4-BE49-F238E27FC236}">
                      <a16:creationId xmlns:a16="http://schemas.microsoft.com/office/drawing/2014/main" id="{BA823AA1-B43B-476A-9DE5-09610896876B}"/>
                    </a:ext>
                  </a:extLst>
                </p:cNvPr>
                <p:cNvSpPr/>
                <p:nvPr/>
              </p:nvSpPr>
              <p:spPr>
                <a:xfrm>
                  <a:off x="2440697" y="1704484"/>
                  <a:ext cx="445378" cy="445378"/>
                </a:xfrm>
                <a:prstGeom prst="ellipse">
                  <a:avLst/>
                </a:prstGeom>
                <a:noFill/>
                <a:ln w="25400">
                  <a:solidFill>
                    <a:srgbClr val="D7451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95" name="直接连接符 194">
                  <a:extLst>
                    <a:ext uri="{FF2B5EF4-FFF2-40B4-BE49-F238E27FC236}">
                      <a16:creationId xmlns:a16="http://schemas.microsoft.com/office/drawing/2014/main" id="{F4FB25C9-9A45-4420-9233-54C44FF66F38}"/>
                    </a:ext>
                  </a:extLst>
                </p:cNvPr>
                <p:cNvCxnSpPr>
                  <a:cxnSpLocks/>
                  <a:stCxn id="194" idx="6"/>
                  <a:endCxn id="194" idx="2"/>
                </p:cNvCxnSpPr>
                <p:nvPr/>
              </p:nvCxnSpPr>
              <p:spPr>
                <a:xfrm flipH="1">
                  <a:off x="2440697" y="1927173"/>
                  <a:ext cx="445378" cy="0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直接连接符 195">
                  <a:extLst>
                    <a:ext uri="{FF2B5EF4-FFF2-40B4-BE49-F238E27FC236}">
                      <a16:creationId xmlns:a16="http://schemas.microsoft.com/office/drawing/2014/main" id="{E107A633-176C-4860-BF30-4A6B76F38A5E}"/>
                    </a:ext>
                  </a:extLst>
                </p:cNvPr>
                <p:cNvCxnSpPr>
                  <a:cxnSpLocks/>
                  <a:stCxn id="194" idx="4"/>
                  <a:endCxn id="194" idx="0"/>
                </p:cNvCxnSpPr>
                <p:nvPr/>
              </p:nvCxnSpPr>
              <p:spPr>
                <a:xfrm flipV="1">
                  <a:off x="2663386" y="1704484"/>
                  <a:ext cx="0" cy="445378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2" name="直接箭头连接符 181">
                <a:extLst>
                  <a:ext uri="{FF2B5EF4-FFF2-40B4-BE49-F238E27FC236}">
                    <a16:creationId xmlns:a16="http://schemas.microsoft.com/office/drawing/2014/main" id="{5D106EAC-60E7-41AE-9B06-AD279C9AEA1C}"/>
                  </a:ext>
                </a:extLst>
              </p:cNvPr>
              <p:cNvCxnSpPr>
                <a:cxnSpLocks/>
                <a:stCxn id="194" idx="4"/>
                <a:endCxn id="180" idx="0"/>
              </p:cNvCxnSpPr>
              <p:nvPr/>
            </p:nvCxnSpPr>
            <p:spPr>
              <a:xfrm>
                <a:off x="7043167" y="697363"/>
                <a:ext cx="2914" cy="36664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3" name="文本框 182">
                    <a:extLst>
                      <a:ext uri="{FF2B5EF4-FFF2-40B4-BE49-F238E27FC236}">
                        <a16:creationId xmlns:a16="http://schemas.microsoft.com/office/drawing/2014/main" id="{3E16098D-36FD-4D38-852B-91D515E312ED}"/>
                      </a:ext>
                    </a:extLst>
                  </p:cNvPr>
                  <p:cNvSpPr txBox="1"/>
                  <p:nvPr/>
                </p:nvSpPr>
                <p:spPr>
                  <a:xfrm>
                    <a:off x="6736339" y="-451852"/>
                    <a:ext cx="613653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𝑁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83" name="文本框 182">
                    <a:extLst>
                      <a:ext uri="{FF2B5EF4-FFF2-40B4-BE49-F238E27FC236}">
                        <a16:creationId xmlns:a16="http://schemas.microsoft.com/office/drawing/2014/main" id="{3E16098D-36FD-4D38-852B-91D515E312E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36339" y="-451852"/>
                    <a:ext cx="613653" cy="370294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 b="-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84" name="直接箭头连接符 183">
                <a:extLst>
                  <a:ext uri="{FF2B5EF4-FFF2-40B4-BE49-F238E27FC236}">
                    <a16:creationId xmlns:a16="http://schemas.microsoft.com/office/drawing/2014/main" id="{6F64165C-4BBD-4B63-99B5-1C108EA34E30}"/>
                  </a:ext>
                </a:extLst>
              </p:cNvPr>
              <p:cNvCxnSpPr>
                <a:cxnSpLocks/>
                <a:stCxn id="183" idx="2"/>
                <a:endCxn id="194" idx="0"/>
              </p:cNvCxnSpPr>
              <p:nvPr/>
            </p:nvCxnSpPr>
            <p:spPr>
              <a:xfrm>
                <a:off x="7043166" y="-81558"/>
                <a:ext cx="1" cy="36846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5" name="文本框 184">
                    <a:extLst>
                      <a:ext uri="{FF2B5EF4-FFF2-40B4-BE49-F238E27FC236}">
                        <a16:creationId xmlns:a16="http://schemas.microsoft.com/office/drawing/2014/main" id="{E5D61F85-43C6-489A-A78B-6E6D2A24A753}"/>
                      </a:ext>
                    </a:extLst>
                  </p:cNvPr>
                  <p:cNvSpPr txBox="1"/>
                  <p:nvPr/>
                </p:nvSpPr>
                <p:spPr>
                  <a:xfrm>
                    <a:off x="6736339" y="2455926"/>
                    <a:ext cx="613653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𝑁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85" name="文本框 184">
                    <a:extLst>
                      <a:ext uri="{FF2B5EF4-FFF2-40B4-BE49-F238E27FC236}">
                        <a16:creationId xmlns:a16="http://schemas.microsoft.com/office/drawing/2014/main" id="{E5D61F85-43C6-489A-A78B-6E6D2A24A75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36339" y="2455926"/>
                    <a:ext cx="613653" cy="370294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 b="-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86" name="直接箭头连接符 185">
                <a:extLst>
                  <a:ext uri="{FF2B5EF4-FFF2-40B4-BE49-F238E27FC236}">
                    <a16:creationId xmlns:a16="http://schemas.microsoft.com/office/drawing/2014/main" id="{4B34238A-2EA1-48BF-8B3F-8CA4E87C27FD}"/>
                  </a:ext>
                </a:extLst>
              </p:cNvPr>
              <p:cNvCxnSpPr>
                <a:cxnSpLocks/>
                <a:stCxn id="180" idx="2"/>
                <a:endCxn id="185" idx="0"/>
              </p:cNvCxnSpPr>
              <p:nvPr/>
            </p:nvCxnSpPr>
            <p:spPr>
              <a:xfrm flipH="1">
                <a:off x="7043166" y="1965706"/>
                <a:ext cx="2915" cy="49022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直接箭头连接符 186">
                <a:extLst>
                  <a:ext uri="{FF2B5EF4-FFF2-40B4-BE49-F238E27FC236}">
                    <a16:creationId xmlns:a16="http://schemas.microsoft.com/office/drawing/2014/main" id="{B454CFB0-2C6A-4C30-B683-66FBF0B94CF9}"/>
                  </a:ext>
                </a:extLst>
              </p:cNvPr>
              <p:cNvCxnSpPr>
                <a:cxnSpLocks/>
                <a:stCxn id="188" idx="3"/>
                <a:endCxn id="180" idx="1"/>
              </p:cNvCxnSpPr>
              <p:nvPr/>
            </p:nvCxnSpPr>
            <p:spPr>
              <a:xfrm>
                <a:off x="6199370" y="1514856"/>
                <a:ext cx="24765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8" name="文本框 187">
                    <a:extLst>
                      <a:ext uri="{FF2B5EF4-FFF2-40B4-BE49-F238E27FC236}">
                        <a16:creationId xmlns:a16="http://schemas.microsoft.com/office/drawing/2014/main" id="{028CB7AA-6390-4215-98AC-697F0EB0FC25}"/>
                      </a:ext>
                    </a:extLst>
                  </p:cNvPr>
                  <p:cNvSpPr txBox="1"/>
                  <p:nvPr/>
                </p:nvSpPr>
                <p:spPr>
                  <a:xfrm>
                    <a:off x="5975218" y="1329709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𝐾</m:t>
                          </m:r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88" name="文本框 187">
                    <a:extLst>
                      <a:ext uri="{FF2B5EF4-FFF2-40B4-BE49-F238E27FC236}">
                        <a16:creationId xmlns:a16="http://schemas.microsoft.com/office/drawing/2014/main" id="{028CB7AA-6390-4215-98AC-697F0EB0FC2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75218" y="1329709"/>
                    <a:ext cx="224152" cy="370294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 l="-40541" r="-5405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9" name="文本框 188">
                    <a:extLst>
                      <a:ext uri="{FF2B5EF4-FFF2-40B4-BE49-F238E27FC236}">
                        <a16:creationId xmlns:a16="http://schemas.microsoft.com/office/drawing/2014/main" id="{0351D827-FFA1-4A22-8660-32983CAF16F3}"/>
                      </a:ext>
                    </a:extLst>
                  </p:cNvPr>
                  <p:cNvSpPr txBox="1"/>
                  <p:nvPr/>
                </p:nvSpPr>
                <p:spPr>
                  <a:xfrm>
                    <a:off x="5387090" y="1330190"/>
                    <a:ext cx="22415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⋯</m:t>
                          </m:r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89" name="文本框 188">
                    <a:extLst>
                      <a:ext uri="{FF2B5EF4-FFF2-40B4-BE49-F238E27FC236}">
                        <a16:creationId xmlns:a16="http://schemas.microsoft.com/office/drawing/2014/main" id="{0351D827-FFA1-4A22-8660-32983CAF16F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87090" y="1330190"/>
                    <a:ext cx="224152" cy="369332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 l="-2702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0" name="文本框 189">
                    <a:extLst>
                      <a:ext uri="{FF2B5EF4-FFF2-40B4-BE49-F238E27FC236}">
                        <a16:creationId xmlns:a16="http://schemas.microsoft.com/office/drawing/2014/main" id="{CD25FF97-B8BF-454B-B588-6C6F4792459B}"/>
                      </a:ext>
                    </a:extLst>
                  </p:cNvPr>
                  <p:cNvSpPr txBox="1"/>
                  <p:nvPr/>
                </p:nvSpPr>
                <p:spPr>
                  <a:xfrm>
                    <a:off x="1650518" y="-449312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𝐼𝑉</m:t>
                          </m:r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90" name="文本框 189">
                    <a:extLst>
                      <a:ext uri="{FF2B5EF4-FFF2-40B4-BE49-F238E27FC236}">
                        <a16:creationId xmlns:a16="http://schemas.microsoft.com/office/drawing/2014/main" id="{CD25FF97-B8BF-454B-B588-6C6F4792459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50518" y="-449312"/>
                    <a:ext cx="224152" cy="370294"/>
                  </a:xfrm>
                  <a:prstGeom prst="rect">
                    <a:avLst/>
                  </a:prstGeom>
                  <a:blipFill>
                    <a:blip r:embed="rId32"/>
                    <a:stretch>
                      <a:fillRect l="-54054" r="-2162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91" name="连接符: 肘形 190">
                <a:extLst>
                  <a:ext uri="{FF2B5EF4-FFF2-40B4-BE49-F238E27FC236}">
                    <a16:creationId xmlns:a16="http://schemas.microsoft.com/office/drawing/2014/main" id="{685073F7-81B9-463E-BCC6-4471506B3BDE}"/>
                  </a:ext>
                </a:extLst>
              </p:cNvPr>
              <p:cNvCxnSpPr>
                <a:cxnSpLocks/>
                <a:stCxn id="190" idx="2"/>
                <a:endCxn id="200" idx="2"/>
              </p:cNvCxnSpPr>
              <p:nvPr/>
            </p:nvCxnSpPr>
            <p:spPr>
              <a:xfrm rot="16200000" flipH="1">
                <a:off x="1757267" y="-73692"/>
                <a:ext cx="571155" cy="560501"/>
              </a:xfrm>
              <a:prstGeom prst="bentConnector2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2" name="文本框 191">
                    <a:extLst>
                      <a:ext uri="{FF2B5EF4-FFF2-40B4-BE49-F238E27FC236}">
                        <a16:creationId xmlns:a16="http://schemas.microsoft.com/office/drawing/2014/main" id="{B6D5113D-DEC0-43DF-986C-8EC7E6478EE6}"/>
                      </a:ext>
                    </a:extLst>
                  </p:cNvPr>
                  <p:cNvSpPr txBox="1"/>
                  <p:nvPr/>
                </p:nvSpPr>
                <p:spPr>
                  <a:xfrm>
                    <a:off x="5780467" y="306989"/>
                    <a:ext cx="613653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𝑁</m:t>
                              </m:r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92" name="文本框 191">
                    <a:extLst>
                      <a:ext uri="{FF2B5EF4-FFF2-40B4-BE49-F238E27FC236}">
                        <a16:creationId xmlns:a16="http://schemas.microsoft.com/office/drawing/2014/main" id="{B6D5113D-DEC0-43DF-986C-8EC7E6478EE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80467" y="306989"/>
                    <a:ext cx="613653" cy="370294"/>
                  </a:xfrm>
                  <a:prstGeom prst="rect">
                    <a:avLst/>
                  </a:prstGeom>
                  <a:blipFill>
                    <a:blip r:embed="rId33"/>
                    <a:stretch>
                      <a:fillRect l="-792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93" name="直接箭头连接符 192">
                <a:extLst>
                  <a:ext uri="{FF2B5EF4-FFF2-40B4-BE49-F238E27FC236}">
                    <a16:creationId xmlns:a16="http://schemas.microsoft.com/office/drawing/2014/main" id="{E343CAAC-56BC-497F-87EB-AECFDBDF7550}"/>
                  </a:ext>
                </a:extLst>
              </p:cNvPr>
              <p:cNvCxnSpPr>
                <a:cxnSpLocks/>
                <a:stCxn id="192" idx="3"/>
                <a:endCxn id="194" idx="2"/>
              </p:cNvCxnSpPr>
              <p:nvPr/>
            </p:nvCxnSpPr>
            <p:spPr>
              <a:xfrm>
                <a:off x="6394120" y="492136"/>
                <a:ext cx="443820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1" name="组合 100">
              <a:extLst>
                <a:ext uri="{FF2B5EF4-FFF2-40B4-BE49-F238E27FC236}">
                  <a16:creationId xmlns:a16="http://schemas.microsoft.com/office/drawing/2014/main" id="{6E19B629-9EE3-4FD4-8C99-CB51A13DDB35}"/>
                </a:ext>
              </a:extLst>
            </p:cNvPr>
            <p:cNvGrpSpPr/>
            <p:nvPr/>
          </p:nvGrpSpPr>
          <p:grpSpPr>
            <a:xfrm>
              <a:off x="1460373" y="2812938"/>
              <a:ext cx="6184768" cy="3245918"/>
              <a:chOff x="1462019" y="3845156"/>
              <a:chExt cx="6184768" cy="3245918"/>
            </a:xfrm>
          </p:grpSpPr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3AC5165C-1128-4B8E-B19D-80F2C6C387ED}"/>
                  </a:ext>
                </a:extLst>
              </p:cNvPr>
              <p:cNvSpPr/>
              <p:nvPr/>
            </p:nvSpPr>
            <p:spPr>
              <a:xfrm>
                <a:off x="1933821" y="4626110"/>
                <a:ext cx="1198121" cy="90170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DES</a:t>
                </a:r>
              </a:p>
              <a:p>
                <a:pPr algn="ctr"/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解密</a:t>
                </a:r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09" name="组合 108">
                <a:extLst>
                  <a:ext uri="{FF2B5EF4-FFF2-40B4-BE49-F238E27FC236}">
                    <a16:creationId xmlns:a16="http://schemas.microsoft.com/office/drawing/2014/main" id="{76F7DA60-916B-4194-B27C-CF01191E4FD7}"/>
                  </a:ext>
                </a:extLst>
              </p:cNvPr>
              <p:cNvGrpSpPr/>
              <p:nvPr/>
            </p:nvGrpSpPr>
            <p:grpSpPr>
              <a:xfrm>
                <a:off x="2323095" y="5902105"/>
                <a:ext cx="410453" cy="410453"/>
                <a:chOff x="2440697" y="1704484"/>
                <a:chExt cx="445378" cy="445378"/>
              </a:xfrm>
            </p:grpSpPr>
            <p:sp>
              <p:nvSpPr>
                <p:cNvPr id="158" name="椭圆 157">
                  <a:extLst>
                    <a:ext uri="{FF2B5EF4-FFF2-40B4-BE49-F238E27FC236}">
                      <a16:creationId xmlns:a16="http://schemas.microsoft.com/office/drawing/2014/main" id="{6E8401A2-9513-41DA-8E36-BF530AF5AD08}"/>
                    </a:ext>
                  </a:extLst>
                </p:cNvPr>
                <p:cNvSpPr/>
                <p:nvPr/>
              </p:nvSpPr>
              <p:spPr>
                <a:xfrm>
                  <a:off x="2440697" y="1704484"/>
                  <a:ext cx="445378" cy="445378"/>
                </a:xfrm>
                <a:prstGeom prst="ellipse">
                  <a:avLst/>
                </a:prstGeom>
                <a:noFill/>
                <a:ln w="25400">
                  <a:solidFill>
                    <a:srgbClr val="D7451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59" name="直接连接符 158">
                  <a:extLst>
                    <a:ext uri="{FF2B5EF4-FFF2-40B4-BE49-F238E27FC236}">
                      <a16:creationId xmlns:a16="http://schemas.microsoft.com/office/drawing/2014/main" id="{E54CDF75-8E0F-4915-B850-8223CDD3C9D4}"/>
                    </a:ext>
                  </a:extLst>
                </p:cNvPr>
                <p:cNvCxnSpPr>
                  <a:cxnSpLocks/>
                  <a:stCxn id="158" idx="6"/>
                  <a:endCxn id="158" idx="2"/>
                </p:cNvCxnSpPr>
                <p:nvPr/>
              </p:nvCxnSpPr>
              <p:spPr>
                <a:xfrm flipH="1">
                  <a:off x="2440697" y="1927173"/>
                  <a:ext cx="445378" cy="0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直接连接符 159">
                  <a:extLst>
                    <a:ext uri="{FF2B5EF4-FFF2-40B4-BE49-F238E27FC236}">
                      <a16:creationId xmlns:a16="http://schemas.microsoft.com/office/drawing/2014/main" id="{A9CF5BAA-ED3A-4E09-9A27-4DCC16A03C63}"/>
                    </a:ext>
                  </a:extLst>
                </p:cNvPr>
                <p:cNvCxnSpPr>
                  <a:cxnSpLocks/>
                  <a:stCxn id="158" idx="4"/>
                  <a:endCxn id="158" idx="0"/>
                </p:cNvCxnSpPr>
                <p:nvPr/>
              </p:nvCxnSpPr>
              <p:spPr>
                <a:xfrm flipV="1">
                  <a:off x="2663386" y="1704484"/>
                  <a:ext cx="0" cy="445378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0" name="直接箭头连接符 109">
                <a:extLst>
                  <a:ext uri="{FF2B5EF4-FFF2-40B4-BE49-F238E27FC236}">
                    <a16:creationId xmlns:a16="http://schemas.microsoft.com/office/drawing/2014/main" id="{0EF678AB-C505-418A-8F23-1111B82D664D}"/>
                  </a:ext>
                </a:extLst>
              </p:cNvPr>
              <p:cNvCxnSpPr>
                <a:cxnSpLocks/>
                <a:stCxn id="106" idx="2"/>
                <a:endCxn id="158" idx="0"/>
              </p:cNvCxnSpPr>
              <p:nvPr/>
            </p:nvCxnSpPr>
            <p:spPr>
              <a:xfrm flipH="1">
                <a:off x="2528322" y="5527810"/>
                <a:ext cx="4560" cy="37429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1" name="文本框 110">
                    <a:extLst>
                      <a:ext uri="{FF2B5EF4-FFF2-40B4-BE49-F238E27FC236}">
                        <a16:creationId xmlns:a16="http://schemas.microsoft.com/office/drawing/2014/main" id="{02BFAE05-D997-40CB-9407-A66A4A4906E4}"/>
                      </a:ext>
                    </a:extLst>
                  </p:cNvPr>
                  <p:cNvSpPr txBox="1"/>
                  <p:nvPr/>
                </p:nvSpPr>
                <p:spPr>
                  <a:xfrm>
                    <a:off x="2221494" y="6720780"/>
                    <a:ext cx="613653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11" name="文本框 110">
                    <a:extLst>
                      <a:ext uri="{FF2B5EF4-FFF2-40B4-BE49-F238E27FC236}">
                        <a16:creationId xmlns:a16="http://schemas.microsoft.com/office/drawing/2014/main" id="{02BFAE05-D997-40CB-9407-A66A4A4906E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21494" y="6720780"/>
                    <a:ext cx="613653" cy="370294"/>
                  </a:xfrm>
                  <a:prstGeom prst="rect">
                    <a:avLst/>
                  </a:prstGeom>
                  <a:blipFill>
                    <a:blip r:embed="rId3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3" name="文本框 112">
                    <a:extLst>
                      <a:ext uri="{FF2B5EF4-FFF2-40B4-BE49-F238E27FC236}">
                        <a16:creationId xmlns:a16="http://schemas.microsoft.com/office/drawing/2014/main" id="{1D2208C5-D152-45B0-BA82-5D14A9B21D17}"/>
                      </a:ext>
                    </a:extLst>
                  </p:cNvPr>
                  <p:cNvSpPr txBox="1"/>
                  <p:nvPr/>
                </p:nvSpPr>
                <p:spPr>
                  <a:xfrm>
                    <a:off x="2221494" y="3845156"/>
                    <a:ext cx="613653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13" name="文本框 112">
                    <a:extLst>
                      <a:ext uri="{FF2B5EF4-FFF2-40B4-BE49-F238E27FC236}">
                        <a16:creationId xmlns:a16="http://schemas.microsoft.com/office/drawing/2014/main" id="{1D2208C5-D152-45B0-BA82-5D14A9B21D1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21494" y="3845156"/>
                    <a:ext cx="613653" cy="370294"/>
                  </a:xfrm>
                  <a:prstGeom prst="rect">
                    <a:avLst/>
                  </a:prstGeom>
                  <a:blipFill>
                    <a:blip r:embed="rId35"/>
                    <a:stretch>
                      <a:fillRect b="-163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14" name="直接箭头连接符 113">
                <a:extLst>
                  <a:ext uri="{FF2B5EF4-FFF2-40B4-BE49-F238E27FC236}">
                    <a16:creationId xmlns:a16="http://schemas.microsoft.com/office/drawing/2014/main" id="{C1C50DCA-67A6-408B-BA00-B96557867863}"/>
                  </a:ext>
                </a:extLst>
              </p:cNvPr>
              <p:cNvCxnSpPr>
                <a:cxnSpLocks/>
                <a:stCxn id="116" idx="3"/>
                <a:endCxn id="106" idx="1"/>
              </p:cNvCxnSpPr>
              <p:nvPr/>
            </p:nvCxnSpPr>
            <p:spPr>
              <a:xfrm>
                <a:off x="1686171" y="5076960"/>
                <a:ext cx="24765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6" name="文本框 115">
                    <a:extLst>
                      <a:ext uri="{FF2B5EF4-FFF2-40B4-BE49-F238E27FC236}">
                        <a16:creationId xmlns:a16="http://schemas.microsoft.com/office/drawing/2014/main" id="{1D84BE2B-E3FE-481D-806E-644851303DBF}"/>
                      </a:ext>
                    </a:extLst>
                  </p:cNvPr>
                  <p:cNvSpPr txBox="1"/>
                  <p:nvPr/>
                </p:nvSpPr>
                <p:spPr>
                  <a:xfrm>
                    <a:off x="1462019" y="4891813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𝐾</m:t>
                          </m:r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16" name="文本框 115">
                    <a:extLst>
                      <a:ext uri="{FF2B5EF4-FFF2-40B4-BE49-F238E27FC236}">
                        <a16:creationId xmlns:a16="http://schemas.microsoft.com/office/drawing/2014/main" id="{1D84BE2B-E3FE-481D-806E-644851303DB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62019" y="4891813"/>
                    <a:ext cx="224152" cy="370294"/>
                  </a:xfrm>
                  <a:prstGeom prst="rect">
                    <a:avLst/>
                  </a:prstGeom>
                  <a:blipFill>
                    <a:blip r:embed="rId36"/>
                    <a:stretch>
                      <a:fillRect l="-37838" r="-810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7" name="矩形 116">
                <a:extLst>
                  <a:ext uri="{FF2B5EF4-FFF2-40B4-BE49-F238E27FC236}">
                    <a16:creationId xmlns:a16="http://schemas.microsoft.com/office/drawing/2014/main" id="{3CF9CFF9-9DDA-47AC-9D6E-287DF6198519}"/>
                  </a:ext>
                </a:extLst>
              </p:cNvPr>
              <p:cNvSpPr/>
              <p:nvPr/>
            </p:nvSpPr>
            <p:spPr>
              <a:xfrm>
                <a:off x="3803142" y="4626110"/>
                <a:ext cx="1198121" cy="90170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DES</a:t>
                </a:r>
              </a:p>
              <a:p>
                <a:pPr algn="ctr"/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解密</a:t>
                </a:r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18" name="组合 117">
                <a:extLst>
                  <a:ext uri="{FF2B5EF4-FFF2-40B4-BE49-F238E27FC236}">
                    <a16:creationId xmlns:a16="http://schemas.microsoft.com/office/drawing/2014/main" id="{821F5F5D-7161-4BAE-A4D2-8DCB06A61983}"/>
                  </a:ext>
                </a:extLst>
              </p:cNvPr>
              <p:cNvGrpSpPr/>
              <p:nvPr/>
            </p:nvGrpSpPr>
            <p:grpSpPr>
              <a:xfrm>
                <a:off x="4192416" y="5902105"/>
                <a:ext cx="410453" cy="410453"/>
                <a:chOff x="2440697" y="1704484"/>
                <a:chExt cx="445378" cy="445378"/>
              </a:xfrm>
            </p:grpSpPr>
            <p:sp>
              <p:nvSpPr>
                <p:cNvPr id="155" name="椭圆 154">
                  <a:extLst>
                    <a:ext uri="{FF2B5EF4-FFF2-40B4-BE49-F238E27FC236}">
                      <a16:creationId xmlns:a16="http://schemas.microsoft.com/office/drawing/2014/main" id="{C77CB730-C27E-4516-85F7-BD6A715613DF}"/>
                    </a:ext>
                  </a:extLst>
                </p:cNvPr>
                <p:cNvSpPr/>
                <p:nvPr/>
              </p:nvSpPr>
              <p:spPr>
                <a:xfrm>
                  <a:off x="2440697" y="1704484"/>
                  <a:ext cx="445378" cy="445378"/>
                </a:xfrm>
                <a:prstGeom prst="ellipse">
                  <a:avLst/>
                </a:prstGeom>
                <a:noFill/>
                <a:ln w="25400">
                  <a:solidFill>
                    <a:srgbClr val="D7451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56" name="直接连接符 155">
                  <a:extLst>
                    <a:ext uri="{FF2B5EF4-FFF2-40B4-BE49-F238E27FC236}">
                      <a16:creationId xmlns:a16="http://schemas.microsoft.com/office/drawing/2014/main" id="{245E3BFC-4046-4FE5-9614-D5221291CF75}"/>
                    </a:ext>
                  </a:extLst>
                </p:cNvPr>
                <p:cNvCxnSpPr>
                  <a:cxnSpLocks/>
                  <a:stCxn id="155" idx="6"/>
                  <a:endCxn id="155" idx="2"/>
                </p:cNvCxnSpPr>
                <p:nvPr/>
              </p:nvCxnSpPr>
              <p:spPr>
                <a:xfrm flipH="1">
                  <a:off x="2440697" y="1927173"/>
                  <a:ext cx="445378" cy="0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直接连接符 156">
                  <a:extLst>
                    <a:ext uri="{FF2B5EF4-FFF2-40B4-BE49-F238E27FC236}">
                      <a16:creationId xmlns:a16="http://schemas.microsoft.com/office/drawing/2014/main" id="{AEC0AF17-65FD-4A28-AF2C-1D54905DCBDE}"/>
                    </a:ext>
                  </a:extLst>
                </p:cNvPr>
                <p:cNvCxnSpPr>
                  <a:cxnSpLocks/>
                  <a:stCxn id="155" idx="4"/>
                  <a:endCxn id="155" idx="0"/>
                </p:cNvCxnSpPr>
                <p:nvPr/>
              </p:nvCxnSpPr>
              <p:spPr>
                <a:xfrm flipV="1">
                  <a:off x="2663386" y="1704484"/>
                  <a:ext cx="0" cy="445378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0" name="文本框 119">
                    <a:extLst>
                      <a:ext uri="{FF2B5EF4-FFF2-40B4-BE49-F238E27FC236}">
                        <a16:creationId xmlns:a16="http://schemas.microsoft.com/office/drawing/2014/main" id="{CCECB199-8C8C-456F-9199-06430B305AB6}"/>
                      </a:ext>
                    </a:extLst>
                  </p:cNvPr>
                  <p:cNvSpPr txBox="1"/>
                  <p:nvPr/>
                </p:nvSpPr>
                <p:spPr>
                  <a:xfrm>
                    <a:off x="4090815" y="6720780"/>
                    <a:ext cx="613653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20" name="文本框 119">
                    <a:extLst>
                      <a:ext uri="{FF2B5EF4-FFF2-40B4-BE49-F238E27FC236}">
                        <a16:creationId xmlns:a16="http://schemas.microsoft.com/office/drawing/2014/main" id="{CCECB199-8C8C-456F-9199-06430B305AB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90815" y="6720780"/>
                    <a:ext cx="613653" cy="370294"/>
                  </a:xfrm>
                  <a:prstGeom prst="rect">
                    <a:avLst/>
                  </a:prstGeom>
                  <a:blipFill>
                    <a:blip r:embed="rId3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1" name="文本框 120">
                    <a:extLst>
                      <a:ext uri="{FF2B5EF4-FFF2-40B4-BE49-F238E27FC236}">
                        <a16:creationId xmlns:a16="http://schemas.microsoft.com/office/drawing/2014/main" id="{DD92B637-E628-4B34-8BFD-E0B1F8AC7561}"/>
                      </a:ext>
                    </a:extLst>
                  </p:cNvPr>
                  <p:cNvSpPr txBox="1"/>
                  <p:nvPr/>
                </p:nvSpPr>
                <p:spPr>
                  <a:xfrm>
                    <a:off x="4090815" y="3845156"/>
                    <a:ext cx="613653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21" name="文本框 120">
                    <a:extLst>
                      <a:ext uri="{FF2B5EF4-FFF2-40B4-BE49-F238E27FC236}">
                        <a16:creationId xmlns:a16="http://schemas.microsoft.com/office/drawing/2014/main" id="{DD92B637-E628-4B34-8BFD-E0B1F8AC756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90815" y="3845156"/>
                    <a:ext cx="613653" cy="370294"/>
                  </a:xfrm>
                  <a:prstGeom prst="rect">
                    <a:avLst/>
                  </a:prstGeom>
                  <a:blipFill>
                    <a:blip r:embed="rId38"/>
                    <a:stretch>
                      <a:fillRect b="-163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23" name="直接箭头连接符 122">
                <a:extLst>
                  <a:ext uri="{FF2B5EF4-FFF2-40B4-BE49-F238E27FC236}">
                    <a16:creationId xmlns:a16="http://schemas.microsoft.com/office/drawing/2014/main" id="{8DA8F348-7B64-488F-997E-CDA802B24D82}"/>
                  </a:ext>
                </a:extLst>
              </p:cNvPr>
              <p:cNvCxnSpPr>
                <a:cxnSpLocks/>
                <a:stCxn id="124" idx="3"/>
                <a:endCxn id="117" idx="1"/>
              </p:cNvCxnSpPr>
              <p:nvPr/>
            </p:nvCxnSpPr>
            <p:spPr>
              <a:xfrm>
                <a:off x="3555492" y="5076960"/>
                <a:ext cx="24765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4" name="文本框 123">
                    <a:extLst>
                      <a:ext uri="{FF2B5EF4-FFF2-40B4-BE49-F238E27FC236}">
                        <a16:creationId xmlns:a16="http://schemas.microsoft.com/office/drawing/2014/main" id="{31887C5D-B54A-4E5E-913D-AA10666AFD0E}"/>
                      </a:ext>
                    </a:extLst>
                  </p:cNvPr>
                  <p:cNvSpPr txBox="1"/>
                  <p:nvPr/>
                </p:nvSpPr>
                <p:spPr>
                  <a:xfrm>
                    <a:off x="3331340" y="4891813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𝐾</m:t>
                          </m:r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24" name="文本框 123">
                    <a:extLst>
                      <a:ext uri="{FF2B5EF4-FFF2-40B4-BE49-F238E27FC236}">
                        <a16:creationId xmlns:a16="http://schemas.microsoft.com/office/drawing/2014/main" id="{31887C5D-B54A-4E5E-913D-AA10666AFD0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31340" y="4891813"/>
                    <a:ext cx="224152" cy="370294"/>
                  </a:xfrm>
                  <a:prstGeom prst="rect">
                    <a:avLst/>
                  </a:prstGeom>
                  <a:blipFill>
                    <a:blip r:embed="rId39"/>
                    <a:stretch>
                      <a:fillRect l="-40541" r="-5405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25" name="连接符: 肘形 124">
                <a:extLst>
                  <a:ext uri="{FF2B5EF4-FFF2-40B4-BE49-F238E27FC236}">
                    <a16:creationId xmlns:a16="http://schemas.microsoft.com/office/drawing/2014/main" id="{6D49617F-6F52-4C7B-A82B-B25BB57A2E38}"/>
                  </a:ext>
                </a:extLst>
              </p:cNvPr>
              <p:cNvCxnSpPr>
                <a:cxnSpLocks/>
                <a:stCxn id="106" idx="0"/>
                <a:endCxn id="155" idx="2"/>
              </p:cNvCxnSpPr>
              <p:nvPr/>
            </p:nvCxnSpPr>
            <p:spPr>
              <a:xfrm rot="16200000" flipH="1">
                <a:off x="2622038" y="4536954"/>
                <a:ext cx="1481222" cy="1659534"/>
              </a:xfrm>
              <a:prstGeom prst="bentConnector4">
                <a:avLst>
                  <a:gd name="adj1" fmla="val -15433"/>
                  <a:gd name="adj2" fmla="val 43370"/>
                </a:avLst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7" name="矩形 126">
                <a:extLst>
                  <a:ext uri="{FF2B5EF4-FFF2-40B4-BE49-F238E27FC236}">
                    <a16:creationId xmlns:a16="http://schemas.microsoft.com/office/drawing/2014/main" id="{8B3CB23F-D915-4E87-A1E0-E9EEC9347450}"/>
                  </a:ext>
                </a:extLst>
              </p:cNvPr>
              <p:cNvSpPr/>
              <p:nvPr/>
            </p:nvSpPr>
            <p:spPr>
              <a:xfrm>
                <a:off x="6448666" y="4626110"/>
                <a:ext cx="1198121" cy="90170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DES</a:t>
                </a:r>
              </a:p>
              <a:p>
                <a:pPr algn="ctr"/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解密</a:t>
                </a:r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28" name="组合 127">
                <a:extLst>
                  <a:ext uri="{FF2B5EF4-FFF2-40B4-BE49-F238E27FC236}">
                    <a16:creationId xmlns:a16="http://schemas.microsoft.com/office/drawing/2014/main" id="{D18F6774-FD58-4A47-98AF-C0FA5A12C26B}"/>
                  </a:ext>
                </a:extLst>
              </p:cNvPr>
              <p:cNvGrpSpPr/>
              <p:nvPr/>
            </p:nvGrpSpPr>
            <p:grpSpPr>
              <a:xfrm>
                <a:off x="6837940" y="5902105"/>
                <a:ext cx="410453" cy="410453"/>
                <a:chOff x="2440697" y="1704484"/>
                <a:chExt cx="445378" cy="445378"/>
              </a:xfrm>
            </p:grpSpPr>
            <p:sp>
              <p:nvSpPr>
                <p:cNvPr id="152" name="椭圆 151">
                  <a:extLst>
                    <a:ext uri="{FF2B5EF4-FFF2-40B4-BE49-F238E27FC236}">
                      <a16:creationId xmlns:a16="http://schemas.microsoft.com/office/drawing/2014/main" id="{605448B8-DF98-4A7D-A103-D7A625C60361}"/>
                    </a:ext>
                  </a:extLst>
                </p:cNvPr>
                <p:cNvSpPr/>
                <p:nvPr/>
              </p:nvSpPr>
              <p:spPr>
                <a:xfrm>
                  <a:off x="2440697" y="1704484"/>
                  <a:ext cx="445378" cy="445378"/>
                </a:xfrm>
                <a:prstGeom prst="ellipse">
                  <a:avLst/>
                </a:prstGeom>
                <a:noFill/>
                <a:ln w="25400">
                  <a:solidFill>
                    <a:srgbClr val="D7451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53" name="直接连接符 152">
                  <a:extLst>
                    <a:ext uri="{FF2B5EF4-FFF2-40B4-BE49-F238E27FC236}">
                      <a16:creationId xmlns:a16="http://schemas.microsoft.com/office/drawing/2014/main" id="{3523FDE4-3C15-4CA1-9E97-79C92DE44BEC}"/>
                    </a:ext>
                  </a:extLst>
                </p:cNvPr>
                <p:cNvCxnSpPr>
                  <a:cxnSpLocks/>
                  <a:stCxn id="152" idx="6"/>
                  <a:endCxn id="152" idx="2"/>
                </p:cNvCxnSpPr>
                <p:nvPr/>
              </p:nvCxnSpPr>
              <p:spPr>
                <a:xfrm flipH="1">
                  <a:off x="2440697" y="1927173"/>
                  <a:ext cx="445378" cy="0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" name="直接连接符 153">
                  <a:extLst>
                    <a:ext uri="{FF2B5EF4-FFF2-40B4-BE49-F238E27FC236}">
                      <a16:creationId xmlns:a16="http://schemas.microsoft.com/office/drawing/2014/main" id="{59A1A1DB-1422-4E2F-B2DD-2964DB92C5AA}"/>
                    </a:ext>
                  </a:extLst>
                </p:cNvPr>
                <p:cNvCxnSpPr>
                  <a:cxnSpLocks/>
                  <a:stCxn id="152" idx="4"/>
                  <a:endCxn id="152" idx="0"/>
                </p:cNvCxnSpPr>
                <p:nvPr/>
              </p:nvCxnSpPr>
              <p:spPr>
                <a:xfrm flipV="1">
                  <a:off x="2663386" y="1704484"/>
                  <a:ext cx="0" cy="445378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0" name="文本框 129">
                    <a:extLst>
                      <a:ext uri="{FF2B5EF4-FFF2-40B4-BE49-F238E27FC236}">
                        <a16:creationId xmlns:a16="http://schemas.microsoft.com/office/drawing/2014/main" id="{794450BA-779C-4B5C-BDD5-65C523186123}"/>
                      </a:ext>
                    </a:extLst>
                  </p:cNvPr>
                  <p:cNvSpPr txBox="1"/>
                  <p:nvPr/>
                </p:nvSpPr>
                <p:spPr>
                  <a:xfrm>
                    <a:off x="6736339" y="6720780"/>
                    <a:ext cx="613653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𝑁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30" name="文本框 129">
                    <a:extLst>
                      <a:ext uri="{FF2B5EF4-FFF2-40B4-BE49-F238E27FC236}">
                        <a16:creationId xmlns:a16="http://schemas.microsoft.com/office/drawing/2014/main" id="{794450BA-779C-4B5C-BDD5-65C52318612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36339" y="6720780"/>
                    <a:ext cx="613653" cy="370294"/>
                  </a:xfrm>
                  <a:prstGeom prst="rect">
                    <a:avLst/>
                  </a:prstGeom>
                  <a:blipFill>
                    <a:blip r:embed="rId4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1" name="文本框 130">
                    <a:extLst>
                      <a:ext uri="{FF2B5EF4-FFF2-40B4-BE49-F238E27FC236}">
                        <a16:creationId xmlns:a16="http://schemas.microsoft.com/office/drawing/2014/main" id="{B701B6C0-727C-4A64-A550-3E835F3F3C85}"/>
                      </a:ext>
                    </a:extLst>
                  </p:cNvPr>
                  <p:cNvSpPr txBox="1"/>
                  <p:nvPr/>
                </p:nvSpPr>
                <p:spPr>
                  <a:xfrm>
                    <a:off x="6736339" y="3845156"/>
                    <a:ext cx="613653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𝑁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31" name="文本框 130">
                    <a:extLst>
                      <a:ext uri="{FF2B5EF4-FFF2-40B4-BE49-F238E27FC236}">
                        <a16:creationId xmlns:a16="http://schemas.microsoft.com/office/drawing/2014/main" id="{B701B6C0-727C-4A64-A550-3E835F3F3C8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36339" y="3845156"/>
                    <a:ext cx="613653" cy="370294"/>
                  </a:xfrm>
                  <a:prstGeom prst="rect">
                    <a:avLst/>
                  </a:prstGeom>
                  <a:blipFill>
                    <a:blip r:embed="rId41"/>
                    <a:stretch>
                      <a:fillRect b="-163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33" name="直接箭头连接符 132">
                <a:extLst>
                  <a:ext uri="{FF2B5EF4-FFF2-40B4-BE49-F238E27FC236}">
                    <a16:creationId xmlns:a16="http://schemas.microsoft.com/office/drawing/2014/main" id="{CAE98F9F-C77C-475C-9F17-885E9B9451CB}"/>
                  </a:ext>
                </a:extLst>
              </p:cNvPr>
              <p:cNvCxnSpPr>
                <a:cxnSpLocks/>
                <a:stCxn id="134" idx="3"/>
                <a:endCxn id="127" idx="1"/>
              </p:cNvCxnSpPr>
              <p:nvPr/>
            </p:nvCxnSpPr>
            <p:spPr>
              <a:xfrm>
                <a:off x="6201016" y="5076960"/>
                <a:ext cx="24765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4" name="文本框 133">
                    <a:extLst>
                      <a:ext uri="{FF2B5EF4-FFF2-40B4-BE49-F238E27FC236}">
                        <a16:creationId xmlns:a16="http://schemas.microsoft.com/office/drawing/2014/main" id="{E0BE666B-AE87-416D-B4AA-D94B99D59EBF}"/>
                      </a:ext>
                    </a:extLst>
                  </p:cNvPr>
                  <p:cNvSpPr txBox="1"/>
                  <p:nvPr/>
                </p:nvSpPr>
                <p:spPr>
                  <a:xfrm>
                    <a:off x="5976864" y="4891813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𝐾</m:t>
                          </m:r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34" name="文本框 133">
                    <a:extLst>
                      <a:ext uri="{FF2B5EF4-FFF2-40B4-BE49-F238E27FC236}">
                        <a16:creationId xmlns:a16="http://schemas.microsoft.com/office/drawing/2014/main" id="{E0BE666B-AE87-416D-B4AA-D94B99D59EB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76864" y="4891813"/>
                    <a:ext cx="224152" cy="370294"/>
                  </a:xfrm>
                  <a:prstGeom prst="rect">
                    <a:avLst/>
                  </a:prstGeom>
                  <a:blipFill>
                    <a:blip r:embed="rId42"/>
                    <a:stretch>
                      <a:fillRect l="-40541" r="-5405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6" name="文本框 135">
                    <a:extLst>
                      <a:ext uri="{FF2B5EF4-FFF2-40B4-BE49-F238E27FC236}">
                        <a16:creationId xmlns:a16="http://schemas.microsoft.com/office/drawing/2014/main" id="{4DDF6FAD-3E94-4720-828B-98010AAF5B4E}"/>
                      </a:ext>
                    </a:extLst>
                  </p:cNvPr>
                  <p:cNvSpPr txBox="1"/>
                  <p:nvPr/>
                </p:nvSpPr>
                <p:spPr>
                  <a:xfrm>
                    <a:off x="5388736" y="4892294"/>
                    <a:ext cx="22415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⋯</m:t>
                          </m:r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36" name="文本框 135">
                    <a:extLst>
                      <a:ext uri="{FF2B5EF4-FFF2-40B4-BE49-F238E27FC236}">
                        <a16:creationId xmlns:a16="http://schemas.microsoft.com/office/drawing/2014/main" id="{4DDF6FAD-3E94-4720-828B-98010AAF5B4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88736" y="4892294"/>
                    <a:ext cx="224152" cy="369332"/>
                  </a:xfrm>
                  <a:prstGeom prst="rect">
                    <a:avLst/>
                  </a:prstGeom>
                  <a:blipFill>
                    <a:blip r:embed="rId43"/>
                    <a:stretch>
                      <a:fillRect l="-2702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7" name="文本框 136">
                    <a:extLst>
                      <a:ext uri="{FF2B5EF4-FFF2-40B4-BE49-F238E27FC236}">
                        <a16:creationId xmlns:a16="http://schemas.microsoft.com/office/drawing/2014/main" id="{86815BC7-EF08-43AE-AEE6-ED6AEB91E9D1}"/>
                      </a:ext>
                    </a:extLst>
                  </p:cNvPr>
                  <p:cNvSpPr txBox="1"/>
                  <p:nvPr/>
                </p:nvSpPr>
                <p:spPr>
                  <a:xfrm>
                    <a:off x="1644603" y="5922184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𝐼𝑉</m:t>
                          </m:r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37" name="文本框 136">
                    <a:extLst>
                      <a:ext uri="{FF2B5EF4-FFF2-40B4-BE49-F238E27FC236}">
                        <a16:creationId xmlns:a16="http://schemas.microsoft.com/office/drawing/2014/main" id="{86815BC7-EF08-43AE-AEE6-ED6AEB91E9D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44603" y="5922184"/>
                    <a:ext cx="224152" cy="370294"/>
                  </a:xfrm>
                  <a:prstGeom prst="rect">
                    <a:avLst/>
                  </a:prstGeom>
                  <a:blipFill>
                    <a:blip r:embed="rId44"/>
                    <a:stretch>
                      <a:fillRect l="-54054" r="-2162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9" name="文本框 138">
                    <a:extLst>
                      <a:ext uri="{FF2B5EF4-FFF2-40B4-BE49-F238E27FC236}">
                        <a16:creationId xmlns:a16="http://schemas.microsoft.com/office/drawing/2014/main" id="{997345BF-9A1A-40DB-8C36-F5773C55F2F8}"/>
                      </a:ext>
                    </a:extLst>
                  </p:cNvPr>
                  <p:cNvSpPr txBox="1"/>
                  <p:nvPr/>
                </p:nvSpPr>
                <p:spPr>
                  <a:xfrm>
                    <a:off x="5780467" y="5922184"/>
                    <a:ext cx="613653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𝑁</m:t>
                              </m:r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39" name="文本框 138">
                    <a:extLst>
                      <a:ext uri="{FF2B5EF4-FFF2-40B4-BE49-F238E27FC236}">
                        <a16:creationId xmlns:a16="http://schemas.microsoft.com/office/drawing/2014/main" id="{997345BF-9A1A-40DB-8C36-F5773C55F2F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80467" y="5922184"/>
                    <a:ext cx="613653" cy="370294"/>
                  </a:xfrm>
                  <a:prstGeom prst="rect">
                    <a:avLst/>
                  </a:prstGeom>
                  <a:blipFill>
                    <a:blip r:embed="rId45"/>
                    <a:stretch>
                      <a:fillRect l="-8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40" name="直接箭头连接符 139">
                <a:extLst>
                  <a:ext uri="{FF2B5EF4-FFF2-40B4-BE49-F238E27FC236}">
                    <a16:creationId xmlns:a16="http://schemas.microsoft.com/office/drawing/2014/main" id="{3FD45BDB-1E43-4058-840B-DF3F6275E86A}"/>
                  </a:ext>
                </a:extLst>
              </p:cNvPr>
              <p:cNvCxnSpPr>
                <a:cxnSpLocks/>
                <a:stCxn id="139" idx="3"/>
                <a:endCxn id="152" idx="2"/>
              </p:cNvCxnSpPr>
              <p:nvPr/>
            </p:nvCxnSpPr>
            <p:spPr>
              <a:xfrm>
                <a:off x="6394120" y="6107331"/>
                <a:ext cx="443820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直接箭头连接符 140">
                <a:extLst>
                  <a:ext uri="{FF2B5EF4-FFF2-40B4-BE49-F238E27FC236}">
                    <a16:creationId xmlns:a16="http://schemas.microsoft.com/office/drawing/2014/main" id="{F9D5E996-1333-48AF-B046-46423DF7691F}"/>
                  </a:ext>
                </a:extLst>
              </p:cNvPr>
              <p:cNvCxnSpPr>
                <a:cxnSpLocks/>
                <a:stCxn id="117" idx="2"/>
                <a:endCxn id="155" idx="0"/>
              </p:cNvCxnSpPr>
              <p:nvPr/>
            </p:nvCxnSpPr>
            <p:spPr>
              <a:xfrm flipH="1">
                <a:off x="4397643" y="5527810"/>
                <a:ext cx="4560" cy="37429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直接箭头连接符 143">
                <a:extLst>
                  <a:ext uri="{FF2B5EF4-FFF2-40B4-BE49-F238E27FC236}">
                    <a16:creationId xmlns:a16="http://schemas.microsoft.com/office/drawing/2014/main" id="{14B8A038-52CC-49C3-9ADF-40E142C49035}"/>
                  </a:ext>
                </a:extLst>
              </p:cNvPr>
              <p:cNvCxnSpPr>
                <a:cxnSpLocks/>
                <a:stCxn id="127" idx="2"/>
                <a:endCxn id="152" idx="0"/>
              </p:cNvCxnSpPr>
              <p:nvPr/>
            </p:nvCxnSpPr>
            <p:spPr>
              <a:xfrm flipH="1">
                <a:off x="7043167" y="5527810"/>
                <a:ext cx="4560" cy="37429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直接箭头连接符 144">
                <a:extLst>
                  <a:ext uri="{FF2B5EF4-FFF2-40B4-BE49-F238E27FC236}">
                    <a16:creationId xmlns:a16="http://schemas.microsoft.com/office/drawing/2014/main" id="{ADBED143-F773-4B77-BBF8-3169A444C7DC}"/>
                  </a:ext>
                </a:extLst>
              </p:cNvPr>
              <p:cNvCxnSpPr>
                <a:cxnSpLocks/>
                <a:stCxn id="137" idx="3"/>
                <a:endCxn id="158" idx="2"/>
              </p:cNvCxnSpPr>
              <p:nvPr/>
            </p:nvCxnSpPr>
            <p:spPr>
              <a:xfrm>
                <a:off x="1868755" y="6107331"/>
                <a:ext cx="454340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直接箭头连接符 145">
                <a:extLst>
                  <a:ext uri="{FF2B5EF4-FFF2-40B4-BE49-F238E27FC236}">
                    <a16:creationId xmlns:a16="http://schemas.microsoft.com/office/drawing/2014/main" id="{770561E2-445A-431D-8203-F18179C46731}"/>
                  </a:ext>
                </a:extLst>
              </p:cNvPr>
              <p:cNvCxnSpPr>
                <a:cxnSpLocks/>
                <a:stCxn id="158" idx="4"/>
                <a:endCxn id="111" idx="0"/>
              </p:cNvCxnSpPr>
              <p:nvPr/>
            </p:nvCxnSpPr>
            <p:spPr>
              <a:xfrm flipH="1">
                <a:off x="2528321" y="6312558"/>
                <a:ext cx="1" cy="40822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直接箭头连接符 146">
                <a:extLst>
                  <a:ext uri="{FF2B5EF4-FFF2-40B4-BE49-F238E27FC236}">
                    <a16:creationId xmlns:a16="http://schemas.microsoft.com/office/drawing/2014/main" id="{88EFCCB9-4E85-432A-BB16-61DBB156FFBC}"/>
                  </a:ext>
                </a:extLst>
              </p:cNvPr>
              <p:cNvCxnSpPr>
                <a:cxnSpLocks/>
                <a:stCxn id="155" idx="4"/>
                <a:endCxn id="120" idx="0"/>
              </p:cNvCxnSpPr>
              <p:nvPr/>
            </p:nvCxnSpPr>
            <p:spPr>
              <a:xfrm flipH="1">
                <a:off x="4397642" y="6312558"/>
                <a:ext cx="1" cy="40822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直接箭头连接符 147">
                <a:extLst>
                  <a:ext uri="{FF2B5EF4-FFF2-40B4-BE49-F238E27FC236}">
                    <a16:creationId xmlns:a16="http://schemas.microsoft.com/office/drawing/2014/main" id="{4657B231-1831-4314-BA8A-E97DB96D914F}"/>
                  </a:ext>
                </a:extLst>
              </p:cNvPr>
              <p:cNvCxnSpPr>
                <a:cxnSpLocks/>
                <a:stCxn id="152" idx="4"/>
                <a:endCxn id="130" idx="0"/>
              </p:cNvCxnSpPr>
              <p:nvPr/>
            </p:nvCxnSpPr>
            <p:spPr>
              <a:xfrm flipH="1">
                <a:off x="7043166" y="6312558"/>
                <a:ext cx="1" cy="40822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直接箭头连接符 148">
                <a:extLst>
                  <a:ext uri="{FF2B5EF4-FFF2-40B4-BE49-F238E27FC236}">
                    <a16:creationId xmlns:a16="http://schemas.microsoft.com/office/drawing/2014/main" id="{35509B9D-AD97-4E7E-BF90-E726E12B2734}"/>
                  </a:ext>
                </a:extLst>
              </p:cNvPr>
              <p:cNvCxnSpPr>
                <a:cxnSpLocks/>
                <a:stCxn id="113" idx="2"/>
                <a:endCxn id="106" idx="0"/>
              </p:cNvCxnSpPr>
              <p:nvPr/>
            </p:nvCxnSpPr>
            <p:spPr>
              <a:xfrm>
                <a:off x="2528321" y="4215450"/>
                <a:ext cx="4561" cy="41066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直接箭头连接符 149">
                <a:extLst>
                  <a:ext uri="{FF2B5EF4-FFF2-40B4-BE49-F238E27FC236}">
                    <a16:creationId xmlns:a16="http://schemas.microsoft.com/office/drawing/2014/main" id="{BC9896EE-EAF0-4F64-9CB9-2FE8F61A5750}"/>
                  </a:ext>
                </a:extLst>
              </p:cNvPr>
              <p:cNvCxnSpPr>
                <a:cxnSpLocks/>
                <a:stCxn id="121" idx="2"/>
                <a:endCxn id="117" idx="0"/>
              </p:cNvCxnSpPr>
              <p:nvPr/>
            </p:nvCxnSpPr>
            <p:spPr>
              <a:xfrm>
                <a:off x="4397642" y="4215450"/>
                <a:ext cx="4561" cy="41066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直接箭头连接符 150">
                <a:extLst>
                  <a:ext uri="{FF2B5EF4-FFF2-40B4-BE49-F238E27FC236}">
                    <a16:creationId xmlns:a16="http://schemas.microsoft.com/office/drawing/2014/main" id="{E1E24497-508F-40A5-8BF5-2410E7B43F85}"/>
                  </a:ext>
                </a:extLst>
              </p:cNvPr>
              <p:cNvCxnSpPr>
                <a:cxnSpLocks/>
                <a:stCxn id="131" idx="2"/>
                <a:endCxn id="127" idx="0"/>
              </p:cNvCxnSpPr>
              <p:nvPr/>
            </p:nvCxnSpPr>
            <p:spPr>
              <a:xfrm>
                <a:off x="7043166" y="4215450"/>
                <a:ext cx="4561" cy="41066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6112193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组合 182">
            <a:extLst>
              <a:ext uri="{FF2B5EF4-FFF2-40B4-BE49-F238E27FC236}">
                <a16:creationId xmlns:a16="http://schemas.microsoft.com/office/drawing/2014/main" id="{4F2D459C-B50C-4E0A-ACE4-241CDC4935A9}"/>
              </a:ext>
            </a:extLst>
          </p:cNvPr>
          <p:cNvGrpSpPr/>
          <p:nvPr/>
        </p:nvGrpSpPr>
        <p:grpSpPr>
          <a:xfrm>
            <a:off x="1683756" y="15833"/>
            <a:ext cx="6439189" cy="6494875"/>
            <a:chOff x="1683756" y="15833"/>
            <a:chExt cx="6439189" cy="6494875"/>
          </a:xfrm>
        </p:grpSpPr>
        <p:grpSp>
          <p:nvGrpSpPr>
            <p:cNvPr id="182" name="组合 181">
              <a:extLst>
                <a:ext uri="{FF2B5EF4-FFF2-40B4-BE49-F238E27FC236}">
                  <a16:creationId xmlns:a16="http://schemas.microsoft.com/office/drawing/2014/main" id="{B22349DF-9BB0-4D4C-BE20-154C26CC64D1}"/>
                </a:ext>
              </a:extLst>
            </p:cNvPr>
            <p:cNvGrpSpPr/>
            <p:nvPr/>
          </p:nvGrpSpPr>
          <p:grpSpPr>
            <a:xfrm>
              <a:off x="1683756" y="3265271"/>
              <a:ext cx="6439189" cy="3245437"/>
              <a:chOff x="1683756" y="3265271"/>
              <a:chExt cx="6439189" cy="3245437"/>
            </a:xfrm>
          </p:grpSpPr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302EE725-1279-4FCF-B08A-0C1CB9C5FFE5}"/>
                  </a:ext>
                </a:extLst>
              </p:cNvPr>
              <p:cNvSpPr/>
              <p:nvPr/>
            </p:nvSpPr>
            <p:spPr>
              <a:xfrm>
                <a:off x="2155558" y="4045744"/>
                <a:ext cx="1198121" cy="90170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AES</a:t>
                </a:r>
              </a:p>
              <a:p>
                <a:pPr algn="ctr"/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解密</a:t>
                </a:r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0654A9CD-AF81-402D-9829-EC4268BB5D82}"/>
                  </a:ext>
                </a:extLst>
              </p:cNvPr>
              <p:cNvGrpSpPr/>
              <p:nvPr/>
            </p:nvGrpSpPr>
            <p:grpSpPr>
              <a:xfrm>
                <a:off x="2544832" y="5321739"/>
                <a:ext cx="410453" cy="410453"/>
                <a:chOff x="2440697" y="1704484"/>
                <a:chExt cx="445378" cy="445378"/>
              </a:xfrm>
            </p:grpSpPr>
            <p:sp>
              <p:nvSpPr>
                <p:cNvPr id="44" name="椭圆 43">
                  <a:extLst>
                    <a:ext uri="{FF2B5EF4-FFF2-40B4-BE49-F238E27FC236}">
                      <a16:creationId xmlns:a16="http://schemas.microsoft.com/office/drawing/2014/main" id="{AD7654F3-7058-4EA8-BE33-546A48446A6D}"/>
                    </a:ext>
                  </a:extLst>
                </p:cNvPr>
                <p:cNvSpPr/>
                <p:nvPr/>
              </p:nvSpPr>
              <p:spPr>
                <a:xfrm>
                  <a:off x="2440697" y="1704484"/>
                  <a:ext cx="445378" cy="445378"/>
                </a:xfrm>
                <a:prstGeom prst="ellipse">
                  <a:avLst/>
                </a:prstGeom>
                <a:noFill/>
                <a:ln w="25400">
                  <a:solidFill>
                    <a:srgbClr val="D7451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45" name="直接连接符 44">
                  <a:extLst>
                    <a:ext uri="{FF2B5EF4-FFF2-40B4-BE49-F238E27FC236}">
                      <a16:creationId xmlns:a16="http://schemas.microsoft.com/office/drawing/2014/main" id="{B3A2EA4C-BE54-4252-9B77-FE05D568E1C8}"/>
                    </a:ext>
                  </a:extLst>
                </p:cNvPr>
                <p:cNvCxnSpPr>
                  <a:cxnSpLocks/>
                  <a:stCxn id="44" idx="6"/>
                  <a:endCxn id="44" idx="2"/>
                </p:cNvCxnSpPr>
                <p:nvPr/>
              </p:nvCxnSpPr>
              <p:spPr>
                <a:xfrm flipH="1">
                  <a:off x="2440697" y="1927173"/>
                  <a:ext cx="445378" cy="0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直接连接符 45">
                  <a:extLst>
                    <a:ext uri="{FF2B5EF4-FFF2-40B4-BE49-F238E27FC236}">
                      <a16:creationId xmlns:a16="http://schemas.microsoft.com/office/drawing/2014/main" id="{E385D837-C44D-4E87-A6B7-03961CD54B6E}"/>
                    </a:ext>
                  </a:extLst>
                </p:cNvPr>
                <p:cNvCxnSpPr>
                  <a:cxnSpLocks/>
                  <a:stCxn id="44" idx="4"/>
                  <a:endCxn id="44" idx="0"/>
                </p:cNvCxnSpPr>
                <p:nvPr/>
              </p:nvCxnSpPr>
              <p:spPr>
                <a:xfrm flipV="1">
                  <a:off x="2663386" y="1704484"/>
                  <a:ext cx="0" cy="445378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" name="直接箭头连接符 6">
                <a:extLst>
                  <a:ext uri="{FF2B5EF4-FFF2-40B4-BE49-F238E27FC236}">
                    <a16:creationId xmlns:a16="http://schemas.microsoft.com/office/drawing/2014/main" id="{304031F4-736F-44D7-80AD-E6EC961CC438}"/>
                  </a:ext>
                </a:extLst>
              </p:cNvPr>
              <p:cNvCxnSpPr>
                <a:cxnSpLocks/>
                <a:stCxn id="5" idx="2"/>
                <a:endCxn id="44" idx="0"/>
              </p:cNvCxnSpPr>
              <p:nvPr/>
            </p:nvCxnSpPr>
            <p:spPr>
              <a:xfrm flipH="1">
                <a:off x="2750059" y="4947444"/>
                <a:ext cx="4560" cy="37429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文本框 7">
                    <a:extLst>
                      <a:ext uri="{FF2B5EF4-FFF2-40B4-BE49-F238E27FC236}">
                        <a16:creationId xmlns:a16="http://schemas.microsoft.com/office/drawing/2014/main" id="{39AA2002-C89C-4D22-AF00-A47513CB0054}"/>
                      </a:ext>
                    </a:extLst>
                  </p:cNvPr>
                  <p:cNvSpPr txBox="1"/>
                  <p:nvPr/>
                </p:nvSpPr>
                <p:spPr>
                  <a:xfrm>
                    <a:off x="2443231" y="6140414"/>
                    <a:ext cx="613653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8" name="文本框 7">
                    <a:extLst>
                      <a:ext uri="{FF2B5EF4-FFF2-40B4-BE49-F238E27FC236}">
                        <a16:creationId xmlns:a16="http://schemas.microsoft.com/office/drawing/2014/main" id="{39AA2002-C89C-4D22-AF00-A47513CB005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43231" y="6140414"/>
                    <a:ext cx="613653" cy="370294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b="-163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0D209B2-6A12-4388-8E68-0339CEA24C65}"/>
                  </a:ext>
                </a:extLst>
              </p:cNvPr>
              <p:cNvSpPr txBox="1"/>
              <p:nvPr/>
            </p:nvSpPr>
            <p:spPr>
              <a:xfrm>
                <a:off x="2045716" y="3265271"/>
                <a:ext cx="1408684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Counter</a:t>
                </a:r>
              </a:p>
            </p:txBody>
          </p:sp>
          <p:cxnSp>
            <p:nvCxnSpPr>
              <p:cNvPr id="10" name="直接箭头连接符 9">
                <a:extLst>
                  <a:ext uri="{FF2B5EF4-FFF2-40B4-BE49-F238E27FC236}">
                    <a16:creationId xmlns:a16="http://schemas.microsoft.com/office/drawing/2014/main" id="{BD857AE6-C635-4B20-9736-F1AB82129D01}"/>
                  </a:ext>
                </a:extLst>
              </p:cNvPr>
              <p:cNvCxnSpPr>
                <a:cxnSpLocks/>
                <a:stCxn id="11" idx="3"/>
                <a:endCxn id="5" idx="1"/>
              </p:cNvCxnSpPr>
              <p:nvPr/>
            </p:nvCxnSpPr>
            <p:spPr>
              <a:xfrm>
                <a:off x="1907908" y="4496594"/>
                <a:ext cx="24765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文本框 10">
                    <a:extLst>
                      <a:ext uri="{FF2B5EF4-FFF2-40B4-BE49-F238E27FC236}">
                        <a16:creationId xmlns:a16="http://schemas.microsoft.com/office/drawing/2014/main" id="{499FC149-FA2F-47EE-8B53-9E0A527D84B0}"/>
                      </a:ext>
                    </a:extLst>
                  </p:cNvPr>
                  <p:cNvSpPr txBox="1"/>
                  <p:nvPr/>
                </p:nvSpPr>
                <p:spPr>
                  <a:xfrm>
                    <a:off x="1683756" y="4311447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𝐾</m:t>
                          </m:r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1" name="文本框 10">
                    <a:extLst>
                      <a:ext uri="{FF2B5EF4-FFF2-40B4-BE49-F238E27FC236}">
                        <a16:creationId xmlns:a16="http://schemas.microsoft.com/office/drawing/2014/main" id="{499FC149-FA2F-47EE-8B53-9E0A527D84B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83756" y="4311447"/>
                    <a:ext cx="224152" cy="37029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37838" r="-810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B16C322D-1A50-4F6E-A52A-5C09EC31D8AA}"/>
                  </a:ext>
                </a:extLst>
              </p:cNvPr>
              <p:cNvSpPr/>
              <p:nvPr/>
            </p:nvSpPr>
            <p:spPr>
              <a:xfrm>
                <a:off x="4024879" y="4045744"/>
                <a:ext cx="1198121" cy="90170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AES</a:t>
                </a:r>
              </a:p>
              <a:p>
                <a:pPr algn="ctr"/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解密</a:t>
                </a:r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3" name="组合 12">
                <a:extLst>
                  <a:ext uri="{FF2B5EF4-FFF2-40B4-BE49-F238E27FC236}">
                    <a16:creationId xmlns:a16="http://schemas.microsoft.com/office/drawing/2014/main" id="{89195E7E-DBD9-4F10-853A-7F456D22BAAA}"/>
                  </a:ext>
                </a:extLst>
              </p:cNvPr>
              <p:cNvGrpSpPr/>
              <p:nvPr/>
            </p:nvGrpSpPr>
            <p:grpSpPr>
              <a:xfrm>
                <a:off x="4414153" y="5321739"/>
                <a:ext cx="410453" cy="410453"/>
                <a:chOff x="2440697" y="1704484"/>
                <a:chExt cx="445378" cy="445378"/>
              </a:xfrm>
            </p:grpSpPr>
            <p:sp>
              <p:nvSpPr>
                <p:cNvPr id="41" name="椭圆 40">
                  <a:extLst>
                    <a:ext uri="{FF2B5EF4-FFF2-40B4-BE49-F238E27FC236}">
                      <a16:creationId xmlns:a16="http://schemas.microsoft.com/office/drawing/2014/main" id="{DDD37B90-1128-4E6A-84EF-3A8EEA0E5A2F}"/>
                    </a:ext>
                  </a:extLst>
                </p:cNvPr>
                <p:cNvSpPr/>
                <p:nvPr/>
              </p:nvSpPr>
              <p:spPr>
                <a:xfrm>
                  <a:off x="2440697" y="1704484"/>
                  <a:ext cx="445378" cy="445378"/>
                </a:xfrm>
                <a:prstGeom prst="ellipse">
                  <a:avLst/>
                </a:prstGeom>
                <a:noFill/>
                <a:ln w="25400">
                  <a:solidFill>
                    <a:srgbClr val="D7451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42" name="直接连接符 41">
                  <a:extLst>
                    <a:ext uri="{FF2B5EF4-FFF2-40B4-BE49-F238E27FC236}">
                      <a16:creationId xmlns:a16="http://schemas.microsoft.com/office/drawing/2014/main" id="{D83E13AB-EF90-4812-90BF-BDDFF771A011}"/>
                    </a:ext>
                  </a:extLst>
                </p:cNvPr>
                <p:cNvCxnSpPr>
                  <a:cxnSpLocks/>
                  <a:stCxn id="41" idx="6"/>
                  <a:endCxn id="41" idx="2"/>
                </p:cNvCxnSpPr>
                <p:nvPr/>
              </p:nvCxnSpPr>
              <p:spPr>
                <a:xfrm flipH="1">
                  <a:off x="2440697" y="1927173"/>
                  <a:ext cx="445378" cy="0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直接连接符 42">
                  <a:extLst>
                    <a:ext uri="{FF2B5EF4-FFF2-40B4-BE49-F238E27FC236}">
                      <a16:creationId xmlns:a16="http://schemas.microsoft.com/office/drawing/2014/main" id="{453A7CCD-E25E-4407-BD10-108F48B0B0B2}"/>
                    </a:ext>
                  </a:extLst>
                </p:cNvPr>
                <p:cNvCxnSpPr>
                  <a:cxnSpLocks/>
                  <a:stCxn id="41" idx="4"/>
                  <a:endCxn id="41" idx="0"/>
                </p:cNvCxnSpPr>
                <p:nvPr/>
              </p:nvCxnSpPr>
              <p:spPr>
                <a:xfrm flipV="1">
                  <a:off x="2663386" y="1704484"/>
                  <a:ext cx="0" cy="445378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C50E7F23-0F22-4A9E-B1AD-4371E8AA1247}"/>
                      </a:ext>
                    </a:extLst>
                  </p:cNvPr>
                  <p:cNvSpPr txBox="1"/>
                  <p:nvPr/>
                </p:nvSpPr>
                <p:spPr>
                  <a:xfrm>
                    <a:off x="4312552" y="6140414"/>
                    <a:ext cx="613653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C50E7F23-0F22-4A9E-B1AD-4371E8AA12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12552" y="6140414"/>
                    <a:ext cx="613653" cy="37029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163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1832B24-D472-4D9E-8C82-D848C6A57870}"/>
                  </a:ext>
                </a:extLst>
              </p:cNvPr>
              <p:cNvSpPr txBox="1"/>
              <p:nvPr/>
            </p:nvSpPr>
            <p:spPr>
              <a:xfrm>
                <a:off x="3721719" y="3265272"/>
                <a:ext cx="1795320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Counter+1</a:t>
                </a:r>
              </a:p>
            </p:txBody>
          </p:sp>
          <p:cxnSp>
            <p:nvCxnSpPr>
              <p:cNvPr id="16" name="直接箭头连接符 15">
                <a:extLst>
                  <a:ext uri="{FF2B5EF4-FFF2-40B4-BE49-F238E27FC236}">
                    <a16:creationId xmlns:a16="http://schemas.microsoft.com/office/drawing/2014/main" id="{43F16689-F787-4074-9C64-7C415DC6A96E}"/>
                  </a:ext>
                </a:extLst>
              </p:cNvPr>
              <p:cNvCxnSpPr>
                <a:cxnSpLocks/>
                <a:stCxn id="17" idx="3"/>
                <a:endCxn id="12" idx="1"/>
              </p:cNvCxnSpPr>
              <p:nvPr/>
            </p:nvCxnSpPr>
            <p:spPr>
              <a:xfrm>
                <a:off x="3777229" y="4496594"/>
                <a:ext cx="24765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文本框 16">
                    <a:extLst>
                      <a:ext uri="{FF2B5EF4-FFF2-40B4-BE49-F238E27FC236}">
                        <a16:creationId xmlns:a16="http://schemas.microsoft.com/office/drawing/2014/main" id="{A16495C1-9449-4F86-95F7-EF75E256E4E5}"/>
                      </a:ext>
                    </a:extLst>
                  </p:cNvPr>
                  <p:cNvSpPr txBox="1"/>
                  <p:nvPr/>
                </p:nvSpPr>
                <p:spPr>
                  <a:xfrm>
                    <a:off x="3553077" y="4311447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𝐾</m:t>
                          </m:r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7" name="文本框 16">
                    <a:extLst>
                      <a:ext uri="{FF2B5EF4-FFF2-40B4-BE49-F238E27FC236}">
                        <a16:creationId xmlns:a16="http://schemas.microsoft.com/office/drawing/2014/main" id="{A16495C1-9449-4F86-95F7-EF75E256E4E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53077" y="4311447"/>
                    <a:ext cx="224152" cy="37029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40541" r="-5405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81EA763C-82AB-42F5-8868-82884EA5EA85}"/>
                  </a:ext>
                </a:extLst>
              </p:cNvPr>
              <p:cNvSpPr/>
              <p:nvPr/>
            </p:nvSpPr>
            <p:spPr>
              <a:xfrm>
                <a:off x="6670403" y="4045744"/>
                <a:ext cx="1198121" cy="90170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AES</a:t>
                </a:r>
              </a:p>
              <a:p>
                <a:pPr algn="ctr"/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解密</a:t>
                </a:r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AB72E8F2-9340-47FE-9C60-FE74B34A2199}"/>
                  </a:ext>
                </a:extLst>
              </p:cNvPr>
              <p:cNvGrpSpPr/>
              <p:nvPr/>
            </p:nvGrpSpPr>
            <p:grpSpPr>
              <a:xfrm>
                <a:off x="7059677" y="5321739"/>
                <a:ext cx="410453" cy="410453"/>
                <a:chOff x="2440697" y="1704484"/>
                <a:chExt cx="445378" cy="445378"/>
              </a:xfrm>
            </p:grpSpPr>
            <p:sp>
              <p:nvSpPr>
                <p:cNvPr id="38" name="椭圆 37">
                  <a:extLst>
                    <a:ext uri="{FF2B5EF4-FFF2-40B4-BE49-F238E27FC236}">
                      <a16:creationId xmlns:a16="http://schemas.microsoft.com/office/drawing/2014/main" id="{4B94A830-3E56-46F8-AA56-169649986BDB}"/>
                    </a:ext>
                  </a:extLst>
                </p:cNvPr>
                <p:cNvSpPr/>
                <p:nvPr/>
              </p:nvSpPr>
              <p:spPr>
                <a:xfrm>
                  <a:off x="2440697" y="1704484"/>
                  <a:ext cx="445378" cy="445378"/>
                </a:xfrm>
                <a:prstGeom prst="ellipse">
                  <a:avLst/>
                </a:prstGeom>
                <a:noFill/>
                <a:ln w="25400">
                  <a:solidFill>
                    <a:srgbClr val="D7451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39" name="直接连接符 38">
                  <a:extLst>
                    <a:ext uri="{FF2B5EF4-FFF2-40B4-BE49-F238E27FC236}">
                      <a16:creationId xmlns:a16="http://schemas.microsoft.com/office/drawing/2014/main" id="{5EB132FA-4173-4F12-A033-E30C6F46F4E0}"/>
                    </a:ext>
                  </a:extLst>
                </p:cNvPr>
                <p:cNvCxnSpPr>
                  <a:cxnSpLocks/>
                  <a:stCxn id="38" idx="6"/>
                  <a:endCxn id="38" idx="2"/>
                </p:cNvCxnSpPr>
                <p:nvPr/>
              </p:nvCxnSpPr>
              <p:spPr>
                <a:xfrm flipH="1">
                  <a:off x="2440697" y="1927173"/>
                  <a:ext cx="445378" cy="0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 39">
                  <a:extLst>
                    <a:ext uri="{FF2B5EF4-FFF2-40B4-BE49-F238E27FC236}">
                      <a16:creationId xmlns:a16="http://schemas.microsoft.com/office/drawing/2014/main" id="{136A5542-B144-43E0-9955-7B8CE7156573}"/>
                    </a:ext>
                  </a:extLst>
                </p:cNvPr>
                <p:cNvCxnSpPr>
                  <a:cxnSpLocks/>
                  <a:stCxn id="38" idx="4"/>
                  <a:endCxn id="38" idx="0"/>
                </p:cNvCxnSpPr>
                <p:nvPr/>
              </p:nvCxnSpPr>
              <p:spPr>
                <a:xfrm flipV="1">
                  <a:off x="2663386" y="1704484"/>
                  <a:ext cx="0" cy="445378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文本框 20">
                    <a:extLst>
                      <a:ext uri="{FF2B5EF4-FFF2-40B4-BE49-F238E27FC236}">
                        <a16:creationId xmlns:a16="http://schemas.microsoft.com/office/drawing/2014/main" id="{F02D2920-7133-49F4-AAAD-2093F6FDC25A}"/>
                      </a:ext>
                    </a:extLst>
                  </p:cNvPr>
                  <p:cNvSpPr txBox="1"/>
                  <p:nvPr/>
                </p:nvSpPr>
                <p:spPr>
                  <a:xfrm>
                    <a:off x="6958076" y="6140414"/>
                    <a:ext cx="613653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𝑁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21" name="文本框 20">
                    <a:extLst>
                      <a:ext uri="{FF2B5EF4-FFF2-40B4-BE49-F238E27FC236}">
                        <a16:creationId xmlns:a16="http://schemas.microsoft.com/office/drawing/2014/main" id="{F02D2920-7133-49F4-AAAD-2093F6FDC25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58076" y="6140414"/>
                    <a:ext cx="613653" cy="37029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163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00A61F1D-456D-4331-BDDB-00C28A44537C}"/>
                  </a:ext>
                </a:extLst>
              </p:cNvPr>
              <p:cNvSpPr txBox="1"/>
              <p:nvPr/>
            </p:nvSpPr>
            <p:spPr>
              <a:xfrm>
                <a:off x="6406861" y="3265272"/>
                <a:ext cx="1716084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Counter+N-1</a:t>
                </a:r>
              </a:p>
            </p:txBody>
          </p:sp>
          <p:cxnSp>
            <p:nvCxnSpPr>
              <p:cNvPr id="23" name="直接箭头连接符 22">
                <a:extLst>
                  <a:ext uri="{FF2B5EF4-FFF2-40B4-BE49-F238E27FC236}">
                    <a16:creationId xmlns:a16="http://schemas.microsoft.com/office/drawing/2014/main" id="{CBDC76BA-35D9-4A4E-9CD1-07E00E3860A2}"/>
                  </a:ext>
                </a:extLst>
              </p:cNvPr>
              <p:cNvCxnSpPr>
                <a:cxnSpLocks/>
                <a:stCxn id="24" idx="3"/>
                <a:endCxn id="19" idx="1"/>
              </p:cNvCxnSpPr>
              <p:nvPr/>
            </p:nvCxnSpPr>
            <p:spPr>
              <a:xfrm>
                <a:off x="6422753" y="4496594"/>
                <a:ext cx="24765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文本框 23">
                    <a:extLst>
                      <a:ext uri="{FF2B5EF4-FFF2-40B4-BE49-F238E27FC236}">
                        <a16:creationId xmlns:a16="http://schemas.microsoft.com/office/drawing/2014/main" id="{BA0B1CB6-FF95-4829-B76D-396792903470}"/>
                      </a:ext>
                    </a:extLst>
                  </p:cNvPr>
                  <p:cNvSpPr txBox="1"/>
                  <p:nvPr/>
                </p:nvSpPr>
                <p:spPr>
                  <a:xfrm>
                    <a:off x="6198601" y="4311447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𝐾</m:t>
                          </m:r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24" name="文本框 23">
                    <a:extLst>
                      <a:ext uri="{FF2B5EF4-FFF2-40B4-BE49-F238E27FC236}">
                        <a16:creationId xmlns:a16="http://schemas.microsoft.com/office/drawing/2014/main" id="{BA0B1CB6-FF95-4829-B76D-39679290347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98601" y="4311447"/>
                    <a:ext cx="224152" cy="37029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40541" r="-5405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文本框 24">
                    <a:extLst>
                      <a:ext uri="{FF2B5EF4-FFF2-40B4-BE49-F238E27FC236}">
                        <a16:creationId xmlns:a16="http://schemas.microsoft.com/office/drawing/2014/main" id="{FEB9C174-8E81-487C-BBD7-FAB8A56157F4}"/>
                      </a:ext>
                    </a:extLst>
                  </p:cNvPr>
                  <p:cNvSpPr txBox="1"/>
                  <p:nvPr/>
                </p:nvSpPr>
                <p:spPr>
                  <a:xfrm>
                    <a:off x="5610473" y="4311928"/>
                    <a:ext cx="22415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⋯</m:t>
                          </m:r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25" name="文本框 24">
                    <a:extLst>
                      <a:ext uri="{FF2B5EF4-FFF2-40B4-BE49-F238E27FC236}">
                        <a16:creationId xmlns:a16="http://schemas.microsoft.com/office/drawing/2014/main" id="{FEB9C174-8E81-487C-BBD7-FAB8A56157F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10473" y="4311928"/>
                    <a:ext cx="224152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2702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文本框 25">
                    <a:extLst>
                      <a:ext uri="{FF2B5EF4-FFF2-40B4-BE49-F238E27FC236}">
                        <a16:creationId xmlns:a16="http://schemas.microsoft.com/office/drawing/2014/main" id="{4AE1EB8C-5CF5-4E2A-8955-1DB150675FBA}"/>
                      </a:ext>
                    </a:extLst>
                  </p:cNvPr>
                  <p:cNvSpPr txBox="1"/>
                  <p:nvPr/>
                </p:nvSpPr>
                <p:spPr>
                  <a:xfrm>
                    <a:off x="1866340" y="5341818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26" name="文本框 25">
                    <a:extLst>
                      <a:ext uri="{FF2B5EF4-FFF2-40B4-BE49-F238E27FC236}">
                        <a16:creationId xmlns:a16="http://schemas.microsoft.com/office/drawing/2014/main" id="{4AE1EB8C-5CF5-4E2A-8955-1DB150675FB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66340" y="5341818"/>
                    <a:ext cx="224152" cy="37029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51351" r="-8108" b="-163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文本框 26">
                    <a:extLst>
                      <a:ext uri="{FF2B5EF4-FFF2-40B4-BE49-F238E27FC236}">
                        <a16:creationId xmlns:a16="http://schemas.microsoft.com/office/drawing/2014/main" id="{A49F436C-922C-44A0-8D91-688D2AD5086A}"/>
                      </a:ext>
                    </a:extLst>
                  </p:cNvPr>
                  <p:cNvSpPr txBox="1"/>
                  <p:nvPr/>
                </p:nvSpPr>
                <p:spPr>
                  <a:xfrm>
                    <a:off x="6205404" y="5341818"/>
                    <a:ext cx="410453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𝑁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27" name="文本框 26">
                    <a:extLst>
                      <a:ext uri="{FF2B5EF4-FFF2-40B4-BE49-F238E27FC236}">
                        <a16:creationId xmlns:a16="http://schemas.microsoft.com/office/drawing/2014/main" id="{A49F436C-922C-44A0-8D91-688D2AD5086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05404" y="5341818"/>
                    <a:ext cx="410453" cy="370294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163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8" name="直接箭头连接符 27">
                <a:extLst>
                  <a:ext uri="{FF2B5EF4-FFF2-40B4-BE49-F238E27FC236}">
                    <a16:creationId xmlns:a16="http://schemas.microsoft.com/office/drawing/2014/main" id="{08E9BB5B-A50E-460E-8900-D43B205FF34C}"/>
                  </a:ext>
                </a:extLst>
              </p:cNvPr>
              <p:cNvCxnSpPr>
                <a:cxnSpLocks/>
                <a:stCxn id="27" idx="3"/>
                <a:endCxn id="38" idx="2"/>
              </p:cNvCxnSpPr>
              <p:nvPr/>
            </p:nvCxnSpPr>
            <p:spPr>
              <a:xfrm>
                <a:off x="6615857" y="5526965"/>
                <a:ext cx="443820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箭头连接符 28">
                <a:extLst>
                  <a:ext uri="{FF2B5EF4-FFF2-40B4-BE49-F238E27FC236}">
                    <a16:creationId xmlns:a16="http://schemas.microsoft.com/office/drawing/2014/main" id="{A320238A-A5CB-4FCD-B344-3CCC48F49A55}"/>
                  </a:ext>
                </a:extLst>
              </p:cNvPr>
              <p:cNvCxnSpPr>
                <a:cxnSpLocks/>
                <a:stCxn id="12" idx="2"/>
                <a:endCxn id="41" idx="0"/>
              </p:cNvCxnSpPr>
              <p:nvPr/>
            </p:nvCxnSpPr>
            <p:spPr>
              <a:xfrm flipH="1">
                <a:off x="4619380" y="4947444"/>
                <a:ext cx="4560" cy="37429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箭头连接符 29">
                <a:extLst>
                  <a:ext uri="{FF2B5EF4-FFF2-40B4-BE49-F238E27FC236}">
                    <a16:creationId xmlns:a16="http://schemas.microsoft.com/office/drawing/2014/main" id="{FF6B4111-7985-4D0C-BE81-C80899F80635}"/>
                  </a:ext>
                </a:extLst>
              </p:cNvPr>
              <p:cNvCxnSpPr>
                <a:cxnSpLocks/>
                <a:stCxn id="19" idx="2"/>
                <a:endCxn id="38" idx="0"/>
              </p:cNvCxnSpPr>
              <p:nvPr/>
            </p:nvCxnSpPr>
            <p:spPr>
              <a:xfrm flipH="1">
                <a:off x="7264904" y="4947444"/>
                <a:ext cx="4560" cy="37429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箭头连接符 30">
                <a:extLst>
                  <a:ext uri="{FF2B5EF4-FFF2-40B4-BE49-F238E27FC236}">
                    <a16:creationId xmlns:a16="http://schemas.microsoft.com/office/drawing/2014/main" id="{F7154436-9520-4D97-8342-FBAD59E1AE9B}"/>
                  </a:ext>
                </a:extLst>
              </p:cNvPr>
              <p:cNvCxnSpPr>
                <a:cxnSpLocks/>
                <a:stCxn id="26" idx="3"/>
                <a:endCxn id="44" idx="2"/>
              </p:cNvCxnSpPr>
              <p:nvPr/>
            </p:nvCxnSpPr>
            <p:spPr>
              <a:xfrm>
                <a:off x="2090492" y="5526965"/>
                <a:ext cx="454340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箭头连接符 31">
                <a:extLst>
                  <a:ext uri="{FF2B5EF4-FFF2-40B4-BE49-F238E27FC236}">
                    <a16:creationId xmlns:a16="http://schemas.microsoft.com/office/drawing/2014/main" id="{D07E17E8-9E0A-47DD-BEBE-5E7A7D4DC3A7}"/>
                  </a:ext>
                </a:extLst>
              </p:cNvPr>
              <p:cNvCxnSpPr>
                <a:cxnSpLocks/>
                <a:stCxn id="44" idx="4"/>
                <a:endCxn id="8" idx="0"/>
              </p:cNvCxnSpPr>
              <p:nvPr/>
            </p:nvCxnSpPr>
            <p:spPr>
              <a:xfrm flipH="1">
                <a:off x="2750058" y="5732192"/>
                <a:ext cx="1" cy="40822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箭头连接符 32">
                <a:extLst>
                  <a:ext uri="{FF2B5EF4-FFF2-40B4-BE49-F238E27FC236}">
                    <a16:creationId xmlns:a16="http://schemas.microsoft.com/office/drawing/2014/main" id="{BD7A4C66-1530-4B54-9AB5-82D65027402B}"/>
                  </a:ext>
                </a:extLst>
              </p:cNvPr>
              <p:cNvCxnSpPr>
                <a:cxnSpLocks/>
                <a:stCxn id="41" idx="4"/>
                <a:endCxn id="14" idx="0"/>
              </p:cNvCxnSpPr>
              <p:nvPr/>
            </p:nvCxnSpPr>
            <p:spPr>
              <a:xfrm flipH="1">
                <a:off x="4619379" y="5732192"/>
                <a:ext cx="1" cy="40822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箭头连接符 33">
                <a:extLst>
                  <a:ext uri="{FF2B5EF4-FFF2-40B4-BE49-F238E27FC236}">
                    <a16:creationId xmlns:a16="http://schemas.microsoft.com/office/drawing/2014/main" id="{AE6DA35E-D5BF-452D-B5D2-F9CA5DB0DFE7}"/>
                  </a:ext>
                </a:extLst>
              </p:cNvPr>
              <p:cNvCxnSpPr>
                <a:cxnSpLocks/>
                <a:stCxn id="38" idx="4"/>
                <a:endCxn id="21" idx="0"/>
              </p:cNvCxnSpPr>
              <p:nvPr/>
            </p:nvCxnSpPr>
            <p:spPr>
              <a:xfrm flipH="1">
                <a:off x="7264903" y="5732192"/>
                <a:ext cx="1" cy="40822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箭头连接符 34">
                <a:extLst>
                  <a:ext uri="{FF2B5EF4-FFF2-40B4-BE49-F238E27FC236}">
                    <a16:creationId xmlns:a16="http://schemas.microsoft.com/office/drawing/2014/main" id="{2B73A181-64B3-4CA0-AC1C-FAF04135D6A4}"/>
                  </a:ext>
                </a:extLst>
              </p:cNvPr>
              <p:cNvCxnSpPr>
                <a:cxnSpLocks/>
                <a:stCxn id="9" idx="2"/>
                <a:endCxn id="5" idx="0"/>
              </p:cNvCxnSpPr>
              <p:nvPr/>
            </p:nvCxnSpPr>
            <p:spPr>
              <a:xfrm>
                <a:off x="2750058" y="3634603"/>
                <a:ext cx="4561" cy="41114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箭头连接符 35">
                <a:extLst>
                  <a:ext uri="{FF2B5EF4-FFF2-40B4-BE49-F238E27FC236}">
                    <a16:creationId xmlns:a16="http://schemas.microsoft.com/office/drawing/2014/main" id="{2C7FDCCC-29DC-4905-AA95-8EC2F47BE2BA}"/>
                  </a:ext>
                </a:extLst>
              </p:cNvPr>
              <p:cNvCxnSpPr>
                <a:cxnSpLocks/>
                <a:stCxn id="15" idx="2"/>
                <a:endCxn id="12" idx="0"/>
              </p:cNvCxnSpPr>
              <p:nvPr/>
            </p:nvCxnSpPr>
            <p:spPr>
              <a:xfrm>
                <a:off x="4619379" y="3634604"/>
                <a:ext cx="4561" cy="41114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箭头连接符 36">
                <a:extLst>
                  <a:ext uri="{FF2B5EF4-FFF2-40B4-BE49-F238E27FC236}">
                    <a16:creationId xmlns:a16="http://schemas.microsoft.com/office/drawing/2014/main" id="{31EAF8A1-8963-4C70-831C-86941255195E}"/>
                  </a:ext>
                </a:extLst>
              </p:cNvPr>
              <p:cNvCxnSpPr>
                <a:cxnSpLocks/>
                <a:stCxn id="22" idx="2"/>
                <a:endCxn id="19" idx="0"/>
              </p:cNvCxnSpPr>
              <p:nvPr/>
            </p:nvCxnSpPr>
            <p:spPr>
              <a:xfrm>
                <a:off x="7264903" y="3634604"/>
                <a:ext cx="4561" cy="41114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1" name="文本框 130">
                    <a:extLst>
                      <a:ext uri="{FF2B5EF4-FFF2-40B4-BE49-F238E27FC236}">
                        <a16:creationId xmlns:a16="http://schemas.microsoft.com/office/drawing/2014/main" id="{8516A4E9-D1C5-47D2-962B-7056FE3F1D5D}"/>
                      </a:ext>
                    </a:extLst>
                  </p:cNvPr>
                  <p:cNvSpPr txBox="1"/>
                  <p:nvPr/>
                </p:nvSpPr>
                <p:spPr>
                  <a:xfrm>
                    <a:off x="3743518" y="5341818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31" name="文本框 130">
                    <a:extLst>
                      <a:ext uri="{FF2B5EF4-FFF2-40B4-BE49-F238E27FC236}">
                        <a16:creationId xmlns:a16="http://schemas.microsoft.com/office/drawing/2014/main" id="{8516A4E9-D1C5-47D2-962B-7056FE3F1D5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43518" y="5341818"/>
                    <a:ext cx="224152" cy="370294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51351" r="-10811" b="-163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32" name="直接箭头连接符 131">
                <a:extLst>
                  <a:ext uri="{FF2B5EF4-FFF2-40B4-BE49-F238E27FC236}">
                    <a16:creationId xmlns:a16="http://schemas.microsoft.com/office/drawing/2014/main" id="{DB60010A-439C-4511-A2E7-C6F7E6383540}"/>
                  </a:ext>
                </a:extLst>
              </p:cNvPr>
              <p:cNvCxnSpPr>
                <a:cxnSpLocks/>
                <a:stCxn id="131" idx="3"/>
              </p:cNvCxnSpPr>
              <p:nvPr/>
            </p:nvCxnSpPr>
            <p:spPr>
              <a:xfrm>
                <a:off x="3967670" y="5526965"/>
                <a:ext cx="454340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1" name="组合 180">
              <a:extLst>
                <a:ext uri="{FF2B5EF4-FFF2-40B4-BE49-F238E27FC236}">
                  <a16:creationId xmlns:a16="http://schemas.microsoft.com/office/drawing/2014/main" id="{AA051098-ED4C-4EBA-9953-F6F422BC70A8}"/>
                </a:ext>
              </a:extLst>
            </p:cNvPr>
            <p:cNvGrpSpPr/>
            <p:nvPr/>
          </p:nvGrpSpPr>
          <p:grpSpPr>
            <a:xfrm>
              <a:off x="1683756" y="15833"/>
              <a:ext cx="6439189" cy="3245437"/>
              <a:chOff x="1683756" y="15833"/>
              <a:chExt cx="6439189" cy="3245437"/>
            </a:xfrm>
          </p:grpSpPr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60E8A5C4-D268-4855-AAB5-D9B250ADEEF7}"/>
                  </a:ext>
                </a:extLst>
              </p:cNvPr>
              <p:cNvSpPr/>
              <p:nvPr/>
            </p:nvSpPr>
            <p:spPr>
              <a:xfrm>
                <a:off x="2155558" y="796306"/>
                <a:ext cx="1198121" cy="90170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AES</a:t>
                </a:r>
              </a:p>
              <a:p>
                <a:pPr algn="ctr"/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加密</a:t>
                </a:r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39" name="组合 138">
                <a:extLst>
                  <a:ext uri="{FF2B5EF4-FFF2-40B4-BE49-F238E27FC236}">
                    <a16:creationId xmlns:a16="http://schemas.microsoft.com/office/drawing/2014/main" id="{457B32E0-0952-4BBC-8307-23A88530F5A7}"/>
                  </a:ext>
                </a:extLst>
              </p:cNvPr>
              <p:cNvGrpSpPr/>
              <p:nvPr/>
            </p:nvGrpSpPr>
            <p:grpSpPr>
              <a:xfrm>
                <a:off x="2544832" y="2072301"/>
                <a:ext cx="410453" cy="410453"/>
                <a:chOff x="2440697" y="1704484"/>
                <a:chExt cx="445378" cy="445378"/>
              </a:xfrm>
            </p:grpSpPr>
            <p:sp>
              <p:nvSpPr>
                <p:cNvPr id="140" name="椭圆 139">
                  <a:extLst>
                    <a:ext uri="{FF2B5EF4-FFF2-40B4-BE49-F238E27FC236}">
                      <a16:creationId xmlns:a16="http://schemas.microsoft.com/office/drawing/2014/main" id="{3B3BA9DB-5D2B-4639-965E-7CEF42F0930C}"/>
                    </a:ext>
                  </a:extLst>
                </p:cNvPr>
                <p:cNvSpPr/>
                <p:nvPr/>
              </p:nvSpPr>
              <p:spPr>
                <a:xfrm>
                  <a:off x="2440697" y="1704484"/>
                  <a:ext cx="445378" cy="445378"/>
                </a:xfrm>
                <a:prstGeom prst="ellipse">
                  <a:avLst/>
                </a:prstGeom>
                <a:noFill/>
                <a:ln w="25400">
                  <a:solidFill>
                    <a:srgbClr val="D7451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41" name="直接连接符 140">
                  <a:extLst>
                    <a:ext uri="{FF2B5EF4-FFF2-40B4-BE49-F238E27FC236}">
                      <a16:creationId xmlns:a16="http://schemas.microsoft.com/office/drawing/2014/main" id="{0DF200B4-7496-48CB-A646-5CDA107AD80F}"/>
                    </a:ext>
                  </a:extLst>
                </p:cNvPr>
                <p:cNvCxnSpPr>
                  <a:cxnSpLocks/>
                  <a:stCxn id="140" idx="6"/>
                  <a:endCxn id="140" idx="2"/>
                </p:cNvCxnSpPr>
                <p:nvPr/>
              </p:nvCxnSpPr>
              <p:spPr>
                <a:xfrm flipH="1">
                  <a:off x="2440697" y="1927173"/>
                  <a:ext cx="445378" cy="0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直接连接符 141">
                  <a:extLst>
                    <a:ext uri="{FF2B5EF4-FFF2-40B4-BE49-F238E27FC236}">
                      <a16:creationId xmlns:a16="http://schemas.microsoft.com/office/drawing/2014/main" id="{47A1A13F-11EF-430E-B8BE-8B7026EE27B2}"/>
                    </a:ext>
                  </a:extLst>
                </p:cNvPr>
                <p:cNvCxnSpPr>
                  <a:cxnSpLocks/>
                  <a:stCxn id="140" idx="4"/>
                  <a:endCxn id="140" idx="0"/>
                </p:cNvCxnSpPr>
                <p:nvPr/>
              </p:nvCxnSpPr>
              <p:spPr>
                <a:xfrm flipV="1">
                  <a:off x="2663386" y="1704484"/>
                  <a:ext cx="0" cy="445378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3" name="直接箭头连接符 142">
                <a:extLst>
                  <a:ext uri="{FF2B5EF4-FFF2-40B4-BE49-F238E27FC236}">
                    <a16:creationId xmlns:a16="http://schemas.microsoft.com/office/drawing/2014/main" id="{6EAA7AC1-00FF-4867-9AA3-1BF422FD2E67}"/>
                  </a:ext>
                </a:extLst>
              </p:cNvPr>
              <p:cNvCxnSpPr>
                <a:cxnSpLocks/>
                <a:stCxn id="138" idx="2"/>
                <a:endCxn id="140" idx="0"/>
              </p:cNvCxnSpPr>
              <p:nvPr/>
            </p:nvCxnSpPr>
            <p:spPr>
              <a:xfrm flipH="1">
                <a:off x="2750059" y="1698006"/>
                <a:ext cx="4560" cy="37429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4" name="文本框 143">
                    <a:extLst>
                      <a:ext uri="{FF2B5EF4-FFF2-40B4-BE49-F238E27FC236}">
                        <a16:creationId xmlns:a16="http://schemas.microsoft.com/office/drawing/2014/main" id="{0005C0B7-13C5-42A5-A578-3A658CC8980C}"/>
                      </a:ext>
                    </a:extLst>
                  </p:cNvPr>
                  <p:cNvSpPr txBox="1"/>
                  <p:nvPr/>
                </p:nvSpPr>
                <p:spPr>
                  <a:xfrm>
                    <a:off x="2443231" y="2890976"/>
                    <a:ext cx="613653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44" name="文本框 143">
                    <a:extLst>
                      <a:ext uri="{FF2B5EF4-FFF2-40B4-BE49-F238E27FC236}">
                        <a16:creationId xmlns:a16="http://schemas.microsoft.com/office/drawing/2014/main" id="{0005C0B7-13C5-42A5-A578-3A658CC8980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43231" y="2890976"/>
                    <a:ext cx="613653" cy="370294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163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5" name="文本框 144">
                <a:extLst>
                  <a:ext uri="{FF2B5EF4-FFF2-40B4-BE49-F238E27FC236}">
                    <a16:creationId xmlns:a16="http://schemas.microsoft.com/office/drawing/2014/main" id="{4A4AF53A-BBE8-4DD1-A7CC-FC33C78511E6}"/>
                  </a:ext>
                </a:extLst>
              </p:cNvPr>
              <p:cNvSpPr txBox="1"/>
              <p:nvPr/>
            </p:nvSpPr>
            <p:spPr>
              <a:xfrm>
                <a:off x="2045716" y="15833"/>
                <a:ext cx="1408684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Counter</a:t>
                </a:r>
              </a:p>
            </p:txBody>
          </p:sp>
          <p:cxnSp>
            <p:nvCxnSpPr>
              <p:cNvPr id="146" name="直接箭头连接符 145">
                <a:extLst>
                  <a:ext uri="{FF2B5EF4-FFF2-40B4-BE49-F238E27FC236}">
                    <a16:creationId xmlns:a16="http://schemas.microsoft.com/office/drawing/2014/main" id="{7AEFB8F1-C405-431A-BE26-A258E55DF107}"/>
                  </a:ext>
                </a:extLst>
              </p:cNvPr>
              <p:cNvCxnSpPr>
                <a:cxnSpLocks/>
                <a:stCxn id="147" idx="3"/>
                <a:endCxn id="138" idx="1"/>
              </p:cNvCxnSpPr>
              <p:nvPr/>
            </p:nvCxnSpPr>
            <p:spPr>
              <a:xfrm>
                <a:off x="1907908" y="1247156"/>
                <a:ext cx="24765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7" name="文本框 146">
                    <a:extLst>
                      <a:ext uri="{FF2B5EF4-FFF2-40B4-BE49-F238E27FC236}">
                        <a16:creationId xmlns:a16="http://schemas.microsoft.com/office/drawing/2014/main" id="{791AA833-4B81-4B78-8DA5-B8C55EB7CB72}"/>
                      </a:ext>
                    </a:extLst>
                  </p:cNvPr>
                  <p:cNvSpPr txBox="1"/>
                  <p:nvPr/>
                </p:nvSpPr>
                <p:spPr>
                  <a:xfrm>
                    <a:off x="1683756" y="1062009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𝐾</m:t>
                          </m:r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47" name="文本框 146">
                    <a:extLst>
                      <a:ext uri="{FF2B5EF4-FFF2-40B4-BE49-F238E27FC236}">
                        <a16:creationId xmlns:a16="http://schemas.microsoft.com/office/drawing/2014/main" id="{791AA833-4B81-4B78-8DA5-B8C55EB7CB7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83756" y="1062009"/>
                    <a:ext cx="224152" cy="37029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37838" r="-810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8" name="矩形 147">
                <a:extLst>
                  <a:ext uri="{FF2B5EF4-FFF2-40B4-BE49-F238E27FC236}">
                    <a16:creationId xmlns:a16="http://schemas.microsoft.com/office/drawing/2014/main" id="{4CB87C04-CC04-437F-996F-31EFDC49F825}"/>
                  </a:ext>
                </a:extLst>
              </p:cNvPr>
              <p:cNvSpPr/>
              <p:nvPr/>
            </p:nvSpPr>
            <p:spPr>
              <a:xfrm>
                <a:off x="4024879" y="796306"/>
                <a:ext cx="1198121" cy="90170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AES</a:t>
                </a:r>
              </a:p>
              <a:p>
                <a:pPr algn="ctr"/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加密</a:t>
                </a:r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49" name="组合 148">
                <a:extLst>
                  <a:ext uri="{FF2B5EF4-FFF2-40B4-BE49-F238E27FC236}">
                    <a16:creationId xmlns:a16="http://schemas.microsoft.com/office/drawing/2014/main" id="{1F35A620-FA6B-4151-A056-D3C10479627E}"/>
                  </a:ext>
                </a:extLst>
              </p:cNvPr>
              <p:cNvGrpSpPr/>
              <p:nvPr/>
            </p:nvGrpSpPr>
            <p:grpSpPr>
              <a:xfrm>
                <a:off x="4414153" y="2072301"/>
                <a:ext cx="410453" cy="410453"/>
                <a:chOff x="2440697" y="1704484"/>
                <a:chExt cx="445378" cy="445378"/>
              </a:xfrm>
            </p:grpSpPr>
            <p:sp>
              <p:nvSpPr>
                <p:cNvPr id="150" name="椭圆 149">
                  <a:extLst>
                    <a:ext uri="{FF2B5EF4-FFF2-40B4-BE49-F238E27FC236}">
                      <a16:creationId xmlns:a16="http://schemas.microsoft.com/office/drawing/2014/main" id="{E928A63A-6A0F-45B1-8CE7-F89C12FDEF2E}"/>
                    </a:ext>
                  </a:extLst>
                </p:cNvPr>
                <p:cNvSpPr/>
                <p:nvPr/>
              </p:nvSpPr>
              <p:spPr>
                <a:xfrm>
                  <a:off x="2440697" y="1704484"/>
                  <a:ext cx="445378" cy="445378"/>
                </a:xfrm>
                <a:prstGeom prst="ellipse">
                  <a:avLst/>
                </a:prstGeom>
                <a:noFill/>
                <a:ln w="25400">
                  <a:solidFill>
                    <a:srgbClr val="D7451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51" name="直接连接符 150">
                  <a:extLst>
                    <a:ext uri="{FF2B5EF4-FFF2-40B4-BE49-F238E27FC236}">
                      <a16:creationId xmlns:a16="http://schemas.microsoft.com/office/drawing/2014/main" id="{C86DB5E9-7E4D-48D2-B436-5E6468C9E335}"/>
                    </a:ext>
                  </a:extLst>
                </p:cNvPr>
                <p:cNvCxnSpPr>
                  <a:cxnSpLocks/>
                  <a:stCxn id="150" idx="6"/>
                  <a:endCxn id="150" idx="2"/>
                </p:cNvCxnSpPr>
                <p:nvPr/>
              </p:nvCxnSpPr>
              <p:spPr>
                <a:xfrm flipH="1">
                  <a:off x="2440697" y="1927173"/>
                  <a:ext cx="445378" cy="0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直接连接符 151">
                  <a:extLst>
                    <a:ext uri="{FF2B5EF4-FFF2-40B4-BE49-F238E27FC236}">
                      <a16:creationId xmlns:a16="http://schemas.microsoft.com/office/drawing/2014/main" id="{CB696191-10F0-4F56-886D-0A04E1112411}"/>
                    </a:ext>
                  </a:extLst>
                </p:cNvPr>
                <p:cNvCxnSpPr>
                  <a:cxnSpLocks/>
                  <a:stCxn id="150" idx="4"/>
                  <a:endCxn id="150" idx="0"/>
                </p:cNvCxnSpPr>
                <p:nvPr/>
              </p:nvCxnSpPr>
              <p:spPr>
                <a:xfrm flipV="1">
                  <a:off x="2663386" y="1704484"/>
                  <a:ext cx="0" cy="445378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3" name="文本框 152">
                    <a:extLst>
                      <a:ext uri="{FF2B5EF4-FFF2-40B4-BE49-F238E27FC236}">
                        <a16:creationId xmlns:a16="http://schemas.microsoft.com/office/drawing/2014/main" id="{9E001BDB-A028-472C-968E-E668FB26D822}"/>
                      </a:ext>
                    </a:extLst>
                  </p:cNvPr>
                  <p:cNvSpPr txBox="1"/>
                  <p:nvPr/>
                </p:nvSpPr>
                <p:spPr>
                  <a:xfrm>
                    <a:off x="4312552" y="2890976"/>
                    <a:ext cx="613653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53" name="文本框 152">
                    <a:extLst>
                      <a:ext uri="{FF2B5EF4-FFF2-40B4-BE49-F238E27FC236}">
                        <a16:creationId xmlns:a16="http://schemas.microsoft.com/office/drawing/2014/main" id="{9E001BDB-A028-472C-968E-E668FB26D82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12552" y="2890976"/>
                    <a:ext cx="613653" cy="370294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163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54" name="文本框 153">
                <a:extLst>
                  <a:ext uri="{FF2B5EF4-FFF2-40B4-BE49-F238E27FC236}">
                    <a16:creationId xmlns:a16="http://schemas.microsoft.com/office/drawing/2014/main" id="{60D817B8-5E07-460D-8AA4-9FB4824B343B}"/>
                  </a:ext>
                </a:extLst>
              </p:cNvPr>
              <p:cNvSpPr txBox="1"/>
              <p:nvPr/>
            </p:nvSpPr>
            <p:spPr>
              <a:xfrm>
                <a:off x="3721719" y="15834"/>
                <a:ext cx="1795320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Counter+1</a:t>
                </a:r>
              </a:p>
            </p:txBody>
          </p:sp>
          <p:cxnSp>
            <p:nvCxnSpPr>
              <p:cNvPr id="155" name="直接箭头连接符 154">
                <a:extLst>
                  <a:ext uri="{FF2B5EF4-FFF2-40B4-BE49-F238E27FC236}">
                    <a16:creationId xmlns:a16="http://schemas.microsoft.com/office/drawing/2014/main" id="{93AE334C-8881-46A3-9A75-A06BE76BBE37}"/>
                  </a:ext>
                </a:extLst>
              </p:cNvPr>
              <p:cNvCxnSpPr>
                <a:cxnSpLocks/>
                <a:stCxn id="156" idx="3"/>
                <a:endCxn id="148" idx="1"/>
              </p:cNvCxnSpPr>
              <p:nvPr/>
            </p:nvCxnSpPr>
            <p:spPr>
              <a:xfrm>
                <a:off x="3777229" y="1247156"/>
                <a:ext cx="24765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6" name="文本框 155">
                    <a:extLst>
                      <a:ext uri="{FF2B5EF4-FFF2-40B4-BE49-F238E27FC236}">
                        <a16:creationId xmlns:a16="http://schemas.microsoft.com/office/drawing/2014/main" id="{9CD47AF5-3F26-4C8E-9360-F8409651EA4A}"/>
                      </a:ext>
                    </a:extLst>
                  </p:cNvPr>
                  <p:cNvSpPr txBox="1"/>
                  <p:nvPr/>
                </p:nvSpPr>
                <p:spPr>
                  <a:xfrm>
                    <a:off x="3553077" y="1062009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𝐾</m:t>
                          </m:r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56" name="文本框 155">
                    <a:extLst>
                      <a:ext uri="{FF2B5EF4-FFF2-40B4-BE49-F238E27FC236}">
                        <a16:creationId xmlns:a16="http://schemas.microsoft.com/office/drawing/2014/main" id="{9CD47AF5-3F26-4C8E-9360-F8409651EA4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53077" y="1062009"/>
                    <a:ext cx="224152" cy="370294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40541" r="-5405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57" name="矩形 156">
                <a:extLst>
                  <a:ext uri="{FF2B5EF4-FFF2-40B4-BE49-F238E27FC236}">
                    <a16:creationId xmlns:a16="http://schemas.microsoft.com/office/drawing/2014/main" id="{B3279C02-D6F1-42B5-99D5-92481CBB8278}"/>
                  </a:ext>
                </a:extLst>
              </p:cNvPr>
              <p:cNvSpPr/>
              <p:nvPr/>
            </p:nvSpPr>
            <p:spPr>
              <a:xfrm>
                <a:off x="6670403" y="796306"/>
                <a:ext cx="1198121" cy="90170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AES</a:t>
                </a:r>
              </a:p>
              <a:p>
                <a:pPr algn="ctr"/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加密</a:t>
                </a:r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58" name="组合 157">
                <a:extLst>
                  <a:ext uri="{FF2B5EF4-FFF2-40B4-BE49-F238E27FC236}">
                    <a16:creationId xmlns:a16="http://schemas.microsoft.com/office/drawing/2014/main" id="{0A08D3DC-2476-48DF-BDE8-81AD41C2DDD3}"/>
                  </a:ext>
                </a:extLst>
              </p:cNvPr>
              <p:cNvGrpSpPr/>
              <p:nvPr/>
            </p:nvGrpSpPr>
            <p:grpSpPr>
              <a:xfrm>
                <a:off x="7059677" y="2072301"/>
                <a:ext cx="410453" cy="410453"/>
                <a:chOff x="2440697" y="1704484"/>
                <a:chExt cx="445378" cy="445378"/>
              </a:xfrm>
            </p:grpSpPr>
            <p:sp>
              <p:nvSpPr>
                <p:cNvPr id="159" name="椭圆 158">
                  <a:extLst>
                    <a:ext uri="{FF2B5EF4-FFF2-40B4-BE49-F238E27FC236}">
                      <a16:creationId xmlns:a16="http://schemas.microsoft.com/office/drawing/2014/main" id="{11C8BE94-71C2-4AEB-BB63-7112EFE9AA48}"/>
                    </a:ext>
                  </a:extLst>
                </p:cNvPr>
                <p:cNvSpPr/>
                <p:nvPr/>
              </p:nvSpPr>
              <p:spPr>
                <a:xfrm>
                  <a:off x="2440697" y="1704484"/>
                  <a:ext cx="445378" cy="445378"/>
                </a:xfrm>
                <a:prstGeom prst="ellipse">
                  <a:avLst/>
                </a:prstGeom>
                <a:noFill/>
                <a:ln w="25400">
                  <a:solidFill>
                    <a:srgbClr val="D7451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60" name="直接连接符 159">
                  <a:extLst>
                    <a:ext uri="{FF2B5EF4-FFF2-40B4-BE49-F238E27FC236}">
                      <a16:creationId xmlns:a16="http://schemas.microsoft.com/office/drawing/2014/main" id="{5C5DC7D6-1D29-4DED-8D88-57796B3CCDA4}"/>
                    </a:ext>
                  </a:extLst>
                </p:cNvPr>
                <p:cNvCxnSpPr>
                  <a:cxnSpLocks/>
                  <a:stCxn id="159" idx="6"/>
                  <a:endCxn id="159" idx="2"/>
                </p:cNvCxnSpPr>
                <p:nvPr/>
              </p:nvCxnSpPr>
              <p:spPr>
                <a:xfrm flipH="1">
                  <a:off x="2440697" y="1927173"/>
                  <a:ext cx="445378" cy="0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直接连接符 160">
                  <a:extLst>
                    <a:ext uri="{FF2B5EF4-FFF2-40B4-BE49-F238E27FC236}">
                      <a16:creationId xmlns:a16="http://schemas.microsoft.com/office/drawing/2014/main" id="{4EC529F9-18DD-47F7-9430-A032E2F62084}"/>
                    </a:ext>
                  </a:extLst>
                </p:cNvPr>
                <p:cNvCxnSpPr>
                  <a:cxnSpLocks/>
                  <a:stCxn id="159" idx="4"/>
                  <a:endCxn id="159" idx="0"/>
                </p:cNvCxnSpPr>
                <p:nvPr/>
              </p:nvCxnSpPr>
              <p:spPr>
                <a:xfrm flipV="1">
                  <a:off x="2663386" y="1704484"/>
                  <a:ext cx="0" cy="445378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2" name="文本框 161">
                    <a:extLst>
                      <a:ext uri="{FF2B5EF4-FFF2-40B4-BE49-F238E27FC236}">
                        <a16:creationId xmlns:a16="http://schemas.microsoft.com/office/drawing/2014/main" id="{56284288-A4DF-4C5F-A4A0-4673A9D57609}"/>
                      </a:ext>
                    </a:extLst>
                  </p:cNvPr>
                  <p:cNvSpPr txBox="1"/>
                  <p:nvPr/>
                </p:nvSpPr>
                <p:spPr>
                  <a:xfrm>
                    <a:off x="6958076" y="2890976"/>
                    <a:ext cx="613653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𝑁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62" name="文本框 161">
                    <a:extLst>
                      <a:ext uri="{FF2B5EF4-FFF2-40B4-BE49-F238E27FC236}">
                        <a16:creationId xmlns:a16="http://schemas.microsoft.com/office/drawing/2014/main" id="{56284288-A4DF-4C5F-A4A0-4673A9D5760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58076" y="2890976"/>
                    <a:ext cx="613653" cy="370294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b="-163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63" name="文本框 162">
                <a:extLst>
                  <a:ext uri="{FF2B5EF4-FFF2-40B4-BE49-F238E27FC236}">
                    <a16:creationId xmlns:a16="http://schemas.microsoft.com/office/drawing/2014/main" id="{5D36087F-7BAA-4EFD-9F65-D039B346A02C}"/>
                  </a:ext>
                </a:extLst>
              </p:cNvPr>
              <p:cNvSpPr txBox="1"/>
              <p:nvPr/>
            </p:nvSpPr>
            <p:spPr>
              <a:xfrm>
                <a:off x="6406861" y="15834"/>
                <a:ext cx="1716084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Counter+N-1</a:t>
                </a:r>
              </a:p>
            </p:txBody>
          </p:sp>
          <p:cxnSp>
            <p:nvCxnSpPr>
              <p:cNvPr id="164" name="直接箭头连接符 163">
                <a:extLst>
                  <a:ext uri="{FF2B5EF4-FFF2-40B4-BE49-F238E27FC236}">
                    <a16:creationId xmlns:a16="http://schemas.microsoft.com/office/drawing/2014/main" id="{35A088CB-9A48-41BF-B72D-47BBEEF28745}"/>
                  </a:ext>
                </a:extLst>
              </p:cNvPr>
              <p:cNvCxnSpPr>
                <a:cxnSpLocks/>
                <a:stCxn id="165" idx="3"/>
                <a:endCxn id="157" idx="1"/>
              </p:cNvCxnSpPr>
              <p:nvPr/>
            </p:nvCxnSpPr>
            <p:spPr>
              <a:xfrm>
                <a:off x="6422753" y="1247156"/>
                <a:ext cx="24765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5" name="文本框 164">
                    <a:extLst>
                      <a:ext uri="{FF2B5EF4-FFF2-40B4-BE49-F238E27FC236}">
                        <a16:creationId xmlns:a16="http://schemas.microsoft.com/office/drawing/2014/main" id="{49E9AF70-C0AB-40B2-A700-1F6DE1857DD1}"/>
                      </a:ext>
                    </a:extLst>
                  </p:cNvPr>
                  <p:cNvSpPr txBox="1"/>
                  <p:nvPr/>
                </p:nvSpPr>
                <p:spPr>
                  <a:xfrm>
                    <a:off x="6198601" y="1062009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𝐾</m:t>
                          </m:r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65" name="文本框 164">
                    <a:extLst>
                      <a:ext uri="{FF2B5EF4-FFF2-40B4-BE49-F238E27FC236}">
                        <a16:creationId xmlns:a16="http://schemas.microsoft.com/office/drawing/2014/main" id="{49E9AF70-C0AB-40B2-A700-1F6DE1857DD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98601" y="1062009"/>
                    <a:ext cx="224152" cy="370294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40541" r="-5405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6" name="文本框 165">
                    <a:extLst>
                      <a:ext uri="{FF2B5EF4-FFF2-40B4-BE49-F238E27FC236}">
                        <a16:creationId xmlns:a16="http://schemas.microsoft.com/office/drawing/2014/main" id="{C48CD456-0249-479C-9A02-CD8474544493}"/>
                      </a:ext>
                    </a:extLst>
                  </p:cNvPr>
                  <p:cNvSpPr txBox="1"/>
                  <p:nvPr/>
                </p:nvSpPr>
                <p:spPr>
                  <a:xfrm>
                    <a:off x="5610473" y="1062490"/>
                    <a:ext cx="22415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⋯</m:t>
                          </m:r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66" name="文本框 165">
                    <a:extLst>
                      <a:ext uri="{FF2B5EF4-FFF2-40B4-BE49-F238E27FC236}">
                        <a16:creationId xmlns:a16="http://schemas.microsoft.com/office/drawing/2014/main" id="{C48CD456-0249-479C-9A02-CD847454449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10473" y="1062490"/>
                    <a:ext cx="224152" cy="36933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2702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7" name="文本框 166">
                    <a:extLst>
                      <a:ext uri="{FF2B5EF4-FFF2-40B4-BE49-F238E27FC236}">
                        <a16:creationId xmlns:a16="http://schemas.microsoft.com/office/drawing/2014/main" id="{AA775477-D86E-4322-A809-BBB24CF3A73B}"/>
                      </a:ext>
                    </a:extLst>
                  </p:cNvPr>
                  <p:cNvSpPr txBox="1"/>
                  <p:nvPr/>
                </p:nvSpPr>
                <p:spPr>
                  <a:xfrm>
                    <a:off x="1866340" y="2092380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67" name="文本框 166">
                    <a:extLst>
                      <a:ext uri="{FF2B5EF4-FFF2-40B4-BE49-F238E27FC236}">
                        <a16:creationId xmlns:a16="http://schemas.microsoft.com/office/drawing/2014/main" id="{AA775477-D86E-4322-A809-BBB24CF3A73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66340" y="2092380"/>
                    <a:ext cx="224152" cy="370294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48649" r="-8108" b="-163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8" name="文本框 167">
                    <a:extLst>
                      <a:ext uri="{FF2B5EF4-FFF2-40B4-BE49-F238E27FC236}">
                        <a16:creationId xmlns:a16="http://schemas.microsoft.com/office/drawing/2014/main" id="{7BFDE54F-8BAB-48ED-B08D-6AA90FCEF6D9}"/>
                      </a:ext>
                    </a:extLst>
                  </p:cNvPr>
                  <p:cNvSpPr txBox="1"/>
                  <p:nvPr/>
                </p:nvSpPr>
                <p:spPr>
                  <a:xfrm>
                    <a:off x="6205404" y="2092380"/>
                    <a:ext cx="410453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𝑁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68" name="文本框 167">
                    <a:extLst>
                      <a:ext uri="{FF2B5EF4-FFF2-40B4-BE49-F238E27FC236}">
                        <a16:creationId xmlns:a16="http://schemas.microsoft.com/office/drawing/2014/main" id="{7BFDE54F-8BAB-48ED-B08D-6AA90FCEF6D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05404" y="2092380"/>
                    <a:ext cx="410453" cy="370294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b="-163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69" name="直接箭头连接符 168">
                <a:extLst>
                  <a:ext uri="{FF2B5EF4-FFF2-40B4-BE49-F238E27FC236}">
                    <a16:creationId xmlns:a16="http://schemas.microsoft.com/office/drawing/2014/main" id="{32045FB7-4B35-4413-9A91-8430EEFC6C86}"/>
                  </a:ext>
                </a:extLst>
              </p:cNvPr>
              <p:cNvCxnSpPr>
                <a:cxnSpLocks/>
                <a:stCxn id="168" idx="3"/>
                <a:endCxn id="159" idx="2"/>
              </p:cNvCxnSpPr>
              <p:nvPr/>
            </p:nvCxnSpPr>
            <p:spPr>
              <a:xfrm>
                <a:off x="6615857" y="2277527"/>
                <a:ext cx="443820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直接箭头连接符 169">
                <a:extLst>
                  <a:ext uri="{FF2B5EF4-FFF2-40B4-BE49-F238E27FC236}">
                    <a16:creationId xmlns:a16="http://schemas.microsoft.com/office/drawing/2014/main" id="{CE3BD761-772E-4105-B43A-C62526CDC9D1}"/>
                  </a:ext>
                </a:extLst>
              </p:cNvPr>
              <p:cNvCxnSpPr>
                <a:cxnSpLocks/>
                <a:stCxn id="148" idx="2"/>
                <a:endCxn id="150" idx="0"/>
              </p:cNvCxnSpPr>
              <p:nvPr/>
            </p:nvCxnSpPr>
            <p:spPr>
              <a:xfrm flipH="1">
                <a:off x="4619380" y="1698006"/>
                <a:ext cx="4560" cy="37429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直接箭头连接符 170">
                <a:extLst>
                  <a:ext uri="{FF2B5EF4-FFF2-40B4-BE49-F238E27FC236}">
                    <a16:creationId xmlns:a16="http://schemas.microsoft.com/office/drawing/2014/main" id="{557A7578-0B58-409D-99CD-2235A2BDE077}"/>
                  </a:ext>
                </a:extLst>
              </p:cNvPr>
              <p:cNvCxnSpPr>
                <a:cxnSpLocks/>
                <a:stCxn id="157" idx="2"/>
                <a:endCxn id="159" idx="0"/>
              </p:cNvCxnSpPr>
              <p:nvPr/>
            </p:nvCxnSpPr>
            <p:spPr>
              <a:xfrm flipH="1">
                <a:off x="7264904" y="1698006"/>
                <a:ext cx="4560" cy="37429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直接箭头连接符 171">
                <a:extLst>
                  <a:ext uri="{FF2B5EF4-FFF2-40B4-BE49-F238E27FC236}">
                    <a16:creationId xmlns:a16="http://schemas.microsoft.com/office/drawing/2014/main" id="{6980C077-4AEA-4784-8466-158136055ACF}"/>
                  </a:ext>
                </a:extLst>
              </p:cNvPr>
              <p:cNvCxnSpPr>
                <a:cxnSpLocks/>
                <a:stCxn id="167" idx="3"/>
                <a:endCxn id="140" idx="2"/>
              </p:cNvCxnSpPr>
              <p:nvPr/>
            </p:nvCxnSpPr>
            <p:spPr>
              <a:xfrm>
                <a:off x="2090492" y="2277527"/>
                <a:ext cx="454340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直接箭头连接符 172">
                <a:extLst>
                  <a:ext uri="{FF2B5EF4-FFF2-40B4-BE49-F238E27FC236}">
                    <a16:creationId xmlns:a16="http://schemas.microsoft.com/office/drawing/2014/main" id="{3A20E510-6F5E-4AE1-9EAE-5268F58C3810}"/>
                  </a:ext>
                </a:extLst>
              </p:cNvPr>
              <p:cNvCxnSpPr>
                <a:cxnSpLocks/>
                <a:stCxn id="140" idx="4"/>
                <a:endCxn id="144" idx="0"/>
              </p:cNvCxnSpPr>
              <p:nvPr/>
            </p:nvCxnSpPr>
            <p:spPr>
              <a:xfrm flipH="1">
                <a:off x="2750058" y="2482754"/>
                <a:ext cx="1" cy="40822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直接箭头连接符 173">
                <a:extLst>
                  <a:ext uri="{FF2B5EF4-FFF2-40B4-BE49-F238E27FC236}">
                    <a16:creationId xmlns:a16="http://schemas.microsoft.com/office/drawing/2014/main" id="{7AE9713C-7C6D-4E9F-91A3-28C0272AED0A}"/>
                  </a:ext>
                </a:extLst>
              </p:cNvPr>
              <p:cNvCxnSpPr>
                <a:cxnSpLocks/>
                <a:stCxn id="150" idx="4"/>
                <a:endCxn id="153" idx="0"/>
              </p:cNvCxnSpPr>
              <p:nvPr/>
            </p:nvCxnSpPr>
            <p:spPr>
              <a:xfrm flipH="1">
                <a:off x="4619379" y="2482754"/>
                <a:ext cx="1" cy="40822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直接箭头连接符 174">
                <a:extLst>
                  <a:ext uri="{FF2B5EF4-FFF2-40B4-BE49-F238E27FC236}">
                    <a16:creationId xmlns:a16="http://schemas.microsoft.com/office/drawing/2014/main" id="{FD66468A-9AE9-4E09-A44D-E928F41509D9}"/>
                  </a:ext>
                </a:extLst>
              </p:cNvPr>
              <p:cNvCxnSpPr>
                <a:cxnSpLocks/>
                <a:stCxn id="159" idx="4"/>
                <a:endCxn id="162" idx="0"/>
              </p:cNvCxnSpPr>
              <p:nvPr/>
            </p:nvCxnSpPr>
            <p:spPr>
              <a:xfrm flipH="1">
                <a:off x="7264903" y="2482754"/>
                <a:ext cx="1" cy="40822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直接箭头连接符 175">
                <a:extLst>
                  <a:ext uri="{FF2B5EF4-FFF2-40B4-BE49-F238E27FC236}">
                    <a16:creationId xmlns:a16="http://schemas.microsoft.com/office/drawing/2014/main" id="{3BCB5D56-57F3-4AB1-AED9-FA9CEE6269E0}"/>
                  </a:ext>
                </a:extLst>
              </p:cNvPr>
              <p:cNvCxnSpPr>
                <a:cxnSpLocks/>
                <a:stCxn id="145" idx="2"/>
                <a:endCxn id="138" idx="0"/>
              </p:cNvCxnSpPr>
              <p:nvPr/>
            </p:nvCxnSpPr>
            <p:spPr>
              <a:xfrm>
                <a:off x="2750058" y="385165"/>
                <a:ext cx="4561" cy="41114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直接箭头连接符 176">
                <a:extLst>
                  <a:ext uri="{FF2B5EF4-FFF2-40B4-BE49-F238E27FC236}">
                    <a16:creationId xmlns:a16="http://schemas.microsoft.com/office/drawing/2014/main" id="{99FE9F15-4A75-4F2C-907A-D7ED9D0AC05C}"/>
                  </a:ext>
                </a:extLst>
              </p:cNvPr>
              <p:cNvCxnSpPr>
                <a:cxnSpLocks/>
                <a:stCxn id="154" idx="2"/>
                <a:endCxn id="148" idx="0"/>
              </p:cNvCxnSpPr>
              <p:nvPr/>
            </p:nvCxnSpPr>
            <p:spPr>
              <a:xfrm>
                <a:off x="4619379" y="385166"/>
                <a:ext cx="4561" cy="41114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直接箭头连接符 177">
                <a:extLst>
                  <a:ext uri="{FF2B5EF4-FFF2-40B4-BE49-F238E27FC236}">
                    <a16:creationId xmlns:a16="http://schemas.microsoft.com/office/drawing/2014/main" id="{917002D2-6F56-442D-AD91-8891C5F7A749}"/>
                  </a:ext>
                </a:extLst>
              </p:cNvPr>
              <p:cNvCxnSpPr>
                <a:cxnSpLocks/>
                <a:stCxn id="163" idx="2"/>
                <a:endCxn id="157" idx="0"/>
              </p:cNvCxnSpPr>
              <p:nvPr/>
            </p:nvCxnSpPr>
            <p:spPr>
              <a:xfrm>
                <a:off x="7264903" y="385166"/>
                <a:ext cx="4561" cy="41114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9" name="文本框 178">
                    <a:extLst>
                      <a:ext uri="{FF2B5EF4-FFF2-40B4-BE49-F238E27FC236}">
                        <a16:creationId xmlns:a16="http://schemas.microsoft.com/office/drawing/2014/main" id="{8B7D7609-6CF6-4FFA-A5B3-D63C4E143C41}"/>
                      </a:ext>
                    </a:extLst>
                  </p:cNvPr>
                  <p:cNvSpPr txBox="1"/>
                  <p:nvPr/>
                </p:nvSpPr>
                <p:spPr>
                  <a:xfrm>
                    <a:off x="3743518" y="2092380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79" name="文本框 178">
                    <a:extLst>
                      <a:ext uri="{FF2B5EF4-FFF2-40B4-BE49-F238E27FC236}">
                        <a16:creationId xmlns:a16="http://schemas.microsoft.com/office/drawing/2014/main" id="{8B7D7609-6CF6-4FFA-A5B3-D63C4E143C4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43518" y="2092380"/>
                    <a:ext cx="224152" cy="370294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l="-51351" r="-8108" b="-163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80" name="直接箭头连接符 179">
                <a:extLst>
                  <a:ext uri="{FF2B5EF4-FFF2-40B4-BE49-F238E27FC236}">
                    <a16:creationId xmlns:a16="http://schemas.microsoft.com/office/drawing/2014/main" id="{B87B6805-E825-4357-80C4-06B91EBA4CD9}"/>
                  </a:ext>
                </a:extLst>
              </p:cNvPr>
              <p:cNvCxnSpPr>
                <a:cxnSpLocks/>
                <a:stCxn id="179" idx="3"/>
              </p:cNvCxnSpPr>
              <p:nvPr/>
            </p:nvCxnSpPr>
            <p:spPr>
              <a:xfrm>
                <a:off x="3967670" y="2277527"/>
                <a:ext cx="454340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0000137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8" name="组合 287">
            <a:extLst>
              <a:ext uri="{FF2B5EF4-FFF2-40B4-BE49-F238E27FC236}">
                <a16:creationId xmlns:a16="http://schemas.microsoft.com/office/drawing/2014/main" id="{43CA5080-2E46-46F2-82CD-478AEF2F1FA9}"/>
              </a:ext>
            </a:extLst>
          </p:cNvPr>
          <p:cNvGrpSpPr/>
          <p:nvPr/>
        </p:nvGrpSpPr>
        <p:grpSpPr>
          <a:xfrm>
            <a:off x="663281" y="-4227030"/>
            <a:ext cx="11187226" cy="10346013"/>
            <a:chOff x="663281" y="-4227030"/>
            <a:chExt cx="11187226" cy="10346013"/>
          </a:xfrm>
        </p:grpSpPr>
        <p:grpSp>
          <p:nvGrpSpPr>
            <p:cNvPr id="195" name="组合 194">
              <a:extLst>
                <a:ext uri="{FF2B5EF4-FFF2-40B4-BE49-F238E27FC236}">
                  <a16:creationId xmlns:a16="http://schemas.microsoft.com/office/drawing/2014/main" id="{DDFE8FC0-507C-4C6A-9212-504E0159F4C3}"/>
                </a:ext>
              </a:extLst>
            </p:cNvPr>
            <p:cNvGrpSpPr/>
            <p:nvPr/>
          </p:nvGrpSpPr>
          <p:grpSpPr>
            <a:xfrm>
              <a:off x="663281" y="-4227030"/>
              <a:ext cx="11187226" cy="5177190"/>
              <a:chOff x="1056981" y="675170"/>
              <a:chExt cx="11187226" cy="5177190"/>
            </a:xfrm>
          </p:grpSpPr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0DB53185-AE64-4B93-B823-5803FB164D93}"/>
                  </a:ext>
                </a:extLst>
              </p:cNvPr>
              <p:cNvSpPr/>
              <p:nvPr/>
            </p:nvSpPr>
            <p:spPr>
              <a:xfrm>
                <a:off x="2051434" y="2276162"/>
                <a:ext cx="1198121" cy="90170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DES</a:t>
                </a:r>
              </a:p>
              <a:p>
                <a:pPr algn="ctr"/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加密</a:t>
                </a:r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92" name="直接箭头连接符 91">
                <a:extLst>
                  <a:ext uri="{FF2B5EF4-FFF2-40B4-BE49-F238E27FC236}">
                    <a16:creationId xmlns:a16="http://schemas.microsoft.com/office/drawing/2014/main" id="{CC0E1371-66F5-4FBE-BE6C-EF6EBF598CF7}"/>
                  </a:ext>
                </a:extLst>
              </p:cNvPr>
              <p:cNvCxnSpPr>
                <a:cxnSpLocks/>
                <a:stCxn id="93" idx="3"/>
                <a:endCxn id="91" idx="1"/>
              </p:cNvCxnSpPr>
              <p:nvPr/>
            </p:nvCxnSpPr>
            <p:spPr>
              <a:xfrm>
                <a:off x="1803784" y="2727012"/>
                <a:ext cx="24765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3" name="文本框 92">
                    <a:extLst>
                      <a:ext uri="{FF2B5EF4-FFF2-40B4-BE49-F238E27FC236}">
                        <a16:creationId xmlns:a16="http://schemas.microsoft.com/office/drawing/2014/main" id="{1883C87F-F833-4AF8-82EA-0CE003F25B3A}"/>
                      </a:ext>
                    </a:extLst>
                  </p:cNvPr>
                  <p:cNvSpPr txBox="1"/>
                  <p:nvPr/>
                </p:nvSpPr>
                <p:spPr>
                  <a:xfrm>
                    <a:off x="1579632" y="2541865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𝐾</m:t>
                          </m:r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93" name="文本框 92">
                    <a:extLst>
                      <a:ext uri="{FF2B5EF4-FFF2-40B4-BE49-F238E27FC236}">
                        <a16:creationId xmlns:a16="http://schemas.microsoft.com/office/drawing/2014/main" id="{1883C87F-F833-4AF8-82EA-0CE003F25B3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79632" y="2541865"/>
                    <a:ext cx="224152" cy="370294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41667" r="-8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98" name="组合 97">
                <a:extLst>
                  <a:ext uri="{FF2B5EF4-FFF2-40B4-BE49-F238E27FC236}">
                    <a16:creationId xmlns:a16="http://schemas.microsoft.com/office/drawing/2014/main" id="{840012CA-CDE2-4AAC-9062-E43528CBD50B}"/>
                  </a:ext>
                </a:extLst>
              </p:cNvPr>
              <p:cNvGrpSpPr/>
              <p:nvPr/>
            </p:nvGrpSpPr>
            <p:grpSpPr>
              <a:xfrm>
                <a:off x="1056982" y="3628712"/>
                <a:ext cx="3226794" cy="605396"/>
                <a:chOff x="1056982" y="3628712"/>
                <a:chExt cx="3226794" cy="60539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4" name="矩形 93">
                      <a:extLst>
                        <a:ext uri="{FF2B5EF4-FFF2-40B4-BE49-F238E27FC236}">
                          <a16:creationId xmlns:a16="http://schemas.microsoft.com/office/drawing/2014/main" id="{4B5DE595-1585-44D6-A2BB-F499C5D400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35087" y="3628712"/>
                      <a:ext cx="1948689" cy="605396"/>
                    </a:xfrm>
                    <a:prstGeom prst="rect">
                      <a:avLst/>
                    </a:prstGeom>
                    <a:solidFill>
                      <a:srgbClr val="FDEF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D74514"/>
                          </a:solidFill>
                          <a:ea typeface="微软雅黑" panose="020B0503020204020204" pitchFamily="34" charset="-122"/>
                        </a:rPr>
                        <a:t>丢弃</a:t>
                      </a:r>
                      <a:r>
                        <a:rPr lang="en-US" altLang="zh-CN" b="1" dirty="0">
                          <a:solidFill>
                            <a:srgbClr val="D74514"/>
                          </a:solidFill>
                          <a:ea typeface="微软雅黑" panose="020B0503020204020204" pitchFamily="34" charset="-122"/>
                        </a:rPr>
                        <a:t> </a:t>
                      </a:r>
                      <a14:m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𝟔𝟒</m:t>
                          </m:r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𝒋</m:t>
                          </m:r>
                        </m:oMath>
                      </a14:m>
                      <a:r>
                        <a:rPr lang="en-US" altLang="zh-CN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比特</a:t>
                      </a:r>
                      <a:endParaRPr lang="en-US" altLang="zh-CN" b="1" dirty="0">
                        <a:solidFill>
                          <a:srgbClr val="D7451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94" name="矩形 93">
                      <a:extLst>
                        <a:ext uri="{FF2B5EF4-FFF2-40B4-BE49-F238E27FC236}">
                          <a16:creationId xmlns:a16="http://schemas.microsoft.com/office/drawing/2014/main" id="{4B5DE595-1585-44D6-A2BB-F499C5D400C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35087" y="3628712"/>
                      <a:ext cx="1948689" cy="605396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625" r="-625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5" name="矩形 94">
                      <a:extLst>
                        <a:ext uri="{FF2B5EF4-FFF2-40B4-BE49-F238E27FC236}">
                          <a16:creationId xmlns:a16="http://schemas.microsoft.com/office/drawing/2014/main" id="{7C2FE5EF-52B1-4CFC-8C66-5643D28CDE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6982" y="3628712"/>
                      <a:ext cx="1305840" cy="605396"/>
                    </a:xfrm>
                    <a:prstGeom prst="rect">
                      <a:avLst/>
                    </a:prstGeom>
                    <a:solidFill>
                      <a:srgbClr val="F8CCB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D74514"/>
                          </a:solidFill>
                          <a:ea typeface="微软雅黑" panose="020B0503020204020204" pitchFamily="34" charset="-122"/>
                        </a:rPr>
                        <a:t>选</a:t>
                      </a:r>
                      <a:r>
                        <a:rPr lang="en-US" altLang="zh-CN" b="1" dirty="0">
                          <a:solidFill>
                            <a:srgbClr val="D74514"/>
                          </a:solidFill>
                          <a:ea typeface="微软雅黑" panose="020B0503020204020204" pitchFamily="34" charset="-122"/>
                        </a:rPr>
                        <a:t> </a:t>
                      </a:r>
                      <a14:m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𝒋</m:t>
                          </m:r>
                        </m:oMath>
                      </a14:m>
                      <a:r>
                        <a:rPr lang="en-US" altLang="zh-CN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比特</a:t>
                      </a:r>
                      <a:endParaRPr lang="en-US" altLang="zh-CN" b="1" dirty="0">
                        <a:solidFill>
                          <a:srgbClr val="D7451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95" name="矩形 94">
                      <a:extLst>
                        <a:ext uri="{FF2B5EF4-FFF2-40B4-BE49-F238E27FC236}">
                          <a16:creationId xmlns:a16="http://schemas.microsoft.com/office/drawing/2014/main" id="{7C2FE5EF-52B1-4CFC-8C66-5643D28CDE6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56982" y="3628712"/>
                      <a:ext cx="1305840" cy="605396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99" name="组合 98">
                <a:extLst>
                  <a:ext uri="{FF2B5EF4-FFF2-40B4-BE49-F238E27FC236}">
                    <a16:creationId xmlns:a16="http://schemas.microsoft.com/office/drawing/2014/main" id="{4E0C8928-40CF-412B-AA6A-BF617C603A1A}"/>
                  </a:ext>
                </a:extLst>
              </p:cNvPr>
              <p:cNvGrpSpPr/>
              <p:nvPr/>
            </p:nvGrpSpPr>
            <p:grpSpPr>
              <a:xfrm>
                <a:off x="1056981" y="1107462"/>
                <a:ext cx="3226795" cy="605396"/>
                <a:chOff x="1056981" y="1107462"/>
                <a:chExt cx="3226795" cy="60539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6" name="矩形 95">
                      <a:extLst>
                        <a:ext uri="{FF2B5EF4-FFF2-40B4-BE49-F238E27FC236}">
                          <a16:creationId xmlns:a16="http://schemas.microsoft.com/office/drawing/2014/main" id="{D856C231-D8E5-4FAB-82AB-F0E8B93D45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85655" y="1107462"/>
                      <a:ext cx="1198121" cy="605396"/>
                    </a:xfrm>
                    <a:prstGeom prst="rect">
                      <a:avLst/>
                    </a:prstGeom>
                    <a:solidFill>
                      <a:srgbClr val="FDEF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𝒋</m:t>
                          </m:r>
                        </m:oMath>
                      </a14:m>
                      <a:r>
                        <a:rPr lang="en-US" altLang="zh-CN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比特</a:t>
                      </a:r>
                      <a:endParaRPr lang="en-US" altLang="zh-CN" b="1" dirty="0">
                        <a:solidFill>
                          <a:srgbClr val="D7451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96" name="矩形 95">
                      <a:extLst>
                        <a:ext uri="{FF2B5EF4-FFF2-40B4-BE49-F238E27FC236}">
                          <a16:creationId xmlns:a16="http://schemas.microsoft.com/office/drawing/2014/main" id="{D856C231-D8E5-4FAB-82AB-F0E8B93D453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085655" y="1107462"/>
                      <a:ext cx="1198121" cy="605396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7" name="矩形 96">
                      <a:extLst>
                        <a:ext uri="{FF2B5EF4-FFF2-40B4-BE49-F238E27FC236}">
                          <a16:creationId xmlns:a16="http://schemas.microsoft.com/office/drawing/2014/main" id="{89FB867F-D805-4BED-94EC-6F98DAA80C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6981" y="1107462"/>
                      <a:ext cx="2028673" cy="605396"/>
                    </a:xfrm>
                    <a:prstGeom prst="rect">
                      <a:avLst/>
                    </a:prstGeom>
                    <a:solidFill>
                      <a:srgbClr val="F8CCB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 xmlns:m="http://schemas.openxmlformats.org/officeDocument/2006/math">
                          <m:r>
                            <a:rPr lang="en-US" altLang="zh-CN" b="1" i="0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𝟔𝟒</m:t>
                          </m:r>
                          <m:r>
                            <a:rPr lang="en-US" altLang="zh-CN" b="1" i="0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𝒋</m:t>
                          </m:r>
                        </m:oMath>
                      </a14:m>
                      <a:r>
                        <a:rPr lang="en-US" altLang="zh-CN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比特</a:t>
                      </a:r>
                      <a:endParaRPr lang="en-US" altLang="zh-CN" b="1" dirty="0">
                        <a:solidFill>
                          <a:srgbClr val="D7451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97" name="矩形 96">
                      <a:extLst>
                        <a:ext uri="{FF2B5EF4-FFF2-40B4-BE49-F238E27FC236}">
                          <a16:creationId xmlns:a16="http://schemas.microsoft.com/office/drawing/2014/main" id="{89FB867F-D805-4BED-94EC-6F98DAA80CE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56981" y="1107462"/>
                      <a:ext cx="2028673" cy="605396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100" name="直接箭头连接符 99">
                <a:extLst>
                  <a:ext uri="{FF2B5EF4-FFF2-40B4-BE49-F238E27FC236}">
                    <a16:creationId xmlns:a16="http://schemas.microsoft.com/office/drawing/2014/main" id="{31604291-5DE6-421C-8E5A-E7BD109009A5}"/>
                  </a:ext>
                </a:extLst>
              </p:cNvPr>
              <p:cNvCxnSpPr>
                <a:cxnSpLocks/>
                <a:endCxn id="91" idx="0"/>
              </p:cNvCxnSpPr>
              <p:nvPr/>
            </p:nvCxnSpPr>
            <p:spPr>
              <a:xfrm>
                <a:off x="2650495" y="1712859"/>
                <a:ext cx="0" cy="56330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直接箭头连接符 102">
                <a:extLst>
                  <a:ext uri="{FF2B5EF4-FFF2-40B4-BE49-F238E27FC236}">
                    <a16:creationId xmlns:a16="http://schemas.microsoft.com/office/drawing/2014/main" id="{3C26632C-2FD3-4848-A53D-3E4B571EA7D0}"/>
                  </a:ext>
                </a:extLst>
              </p:cNvPr>
              <p:cNvCxnSpPr>
                <a:cxnSpLocks/>
                <a:stCxn id="91" idx="2"/>
              </p:cNvCxnSpPr>
              <p:nvPr/>
            </p:nvCxnSpPr>
            <p:spPr>
              <a:xfrm>
                <a:off x="2650495" y="3177862"/>
                <a:ext cx="0" cy="45085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直接箭头连接符 105">
                <a:extLst>
                  <a:ext uri="{FF2B5EF4-FFF2-40B4-BE49-F238E27FC236}">
                    <a16:creationId xmlns:a16="http://schemas.microsoft.com/office/drawing/2014/main" id="{941AA585-B191-46AA-8A7D-5197EEE752C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1261" y="1828800"/>
                <a:ext cx="341633" cy="26670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直接箭头连接符 109">
                <a:extLst>
                  <a:ext uri="{FF2B5EF4-FFF2-40B4-BE49-F238E27FC236}">
                    <a16:creationId xmlns:a16="http://schemas.microsoft.com/office/drawing/2014/main" id="{D6E5AEFD-75DF-425B-A356-AC82E27B437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1261" y="3229288"/>
                <a:ext cx="341633" cy="26670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1" name="文本框 110">
                    <a:extLst>
                      <a:ext uri="{FF2B5EF4-FFF2-40B4-BE49-F238E27FC236}">
                        <a16:creationId xmlns:a16="http://schemas.microsoft.com/office/drawing/2014/main" id="{386F40B0-3371-4EF5-8080-0D6A5675D8B4}"/>
                      </a:ext>
                    </a:extLst>
                  </p:cNvPr>
                  <p:cNvSpPr txBox="1"/>
                  <p:nvPr/>
                </p:nvSpPr>
                <p:spPr>
                  <a:xfrm>
                    <a:off x="2878271" y="1825312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64</m:t>
                          </m:r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11" name="文本框 110">
                    <a:extLst>
                      <a:ext uri="{FF2B5EF4-FFF2-40B4-BE49-F238E27FC236}">
                        <a16:creationId xmlns:a16="http://schemas.microsoft.com/office/drawing/2014/main" id="{386F40B0-3371-4EF5-8080-0D6A5675D8B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78271" y="1825312"/>
                    <a:ext cx="224152" cy="37029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61111" r="-3055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2" name="文本框 111">
                    <a:extLst>
                      <a:ext uri="{FF2B5EF4-FFF2-40B4-BE49-F238E27FC236}">
                        <a16:creationId xmlns:a16="http://schemas.microsoft.com/office/drawing/2014/main" id="{281D0A5C-6629-4655-ADEA-83D50B40AC60}"/>
                      </a:ext>
                    </a:extLst>
                  </p:cNvPr>
                  <p:cNvSpPr txBox="1"/>
                  <p:nvPr/>
                </p:nvSpPr>
                <p:spPr>
                  <a:xfrm>
                    <a:off x="2878271" y="3229288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64</m:t>
                          </m:r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12" name="文本框 111">
                    <a:extLst>
                      <a:ext uri="{FF2B5EF4-FFF2-40B4-BE49-F238E27FC236}">
                        <a16:creationId xmlns:a16="http://schemas.microsoft.com/office/drawing/2014/main" id="{281D0A5C-6629-4655-ADEA-83D50B40AC6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78271" y="3229288"/>
                    <a:ext cx="224152" cy="37029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61111" r="-3055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13" name="组合 112">
                <a:extLst>
                  <a:ext uri="{FF2B5EF4-FFF2-40B4-BE49-F238E27FC236}">
                    <a16:creationId xmlns:a16="http://schemas.microsoft.com/office/drawing/2014/main" id="{F7907790-50D3-400A-8FDB-72C12703983C}"/>
                  </a:ext>
                </a:extLst>
              </p:cNvPr>
              <p:cNvGrpSpPr/>
              <p:nvPr/>
            </p:nvGrpSpPr>
            <p:grpSpPr>
              <a:xfrm>
                <a:off x="1510242" y="4745434"/>
                <a:ext cx="410453" cy="410453"/>
                <a:chOff x="2440697" y="1704484"/>
                <a:chExt cx="445378" cy="445378"/>
              </a:xfrm>
            </p:grpSpPr>
            <p:sp>
              <p:nvSpPr>
                <p:cNvPr id="114" name="椭圆 113">
                  <a:extLst>
                    <a:ext uri="{FF2B5EF4-FFF2-40B4-BE49-F238E27FC236}">
                      <a16:creationId xmlns:a16="http://schemas.microsoft.com/office/drawing/2014/main" id="{6AF47F1A-1561-4BC5-867B-9EF6C08B061F}"/>
                    </a:ext>
                  </a:extLst>
                </p:cNvPr>
                <p:cNvSpPr/>
                <p:nvPr/>
              </p:nvSpPr>
              <p:spPr>
                <a:xfrm>
                  <a:off x="2440697" y="1704484"/>
                  <a:ext cx="445378" cy="445378"/>
                </a:xfrm>
                <a:prstGeom prst="ellipse">
                  <a:avLst/>
                </a:prstGeom>
                <a:noFill/>
                <a:ln w="25400">
                  <a:solidFill>
                    <a:srgbClr val="D7451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15" name="直接连接符 114">
                  <a:extLst>
                    <a:ext uri="{FF2B5EF4-FFF2-40B4-BE49-F238E27FC236}">
                      <a16:creationId xmlns:a16="http://schemas.microsoft.com/office/drawing/2014/main" id="{B5C58F8B-A929-4DCF-8BE6-522BAB3986DB}"/>
                    </a:ext>
                  </a:extLst>
                </p:cNvPr>
                <p:cNvCxnSpPr>
                  <a:cxnSpLocks/>
                  <a:stCxn id="114" idx="6"/>
                  <a:endCxn id="114" idx="2"/>
                </p:cNvCxnSpPr>
                <p:nvPr/>
              </p:nvCxnSpPr>
              <p:spPr>
                <a:xfrm flipH="1">
                  <a:off x="2440697" y="1927173"/>
                  <a:ext cx="445378" cy="0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直接连接符 115">
                  <a:extLst>
                    <a:ext uri="{FF2B5EF4-FFF2-40B4-BE49-F238E27FC236}">
                      <a16:creationId xmlns:a16="http://schemas.microsoft.com/office/drawing/2014/main" id="{EA661F4B-D87B-4AF2-B1F1-1827960606C2}"/>
                    </a:ext>
                  </a:extLst>
                </p:cNvPr>
                <p:cNvCxnSpPr>
                  <a:cxnSpLocks/>
                  <a:stCxn id="114" idx="4"/>
                  <a:endCxn id="114" idx="0"/>
                </p:cNvCxnSpPr>
                <p:nvPr/>
              </p:nvCxnSpPr>
              <p:spPr>
                <a:xfrm flipV="1">
                  <a:off x="2663386" y="1704484"/>
                  <a:ext cx="0" cy="445378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7" name="文本框 116">
                    <a:extLst>
                      <a:ext uri="{FF2B5EF4-FFF2-40B4-BE49-F238E27FC236}">
                        <a16:creationId xmlns:a16="http://schemas.microsoft.com/office/drawing/2014/main" id="{FD76612E-B15A-41A1-8D97-28C12FBDF5CF}"/>
                      </a:ext>
                    </a:extLst>
                  </p:cNvPr>
                  <p:cNvSpPr txBox="1"/>
                  <p:nvPr/>
                </p:nvSpPr>
                <p:spPr>
                  <a:xfrm>
                    <a:off x="3085655" y="4765513"/>
                    <a:ext cx="327800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17" name="文本框 116">
                    <a:extLst>
                      <a:ext uri="{FF2B5EF4-FFF2-40B4-BE49-F238E27FC236}">
                        <a16:creationId xmlns:a16="http://schemas.microsoft.com/office/drawing/2014/main" id="{FD76612E-B15A-41A1-8D97-28C12FBDF5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85655" y="4765513"/>
                    <a:ext cx="327800" cy="37029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20755" b="-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8" name="文本框 117">
                    <a:extLst>
                      <a:ext uri="{FF2B5EF4-FFF2-40B4-BE49-F238E27FC236}">
                        <a16:creationId xmlns:a16="http://schemas.microsoft.com/office/drawing/2014/main" id="{51841689-12CF-441A-B486-38483776F424}"/>
                      </a:ext>
                    </a:extLst>
                  </p:cNvPr>
                  <p:cNvSpPr txBox="1"/>
                  <p:nvPr/>
                </p:nvSpPr>
                <p:spPr>
                  <a:xfrm>
                    <a:off x="1603393" y="5482066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18" name="文本框 117">
                    <a:extLst>
                      <a:ext uri="{FF2B5EF4-FFF2-40B4-BE49-F238E27FC236}">
                        <a16:creationId xmlns:a16="http://schemas.microsoft.com/office/drawing/2014/main" id="{51841689-12CF-441A-B486-38483776F42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03393" y="5482066"/>
                    <a:ext cx="224152" cy="370294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48649" r="-810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19" name="直接箭头连接符 118">
                <a:extLst>
                  <a:ext uri="{FF2B5EF4-FFF2-40B4-BE49-F238E27FC236}">
                    <a16:creationId xmlns:a16="http://schemas.microsoft.com/office/drawing/2014/main" id="{D4BCC6DE-5382-487B-B53C-DCC9B688354B}"/>
                  </a:ext>
                </a:extLst>
              </p:cNvPr>
              <p:cNvCxnSpPr>
                <a:cxnSpLocks/>
                <a:stCxn id="114" idx="6"/>
                <a:endCxn id="117" idx="1"/>
              </p:cNvCxnSpPr>
              <p:nvPr/>
            </p:nvCxnSpPr>
            <p:spPr>
              <a:xfrm flipV="1">
                <a:off x="1920695" y="4950660"/>
                <a:ext cx="1164960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直接箭头连接符 121">
                <a:extLst>
                  <a:ext uri="{FF2B5EF4-FFF2-40B4-BE49-F238E27FC236}">
                    <a16:creationId xmlns:a16="http://schemas.microsoft.com/office/drawing/2014/main" id="{E98C8B9D-55BC-47F9-912F-9DE940A6569A}"/>
                  </a:ext>
                </a:extLst>
              </p:cNvPr>
              <p:cNvCxnSpPr>
                <a:cxnSpLocks/>
                <a:stCxn id="118" idx="0"/>
                <a:endCxn id="114" idx="4"/>
              </p:cNvCxnSpPr>
              <p:nvPr/>
            </p:nvCxnSpPr>
            <p:spPr>
              <a:xfrm flipV="1">
                <a:off x="1715469" y="5155887"/>
                <a:ext cx="0" cy="32617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直接箭头连接符 125">
                <a:extLst>
                  <a:ext uri="{FF2B5EF4-FFF2-40B4-BE49-F238E27FC236}">
                    <a16:creationId xmlns:a16="http://schemas.microsoft.com/office/drawing/2014/main" id="{C12A1190-A5E8-4A33-890F-F9AE2D13F5CC}"/>
                  </a:ext>
                </a:extLst>
              </p:cNvPr>
              <p:cNvCxnSpPr>
                <a:cxnSpLocks/>
                <a:stCxn id="95" idx="2"/>
                <a:endCxn id="114" idx="0"/>
              </p:cNvCxnSpPr>
              <p:nvPr/>
            </p:nvCxnSpPr>
            <p:spPr>
              <a:xfrm>
                <a:off x="1709902" y="4234108"/>
                <a:ext cx="5567" cy="51132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0" name="文本框 129">
                    <a:extLst>
                      <a:ext uri="{FF2B5EF4-FFF2-40B4-BE49-F238E27FC236}">
                        <a16:creationId xmlns:a16="http://schemas.microsoft.com/office/drawing/2014/main" id="{DBA283BE-949A-4DE6-8A36-AD06010B32D8}"/>
                      </a:ext>
                    </a:extLst>
                  </p:cNvPr>
                  <p:cNvSpPr txBox="1"/>
                  <p:nvPr/>
                </p:nvSpPr>
                <p:spPr>
                  <a:xfrm>
                    <a:off x="1056982" y="738129"/>
                    <a:ext cx="322679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US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𝐼𝑉</m:t>
                        </m:r>
                      </m:oMath>
                    </a14:m>
                    <a:r>
                      <a:rPr lang="en-US" altLang="zh-CN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 (</a:t>
                    </a:r>
                    <a:r>
                      <a: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移位寄存器</a:t>
                    </a:r>
                    <a:r>
                      <a:rPr lang="en-US" altLang="zh-CN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)</a:t>
                    </a:r>
                  </a:p>
                </p:txBody>
              </p:sp>
            </mc:Choice>
            <mc:Fallback xmlns="">
              <p:sp>
                <p:nvSpPr>
                  <p:cNvPr id="130" name="文本框 129">
                    <a:extLst>
                      <a:ext uri="{FF2B5EF4-FFF2-40B4-BE49-F238E27FC236}">
                        <a16:creationId xmlns:a16="http://schemas.microsoft.com/office/drawing/2014/main" id="{DBA283BE-949A-4DE6-8A36-AD06010B32D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56982" y="738129"/>
                    <a:ext cx="3226794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t="-819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31" name="矩形 130">
                <a:extLst>
                  <a:ext uri="{FF2B5EF4-FFF2-40B4-BE49-F238E27FC236}">
                    <a16:creationId xmlns:a16="http://schemas.microsoft.com/office/drawing/2014/main" id="{E1B91DC9-10E8-48EB-A6C4-AC9DBF48A3B7}"/>
                  </a:ext>
                </a:extLst>
              </p:cNvPr>
              <p:cNvSpPr/>
              <p:nvPr/>
            </p:nvSpPr>
            <p:spPr>
              <a:xfrm>
                <a:off x="5808518" y="2276162"/>
                <a:ext cx="1198121" cy="90170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DES</a:t>
                </a:r>
              </a:p>
              <a:p>
                <a:pPr algn="ctr"/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加密</a:t>
                </a:r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32" name="直接箭头连接符 131">
                <a:extLst>
                  <a:ext uri="{FF2B5EF4-FFF2-40B4-BE49-F238E27FC236}">
                    <a16:creationId xmlns:a16="http://schemas.microsoft.com/office/drawing/2014/main" id="{4EBD6BAD-BBB3-4B3B-BC42-BB2208557C83}"/>
                  </a:ext>
                </a:extLst>
              </p:cNvPr>
              <p:cNvCxnSpPr>
                <a:cxnSpLocks/>
                <a:stCxn id="133" idx="3"/>
                <a:endCxn id="131" idx="1"/>
              </p:cNvCxnSpPr>
              <p:nvPr/>
            </p:nvCxnSpPr>
            <p:spPr>
              <a:xfrm>
                <a:off x="5560868" y="2727012"/>
                <a:ext cx="24765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3" name="文本框 132">
                    <a:extLst>
                      <a:ext uri="{FF2B5EF4-FFF2-40B4-BE49-F238E27FC236}">
                        <a16:creationId xmlns:a16="http://schemas.microsoft.com/office/drawing/2014/main" id="{553B2E31-8402-475B-9C09-9CC55F1ECDAF}"/>
                      </a:ext>
                    </a:extLst>
                  </p:cNvPr>
                  <p:cNvSpPr txBox="1"/>
                  <p:nvPr/>
                </p:nvSpPr>
                <p:spPr>
                  <a:xfrm>
                    <a:off x="5336716" y="2541865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𝐾</m:t>
                          </m:r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33" name="文本框 132">
                    <a:extLst>
                      <a:ext uri="{FF2B5EF4-FFF2-40B4-BE49-F238E27FC236}">
                        <a16:creationId xmlns:a16="http://schemas.microsoft.com/office/drawing/2014/main" id="{553B2E31-8402-475B-9C09-9CC55F1ECDA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36716" y="2541865"/>
                    <a:ext cx="224152" cy="370294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40541" r="-5405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34" name="组合 133">
                <a:extLst>
                  <a:ext uri="{FF2B5EF4-FFF2-40B4-BE49-F238E27FC236}">
                    <a16:creationId xmlns:a16="http://schemas.microsoft.com/office/drawing/2014/main" id="{9572966E-C3FE-4D53-BD1F-A45FC13EB71D}"/>
                  </a:ext>
                </a:extLst>
              </p:cNvPr>
              <p:cNvGrpSpPr/>
              <p:nvPr/>
            </p:nvGrpSpPr>
            <p:grpSpPr>
              <a:xfrm>
                <a:off x="4814066" y="3628712"/>
                <a:ext cx="3226794" cy="605396"/>
                <a:chOff x="1056982" y="3628712"/>
                <a:chExt cx="3226794" cy="60539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5" name="矩形 134">
                      <a:extLst>
                        <a:ext uri="{FF2B5EF4-FFF2-40B4-BE49-F238E27FC236}">
                          <a16:creationId xmlns:a16="http://schemas.microsoft.com/office/drawing/2014/main" id="{200A3AD4-9498-4691-8FBE-2B7BF3B6CD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35087" y="3628712"/>
                      <a:ext cx="1948689" cy="605396"/>
                    </a:xfrm>
                    <a:prstGeom prst="rect">
                      <a:avLst/>
                    </a:prstGeom>
                    <a:solidFill>
                      <a:srgbClr val="FDEF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D74514"/>
                          </a:solidFill>
                          <a:ea typeface="微软雅黑" panose="020B0503020204020204" pitchFamily="34" charset="-122"/>
                        </a:rPr>
                        <a:t>丢弃</a:t>
                      </a:r>
                      <a:r>
                        <a:rPr lang="en-US" altLang="zh-CN" b="1" dirty="0">
                          <a:solidFill>
                            <a:srgbClr val="D74514"/>
                          </a:solidFill>
                          <a:ea typeface="微软雅黑" panose="020B0503020204020204" pitchFamily="34" charset="-122"/>
                        </a:rPr>
                        <a:t> </a:t>
                      </a:r>
                      <a14:m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𝟔𝟒</m:t>
                          </m:r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𝒋</m:t>
                          </m:r>
                        </m:oMath>
                      </a14:m>
                      <a:r>
                        <a:rPr lang="en-US" altLang="zh-CN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比特</a:t>
                      </a:r>
                      <a:endParaRPr lang="en-US" altLang="zh-CN" b="1" dirty="0">
                        <a:solidFill>
                          <a:srgbClr val="D7451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135" name="矩形 134">
                      <a:extLst>
                        <a:ext uri="{FF2B5EF4-FFF2-40B4-BE49-F238E27FC236}">
                          <a16:creationId xmlns:a16="http://schemas.microsoft.com/office/drawing/2014/main" id="{200A3AD4-9498-4691-8FBE-2B7BF3B6CDA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35087" y="3628712"/>
                      <a:ext cx="1948689" cy="605396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 l="-940" r="-627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6" name="矩形 135">
                      <a:extLst>
                        <a:ext uri="{FF2B5EF4-FFF2-40B4-BE49-F238E27FC236}">
                          <a16:creationId xmlns:a16="http://schemas.microsoft.com/office/drawing/2014/main" id="{B4AB637A-A2C5-4E18-ABC6-DA72E6F08D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6982" y="3628712"/>
                      <a:ext cx="1305840" cy="605396"/>
                    </a:xfrm>
                    <a:prstGeom prst="rect">
                      <a:avLst/>
                    </a:prstGeom>
                    <a:solidFill>
                      <a:srgbClr val="F8CCB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D74514"/>
                          </a:solidFill>
                          <a:ea typeface="微软雅黑" panose="020B0503020204020204" pitchFamily="34" charset="-122"/>
                        </a:rPr>
                        <a:t>选</a:t>
                      </a:r>
                      <a:r>
                        <a:rPr lang="en-US" altLang="zh-CN" b="1" dirty="0">
                          <a:solidFill>
                            <a:srgbClr val="D74514"/>
                          </a:solidFill>
                          <a:ea typeface="微软雅黑" panose="020B0503020204020204" pitchFamily="34" charset="-122"/>
                        </a:rPr>
                        <a:t> </a:t>
                      </a:r>
                      <a14:m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𝒋</m:t>
                          </m:r>
                        </m:oMath>
                      </a14:m>
                      <a:r>
                        <a:rPr lang="en-US" altLang="zh-CN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比特</a:t>
                      </a:r>
                      <a:endParaRPr lang="en-US" altLang="zh-CN" b="1" dirty="0">
                        <a:solidFill>
                          <a:srgbClr val="D7451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136" name="矩形 135">
                      <a:extLst>
                        <a:ext uri="{FF2B5EF4-FFF2-40B4-BE49-F238E27FC236}">
                          <a16:creationId xmlns:a16="http://schemas.microsoft.com/office/drawing/2014/main" id="{B4AB637A-A2C5-4E18-ABC6-DA72E6F08D1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56982" y="3628712"/>
                      <a:ext cx="1305840" cy="605396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37" name="组合 136">
                <a:extLst>
                  <a:ext uri="{FF2B5EF4-FFF2-40B4-BE49-F238E27FC236}">
                    <a16:creationId xmlns:a16="http://schemas.microsoft.com/office/drawing/2014/main" id="{C7D9F49B-DA8C-42E5-9561-2557719115A6}"/>
                  </a:ext>
                </a:extLst>
              </p:cNvPr>
              <p:cNvGrpSpPr/>
              <p:nvPr/>
            </p:nvGrpSpPr>
            <p:grpSpPr>
              <a:xfrm>
                <a:off x="4814065" y="1107462"/>
                <a:ext cx="3226795" cy="605396"/>
                <a:chOff x="1056981" y="1107462"/>
                <a:chExt cx="3226795" cy="60539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8" name="矩形 137">
                      <a:extLst>
                        <a:ext uri="{FF2B5EF4-FFF2-40B4-BE49-F238E27FC236}">
                          <a16:creationId xmlns:a16="http://schemas.microsoft.com/office/drawing/2014/main" id="{9919B710-0A25-4EA7-89A5-730680A254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85655" y="1107462"/>
                      <a:ext cx="1198121" cy="605396"/>
                    </a:xfrm>
                    <a:prstGeom prst="rect">
                      <a:avLst/>
                    </a:prstGeom>
                    <a:solidFill>
                      <a:srgbClr val="FDEF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𝒋</m:t>
                          </m:r>
                        </m:oMath>
                      </a14:m>
                      <a:r>
                        <a:rPr lang="en-US" altLang="zh-CN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比特</a:t>
                      </a:r>
                      <a:endParaRPr lang="en-US" altLang="zh-CN" b="1" dirty="0">
                        <a:solidFill>
                          <a:srgbClr val="D7451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138" name="矩形 137">
                      <a:extLst>
                        <a:ext uri="{FF2B5EF4-FFF2-40B4-BE49-F238E27FC236}">
                          <a16:creationId xmlns:a16="http://schemas.microsoft.com/office/drawing/2014/main" id="{9919B710-0A25-4EA7-89A5-730680A254B3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085655" y="1107462"/>
                      <a:ext cx="1198121" cy="605396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9" name="矩形 138">
                      <a:extLst>
                        <a:ext uri="{FF2B5EF4-FFF2-40B4-BE49-F238E27FC236}">
                          <a16:creationId xmlns:a16="http://schemas.microsoft.com/office/drawing/2014/main" id="{0E069DAD-AD80-4517-A631-1E91F3C0D7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6981" y="1107462"/>
                      <a:ext cx="2028673" cy="605396"/>
                    </a:xfrm>
                    <a:prstGeom prst="rect">
                      <a:avLst/>
                    </a:prstGeom>
                    <a:solidFill>
                      <a:srgbClr val="F8CCB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 xmlns:m="http://schemas.openxmlformats.org/officeDocument/2006/math">
                          <m:r>
                            <a:rPr lang="en-US" altLang="zh-CN" b="1" i="0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𝟔𝟒</m:t>
                          </m:r>
                          <m:r>
                            <a:rPr lang="en-US" altLang="zh-CN" b="1" i="0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𝒋</m:t>
                          </m:r>
                        </m:oMath>
                      </a14:m>
                      <a:r>
                        <a:rPr lang="en-US" altLang="zh-CN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比特</a:t>
                      </a:r>
                      <a:endParaRPr lang="en-US" altLang="zh-CN" b="1" dirty="0">
                        <a:solidFill>
                          <a:srgbClr val="D7451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139" name="矩形 138">
                      <a:extLst>
                        <a:ext uri="{FF2B5EF4-FFF2-40B4-BE49-F238E27FC236}">
                          <a16:creationId xmlns:a16="http://schemas.microsoft.com/office/drawing/2014/main" id="{0E069DAD-AD80-4517-A631-1E91F3C0D75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56981" y="1107462"/>
                      <a:ext cx="2028673" cy="605396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140" name="直接箭头连接符 139">
                <a:extLst>
                  <a:ext uri="{FF2B5EF4-FFF2-40B4-BE49-F238E27FC236}">
                    <a16:creationId xmlns:a16="http://schemas.microsoft.com/office/drawing/2014/main" id="{02B7BD69-6299-4F6B-870C-419F9D794016}"/>
                  </a:ext>
                </a:extLst>
              </p:cNvPr>
              <p:cNvCxnSpPr>
                <a:cxnSpLocks/>
                <a:endCxn id="131" idx="0"/>
              </p:cNvCxnSpPr>
              <p:nvPr/>
            </p:nvCxnSpPr>
            <p:spPr>
              <a:xfrm>
                <a:off x="6407579" y="1712859"/>
                <a:ext cx="0" cy="56330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直接箭头连接符 140">
                <a:extLst>
                  <a:ext uri="{FF2B5EF4-FFF2-40B4-BE49-F238E27FC236}">
                    <a16:creationId xmlns:a16="http://schemas.microsoft.com/office/drawing/2014/main" id="{591B4788-A4A0-44A2-9668-2002153525D7}"/>
                  </a:ext>
                </a:extLst>
              </p:cNvPr>
              <p:cNvCxnSpPr>
                <a:cxnSpLocks/>
                <a:stCxn id="131" idx="2"/>
              </p:cNvCxnSpPr>
              <p:nvPr/>
            </p:nvCxnSpPr>
            <p:spPr>
              <a:xfrm>
                <a:off x="6407579" y="3177862"/>
                <a:ext cx="0" cy="45085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6" name="组合 145">
                <a:extLst>
                  <a:ext uri="{FF2B5EF4-FFF2-40B4-BE49-F238E27FC236}">
                    <a16:creationId xmlns:a16="http://schemas.microsoft.com/office/drawing/2014/main" id="{F2F3B8B2-5B5F-4BEE-8F36-B66C2E37E00D}"/>
                  </a:ext>
                </a:extLst>
              </p:cNvPr>
              <p:cNvGrpSpPr/>
              <p:nvPr/>
            </p:nvGrpSpPr>
            <p:grpSpPr>
              <a:xfrm>
                <a:off x="5267326" y="4745434"/>
                <a:ext cx="410453" cy="410453"/>
                <a:chOff x="2440697" y="1704484"/>
                <a:chExt cx="445378" cy="445378"/>
              </a:xfrm>
            </p:grpSpPr>
            <p:sp>
              <p:nvSpPr>
                <p:cNvPr id="147" name="椭圆 146">
                  <a:extLst>
                    <a:ext uri="{FF2B5EF4-FFF2-40B4-BE49-F238E27FC236}">
                      <a16:creationId xmlns:a16="http://schemas.microsoft.com/office/drawing/2014/main" id="{88208B99-1192-4CC2-811E-A50B8A4718B1}"/>
                    </a:ext>
                  </a:extLst>
                </p:cNvPr>
                <p:cNvSpPr/>
                <p:nvPr/>
              </p:nvSpPr>
              <p:spPr>
                <a:xfrm>
                  <a:off x="2440697" y="1704484"/>
                  <a:ext cx="445378" cy="445378"/>
                </a:xfrm>
                <a:prstGeom prst="ellipse">
                  <a:avLst/>
                </a:prstGeom>
                <a:noFill/>
                <a:ln w="25400">
                  <a:solidFill>
                    <a:srgbClr val="D7451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48" name="直接连接符 147">
                  <a:extLst>
                    <a:ext uri="{FF2B5EF4-FFF2-40B4-BE49-F238E27FC236}">
                      <a16:creationId xmlns:a16="http://schemas.microsoft.com/office/drawing/2014/main" id="{C94CE05F-3B39-4C9F-AD51-0EF24AD05EB6}"/>
                    </a:ext>
                  </a:extLst>
                </p:cNvPr>
                <p:cNvCxnSpPr>
                  <a:cxnSpLocks/>
                  <a:stCxn id="147" idx="6"/>
                  <a:endCxn id="147" idx="2"/>
                </p:cNvCxnSpPr>
                <p:nvPr/>
              </p:nvCxnSpPr>
              <p:spPr>
                <a:xfrm flipH="1">
                  <a:off x="2440697" y="1927173"/>
                  <a:ext cx="445378" cy="0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直接连接符 148">
                  <a:extLst>
                    <a:ext uri="{FF2B5EF4-FFF2-40B4-BE49-F238E27FC236}">
                      <a16:creationId xmlns:a16="http://schemas.microsoft.com/office/drawing/2014/main" id="{6E375B7A-6CB9-433D-90DD-461748D1AA6C}"/>
                    </a:ext>
                  </a:extLst>
                </p:cNvPr>
                <p:cNvCxnSpPr>
                  <a:cxnSpLocks/>
                  <a:stCxn id="147" idx="4"/>
                  <a:endCxn id="147" idx="0"/>
                </p:cNvCxnSpPr>
                <p:nvPr/>
              </p:nvCxnSpPr>
              <p:spPr>
                <a:xfrm flipV="1">
                  <a:off x="2663386" y="1704484"/>
                  <a:ext cx="0" cy="445378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0" name="文本框 149">
                    <a:extLst>
                      <a:ext uri="{FF2B5EF4-FFF2-40B4-BE49-F238E27FC236}">
                        <a16:creationId xmlns:a16="http://schemas.microsoft.com/office/drawing/2014/main" id="{6C1D9B74-74E6-494B-B00B-4159B788469A}"/>
                      </a:ext>
                    </a:extLst>
                  </p:cNvPr>
                  <p:cNvSpPr txBox="1"/>
                  <p:nvPr/>
                </p:nvSpPr>
                <p:spPr>
                  <a:xfrm>
                    <a:off x="6842739" y="4765513"/>
                    <a:ext cx="327800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50" name="文本框 149">
                    <a:extLst>
                      <a:ext uri="{FF2B5EF4-FFF2-40B4-BE49-F238E27FC236}">
                        <a16:creationId xmlns:a16="http://schemas.microsoft.com/office/drawing/2014/main" id="{6C1D9B74-74E6-494B-B00B-4159B78846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42739" y="4765513"/>
                    <a:ext cx="327800" cy="370294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20370" b="-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1" name="文本框 150">
                    <a:extLst>
                      <a:ext uri="{FF2B5EF4-FFF2-40B4-BE49-F238E27FC236}">
                        <a16:creationId xmlns:a16="http://schemas.microsoft.com/office/drawing/2014/main" id="{AB625D2C-4401-4068-9EAF-F28D9139E5E0}"/>
                      </a:ext>
                    </a:extLst>
                  </p:cNvPr>
                  <p:cNvSpPr txBox="1"/>
                  <p:nvPr/>
                </p:nvSpPr>
                <p:spPr>
                  <a:xfrm>
                    <a:off x="5360477" y="5482066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51" name="文本框 150">
                    <a:extLst>
                      <a:ext uri="{FF2B5EF4-FFF2-40B4-BE49-F238E27FC236}">
                        <a16:creationId xmlns:a16="http://schemas.microsoft.com/office/drawing/2014/main" id="{AB625D2C-4401-4068-9EAF-F28D9139E5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60477" y="5482066"/>
                    <a:ext cx="224152" cy="370294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51351" r="-810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52" name="直接箭头连接符 151">
                <a:extLst>
                  <a:ext uri="{FF2B5EF4-FFF2-40B4-BE49-F238E27FC236}">
                    <a16:creationId xmlns:a16="http://schemas.microsoft.com/office/drawing/2014/main" id="{0B3568B3-4237-4DD3-9165-086FF0639372}"/>
                  </a:ext>
                </a:extLst>
              </p:cNvPr>
              <p:cNvCxnSpPr>
                <a:cxnSpLocks/>
                <a:stCxn id="147" idx="6"/>
                <a:endCxn id="150" idx="1"/>
              </p:cNvCxnSpPr>
              <p:nvPr/>
            </p:nvCxnSpPr>
            <p:spPr>
              <a:xfrm flipV="1">
                <a:off x="5677779" y="4950660"/>
                <a:ext cx="1164960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直接箭头连接符 152">
                <a:extLst>
                  <a:ext uri="{FF2B5EF4-FFF2-40B4-BE49-F238E27FC236}">
                    <a16:creationId xmlns:a16="http://schemas.microsoft.com/office/drawing/2014/main" id="{0B459607-C1C6-4B09-A22F-DF5749BE9A46}"/>
                  </a:ext>
                </a:extLst>
              </p:cNvPr>
              <p:cNvCxnSpPr>
                <a:cxnSpLocks/>
                <a:stCxn id="151" idx="0"/>
                <a:endCxn id="147" idx="4"/>
              </p:cNvCxnSpPr>
              <p:nvPr/>
            </p:nvCxnSpPr>
            <p:spPr>
              <a:xfrm flipV="1">
                <a:off x="5472553" y="5155887"/>
                <a:ext cx="0" cy="32617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直接箭头连接符 153">
                <a:extLst>
                  <a:ext uri="{FF2B5EF4-FFF2-40B4-BE49-F238E27FC236}">
                    <a16:creationId xmlns:a16="http://schemas.microsoft.com/office/drawing/2014/main" id="{3EDFE8C2-0EE5-4E2A-97FE-2AC382B655FE}"/>
                  </a:ext>
                </a:extLst>
              </p:cNvPr>
              <p:cNvCxnSpPr>
                <a:cxnSpLocks/>
                <a:stCxn id="136" idx="2"/>
                <a:endCxn id="147" idx="0"/>
              </p:cNvCxnSpPr>
              <p:nvPr/>
            </p:nvCxnSpPr>
            <p:spPr>
              <a:xfrm>
                <a:off x="5466986" y="4234108"/>
                <a:ext cx="5567" cy="51132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6" name="矩形 155">
                <a:extLst>
                  <a:ext uri="{FF2B5EF4-FFF2-40B4-BE49-F238E27FC236}">
                    <a16:creationId xmlns:a16="http://schemas.microsoft.com/office/drawing/2014/main" id="{F3156AF6-2F69-4589-9ABA-122FD0978CF7}"/>
                  </a:ext>
                </a:extLst>
              </p:cNvPr>
              <p:cNvSpPr/>
              <p:nvPr/>
            </p:nvSpPr>
            <p:spPr>
              <a:xfrm>
                <a:off x="10011865" y="2276162"/>
                <a:ext cx="1198121" cy="90170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DES</a:t>
                </a:r>
              </a:p>
              <a:p>
                <a:pPr algn="ctr"/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加密</a:t>
                </a:r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57" name="直接箭头连接符 156">
                <a:extLst>
                  <a:ext uri="{FF2B5EF4-FFF2-40B4-BE49-F238E27FC236}">
                    <a16:creationId xmlns:a16="http://schemas.microsoft.com/office/drawing/2014/main" id="{49D752DF-738F-47E5-BBD1-0F44C409B142}"/>
                  </a:ext>
                </a:extLst>
              </p:cNvPr>
              <p:cNvCxnSpPr>
                <a:cxnSpLocks/>
                <a:stCxn id="158" idx="3"/>
                <a:endCxn id="156" idx="1"/>
              </p:cNvCxnSpPr>
              <p:nvPr/>
            </p:nvCxnSpPr>
            <p:spPr>
              <a:xfrm>
                <a:off x="9764215" y="2727012"/>
                <a:ext cx="24765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8" name="文本框 157">
                    <a:extLst>
                      <a:ext uri="{FF2B5EF4-FFF2-40B4-BE49-F238E27FC236}">
                        <a16:creationId xmlns:a16="http://schemas.microsoft.com/office/drawing/2014/main" id="{A40680A1-D191-4986-ABCF-4C71F6B2204A}"/>
                      </a:ext>
                    </a:extLst>
                  </p:cNvPr>
                  <p:cNvSpPr txBox="1"/>
                  <p:nvPr/>
                </p:nvSpPr>
                <p:spPr>
                  <a:xfrm>
                    <a:off x="9540063" y="2541865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𝐾</m:t>
                          </m:r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58" name="文本框 157">
                    <a:extLst>
                      <a:ext uri="{FF2B5EF4-FFF2-40B4-BE49-F238E27FC236}">
                        <a16:creationId xmlns:a16="http://schemas.microsoft.com/office/drawing/2014/main" id="{A40680A1-D191-4986-ABCF-4C71F6B2204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40063" y="2541865"/>
                    <a:ext cx="224152" cy="370294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37838" r="-810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59" name="组合 158">
                <a:extLst>
                  <a:ext uri="{FF2B5EF4-FFF2-40B4-BE49-F238E27FC236}">
                    <a16:creationId xmlns:a16="http://schemas.microsoft.com/office/drawing/2014/main" id="{0CF2416B-2608-4B95-A701-8645A60222D0}"/>
                  </a:ext>
                </a:extLst>
              </p:cNvPr>
              <p:cNvGrpSpPr/>
              <p:nvPr/>
            </p:nvGrpSpPr>
            <p:grpSpPr>
              <a:xfrm>
                <a:off x="9017413" y="3628712"/>
                <a:ext cx="3226794" cy="605396"/>
                <a:chOff x="1056982" y="3628712"/>
                <a:chExt cx="3226794" cy="60539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0" name="矩形 159">
                      <a:extLst>
                        <a:ext uri="{FF2B5EF4-FFF2-40B4-BE49-F238E27FC236}">
                          <a16:creationId xmlns:a16="http://schemas.microsoft.com/office/drawing/2014/main" id="{AFD297CD-9949-43BC-93F8-04E8B95EAD5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35087" y="3628712"/>
                      <a:ext cx="1948689" cy="605396"/>
                    </a:xfrm>
                    <a:prstGeom prst="rect">
                      <a:avLst/>
                    </a:prstGeom>
                    <a:solidFill>
                      <a:srgbClr val="FDEF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D74514"/>
                          </a:solidFill>
                          <a:ea typeface="微软雅黑" panose="020B0503020204020204" pitchFamily="34" charset="-122"/>
                        </a:rPr>
                        <a:t>丢弃</a:t>
                      </a:r>
                      <a:r>
                        <a:rPr lang="en-US" altLang="zh-CN" b="1" dirty="0">
                          <a:solidFill>
                            <a:srgbClr val="D74514"/>
                          </a:solidFill>
                          <a:ea typeface="微软雅黑" panose="020B0503020204020204" pitchFamily="34" charset="-122"/>
                        </a:rPr>
                        <a:t> </a:t>
                      </a:r>
                      <a14:m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𝟔𝟒</m:t>
                          </m:r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𝒋</m:t>
                          </m:r>
                        </m:oMath>
                      </a14:m>
                      <a:r>
                        <a:rPr lang="en-US" altLang="zh-CN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比特</a:t>
                      </a:r>
                      <a:endParaRPr lang="en-US" altLang="zh-CN" b="1" dirty="0">
                        <a:solidFill>
                          <a:srgbClr val="D7451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160" name="矩形 159">
                      <a:extLst>
                        <a:ext uri="{FF2B5EF4-FFF2-40B4-BE49-F238E27FC236}">
                          <a16:creationId xmlns:a16="http://schemas.microsoft.com/office/drawing/2014/main" id="{AFD297CD-9949-43BC-93F8-04E8B95EAD59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35087" y="3628712"/>
                      <a:ext cx="1948689" cy="605396"/>
                    </a:xfrm>
                    <a:prstGeom prst="rect">
                      <a:avLst/>
                    </a:prstGeom>
                    <a:blipFill>
                      <a:blip r:embed="rId20"/>
                      <a:stretch>
                        <a:fillRect l="-625" r="-625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1" name="矩形 160">
                      <a:extLst>
                        <a:ext uri="{FF2B5EF4-FFF2-40B4-BE49-F238E27FC236}">
                          <a16:creationId xmlns:a16="http://schemas.microsoft.com/office/drawing/2014/main" id="{BC29CC5D-9EFE-4654-895E-1083C05FAC9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6982" y="3628712"/>
                      <a:ext cx="1305840" cy="605396"/>
                    </a:xfrm>
                    <a:prstGeom prst="rect">
                      <a:avLst/>
                    </a:prstGeom>
                    <a:solidFill>
                      <a:srgbClr val="F8CCB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D74514"/>
                          </a:solidFill>
                          <a:ea typeface="微软雅黑" panose="020B0503020204020204" pitchFamily="34" charset="-122"/>
                        </a:rPr>
                        <a:t>选</a:t>
                      </a:r>
                      <a:r>
                        <a:rPr lang="en-US" altLang="zh-CN" b="1" dirty="0">
                          <a:solidFill>
                            <a:srgbClr val="D74514"/>
                          </a:solidFill>
                          <a:ea typeface="微软雅黑" panose="020B0503020204020204" pitchFamily="34" charset="-122"/>
                        </a:rPr>
                        <a:t> </a:t>
                      </a:r>
                      <a14:m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𝒋</m:t>
                          </m:r>
                        </m:oMath>
                      </a14:m>
                      <a:r>
                        <a:rPr lang="en-US" altLang="zh-CN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比特</a:t>
                      </a:r>
                      <a:endParaRPr lang="en-US" altLang="zh-CN" b="1" dirty="0">
                        <a:solidFill>
                          <a:srgbClr val="D7451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161" name="矩形 160">
                      <a:extLst>
                        <a:ext uri="{FF2B5EF4-FFF2-40B4-BE49-F238E27FC236}">
                          <a16:creationId xmlns:a16="http://schemas.microsoft.com/office/drawing/2014/main" id="{BC29CC5D-9EFE-4654-895E-1083C05FAC93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56982" y="3628712"/>
                      <a:ext cx="1305840" cy="605396"/>
                    </a:xfrm>
                    <a:prstGeom prst="rect">
                      <a:avLst/>
                    </a:prstGeom>
                    <a:blipFill>
                      <a:blip r:embed="rId21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62" name="组合 161">
                <a:extLst>
                  <a:ext uri="{FF2B5EF4-FFF2-40B4-BE49-F238E27FC236}">
                    <a16:creationId xmlns:a16="http://schemas.microsoft.com/office/drawing/2014/main" id="{34C21CC9-F60E-4BCA-9B60-34DE7C4BDCDC}"/>
                  </a:ext>
                </a:extLst>
              </p:cNvPr>
              <p:cNvGrpSpPr/>
              <p:nvPr/>
            </p:nvGrpSpPr>
            <p:grpSpPr>
              <a:xfrm>
                <a:off x="9017412" y="1107462"/>
                <a:ext cx="3226795" cy="605396"/>
                <a:chOff x="1056981" y="1107462"/>
                <a:chExt cx="3226795" cy="60539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3" name="矩形 162">
                      <a:extLst>
                        <a:ext uri="{FF2B5EF4-FFF2-40B4-BE49-F238E27FC236}">
                          <a16:creationId xmlns:a16="http://schemas.microsoft.com/office/drawing/2014/main" id="{CF371D3A-1660-4D0E-9F3A-C74A9190DE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85655" y="1107462"/>
                      <a:ext cx="1198121" cy="605396"/>
                    </a:xfrm>
                    <a:prstGeom prst="rect">
                      <a:avLst/>
                    </a:prstGeom>
                    <a:solidFill>
                      <a:srgbClr val="FDEF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𝒋</m:t>
                          </m:r>
                        </m:oMath>
                      </a14:m>
                      <a:r>
                        <a:rPr lang="en-US" altLang="zh-CN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比特</a:t>
                      </a:r>
                      <a:endParaRPr lang="en-US" altLang="zh-CN" b="1" dirty="0">
                        <a:solidFill>
                          <a:srgbClr val="D7451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163" name="矩形 162">
                      <a:extLst>
                        <a:ext uri="{FF2B5EF4-FFF2-40B4-BE49-F238E27FC236}">
                          <a16:creationId xmlns:a16="http://schemas.microsoft.com/office/drawing/2014/main" id="{CF371D3A-1660-4D0E-9F3A-C74A9190DE1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085655" y="1107462"/>
                      <a:ext cx="1198121" cy="605396"/>
                    </a:xfrm>
                    <a:prstGeom prst="rect">
                      <a:avLst/>
                    </a:prstGeom>
                    <a:blipFill>
                      <a:blip r:embed="rId22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4" name="矩形 163">
                      <a:extLst>
                        <a:ext uri="{FF2B5EF4-FFF2-40B4-BE49-F238E27FC236}">
                          <a16:creationId xmlns:a16="http://schemas.microsoft.com/office/drawing/2014/main" id="{29441B22-2FF0-4329-947B-81046138BD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6981" y="1107462"/>
                      <a:ext cx="2028673" cy="605396"/>
                    </a:xfrm>
                    <a:prstGeom prst="rect">
                      <a:avLst/>
                    </a:prstGeom>
                    <a:solidFill>
                      <a:srgbClr val="F8CCB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 xmlns:m="http://schemas.openxmlformats.org/officeDocument/2006/math">
                          <m:r>
                            <a:rPr lang="en-US" altLang="zh-CN" b="1" i="0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𝟔𝟒</m:t>
                          </m:r>
                          <m:r>
                            <a:rPr lang="en-US" altLang="zh-CN" b="1" i="0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𝒋</m:t>
                          </m:r>
                        </m:oMath>
                      </a14:m>
                      <a:r>
                        <a:rPr lang="en-US" altLang="zh-CN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比特</a:t>
                      </a:r>
                      <a:endParaRPr lang="en-US" altLang="zh-CN" b="1" dirty="0">
                        <a:solidFill>
                          <a:srgbClr val="D7451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164" name="矩形 163">
                      <a:extLst>
                        <a:ext uri="{FF2B5EF4-FFF2-40B4-BE49-F238E27FC236}">
                          <a16:creationId xmlns:a16="http://schemas.microsoft.com/office/drawing/2014/main" id="{29441B22-2FF0-4329-947B-81046138BDF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56981" y="1107462"/>
                      <a:ext cx="2028673" cy="605396"/>
                    </a:xfrm>
                    <a:prstGeom prst="rect">
                      <a:avLst/>
                    </a:prstGeom>
                    <a:blipFill>
                      <a:blip r:embed="rId23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165" name="直接箭头连接符 164">
                <a:extLst>
                  <a:ext uri="{FF2B5EF4-FFF2-40B4-BE49-F238E27FC236}">
                    <a16:creationId xmlns:a16="http://schemas.microsoft.com/office/drawing/2014/main" id="{50B59E9A-16AB-4A3F-A147-5D19DD6C29D0}"/>
                  </a:ext>
                </a:extLst>
              </p:cNvPr>
              <p:cNvCxnSpPr>
                <a:cxnSpLocks/>
                <a:endCxn id="156" idx="0"/>
              </p:cNvCxnSpPr>
              <p:nvPr/>
            </p:nvCxnSpPr>
            <p:spPr>
              <a:xfrm>
                <a:off x="10610926" y="1712859"/>
                <a:ext cx="0" cy="56330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直接箭头连接符 165">
                <a:extLst>
                  <a:ext uri="{FF2B5EF4-FFF2-40B4-BE49-F238E27FC236}">
                    <a16:creationId xmlns:a16="http://schemas.microsoft.com/office/drawing/2014/main" id="{D3449BFA-D355-44B4-BDA0-B20F870A9189}"/>
                  </a:ext>
                </a:extLst>
              </p:cNvPr>
              <p:cNvCxnSpPr>
                <a:cxnSpLocks/>
                <a:stCxn id="156" idx="2"/>
              </p:cNvCxnSpPr>
              <p:nvPr/>
            </p:nvCxnSpPr>
            <p:spPr>
              <a:xfrm>
                <a:off x="10610926" y="3177862"/>
                <a:ext cx="0" cy="45085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1" name="组合 170">
                <a:extLst>
                  <a:ext uri="{FF2B5EF4-FFF2-40B4-BE49-F238E27FC236}">
                    <a16:creationId xmlns:a16="http://schemas.microsoft.com/office/drawing/2014/main" id="{6A6622CD-A897-4262-A165-677F0054398E}"/>
                  </a:ext>
                </a:extLst>
              </p:cNvPr>
              <p:cNvGrpSpPr/>
              <p:nvPr/>
            </p:nvGrpSpPr>
            <p:grpSpPr>
              <a:xfrm>
                <a:off x="9470673" y="4745434"/>
                <a:ext cx="410453" cy="410453"/>
                <a:chOff x="2440697" y="1704484"/>
                <a:chExt cx="445378" cy="445378"/>
              </a:xfrm>
            </p:grpSpPr>
            <p:sp>
              <p:nvSpPr>
                <p:cNvPr id="172" name="椭圆 171">
                  <a:extLst>
                    <a:ext uri="{FF2B5EF4-FFF2-40B4-BE49-F238E27FC236}">
                      <a16:creationId xmlns:a16="http://schemas.microsoft.com/office/drawing/2014/main" id="{A1173348-6D68-45C6-84CC-9EF4AFE9CA6B}"/>
                    </a:ext>
                  </a:extLst>
                </p:cNvPr>
                <p:cNvSpPr/>
                <p:nvPr/>
              </p:nvSpPr>
              <p:spPr>
                <a:xfrm>
                  <a:off x="2440697" y="1704484"/>
                  <a:ext cx="445378" cy="445378"/>
                </a:xfrm>
                <a:prstGeom prst="ellipse">
                  <a:avLst/>
                </a:prstGeom>
                <a:noFill/>
                <a:ln w="25400">
                  <a:solidFill>
                    <a:srgbClr val="D7451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73" name="直接连接符 172">
                  <a:extLst>
                    <a:ext uri="{FF2B5EF4-FFF2-40B4-BE49-F238E27FC236}">
                      <a16:creationId xmlns:a16="http://schemas.microsoft.com/office/drawing/2014/main" id="{7A6D2B29-096F-4104-9EB4-1492960E903A}"/>
                    </a:ext>
                  </a:extLst>
                </p:cNvPr>
                <p:cNvCxnSpPr>
                  <a:cxnSpLocks/>
                  <a:stCxn id="172" idx="6"/>
                  <a:endCxn id="172" idx="2"/>
                </p:cNvCxnSpPr>
                <p:nvPr/>
              </p:nvCxnSpPr>
              <p:spPr>
                <a:xfrm flipH="1">
                  <a:off x="2440697" y="1927173"/>
                  <a:ext cx="445378" cy="0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直接连接符 173">
                  <a:extLst>
                    <a:ext uri="{FF2B5EF4-FFF2-40B4-BE49-F238E27FC236}">
                      <a16:creationId xmlns:a16="http://schemas.microsoft.com/office/drawing/2014/main" id="{1C4A8AD9-E022-4DED-9EB7-DB54DCA3FDB4}"/>
                    </a:ext>
                  </a:extLst>
                </p:cNvPr>
                <p:cNvCxnSpPr>
                  <a:cxnSpLocks/>
                  <a:stCxn id="172" idx="4"/>
                  <a:endCxn id="172" idx="0"/>
                </p:cNvCxnSpPr>
                <p:nvPr/>
              </p:nvCxnSpPr>
              <p:spPr>
                <a:xfrm flipV="1">
                  <a:off x="2663386" y="1704484"/>
                  <a:ext cx="0" cy="445378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5" name="文本框 174">
                    <a:extLst>
                      <a:ext uri="{FF2B5EF4-FFF2-40B4-BE49-F238E27FC236}">
                        <a16:creationId xmlns:a16="http://schemas.microsoft.com/office/drawing/2014/main" id="{D938669B-ABC1-4897-84F4-A5F49F99DFEF}"/>
                      </a:ext>
                    </a:extLst>
                  </p:cNvPr>
                  <p:cNvSpPr txBox="1"/>
                  <p:nvPr/>
                </p:nvSpPr>
                <p:spPr>
                  <a:xfrm>
                    <a:off x="11046086" y="4765513"/>
                    <a:ext cx="327800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𝑀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75" name="文本框 174">
                    <a:extLst>
                      <a:ext uri="{FF2B5EF4-FFF2-40B4-BE49-F238E27FC236}">
                        <a16:creationId xmlns:a16="http://schemas.microsoft.com/office/drawing/2014/main" id="{D938669B-ABC1-4897-84F4-A5F49F99DFE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046086" y="4765513"/>
                    <a:ext cx="327800" cy="370294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l="-27778" b="-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6" name="文本框 175">
                    <a:extLst>
                      <a:ext uri="{FF2B5EF4-FFF2-40B4-BE49-F238E27FC236}">
                        <a16:creationId xmlns:a16="http://schemas.microsoft.com/office/drawing/2014/main" id="{7AF5C4F3-D852-4DEA-BAE1-95F0E3F70829}"/>
                      </a:ext>
                    </a:extLst>
                  </p:cNvPr>
                  <p:cNvSpPr txBox="1"/>
                  <p:nvPr/>
                </p:nvSpPr>
                <p:spPr>
                  <a:xfrm>
                    <a:off x="9563824" y="5482066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𝑀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76" name="文本框 175">
                    <a:extLst>
                      <a:ext uri="{FF2B5EF4-FFF2-40B4-BE49-F238E27FC236}">
                        <a16:creationId xmlns:a16="http://schemas.microsoft.com/office/drawing/2014/main" id="{7AF5C4F3-D852-4DEA-BAE1-95F0E3F7082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63824" y="5482066"/>
                    <a:ext cx="224152" cy="370294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l="-62162" r="-1891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77" name="直接箭头连接符 176">
                <a:extLst>
                  <a:ext uri="{FF2B5EF4-FFF2-40B4-BE49-F238E27FC236}">
                    <a16:creationId xmlns:a16="http://schemas.microsoft.com/office/drawing/2014/main" id="{FD40FB64-9D55-4134-8FB6-0B734B332D39}"/>
                  </a:ext>
                </a:extLst>
              </p:cNvPr>
              <p:cNvCxnSpPr>
                <a:cxnSpLocks/>
                <a:stCxn id="172" idx="6"/>
                <a:endCxn id="175" idx="1"/>
              </p:cNvCxnSpPr>
              <p:nvPr/>
            </p:nvCxnSpPr>
            <p:spPr>
              <a:xfrm flipV="1">
                <a:off x="9881126" y="4950660"/>
                <a:ext cx="1164960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直接箭头连接符 177">
                <a:extLst>
                  <a:ext uri="{FF2B5EF4-FFF2-40B4-BE49-F238E27FC236}">
                    <a16:creationId xmlns:a16="http://schemas.microsoft.com/office/drawing/2014/main" id="{B35DF330-A49C-4315-9321-2342FCDE82BA}"/>
                  </a:ext>
                </a:extLst>
              </p:cNvPr>
              <p:cNvCxnSpPr>
                <a:cxnSpLocks/>
                <a:stCxn id="176" idx="0"/>
                <a:endCxn id="172" idx="4"/>
              </p:cNvCxnSpPr>
              <p:nvPr/>
            </p:nvCxnSpPr>
            <p:spPr>
              <a:xfrm flipV="1">
                <a:off x="9675900" y="5155887"/>
                <a:ext cx="0" cy="32617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直接箭头连接符 178">
                <a:extLst>
                  <a:ext uri="{FF2B5EF4-FFF2-40B4-BE49-F238E27FC236}">
                    <a16:creationId xmlns:a16="http://schemas.microsoft.com/office/drawing/2014/main" id="{258FD144-45E1-4A54-9D4E-0BBF8439329B}"/>
                  </a:ext>
                </a:extLst>
              </p:cNvPr>
              <p:cNvCxnSpPr>
                <a:cxnSpLocks/>
                <a:stCxn id="161" idx="2"/>
                <a:endCxn id="172" idx="0"/>
              </p:cNvCxnSpPr>
              <p:nvPr/>
            </p:nvCxnSpPr>
            <p:spPr>
              <a:xfrm>
                <a:off x="9670333" y="4234108"/>
                <a:ext cx="5567" cy="51132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连接符: 肘形 180">
                <a:extLst>
                  <a:ext uri="{FF2B5EF4-FFF2-40B4-BE49-F238E27FC236}">
                    <a16:creationId xmlns:a16="http://schemas.microsoft.com/office/drawing/2014/main" id="{0788B88C-F10D-4DC7-A4DE-72333BE7AC53}"/>
                  </a:ext>
                </a:extLst>
              </p:cNvPr>
              <p:cNvCxnSpPr>
                <a:cxnSpLocks/>
                <a:stCxn id="95" idx="2"/>
                <a:endCxn id="138" idx="0"/>
              </p:cNvCxnSpPr>
              <p:nvPr/>
            </p:nvCxnSpPr>
            <p:spPr>
              <a:xfrm rot="5400000" flipH="1" flipV="1">
                <a:off x="3012528" y="-195164"/>
                <a:ext cx="3126646" cy="5731898"/>
              </a:xfrm>
              <a:prstGeom prst="bentConnector5">
                <a:avLst>
                  <a:gd name="adj1" fmla="val -7311"/>
                  <a:gd name="adj2" fmla="val 50470"/>
                  <a:gd name="adj3" fmla="val 107311"/>
                </a:avLst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直接箭头连接符 183">
                <a:extLst>
                  <a:ext uri="{FF2B5EF4-FFF2-40B4-BE49-F238E27FC236}">
                    <a16:creationId xmlns:a16="http://schemas.microsoft.com/office/drawing/2014/main" id="{0E9976D8-8339-4DC5-8D1F-AF204537296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36717" y="1021080"/>
                <a:ext cx="1749883" cy="0"/>
              </a:xfrm>
              <a:prstGeom prst="straightConnector1">
                <a:avLst/>
              </a:prstGeom>
              <a:ln w="25400">
                <a:solidFill>
                  <a:srgbClr val="D74514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直接箭头连接符 187">
                <a:extLst>
                  <a:ext uri="{FF2B5EF4-FFF2-40B4-BE49-F238E27FC236}">
                    <a16:creationId xmlns:a16="http://schemas.microsoft.com/office/drawing/2014/main" id="{765C1A79-F463-43D6-930C-3375206E453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540063" y="1011936"/>
                <a:ext cx="1749883" cy="0"/>
              </a:xfrm>
              <a:prstGeom prst="straightConnector1">
                <a:avLst/>
              </a:prstGeom>
              <a:ln w="25400">
                <a:solidFill>
                  <a:srgbClr val="D74514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9" name="文本框 188">
                    <a:extLst>
                      <a:ext uri="{FF2B5EF4-FFF2-40B4-BE49-F238E27FC236}">
                        <a16:creationId xmlns:a16="http://schemas.microsoft.com/office/drawing/2014/main" id="{8A5DC46D-AB16-4AFC-AB4D-CB96D334A4C1}"/>
                      </a:ext>
                    </a:extLst>
                  </p:cNvPr>
                  <p:cNvSpPr txBox="1"/>
                  <p:nvPr/>
                </p:nvSpPr>
                <p:spPr>
                  <a:xfrm>
                    <a:off x="8499386" y="675170"/>
                    <a:ext cx="518026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𝑀</m:t>
                              </m:r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89" name="文本框 188">
                    <a:extLst>
                      <a:ext uri="{FF2B5EF4-FFF2-40B4-BE49-F238E27FC236}">
                        <a16:creationId xmlns:a16="http://schemas.microsoft.com/office/drawing/2014/main" id="{8A5DC46D-AB16-4AFC-AB4D-CB96D334A4C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99386" y="675170"/>
                    <a:ext cx="518026" cy="370294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l="-21176" r="-1176" b="-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90" name="连接符: 肘形 189">
                <a:extLst>
                  <a:ext uri="{FF2B5EF4-FFF2-40B4-BE49-F238E27FC236}">
                    <a16:creationId xmlns:a16="http://schemas.microsoft.com/office/drawing/2014/main" id="{DC7076AA-BCB6-41B1-9D33-29E8BA4223A8}"/>
                  </a:ext>
                </a:extLst>
              </p:cNvPr>
              <p:cNvCxnSpPr>
                <a:cxnSpLocks/>
                <a:stCxn id="189" idx="3"/>
                <a:endCxn id="163" idx="0"/>
              </p:cNvCxnSpPr>
              <p:nvPr/>
            </p:nvCxnSpPr>
            <p:spPr>
              <a:xfrm>
                <a:off x="9017412" y="860317"/>
                <a:ext cx="2627735" cy="247145"/>
              </a:xfrm>
              <a:prstGeom prst="bentConnector2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4" name="文本框 193">
                    <a:extLst>
                      <a:ext uri="{FF2B5EF4-FFF2-40B4-BE49-F238E27FC236}">
                        <a16:creationId xmlns:a16="http://schemas.microsoft.com/office/drawing/2014/main" id="{8FF119AF-0348-45DC-A8DE-A56F99748E4D}"/>
                      </a:ext>
                    </a:extLst>
                  </p:cNvPr>
                  <p:cNvSpPr txBox="1"/>
                  <p:nvPr/>
                </p:nvSpPr>
                <p:spPr>
                  <a:xfrm>
                    <a:off x="8443991" y="3746744"/>
                    <a:ext cx="22415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⋯</m:t>
                          </m:r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94" name="文本框 193">
                    <a:extLst>
                      <a:ext uri="{FF2B5EF4-FFF2-40B4-BE49-F238E27FC236}">
                        <a16:creationId xmlns:a16="http://schemas.microsoft.com/office/drawing/2014/main" id="{8FF119AF-0348-45DC-A8DE-A56F99748E4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43991" y="3746744"/>
                    <a:ext cx="224152" cy="369332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l="-3055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87" name="组合 286">
              <a:extLst>
                <a:ext uri="{FF2B5EF4-FFF2-40B4-BE49-F238E27FC236}">
                  <a16:creationId xmlns:a16="http://schemas.microsoft.com/office/drawing/2014/main" id="{3AE24311-5FE8-4910-A5E8-E8FABE558A50}"/>
                </a:ext>
              </a:extLst>
            </p:cNvPr>
            <p:cNvGrpSpPr/>
            <p:nvPr/>
          </p:nvGrpSpPr>
          <p:grpSpPr>
            <a:xfrm>
              <a:off x="663281" y="941793"/>
              <a:ext cx="11187226" cy="5177190"/>
              <a:chOff x="663281" y="941793"/>
              <a:chExt cx="11187226" cy="5177190"/>
            </a:xfrm>
          </p:grpSpPr>
          <p:sp>
            <p:nvSpPr>
              <p:cNvPr id="197" name="矩形 196">
                <a:extLst>
                  <a:ext uri="{FF2B5EF4-FFF2-40B4-BE49-F238E27FC236}">
                    <a16:creationId xmlns:a16="http://schemas.microsoft.com/office/drawing/2014/main" id="{7B1D16CA-CE79-4709-BFC2-3CCC5AF459E5}"/>
                  </a:ext>
                </a:extLst>
              </p:cNvPr>
              <p:cNvSpPr/>
              <p:nvPr/>
            </p:nvSpPr>
            <p:spPr>
              <a:xfrm>
                <a:off x="1657734" y="2542785"/>
                <a:ext cx="1198121" cy="90170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DES</a:t>
                </a:r>
              </a:p>
              <a:p>
                <a:pPr algn="ctr"/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解密</a:t>
                </a:r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98" name="直接箭头连接符 197">
                <a:extLst>
                  <a:ext uri="{FF2B5EF4-FFF2-40B4-BE49-F238E27FC236}">
                    <a16:creationId xmlns:a16="http://schemas.microsoft.com/office/drawing/2014/main" id="{3388CCF0-EDCF-461B-8056-21C54010219D}"/>
                  </a:ext>
                </a:extLst>
              </p:cNvPr>
              <p:cNvCxnSpPr>
                <a:cxnSpLocks/>
                <a:stCxn id="199" idx="3"/>
                <a:endCxn id="197" idx="1"/>
              </p:cNvCxnSpPr>
              <p:nvPr/>
            </p:nvCxnSpPr>
            <p:spPr>
              <a:xfrm>
                <a:off x="1410084" y="2993635"/>
                <a:ext cx="24765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9" name="文本框 198">
                    <a:extLst>
                      <a:ext uri="{FF2B5EF4-FFF2-40B4-BE49-F238E27FC236}">
                        <a16:creationId xmlns:a16="http://schemas.microsoft.com/office/drawing/2014/main" id="{386875AC-BCA0-40C8-9AD5-5128EAD58CC9}"/>
                      </a:ext>
                    </a:extLst>
                  </p:cNvPr>
                  <p:cNvSpPr txBox="1"/>
                  <p:nvPr/>
                </p:nvSpPr>
                <p:spPr>
                  <a:xfrm>
                    <a:off x="1185932" y="2808488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𝐾</m:t>
                          </m:r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99" name="文本框 198">
                    <a:extLst>
                      <a:ext uri="{FF2B5EF4-FFF2-40B4-BE49-F238E27FC236}">
                        <a16:creationId xmlns:a16="http://schemas.microsoft.com/office/drawing/2014/main" id="{386875AC-BCA0-40C8-9AD5-5128EAD58CC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85932" y="2808488"/>
                    <a:ext cx="224152" cy="370294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 l="-41667" r="-8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00" name="组合 199">
                <a:extLst>
                  <a:ext uri="{FF2B5EF4-FFF2-40B4-BE49-F238E27FC236}">
                    <a16:creationId xmlns:a16="http://schemas.microsoft.com/office/drawing/2014/main" id="{ACAD8C0E-BCA5-4BB9-901F-7842BA25693C}"/>
                  </a:ext>
                </a:extLst>
              </p:cNvPr>
              <p:cNvGrpSpPr/>
              <p:nvPr/>
            </p:nvGrpSpPr>
            <p:grpSpPr>
              <a:xfrm>
                <a:off x="663282" y="3895335"/>
                <a:ext cx="3226794" cy="605396"/>
                <a:chOff x="1056982" y="3628712"/>
                <a:chExt cx="3226794" cy="60539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6" name="矩形 265">
                      <a:extLst>
                        <a:ext uri="{FF2B5EF4-FFF2-40B4-BE49-F238E27FC236}">
                          <a16:creationId xmlns:a16="http://schemas.microsoft.com/office/drawing/2014/main" id="{383BAB4C-4100-4C44-8657-7A815B1119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35087" y="3628712"/>
                      <a:ext cx="1948689" cy="605396"/>
                    </a:xfrm>
                    <a:prstGeom prst="rect">
                      <a:avLst/>
                    </a:prstGeom>
                    <a:solidFill>
                      <a:srgbClr val="FDEF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D74514"/>
                          </a:solidFill>
                          <a:ea typeface="微软雅黑" panose="020B0503020204020204" pitchFamily="34" charset="-122"/>
                        </a:rPr>
                        <a:t>丢弃</a:t>
                      </a:r>
                      <a:r>
                        <a:rPr lang="en-US" altLang="zh-CN" b="1" dirty="0">
                          <a:solidFill>
                            <a:srgbClr val="D74514"/>
                          </a:solidFill>
                          <a:ea typeface="微软雅黑" panose="020B0503020204020204" pitchFamily="34" charset="-122"/>
                        </a:rPr>
                        <a:t> </a:t>
                      </a:r>
                      <a14:m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𝟔𝟒</m:t>
                          </m:r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𝒋</m:t>
                          </m:r>
                        </m:oMath>
                      </a14:m>
                      <a:r>
                        <a:rPr lang="en-US" altLang="zh-CN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比特</a:t>
                      </a:r>
                      <a:endParaRPr lang="en-US" altLang="zh-CN" b="1" dirty="0">
                        <a:solidFill>
                          <a:srgbClr val="D7451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266" name="矩形 265">
                      <a:extLst>
                        <a:ext uri="{FF2B5EF4-FFF2-40B4-BE49-F238E27FC236}">
                          <a16:creationId xmlns:a16="http://schemas.microsoft.com/office/drawing/2014/main" id="{383BAB4C-4100-4C44-8657-7A815B1119C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35087" y="3628712"/>
                      <a:ext cx="1948689" cy="605396"/>
                    </a:xfrm>
                    <a:prstGeom prst="rect">
                      <a:avLst/>
                    </a:prstGeom>
                    <a:blipFill>
                      <a:blip r:embed="rId29"/>
                      <a:stretch>
                        <a:fillRect l="-625" r="-625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7" name="矩形 266">
                      <a:extLst>
                        <a:ext uri="{FF2B5EF4-FFF2-40B4-BE49-F238E27FC236}">
                          <a16:creationId xmlns:a16="http://schemas.microsoft.com/office/drawing/2014/main" id="{91FBA09F-8280-4DA1-8CB8-E631324F3D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6982" y="3628712"/>
                      <a:ext cx="1305840" cy="605396"/>
                    </a:xfrm>
                    <a:prstGeom prst="rect">
                      <a:avLst/>
                    </a:prstGeom>
                    <a:solidFill>
                      <a:srgbClr val="F8CCB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D74514"/>
                          </a:solidFill>
                          <a:ea typeface="微软雅黑" panose="020B0503020204020204" pitchFamily="34" charset="-122"/>
                        </a:rPr>
                        <a:t>选</a:t>
                      </a:r>
                      <a:r>
                        <a:rPr lang="en-US" altLang="zh-CN" b="1" dirty="0">
                          <a:solidFill>
                            <a:srgbClr val="D74514"/>
                          </a:solidFill>
                          <a:ea typeface="微软雅黑" panose="020B0503020204020204" pitchFamily="34" charset="-122"/>
                        </a:rPr>
                        <a:t> </a:t>
                      </a:r>
                      <a14:m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𝒋</m:t>
                          </m:r>
                        </m:oMath>
                      </a14:m>
                      <a:r>
                        <a:rPr lang="en-US" altLang="zh-CN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比特</a:t>
                      </a:r>
                      <a:endParaRPr lang="en-US" altLang="zh-CN" b="1" dirty="0">
                        <a:solidFill>
                          <a:srgbClr val="D7451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267" name="矩形 266">
                      <a:extLst>
                        <a:ext uri="{FF2B5EF4-FFF2-40B4-BE49-F238E27FC236}">
                          <a16:creationId xmlns:a16="http://schemas.microsoft.com/office/drawing/2014/main" id="{91FBA09F-8280-4DA1-8CB8-E631324F3DD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56982" y="3628712"/>
                      <a:ext cx="1305840" cy="605396"/>
                    </a:xfrm>
                    <a:prstGeom prst="rect">
                      <a:avLst/>
                    </a:prstGeom>
                    <a:blipFill>
                      <a:blip r:embed="rId30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201" name="组合 200">
                <a:extLst>
                  <a:ext uri="{FF2B5EF4-FFF2-40B4-BE49-F238E27FC236}">
                    <a16:creationId xmlns:a16="http://schemas.microsoft.com/office/drawing/2014/main" id="{BD6428BC-BBFE-432B-A741-B1ED889C0F75}"/>
                  </a:ext>
                </a:extLst>
              </p:cNvPr>
              <p:cNvGrpSpPr/>
              <p:nvPr/>
            </p:nvGrpSpPr>
            <p:grpSpPr>
              <a:xfrm>
                <a:off x="663281" y="1374085"/>
                <a:ext cx="3226795" cy="605396"/>
                <a:chOff x="1056981" y="1107462"/>
                <a:chExt cx="3226795" cy="60539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4" name="矩形 263">
                      <a:extLst>
                        <a:ext uri="{FF2B5EF4-FFF2-40B4-BE49-F238E27FC236}">
                          <a16:creationId xmlns:a16="http://schemas.microsoft.com/office/drawing/2014/main" id="{4E0EC2B6-4C85-4737-A509-B6C2C95978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85655" y="1107462"/>
                      <a:ext cx="1198121" cy="605396"/>
                    </a:xfrm>
                    <a:prstGeom prst="rect">
                      <a:avLst/>
                    </a:prstGeom>
                    <a:solidFill>
                      <a:srgbClr val="FDEF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𝒋</m:t>
                          </m:r>
                        </m:oMath>
                      </a14:m>
                      <a:r>
                        <a:rPr lang="en-US" altLang="zh-CN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比特</a:t>
                      </a:r>
                      <a:endParaRPr lang="en-US" altLang="zh-CN" b="1" dirty="0">
                        <a:solidFill>
                          <a:srgbClr val="D7451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264" name="矩形 263">
                      <a:extLst>
                        <a:ext uri="{FF2B5EF4-FFF2-40B4-BE49-F238E27FC236}">
                          <a16:creationId xmlns:a16="http://schemas.microsoft.com/office/drawing/2014/main" id="{4E0EC2B6-4C85-4737-A509-B6C2C959781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085655" y="1107462"/>
                      <a:ext cx="1198121" cy="605396"/>
                    </a:xfrm>
                    <a:prstGeom prst="rect">
                      <a:avLst/>
                    </a:prstGeom>
                    <a:blipFill>
                      <a:blip r:embed="rId31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5" name="矩形 264">
                      <a:extLst>
                        <a:ext uri="{FF2B5EF4-FFF2-40B4-BE49-F238E27FC236}">
                          <a16:creationId xmlns:a16="http://schemas.microsoft.com/office/drawing/2014/main" id="{E03F9BC6-1985-4A35-A147-5255802DF5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6981" y="1107462"/>
                      <a:ext cx="2028673" cy="605396"/>
                    </a:xfrm>
                    <a:prstGeom prst="rect">
                      <a:avLst/>
                    </a:prstGeom>
                    <a:solidFill>
                      <a:srgbClr val="F8CCB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 xmlns:m="http://schemas.openxmlformats.org/officeDocument/2006/math">
                          <m:r>
                            <a:rPr lang="en-US" altLang="zh-CN" b="1" i="0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𝟔𝟒</m:t>
                          </m:r>
                          <m:r>
                            <a:rPr lang="en-US" altLang="zh-CN" b="1" i="0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𝒋</m:t>
                          </m:r>
                        </m:oMath>
                      </a14:m>
                      <a:r>
                        <a:rPr lang="en-US" altLang="zh-CN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比特</a:t>
                      </a:r>
                      <a:endParaRPr lang="en-US" altLang="zh-CN" b="1" dirty="0">
                        <a:solidFill>
                          <a:srgbClr val="D7451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265" name="矩形 264">
                      <a:extLst>
                        <a:ext uri="{FF2B5EF4-FFF2-40B4-BE49-F238E27FC236}">
                          <a16:creationId xmlns:a16="http://schemas.microsoft.com/office/drawing/2014/main" id="{E03F9BC6-1985-4A35-A147-5255802DF5C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56981" y="1107462"/>
                      <a:ext cx="2028673" cy="605396"/>
                    </a:xfrm>
                    <a:prstGeom prst="rect">
                      <a:avLst/>
                    </a:prstGeom>
                    <a:blipFill>
                      <a:blip r:embed="rId32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202" name="直接箭头连接符 201">
                <a:extLst>
                  <a:ext uri="{FF2B5EF4-FFF2-40B4-BE49-F238E27FC236}">
                    <a16:creationId xmlns:a16="http://schemas.microsoft.com/office/drawing/2014/main" id="{0223AADC-AE1A-491B-8FDD-BF82B969A9E7}"/>
                  </a:ext>
                </a:extLst>
              </p:cNvPr>
              <p:cNvCxnSpPr>
                <a:cxnSpLocks/>
                <a:endCxn id="197" idx="0"/>
              </p:cNvCxnSpPr>
              <p:nvPr/>
            </p:nvCxnSpPr>
            <p:spPr>
              <a:xfrm>
                <a:off x="2256795" y="1979482"/>
                <a:ext cx="0" cy="56330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直接箭头连接符 202">
                <a:extLst>
                  <a:ext uri="{FF2B5EF4-FFF2-40B4-BE49-F238E27FC236}">
                    <a16:creationId xmlns:a16="http://schemas.microsoft.com/office/drawing/2014/main" id="{3EAF8C07-E521-4D53-9116-20FFBBF4EF7D}"/>
                  </a:ext>
                </a:extLst>
              </p:cNvPr>
              <p:cNvCxnSpPr>
                <a:cxnSpLocks/>
                <a:stCxn id="197" idx="2"/>
              </p:cNvCxnSpPr>
              <p:nvPr/>
            </p:nvCxnSpPr>
            <p:spPr>
              <a:xfrm>
                <a:off x="2256795" y="3444485"/>
                <a:ext cx="0" cy="45085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直接箭头连接符 203">
                <a:extLst>
                  <a:ext uri="{FF2B5EF4-FFF2-40B4-BE49-F238E27FC236}">
                    <a16:creationId xmlns:a16="http://schemas.microsoft.com/office/drawing/2014/main" id="{2ED304EC-870C-4945-A24E-0E317D278A4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67561" y="2095423"/>
                <a:ext cx="341633" cy="26670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直接箭头连接符 204">
                <a:extLst>
                  <a:ext uri="{FF2B5EF4-FFF2-40B4-BE49-F238E27FC236}">
                    <a16:creationId xmlns:a16="http://schemas.microsoft.com/office/drawing/2014/main" id="{2CEA2628-9F8E-47CC-96BD-7356EF1F93A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67561" y="3495911"/>
                <a:ext cx="341633" cy="26670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6" name="文本框 205">
                    <a:extLst>
                      <a:ext uri="{FF2B5EF4-FFF2-40B4-BE49-F238E27FC236}">
                        <a16:creationId xmlns:a16="http://schemas.microsoft.com/office/drawing/2014/main" id="{7AA1B4CA-4284-43AC-BA2D-0DA5C3A981CB}"/>
                      </a:ext>
                    </a:extLst>
                  </p:cNvPr>
                  <p:cNvSpPr txBox="1"/>
                  <p:nvPr/>
                </p:nvSpPr>
                <p:spPr>
                  <a:xfrm>
                    <a:off x="2484571" y="2091935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64</m:t>
                          </m:r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206" name="文本框 205">
                    <a:extLst>
                      <a:ext uri="{FF2B5EF4-FFF2-40B4-BE49-F238E27FC236}">
                        <a16:creationId xmlns:a16="http://schemas.microsoft.com/office/drawing/2014/main" id="{7AA1B4CA-4284-43AC-BA2D-0DA5C3A981C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84571" y="2091935"/>
                    <a:ext cx="224152" cy="370294"/>
                  </a:xfrm>
                  <a:prstGeom prst="rect">
                    <a:avLst/>
                  </a:prstGeom>
                  <a:blipFill>
                    <a:blip r:embed="rId33"/>
                    <a:stretch>
                      <a:fillRect l="-61111" r="-3055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7" name="文本框 206">
                    <a:extLst>
                      <a:ext uri="{FF2B5EF4-FFF2-40B4-BE49-F238E27FC236}">
                        <a16:creationId xmlns:a16="http://schemas.microsoft.com/office/drawing/2014/main" id="{7AF6DD7D-E21A-4DA5-94A8-3C1A0B87D69E}"/>
                      </a:ext>
                    </a:extLst>
                  </p:cNvPr>
                  <p:cNvSpPr txBox="1"/>
                  <p:nvPr/>
                </p:nvSpPr>
                <p:spPr>
                  <a:xfrm>
                    <a:off x="2484571" y="3495911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64</m:t>
                          </m:r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207" name="文本框 206">
                    <a:extLst>
                      <a:ext uri="{FF2B5EF4-FFF2-40B4-BE49-F238E27FC236}">
                        <a16:creationId xmlns:a16="http://schemas.microsoft.com/office/drawing/2014/main" id="{7AF6DD7D-E21A-4DA5-94A8-3C1A0B87D69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84571" y="3495911"/>
                    <a:ext cx="224152" cy="370294"/>
                  </a:xfrm>
                  <a:prstGeom prst="rect">
                    <a:avLst/>
                  </a:prstGeom>
                  <a:blipFill>
                    <a:blip r:embed="rId34"/>
                    <a:stretch>
                      <a:fillRect l="-61111" r="-3055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08" name="组合 207">
                <a:extLst>
                  <a:ext uri="{FF2B5EF4-FFF2-40B4-BE49-F238E27FC236}">
                    <a16:creationId xmlns:a16="http://schemas.microsoft.com/office/drawing/2014/main" id="{4AA2413B-E505-48E5-A71F-64BE7EE0B0BD}"/>
                  </a:ext>
                </a:extLst>
              </p:cNvPr>
              <p:cNvGrpSpPr/>
              <p:nvPr/>
            </p:nvGrpSpPr>
            <p:grpSpPr>
              <a:xfrm>
                <a:off x="1116542" y="5012057"/>
                <a:ext cx="410453" cy="410453"/>
                <a:chOff x="2440697" y="1704484"/>
                <a:chExt cx="445378" cy="445378"/>
              </a:xfrm>
            </p:grpSpPr>
            <p:sp>
              <p:nvSpPr>
                <p:cNvPr id="261" name="椭圆 260">
                  <a:extLst>
                    <a:ext uri="{FF2B5EF4-FFF2-40B4-BE49-F238E27FC236}">
                      <a16:creationId xmlns:a16="http://schemas.microsoft.com/office/drawing/2014/main" id="{D890394A-3BEC-419D-B11E-B153FC53EA62}"/>
                    </a:ext>
                  </a:extLst>
                </p:cNvPr>
                <p:cNvSpPr/>
                <p:nvPr/>
              </p:nvSpPr>
              <p:spPr>
                <a:xfrm>
                  <a:off x="2440697" y="1704484"/>
                  <a:ext cx="445378" cy="445378"/>
                </a:xfrm>
                <a:prstGeom prst="ellipse">
                  <a:avLst/>
                </a:prstGeom>
                <a:noFill/>
                <a:ln w="25400">
                  <a:solidFill>
                    <a:srgbClr val="D7451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262" name="直接连接符 261">
                  <a:extLst>
                    <a:ext uri="{FF2B5EF4-FFF2-40B4-BE49-F238E27FC236}">
                      <a16:creationId xmlns:a16="http://schemas.microsoft.com/office/drawing/2014/main" id="{9F73C768-51F3-48D7-A527-E39E6335382D}"/>
                    </a:ext>
                  </a:extLst>
                </p:cNvPr>
                <p:cNvCxnSpPr>
                  <a:cxnSpLocks/>
                  <a:stCxn id="261" idx="6"/>
                  <a:endCxn id="261" idx="2"/>
                </p:cNvCxnSpPr>
                <p:nvPr/>
              </p:nvCxnSpPr>
              <p:spPr>
                <a:xfrm flipH="1">
                  <a:off x="2440697" y="1927173"/>
                  <a:ext cx="445378" cy="0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直接连接符 262">
                  <a:extLst>
                    <a:ext uri="{FF2B5EF4-FFF2-40B4-BE49-F238E27FC236}">
                      <a16:creationId xmlns:a16="http://schemas.microsoft.com/office/drawing/2014/main" id="{C59EA325-F7EE-45FD-9309-9D7D96B9E7E5}"/>
                    </a:ext>
                  </a:extLst>
                </p:cNvPr>
                <p:cNvCxnSpPr>
                  <a:cxnSpLocks/>
                  <a:stCxn id="261" idx="4"/>
                  <a:endCxn id="261" idx="0"/>
                </p:cNvCxnSpPr>
                <p:nvPr/>
              </p:nvCxnSpPr>
              <p:spPr>
                <a:xfrm flipV="1">
                  <a:off x="2663386" y="1704484"/>
                  <a:ext cx="0" cy="445378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9" name="文本框 208">
                    <a:extLst>
                      <a:ext uri="{FF2B5EF4-FFF2-40B4-BE49-F238E27FC236}">
                        <a16:creationId xmlns:a16="http://schemas.microsoft.com/office/drawing/2014/main" id="{F15B6544-0F8F-4475-B724-CD83B67D013D}"/>
                      </a:ext>
                    </a:extLst>
                  </p:cNvPr>
                  <p:cNvSpPr txBox="1"/>
                  <p:nvPr/>
                </p:nvSpPr>
                <p:spPr>
                  <a:xfrm>
                    <a:off x="2691955" y="5032136"/>
                    <a:ext cx="327800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209" name="文本框 208">
                    <a:extLst>
                      <a:ext uri="{FF2B5EF4-FFF2-40B4-BE49-F238E27FC236}">
                        <a16:creationId xmlns:a16="http://schemas.microsoft.com/office/drawing/2014/main" id="{F15B6544-0F8F-4475-B724-CD83B67D013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91955" y="5032136"/>
                    <a:ext cx="327800" cy="370294"/>
                  </a:xfrm>
                  <a:prstGeom prst="rect">
                    <a:avLst/>
                  </a:prstGeom>
                  <a:blipFill>
                    <a:blip r:embed="rId35"/>
                    <a:stretch>
                      <a:fillRect l="-20755" b="-163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0" name="文本框 209">
                    <a:extLst>
                      <a:ext uri="{FF2B5EF4-FFF2-40B4-BE49-F238E27FC236}">
                        <a16:creationId xmlns:a16="http://schemas.microsoft.com/office/drawing/2014/main" id="{5197968F-425D-4D67-A1CE-781446CAA185}"/>
                      </a:ext>
                    </a:extLst>
                  </p:cNvPr>
                  <p:cNvSpPr txBox="1"/>
                  <p:nvPr/>
                </p:nvSpPr>
                <p:spPr>
                  <a:xfrm>
                    <a:off x="1209693" y="5748689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210" name="文本框 209">
                    <a:extLst>
                      <a:ext uri="{FF2B5EF4-FFF2-40B4-BE49-F238E27FC236}">
                        <a16:creationId xmlns:a16="http://schemas.microsoft.com/office/drawing/2014/main" id="{5197968F-425D-4D67-A1CE-781446CAA18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09693" y="5748689"/>
                    <a:ext cx="224152" cy="370294"/>
                  </a:xfrm>
                  <a:prstGeom prst="rect">
                    <a:avLst/>
                  </a:prstGeom>
                  <a:blipFill>
                    <a:blip r:embed="rId36"/>
                    <a:stretch>
                      <a:fillRect l="-48649" r="-810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11" name="直接箭头连接符 210">
                <a:extLst>
                  <a:ext uri="{FF2B5EF4-FFF2-40B4-BE49-F238E27FC236}">
                    <a16:creationId xmlns:a16="http://schemas.microsoft.com/office/drawing/2014/main" id="{82E4310F-9986-4EAE-AF7B-BD6CB08EF9F0}"/>
                  </a:ext>
                </a:extLst>
              </p:cNvPr>
              <p:cNvCxnSpPr>
                <a:cxnSpLocks/>
                <a:stCxn id="209" idx="1"/>
                <a:endCxn id="261" idx="6"/>
              </p:cNvCxnSpPr>
              <p:nvPr/>
            </p:nvCxnSpPr>
            <p:spPr>
              <a:xfrm flipH="1">
                <a:off x="1526995" y="5217283"/>
                <a:ext cx="1164960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直接箭头连接符 211">
                <a:extLst>
                  <a:ext uri="{FF2B5EF4-FFF2-40B4-BE49-F238E27FC236}">
                    <a16:creationId xmlns:a16="http://schemas.microsoft.com/office/drawing/2014/main" id="{BD205642-53FC-4A5B-A72B-296F8462F99F}"/>
                  </a:ext>
                </a:extLst>
              </p:cNvPr>
              <p:cNvCxnSpPr>
                <a:cxnSpLocks/>
                <a:stCxn id="261" idx="4"/>
                <a:endCxn id="210" idx="0"/>
              </p:cNvCxnSpPr>
              <p:nvPr/>
            </p:nvCxnSpPr>
            <p:spPr>
              <a:xfrm>
                <a:off x="1321769" y="5422510"/>
                <a:ext cx="0" cy="32617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直接箭头连接符 212">
                <a:extLst>
                  <a:ext uri="{FF2B5EF4-FFF2-40B4-BE49-F238E27FC236}">
                    <a16:creationId xmlns:a16="http://schemas.microsoft.com/office/drawing/2014/main" id="{BDAAABDC-2031-43D4-82A4-8A61EEEBCFAF}"/>
                  </a:ext>
                </a:extLst>
              </p:cNvPr>
              <p:cNvCxnSpPr>
                <a:cxnSpLocks/>
                <a:stCxn id="267" idx="2"/>
                <a:endCxn id="261" idx="0"/>
              </p:cNvCxnSpPr>
              <p:nvPr/>
            </p:nvCxnSpPr>
            <p:spPr>
              <a:xfrm>
                <a:off x="1316202" y="4500731"/>
                <a:ext cx="5567" cy="51132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4" name="文本框 213">
                    <a:extLst>
                      <a:ext uri="{FF2B5EF4-FFF2-40B4-BE49-F238E27FC236}">
                        <a16:creationId xmlns:a16="http://schemas.microsoft.com/office/drawing/2014/main" id="{10370E9A-7B49-47E4-A211-9BA2318A8F77}"/>
                      </a:ext>
                    </a:extLst>
                  </p:cNvPr>
                  <p:cNvSpPr txBox="1"/>
                  <p:nvPr/>
                </p:nvSpPr>
                <p:spPr>
                  <a:xfrm>
                    <a:off x="663282" y="1004752"/>
                    <a:ext cx="322679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US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𝐼𝑉</m:t>
                        </m:r>
                      </m:oMath>
                    </a14:m>
                    <a:r>
                      <a:rPr lang="en-US" altLang="zh-CN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 (</a:t>
                    </a:r>
                    <a:r>
                      <a: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移位寄存器</a:t>
                    </a:r>
                    <a:r>
                      <a:rPr lang="en-US" altLang="zh-CN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)</a:t>
                    </a:r>
                  </a:p>
                </p:txBody>
              </p:sp>
            </mc:Choice>
            <mc:Fallback xmlns="">
              <p:sp>
                <p:nvSpPr>
                  <p:cNvPr id="214" name="文本框 213">
                    <a:extLst>
                      <a:ext uri="{FF2B5EF4-FFF2-40B4-BE49-F238E27FC236}">
                        <a16:creationId xmlns:a16="http://schemas.microsoft.com/office/drawing/2014/main" id="{10370E9A-7B49-47E4-A211-9BA2318A8F7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3282" y="1004752"/>
                    <a:ext cx="3226794" cy="369332"/>
                  </a:xfrm>
                  <a:prstGeom prst="rect">
                    <a:avLst/>
                  </a:prstGeom>
                  <a:blipFill>
                    <a:blip r:embed="rId37"/>
                    <a:stretch>
                      <a:fillRect t="-8333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15" name="矩形 214">
                <a:extLst>
                  <a:ext uri="{FF2B5EF4-FFF2-40B4-BE49-F238E27FC236}">
                    <a16:creationId xmlns:a16="http://schemas.microsoft.com/office/drawing/2014/main" id="{E20922ED-9A6A-4CBC-B367-F06580A27A07}"/>
                  </a:ext>
                </a:extLst>
              </p:cNvPr>
              <p:cNvSpPr/>
              <p:nvPr/>
            </p:nvSpPr>
            <p:spPr>
              <a:xfrm>
                <a:off x="5414818" y="2542785"/>
                <a:ext cx="1198121" cy="90170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DES</a:t>
                </a:r>
              </a:p>
              <a:p>
                <a:pPr algn="ctr"/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解密</a:t>
                </a:r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216" name="直接箭头连接符 215">
                <a:extLst>
                  <a:ext uri="{FF2B5EF4-FFF2-40B4-BE49-F238E27FC236}">
                    <a16:creationId xmlns:a16="http://schemas.microsoft.com/office/drawing/2014/main" id="{76E1F464-1D96-4975-8D81-10EFB1E84F54}"/>
                  </a:ext>
                </a:extLst>
              </p:cNvPr>
              <p:cNvCxnSpPr>
                <a:cxnSpLocks/>
                <a:stCxn id="217" idx="3"/>
                <a:endCxn id="215" idx="1"/>
              </p:cNvCxnSpPr>
              <p:nvPr/>
            </p:nvCxnSpPr>
            <p:spPr>
              <a:xfrm>
                <a:off x="5167168" y="2993635"/>
                <a:ext cx="24765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7" name="文本框 216">
                    <a:extLst>
                      <a:ext uri="{FF2B5EF4-FFF2-40B4-BE49-F238E27FC236}">
                        <a16:creationId xmlns:a16="http://schemas.microsoft.com/office/drawing/2014/main" id="{79AC3285-822C-494E-B7B2-8B0E83106C62}"/>
                      </a:ext>
                    </a:extLst>
                  </p:cNvPr>
                  <p:cNvSpPr txBox="1"/>
                  <p:nvPr/>
                </p:nvSpPr>
                <p:spPr>
                  <a:xfrm>
                    <a:off x="4943016" y="2808488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𝐾</m:t>
                          </m:r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217" name="文本框 216">
                    <a:extLst>
                      <a:ext uri="{FF2B5EF4-FFF2-40B4-BE49-F238E27FC236}">
                        <a16:creationId xmlns:a16="http://schemas.microsoft.com/office/drawing/2014/main" id="{79AC3285-822C-494E-B7B2-8B0E83106C6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43016" y="2808488"/>
                    <a:ext cx="224152" cy="370294"/>
                  </a:xfrm>
                  <a:prstGeom prst="rect">
                    <a:avLst/>
                  </a:prstGeom>
                  <a:blipFill>
                    <a:blip r:embed="rId38"/>
                    <a:stretch>
                      <a:fillRect l="-40541" r="-5405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18" name="组合 217">
                <a:extLst>
                  <a:ext uri="{FF2B5EF4-FFF2-40B4-BE49-F238E27FC236}">
                    <a16:creationId xmlns:a16="http://schemas.microsoft.com/office/drawing/2014/main" id="{DCC652EA-C6BF-4E93-8DA8-6AA77642942D}"/>
                  </a:ext>
                </a:extLst>
              </p:cNvPr>
              <p:cNvGrpSpPr/>
              <p:nvPr/>
            </p:nvGrpSpPr>
            <p:grpSpPr>
              <a:xfrm>
                <a:off x="4420366" y="3895335"/>
                <a:ext cx="3226794" cy="605396"/>
                <a:chOff x="1056982" y="3628712"/>
                <a:chExt cx="3226794" cy="60539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9" name="矩形 258">
                      <a:extLst>
                        <a:ext uri="{FF2B5EF4-FFF2-40B4-BE49-F238E27FC236}">
                          <a16:creationId xmlns:a16="http://schemas.microsoft.com/office/drawing/2014/main" id="{0E75062E-A150-4C8F-9223-D6941963BF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35087" y="3628712"/>
                      <a:ext cx="1948689" cy="605396"/>
                    </a:xfrm>
                    <a:prstGeom prst="rect">
                      <a:avLst/>
                    </a:prstGeom>
                    <a:solidFill>
                      <a:srgbClr val="FDEF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D74514"/>
                          </a:solidFill>
                          <a:ea typeface="微软雅黑" panose="020B0503020204020204" pitchFamily="34" charset="-122"/>
                        </a:rPr>
                        <a:t>丢弃</a:t>
                      </a:r>
                      <a:r>
                        <a:rPr lang="en-US" altLang="zh-CN" b="1" dirty="0">
                          <a:solidFill>
                            <a:srgbClr val="D74514"/>
                          </a:solidFill>
                          <a:ea typeface="微软雅黑" panose="020B0503020204020204" pitchFamily="34" charset="-122"/>
                        </a:rPr>
                        <a:t> </a:t>
                      </a:r>
                      <a14:m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𝟔𝟒</m:t>
                          </m:r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𝒋</m:t>
                          </m:r>
                        </m:oMath>
                      </a14:m>
                      <a:r>
                        <a:rPr lang="en-US" altLang="zh-CN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比特</a:t>
                      </a:r>
                      <a:endParaRPr lang="en-US" altLang="zh-CN" b="1" dirty="0">
                        <a:solidFill>
                          <a:srgbClr val="D7451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259" name="矩形 258">
                      <a:extLst>
                        <a:ext uri="{FF2B5EF4-FFF2-40B4-BE49-F238E27FC236}">
                          <a16:creationId xmlns:a16="http://schemas.microsoft.com/office/drawing/2014/main" id="{0E75062E-A150-4C8F-9223-D6941963BF8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35087" y="3628712"/>
                      <a:ext cx="1948689" cy="605396"/>
                    </a:xfrm>
                    <a:prstGeom prst="rect">
                      <a:avLst/>
                    </a:prstGeom>
                    <a:blipFill>
                      <a:blip r:embed="rId39"/>
                      <a:stretch>
                        <a:fillRect l="-940" r="-627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0" name="矩形 259">
                      <a:extLst>
                        <a:ext uri="{FF2B5EF4-FFF2-40B4-BE49-F238E27FC236}">
                          <a16:creationId xmlns:a16="http://schemas.microsoft.com/office/drawing/2014/main" id="{62F64E6E-AB87-482F-A5EE-DA1A633A7E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6982" y="3628712"/>
                      <a:ext cx="1305840" cy="605396"/>
                    </a:xfrm>
                    <a:prstGeom prst="rect">
                      <a:avLst/>
                    </a:prstGeom>
                    <a:solidFill>
                      <a:srgbClr val="F8CCB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D74514"/>
                          </a:solidFill>
                          <a:ea typeface="微软雅黑" panose="020B0503020204020204" pitchFamily="34" charset="-122"/>
                        </a:rPr>
                        <a:t>选</a:t>
                      </a:r>
                      <a:r>
                        <a:rPr lang="en-US" altLang="zh-CN" b="1" dirty="0">
                          <a:solidFill>
                            <a:srgbClr val="D74514"/>
                          </a:solidFill>
                          <a:ea typeface="微软雅黑" panose="020B0503020204020204" pitchFamily="34" charset="-122"/>
                        </a:rPr>
                        <a:t> </a:t>
                      </a:r>
                      <a14:m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𝒋</m:t>
                          </m:r>
                        </m:oMath>
                      </a14:m>
                      <a:r>
                        <a:rPr lang="en-US" altLang="zh-CN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比特</a:t>
                      </a:r>
                      <a:endParaRPr lang="en-US" altLang="zh-CN" b="1" dirty="0">
                        <a:solidFill>
                          <a:srgbClr val="D7451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260" name="矩形 259">
                      <a:extLst>
                        <a:ext uri="{FF2B5EF4-FFF2-40B4-BE49-F238E27FC236}">
                          <a16:creationId xmlns:a16="http://schemas.microsoft.com/office/drawing/2014/main" id="{62F64E6E-AB87-482F-A5EE-DA1A633A7E3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56982" y="3628712"/>
                      <a:ext cx="1305840" cy="605396"/>
                    </a:xfrm>
                    <a:prstGeom prst="rect">
                      <a:avLst/>
                    </a:prstGeom>
                    <a:blipFill>
                      <a:blip r:embed="rId40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219" name="组合 218">
                <a:extLst>
                  <a:ext uri="{FF2B5EF4-FFF2-40B4-BE49-F238E27FC236}">
                    <a16:creationId xmlns:a16="http://schemas.microsoft.com/office/drawing/2014/main" id="{C5418E1B-7F31-4516-B95E-FE56D28058C8}"/>
                  </a:ext>
                </a:extLst>
              </p:cNvPr>
              <p:cNvGrpSpPr/>
              <p:nvPr/>
            </p:nvGrpSpPr>
            <p:grpSpPr>
              <a:xfrm>
                <a:off x="4420365" y="1374085"/>
                <a:ext cx="3226795" cy="605396"/>
                <a:chOff x="1056981" y="1107462"/>
                <a:chExt cx="3226795" cy="60539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7" name="矩形 256">
                      <a:extLst>
                        <a:ext uri="{FF2B5EF4-FFF2-40B4-BE49-F238E27FC236}">
                          <a16:creationId xmlns:a16="http://schemas.microsoft.com/office/drawing/2014/main" id="{740D982F-605D-48E6-8327-C247224811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85655" y="1107462"/>
                      <a:ext cx="1198121" cy="605396"/>
                    </a:xfrm>
                    <a:prstGeom prst="rect">
                      <a:avLst/>
                    </a:prstGeom>
                    <a:solidFill>
                      <a:srgbClr val="FDEF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𝒋</m:t>
                          </m:r>
                        </m:oMath>
                      </a14:m>
                      <a:r>
                        <a:rPr lang="en-US" altLang="zh-CN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比特</a:t>
                      </a:r>
                      <a:endParaRPr lang="en-US" altLang="zh-CN" b="1" dirty="0">
                        <a:solidFill>
                          <a:srgbClr val="D7451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257" name="矩形 256">
                      <a:extLst>
                        <a:ext uri="{FF2B5EF4-FFF2-40B4-BE49-F238E27FC236}">
                          <a16:creationId xmlns:a16="http://schemas.microsoft.com/office/drawing/2014/main" id="{740D982F-605D-48E6-8327-C2472248116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085655" y="1107462"/>
                      <a:ext cx="1198121" cy="605396"/>
                    </a:xfrm>
                    <a:prstGeom prst="rect">
                      <a:avLst/>
                    </a:prstGeom>
                    <a:blipFill>
                      <a:blip r:embed="rId41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8" name="矩形 257">
                      <a:extLst>
                        <a:ext uri="{FF2B5EF4-FFF2-40B4-BE49-F238E27FC236}">
                          <a16:creationId xmlns:a16="http://schemas.microsoft.com/office/drawing/2014/main" id="{50FEEB63-598B-43F4-9E19-BA7B5A746EB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6981" y="1107462"/>
                      <a:ext cx="2028673" cy="605396"/>
                    </a:xfrm>
                    <a:prstGeom prst="rect">
                      <a:avLst/>
                    </a:prstGeom>
                    <a:solidFill>
                      <a:srgbClr val="F8CCB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 xmlns:m="http://schemas.openxmlformats.org/officeDocument/2006/math">
                          <m:r>
                            <a:rPr lang="en-US" altLang="zh-CN" b="1" i="0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𝟔𝟒</m:t>
                          </m:r>
                          <m:r>
                            <a:rPr lang="en-US" altLang="zh-CN" b="1" i="0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𝒋</m:t>
                          </m:r>
                        </m:oMath>
                      </a14:m>
                      <a:r>
                        <a:rPr lang="en-US" altLang="zh-CN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比特</a:t>
                      </a:r>
                      <a:endParaRPr lang="en-US" altLang="zh-CN" b="1" dirty="0">
                        <a:solidFill>
                          <a:srgbClr val="D7451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258" name="矩形 257">
                      <a:extLst>
                        <a:ext uri="{FF2B5EF4-FFF2-40B4-BE49-F238E27FC236}">
                          <a16:creationId xmlns:a16="http://schemas.microsoft.com/office/drawing/2014/main" id="{50FEEB63-598B-43F4-9E19-BA7B5A746EB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56981" y="1107462"/>
                      <a:ext cx="2028673" cy="605396"/>
                    </a:xfrm>
                    <a:prstGeom prst="rect">
                      <a:avLst/>
                    </a:prstGeom>
                    <a:blipFill>
                      <a:blip r:embed="rId42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220" name="直接箭头连接符 219">
                <a:extLst>
                  <a:ext uri="{FF2B5EF4-FFF2-40B4-BE49-F238E27FC236}">
                    <a16:creationId xmlns:a16="http://schemas.microsoft.com/office/drawing/2014/main" id="{6B4A128A-6305-441E-9340-80CBC7ECFA62}"/>
                  </a:ext>
                </a:extLst>
              </p:cNvPr>
              <p:cNvCxnSpPr>
                <a:cxnSpLocks/>
                <a:endCxn id="215" idx="0"/>
              </p:cNvCxnSpPr>
              <p:nvPr/>
            </p:nvCxnSpPr>
            <p:spPr>
              <a:xfrm>
                <a:off x="6013879" y="1979482"/>
                <a:ext cx="0" cy="56330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直接箭头连接符 220">
                <a:extLst>
                  <a:ext uri="{FF2B5EF4-FFF2-40B4-BE49-F238E27FC236}">
                    <a16:creationId xmlns:a16="http://schemas.microsoft.com/office/drawing/2014/main" id="{AA557A8B-D968-4C0D-90D5-9D30563EB49C}"/>
                  </a:ext>
                </a:extLst>
              </p:cNvPr>
              <p:cNvCxnSpPr>
                <a:cxnSpLocks/>
                <a:stCxn id="215" idx="2"/>
              </p:cNvCxnSpPr>
              <p:nvPr/>
            </p:nvCxnSpPr>
            <p:spPr>
              <a:xfrm>
                <a:off x="6013879" y="3444485"/>
                <a:ext cx="0" cy="45085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22" name="组合 221">
                <a:extLst>
                  <a:ext uri="{FF2B5EF4-FFF2-40B4-BE49-F238E27FC236}">
                    <a16:creationId xmlns:a16="http://schemas.microsoft.com/office/drawing/2014/main" id="{BC36D77F-EF3C-45D2-8AA9-2F627DEC81B2}"/>
                  </a:ext>
                </a:extLst>
              </p:cNvPr>
              <p:cNvGrpSpPr/>
              <p:nvPr/>
            </p:nvGrpSpPr>
            <p:grpSpPr>
              <a:xfrm>
                <a:off x="4873626" y="5012057"/>
                <a:ext cx="410453" cy="410453"/>
                <a:chOff x="2440697" y="1704484"/>
                <a:chExt cx="445378" cy="445378"/>
              </a:xfrm>
            </p:grpSpPr>
            <p:sp>
              <p:nvSpPr>
                <p:cNvPr id="254" name="椭圆 253">
                  <a:extLst>
                    <a:ext uri="{FF2B5EF4-FFF2-40B4-BE49-F238E27FC236}">
                      <a16:creationId xmlns:a16="http://schemas.microsoft.com/office/drawing/2014/main" id="{B462567E-4836-48B7-866D-FE5E7BD81678}"/>
                    </a:ext>
                  </a:extLst>
                </p:cNvPr>
                <p:cNvSpPr/>
                <p:nvPr/>
              </p:nvSpPr>
              <p:spPr>
                <a:xfrm>
                  <a:off x="2440697" y="1704484"/>
                  <a:ext cx="445378" cy="445378"/>
                </a:xfrm>
                <a:prstGeom prst="ellipse">
                  <a:avLst/>
                </a:prstGeom>
                <a:noFill/>
                <a:ln w="25400">
                  <a:solidFill>
                    <a:srgbClr val="D7451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255" name="直接连接符 254">
                  <a:extLst>
                    <a:ext uri="{FF2B5EF4-FFF2-40B4-BE49-F238E27FC236}">
                      <a16:creationId xmlns:a16="http://schemas.microsoft.com/office/drawing/2014/main" id="{ED9F5FB2-0AB0-4DF8-8137-C2C3899F380E}"/>
                    </a:ext>
                  </a:extLst>
                </p:cNvPr>
                <p:cNvCxnSpPr>
                  <a:cxnSpLocks/>
                  <a:stCxn id="254" idx="6"/>
                  <a:endCxn id="254" idx="2"/>
                </p:cNvCxnSpPr>
                <p:nvPr/>
              </p:nvCxnSpPr>
              <p:spPr>
                <a:xfrm flipH="1">
                  <a:off x="2440697" y="1927173"/>
                  <a:ext cx="445378" cy="0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6" name="直接连接符 255">
                  <a:extLst>
                    <a:ext uri="{FF2B5EF4-FFF2-40B4-BE49-F238E27FC236}">
                      <a16:creationId xmlns:a16="http://schemas.microsoft.com/office/drawing/2014/main" id="{7F9B1B05-35E6-4E23-A3A7-7039103ACC31}"/>
                    </a:ext>
                  </a:extLst>
                </p:cNvPr>
                <p:cNvCxnSpPr>
                  <a:cxnSpLocks/>
                  <a:stCxn id="254" idx="4"/>
                  <a:endCxn id="254" idx="0"/>
                </p:cNvCxnSpPr>
                <p:nvPr/>
              </p:nvCxnSpPr>
              <p:spPr>
                <a:xfrm flipV="1">
                  <a:off x="2663386" y="1704484"/>
                  <a:ext cx="0" cy="445378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3" name="文本框 222">
                    <a:extLst>
                      <a:ext uri="{FF2B5EF4-FFF2-40B4-BE49-F238E27FC236}">
                        <a16:creationId xmlns:a16="http://schemas.microsoft.com/office/drawing/2014/main" id="{010F56A2-E1C1-4347-B23E-5D0CB4DC3813}"/>
                      </a:ext>
                    </a:extLst>
                  </p:cNvPr>
                  <p:cNvSpPr txBox="1"/>
                  <p:nvPr/>
                </p:nvSpPr>
                <p:spPr>
                  <a:xfrm>
                    <a:off x="6449039" y="5032136"/>
                    <a:ext cx="327800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223" name="文本框 222">
                    <a:extLst>
                      <a:ext uri="{FF2B5EF4-FFF2-40B4-BE49-F238E27FC236}">
                        <a16:creationId xmlns:a16="http://schemas.microsoft.com/office/drawing/2014/main" id="{010F56A2-E1C1-4347-B23E-5D0CB4DC381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49039" y="5032136"/>
                    <a:ext cx="327800" cy="370294"/>
                  </a:xfrm>
                  <a:prstGeom prst="rect">
                    <a:avLst/>
                  </a:prstGeom>
                  <a:blipFill>
                    <a:blip r:embed="rId43"/>
                    <a:stretch>
                      <a:fillRect l="-20370" b="-163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4" name="文本框 223">
                    <a:extLst>
                      <a:ext uri="{FF2B5EF4-FFF2-40B4-BE49-F238E27FC236}">
                        <a16:creationId xmlns:a16="http://schemas.microsoft.com/office/drawing/2014/main" id="{728B8360-DC60-4E71-9C66-5DA0DCCCB43C}"/>
                      </a:ext>
                    </a:extLst>
                  </p:cNvPr>
                  <p:cNvSpPr txBox="1"/>
                  <p:nvPr/>
                </p:nvSpPr>
                <p:spPr>
                  <a:xfrm>
                    <a:off x="4966777" y="5748689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224" name="文本框 223">
                    <a:extLst>
                      <a:ext uri="{FF2B5EF4-FFF2-40B4-BE49-F238E27FC236}">
                        <a16:creationId xmlns:a16="http://schemas.microsoft.com/office/drawing/2014/main" id="{728B8360-DC60-4E71-9C66-5DA0DCCCB43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66777" y="5748689"/>
                    <a:ext cx="224152" cy="370294"/>
                  </a:xfrm>
                  <a:prstGeom prst="rect">
                    <a:avLst/>
                  </a:prstGeom>
                  <a:blipFill>
                    <a:blip r:embed="rId44"/>
                    <a:stretch>
                      <a:fillRect l="-51351" r="-810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25" name="直接箭头连接符 224">
                <a:extLst>
                  <a:ext uri="{FF2B5EF4-FFF2-40B4-BE49-F238E27FC236}">
                    <a16:creationId xmlns:a16="http://schemas.microsoft.com/office/drawing/2014/main" id="{78C5BD2D-0284-4E8A-A1D7-052089CF625C}"/>
                  </a:ext>
                </a:extLst>
              </p:cNvPr>
              <p:cNvCxnSpPr>
                <a:cxnSpLocks/>
                <a:stCxn id="223" idx="1"/>
                <a:endCxn id="254" idx="6"/>
              </p:cNvCxnSpPr>
              <p:nvPr/>
            </p:nvCxnSpPr>
            <p:spPr>
              <a:xfrm flipH="1">
                <a:off x="5284079" y="5217283"/>
                <a:ext cx="1164960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直接箭头连接符 225">
                <a:extLst>
                  <a:ext uri="{FF2B5EF4-FFF2-40B4-BE49-F238E27FC236}">
                    <a16:creationId xmlns:a16="http://schemas.microsoft.com/office/drawing/2014/main" id="{C87E88BA-9CD0-4235-912C-F7441D42839A}"/>
                  </a:ext>
                </a:extLst>
              </p:cNvPr>
              <p:cNvCxnSpPr>
                <a:cxnSpLocks/>
                <a:stCxn id="254" idx="4"/>
                <a:endCxn id="224" idx="0"/>
              </p:cNvCxnSpPr>
              <p:nvPr/>
            </p:nvCxnSpPr>
            <p:spPr>
              <a:xfrm>
                <a:off x="5078853" y="5422510"/>
                <a:ext cx="0" cy="32617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直接箭头连接符 226">
                <a:extLst>
                  <a:ext uri="{FF2B5EF4-FFF2-40B4-BE49-F238E27FC236}">
                    <a16:creationId xmlns:a16="http://schemas.microsoft.com/office/drawing/2014/main" id="{9CE96AFA-89C8-41F3-AD35-3E6839C81B94}"/>
                  </a:ext>
                </a:extLst>
              </p:cNvPr>
              <p:cNvCxnSpPr>
                <a:cxnSpLocks/>
                <a:stCxn id="260" idx="2"/>
                <a:endCxn id="254" idx="0"/>
              </p:cNvCxnSpPr>
              <p:nvPr/>
            </p:nvCxnSpPr>
            <p:spPr>
              <a:xfrm>
                <a:off x="5073286" y="4500731"/>
                <a:ext cx="5567" cy="51132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8" name="矩形 227">
                <a:extLst>
                  <a:ext uri="{FF2B5EF4-FFF2-40B4-BE49-F238E27FC236}">
                    <a16:creationId xmlns:a16="http://schemas.microsoft.com/office/drawing/2014/main" id="{34923B43-7BE9-46EF-AE57-8F216FBC9B83}"/>
                  </a:ext>
                </a:extLst>
              </p:cNvPr>
              <p:cNvSpPr/>
              <p:nvPr/>
            </p:nvSpPr>
            <p:spPr>
              <a:xfrm>
                <a:off x="9618165" y="2542785"/>
                <a:ext cx="1198121" cy="90170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DES</a:t>
                </a:r>
              </a:p>
              <a:p>
                <a:pPr algn="ctr"/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解密</a:t>
                </a:r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229" name="直接箭头连接符 228">
                <a:extLst>
                  <a:ext uri="{FF2B5EF4-FFF2-40B4-BE49-F238E27FC236}">
                    <a16:creationId xmlns:a16="http://schemas.microsoft.com/office/drawing/2014/main" id="{4EE162BD-3369-4EA0-9AE3-3B3D33B70B6E}"/>
                  </a:ext>
                </a:extLst>
              </p:cNvPr>
              <p:cNvCxnSpPr>
                <a:cxnSpLocks/>
                <a:stCxn id="230" idx="3"/>
                <a:endCxn id="228" idx="1"/>
              </p:cNvCxnSpPr>
              <p:nvPr/>
            </p:nvCxnSpPr>
            <p:spPr>
              <a:xfrm>
                <a:off x="9370515" y="2993635"/>
                <a:ext cx="24765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0" name="文本框 229">
                    <a:extLst>
                      <a:ext uri="{FF2B5EF4-FFF2-40B4-BE49-F238E27FC236}">
                        <a16:creationId xmlns:a16="http://schemas.microsoft.com/office/drawing/2014/main" id="{80661473-D4CF-4669-89B4-ED84D0DB31FE}"/>
                      </a:ext>
                    </a:extLst>
                  </p:cNvPr>
                  <p:cNvSpPr txBox="1"/>
                  <p:nvPr/>
                </p:nvSpPr>
                <p:spPr>
                  <a:xfrm>
                    <a:off x="9146363" y="2808488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𝐾</m:t>
                          </m:r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230" name="文本框 229">
                    <a:extLst>
                      <a:ext uri="{FF2B5EF4-FFF2-40B4-BE49-F238E27FC236}">
                        <a16:creationId xmlns:a16="http://schemas.microsoft.com/office/drawing/2014/main" id="{80661473-D4CF-4669-89B4-ED84D0DB31F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46363" y="2808488"/>
                    <a:ext cx="224152" cy="370294"/>
                  </a:xfrm>
                  <a:prstGeom prst="rect">
                    <a:avLst/>
                  </a:prstGeom>
                  <a:blipFill>
                    <a:blip r:embed="rId45"/>
                    <a:stretch>
                      <a:fillRect l="-37838" r="-810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31" name="组合 230">
                <a:extLst>
                  <a:ext uri="{FF2B5EF4-FFF2-40B4-BE49-F238E27FC236}">
                    <a16:creationId xmlns:a16="http://schemas.microsoft.com/office/drawing/2014/main" id="{A773FDEB-E9B3-4729-9A85-D13EADB27359}"/>
                  </a:ext>
                </a:extLst>
              </p:cNvPr>
              <p:cNvGrpSpPr/>
              <p:nvPr/>
            </p:nvGrpSpPr>
            <p:grpSpPr>
              <a:xfrm>
                <a:off x="8623713" y="3895335"/>
                <a:ext cx="3226794" cy="605396"/>
                <a:chOff x="1056982" y="3628712"/>
                <a:chExt cx="3226794" cy="60539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2" name="矩形 251">
                      <a:extLst>
                        <a:ext uri="{FF2B5EF4-FFF2-40B4-BE49-F238E27FC236}">
                          <a16:creationId xmlns:a16="http://schemas.microsoft.com/office/drawing/2014/main" id="{B36F30BA-DC29-481E-900D-6F19D37BC4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35087" y="3628712"/>
                      <a:ext cx="1948689" cy="605396"/>
                    </a:xfrm>
                    <a:prstGeom prst="rect">
                      <a:avLst/>
                    </a:prstGeom>
                    <a:solidFill>
                      <a:srgbClr val="FDEF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D74514"/>
                          </a:solidFill>
                          <a:ea typeface="微软雅黑" panose="020B0503020204020204" pitchFamily="34" charset="-122"/>
                        </a:rPr>
                        <a:t>丢弃</a:t>
                      </a:r>
                      <a:r>
                        <a:rPr lang="en-US" altLang="zh-CN" b="1" dirty="0">
                          <a:solidFill>
                            <a:srgbClr val="D74514"/>
                          </a:solidFill>
                          <a:ea typeface="微软雅黑" panose="020B0503020204020204" pitchFamily="34" charset="-122"/>
                        </a:rPr>
                        <a:t> </a:t>
                      </a:r>
                      <a14:m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𝟔𝟒</m:t>
                          </m:r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𝒋</m:t>
                          </m:r>
                        </m:oMath>
                      </a14:m>
                      <a:r>
                        <a:rPr lang="en-US" altLang="zh-CN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比特</a:t>
                      </a:r>
                      <a:endParaRPr lang="en-US" altLang="zh-CN" b="1" dirty="0">
                        <a:solidFill>
                          <a:srgbClr val="D7451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252" name="矩形 251">
                      <a:extLst>
                        <a:ext uri="{FF2B5EF4-FFF2-40B4-BE49-F238E27FC236}">
                          <a16:creationId xmlns:a16="http://schemas.microsoft.com/office/drawing/2014/main" id="{B36F30BA-DC29-481E-900D-6F19D37BC43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35087" y="3628712"/>
                      <a:ext cx="1948689" cy="605396"/>
                    </a:xfrm>
                    <a:prstGeom prst="rect">
                      <a:avLst/>
                    </a:prstGeom>
                    <a:blipFill>
                      <a:blip r:embed="rId46"/>
                      <a:stretch>
                        <a:fillRect l="-625" r="-625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3" name="矩形 252">
                      <a:extLst>
                        <a:ext uri="{FF2B5EF4-FFF2-40B4-BE49-F238E27FC236}">
                          <a16:creationId xmlns:a16="http://schemas.microsoft.com/office/drawing/2014/main" id="{2E7BB4E2-3B38-461A-AA58-93168CCF82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6982" y="3628712"/>
                      <a:ext cx="1305840" cy="605396"/>
                    </a:xfrm>
                    <a:prstGeom prst="rect">
                      <a:avLst/>
                    </a:prstGeom>
                    <a:solidFill>
                      <a:srgbClr val="F8CCB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D74514"/>
                          </a:solidFill>
                          <a:ea typeface="微软雅黑" panose="020B0503020204020204" pitchFamily="34" charset="-122"/>
                        </a:rPr>
                        <a:t>选</a:t>
                      </a:r>
                      <a:r>
                        <a:rPr lang="en-US" altLang="zh-CN" b="1" dirty="0">
                          <a:solidFill>
                            <a:srgbClr val="D74514"/>
                          </a:solidFill>
                          <a:ea typeface="微软雅黑" panose="020B0503020204020204" pitchFamily="34" charset="-122"/>
                        </a:rPr>
                        <a:t> </a:t>
                      </a:r>
                      <a14:m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𝒋</m:t>
                          </m:r>
                        </m:oMath>
                      </a14:m>
                      <a:r>
                        <a:rPr lang="en-US" altLang="zh-CN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比特</a:t>
                      </a:r>
                      <a:endParaRPr lang="en-US" altLang="zh-CN" b="1" dirty="0">
                        <a:solidFill>
                          <a:srgbClr val="D7451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253" name="矩形 252">
                      <a:extLst>
                        <a:ext uri="{FF2B5EF4-FFF2-40B4-BE49-F238E27FC236}">
                          <a16:creationId xmlns:a16="http://schemas.microsoft.com/office/drawing/2014/main" id="{2E7BB4E2-3B38-461A-AA58-93168CCF827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56982" y="3628712"/>
                      <a:ext cx="1305840" cy="605396"/>
                    </a:xfrm>
                    <a:prstGeom prst="rect">
                      <a:avLst/>
                    </a:prstGeom>
                    <a:blipFill>
                      <a:blip r:embed="rId47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232" name="组合 231">
                <a:extLst>
                  <a:ext uri="{FF2B5EF4-FFF2-40B4-BE49-F238E27FC236}">
                    <a16:creationId xmlns:a16="http://schemas.microsoft.com/office/drawing/2014/main" id="{D05ACDC3-3F57-40C9-A254-FBCCA10C281E}"/>
                  </a:ext>
                </a:extLst>
              </p:cNvPr>
              <p:cNvGrpSpPr/>
              <p:nvPr/>
            </p:nvGrpSpPr>
            <p:grpSpPr>
              <a:xfrm>
                <a:off x="8623712" y="1374085"/>
                <a:ext cx="3226795" cy="605396"/>
                <a:chOff x="1056981" y="1107462"/>
                <a:chExt cx="3226795" cy="60539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0" name="矩形 249">
                      <a:extLst>
                        <a:ext uri="{FF2B5EF4-FFF2-40B4-BE49-F238E27FC236}">
                          <a16:creationId xmlns:a16="http://schemas.microsoft.com/office/drawing/2014/main" id="{6D2476D8-B629-43F6-840E-A03574238F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85655" y="1107462"/>
                      <a:ext cx="1198121" cy="605396"/>
                    </a:xfrm>
                    <a:prstGeom prst="rect">
                      <a:avLst/>
                    </a:prstGeom>
                    <a:solidFill>
                      <a:srgbClr val="FDEF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𝒋</m:t>
                          </m:r>
                        </m:oMath>
                      </a14:m>
                      <a:r>
                        <a:rPr lang="en-US" altLang="zh-CN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比特</a:t>
                      </a:r>
                      <a:endParaRPr lang="en-US" altLang="zh-CN" b="1" dirty="0">
                        <a:solidFill>
                          <a:srgbClr val="D7451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250" name="矩形 249">
                      <a:extLst>
                        <a:ext uri="{FF2B5EF4-FFF2-40B4-BE49-F238E27FC236}">
                          <a16:creationId xmlns:a16="http://schemas.microsoft.com/office/drawing/2014/main" id="{6D2476D8-B629-43F6-840E-A03574238FD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085655" y="1107462"/>
                      <a:ext cx="1198121" cy="605396"/>
                    </a:xfrm>
                    <a:prstGeom prst="rect">
                      <a:avLst/>
                    </a:prstGeom>
                    <a:blipFill>
                      <a:blip r:embed="rId48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1" name="矩形 250">
                      <a:extLst>
                        <a:ext uri="{FF2B5EF4-FFF2-40B4-BE49-F238E27FC236}">
                          <a16:creationId xmlns:a16="http://schemas.microsoft.com/office/drawing/2014/main" id="{12C3F97F-4EFE-48D2-921A-1F50574CF3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6981" y="1107462"/>
                      <a:ext cx="2028673" cy="605396"/>
                    </a:xfrm>
                    <a:prstGeom prst="rect">
                      <a:avLst/>
                    </a:prstGeom>
                    <a:solidFill>
                      <a:srgbClr val="F8CCB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 xmlns:m="http://schemas.openxmlformats.org/officeDocument/2006/math">
                          <m:r>
                            <a:rPr lang="en-US" altLang="zh-CN" b="1" i="0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𝟔𝟒</m:t>
                          </m:r>
                          <m:r>
                            <a:rPr lang="en-US" altLang="zh-CN" b="1" i="0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𝒋</m:t>
                          </m:r>
                        </m:oMath>
                      </a14:m>
                      <a:r>
                        <a:rPr lang="en-US" altLang="zh-CN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比特</a:t>
                      </a:r>
                      <a:endParaRPr lang="en-US" altLang="zh-CN" b="1" dirty="0">
                        <a:solidFill>
                          <a:srgbClr val="D7451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251" name="矩形 250">
                      <a:extLst>
                        <a:ext uri="{FF2B5EF4-FFF2-40B4-BE49-F238E27FC236}">
                          <a16:creationId xmlns:a16="http://schemas.microsoft.com/office/drawing/2014/main" id="{12C3F97F-4EFE-48D2-921A-1F50574CF3A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56981" y="1107462"/>
                      <a:ext cx="2028673" cy="605396"/>
                    </a:xfrm>
                    <a:prstGeom prst="rect">
                      <a:avLst/>
                    </a:prstGeom>
                    <a:blipFill>
                      <a:blip r:embed="rId49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233" name="直接箭头连接符 232">
                <a:extLst>
                  <a:ext uri="{FF2B5EF4-FFF2-40B4-BE49-F238E27FC236}">
                    <a16:creationId xmlns:a16="http://schemas.microsoft.com/office/drawing/2014/main" id="{7BCB1520-FCDD-43C0-945F-0D3B168F6CFF}"/>
                  </a:ext>
                </a:extLst>
              </p:cNvPr>
              <p:cNvCxnSpPr>
                <a:cxnSpLocks/>
                <a:endCxn id="228" idx="0"/>
              </p:cNvCxnSpPr>
              <p:nvPr/>
            </p:nvCxnSpPr>
            <p:spPr>
              <a:xfrm>
                <a:off x="10217226" y="1979482"/>
                <a:ext cx="0" cy="56330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直接箭头连接符 233">
                <a:extLst>
                  <a:ext uri="{FF2B5EF4-FFF2-40B4-BE49-F238E27FC236}">
                    <a16:creationId xmlns:a16="http://schemas.microsoft.com/office/drawing/2014/main" id="{7109F324-4C14-43B5-B1BC-8FA35A5B9680}"/>
                  </a:ext>
                </a:extLst>
              </p:cNvPr>
              <p:cNvCxnSpPr>
                <a:cxnSpLocks/>
                <a:stCxn id="228" idx="2"/>
              </p:cNvCxnSpPr>
              <p:nvPr/>
            </p:nvCxnSpPr>
            <p:spPr>
              <a:xfrm>
                <a:off x="10217226" y="3444485"/>
                <a:ext cx="0" cy="45085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5" name="组合 234">
                <a:extLst>
                  <a:ext uri="{FF2B5EF4-FFF2-40B4-BE49-F238E27FC236}">
                    <a16:creationId xmlns:a16="http://schemas.microsoft.com/office/drawing/2014/main" id="{F520C89D-F3EF-4D7B-AD0E-DBD6C542234F}"/>
                  </a:ext>
                </a:extLst>
              </p:cNvPr>
              <p:cNvGrpSpPr/>
              <p:nvPr/>
            </p:nvGrpSpPr>
            <p:grpSpPr>
              <a:xfrm>
                <a:off x="9076973" y="5012057"/>
                <a:ext cx="410453" cy="410453"/>
                <a:chOff x="2440697" y="1704484"/>
                <a:chExt cx="445378" cy="445378"/>
              </a:xfrm>
            </p:grpSpPr>
            <p:sp>
              <p:nvSpPr>
                <p:cNvPr id="247" name="椭圆 246">
                  <a:extLst>
                    <a:ext uri="{FF2B5EF4-FFF2-40B4-BE49-F238E27FC236}">
                      <a16:creationId xmlns:a16="http://schemas.microsoft.com/office/drawing/2014/main" id="{AFF277A3-4A6B-4519-B401-676E2FF26A73}"/>
                    </a:ext>
                  </a:extLst>
                </p:cNvPr>
                <p:cNvSpPr/>
                <p:nvPr/>
              </p:nvSpPr>
              <p:spPr>
                <a:xfrm>
                  <a:off x="2440697" y="1704484"/>
                  <a:ext cx="445378" cy="445378"/>
                </a:xfrm>
                <a:prstGeom prst="ellipse">
                  <a:avLst/>
                </a:prstGeom>
                <a:noFill/>
                <a:ln w="25400">
                  <a:solidFill>
                    <a:srgbClr val="D7451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248" name="直接连接符 247">
                  <a:extLst>
                    <a:ext uri="{FF2B5EF4-FFF2-40B4-BE49-F238E27FC236}">
                      <a16:creationId xmlns:a16="http://schemas.microsoft.com/office/drawing/2014/main" id="{E6E3EF13-BA4F-46F0-9646-265B78B48E33}"/>
                    </a:ext>
                  </a:extLst>
                </p:cNvPr>
                <p:cNvCxnSpPr>
                  <a:cxnSpLocks/>
                  <a:stCxn id="247" idx="6"/>
                  <a:endCxn id="247" idx="2"/>
                </p:cNvCxnSpPr>
                <p:nvPr/>
              </p:nvCxnSpPr>
              <p:spPr>
                <a:xfrm flipH="1">
                  <a:off x="2440697" y="1927173"/>
                  <a:ext cx="445378" cy="0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直接连接符 248">
                  <a:extLst>
                    <a:ext uri="{FF2B5EF4-FFF2-40B4-BE49-F238E27FC236}">
                      <a16:creationId xmlns:a16="http://schemas.microsoft.com/office/drawing/2014/main" id="{987C0E49-DBE9-4584-9D72-6D88CAB602A7}"/>
                    </a:ext>
                  </a:extLst>
                </p:cNvPr>
                <p:cNvCxnSpPr>
                  <a:cxnSpLocks/>
                  <a:stCxn id="247" idx="4"/>
                  <a:endCxn id="247" idx="0"/>
                </p:cNvCxnSpPr>
                <p:nvPr/>
              </p:nvCxnSpPr>
              <p:spPr>
                <a:xfrm flipV="1">
                  <a:off x="2663386" y="1704484"/>
                  <a:ext cx="0" cy="445378"/>
                </a:xfrm>
                <a:prstGeom prst="line">
                  <a:avLst/>
                </a:prstGeom>
                <a:ln w="25400"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6" name="文本框 235">
                    <a:extLst>
                      <a:ext uri="{FF2B5EF4-FFF2-40B4-BE49-F238E27FC236}">
                        <a16:creationId xmlns:a16="http://schemas.microsoft.com/office/drawing/2014/main" id="{8C5F68F9-B158-484B-9990-51C046A8B2F4}"/>
                      </a:ext>
                    </a:extLst>
                  </p:cNvPr>
                  <p:cNvSpPr txBox="1"/>
                  <p:nvPr/>
                </p:nvSpPr>
                <p:spPr>
                  <a:xfrm>
                    <a:off x="10652386" y="5032136"/>
                    <a:ext cx="327800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𝑀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236" name="文本框 235">
                    <a:extLst>
                      <a:ext uri="{FF2B5EF4-FFF2-40B4-BE49-F238E27FC236}">
                        <a16:creationId xmlns:a16="http://schemas.microsoft.com/office/drawing/2014/main" id="{8C5F68F9-B158-484B-9990-51C046A8B2F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52386" y="5032136"/>
                    <a:ext cx="327800" cy="370294"/>
                  </a:xfrm>
                  <a:prstGeom prst="rect">
                    <a:avLst/>
                  </a:prstGeom>
                  <a:blipFill>
                    <a:blip r:embed="rId50"/>
                    <a:stretch>
                      <a:fillRect l="-27778" b="-163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7" name="文本框 236">
                    <a:extLst>
                      <a:ext uri="{FF2B5EF4-FFF2-40B4-BE49-F238E27FC236}">
                        <a16:creationId xmlns:a16="http://schemas.microsoft.com/office/drawing/2014/main" id="{F2E51A95-3AC8-4CBB-AA64-3D61BC3426EA}"/>
                      </a:ext>
                    </a:extLst>
                  </p:cNvPr>
                  <p:cNvSpPr txBox="1"/>
                  <p:nvPr/>
                </p:nvSpPr>
                <p:spPr>
                  <a:xfrm>
                    <a:off x="9170124" y="5748689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𝑀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237" name="文本框 236">
                    <a:extLst>
                      <a:ext uri="{FF2B5EF4-FFF2-40B4-BE49-F238E27FC236}">
                        <a16:creationId xmlns:a16="http://schemas.microsoft.com/office/drawing/2014/main" id="{F2E51A95-3AC8-4CBB-AA64-3D61BC3426E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70124" y="5748689"/>
                    <a:ext cx="224152" cy="370294"/>
                  </a:xfrm>
                  <a:prstGeom prst="rect">
                    <a:avLst/>
                  </a:prstGeom>
                  <a:blipFill>
                    <a:blip r:embed="rId51"/>
                    <a:stretch>
                      <a:fillRect l="-62162" r="-1891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38" name="直接箭头连接符 237">
                <a:extLst>
                  <a:ext uri="{FF2B5EF4-FFF2-40B4-BE49-F238E27FC236}">
                    <a16:creationId xmlns:a16="http://schemas.microsoft.com/office/drawing/2014/main" id="{43C1F684-7B5D-4387-B629-7AEBDDC0C217}"/>
                  </a:ext>
                </a:extLst>
              </p:cNvPr>
              <p:cNvCxnSpPr>
                <a:cxnSpLocks/>
                <a:stCxn id="236" idx="1"/>
                <a:endCxn id="247" idx="6"/>
              </p:cNvCxnSpPr>
              <p:nvPr/>
            </p:nvCxnSpPr>
            <p:spPr>
              <a:xfrm flipH="1">
                <a:off x="9487426" y="5217283"/>
                <a:ext cx="1164960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直接箭头连接符 238">
                <a:extLst>
                  <a:ext uri="{FF2B5EF4-FFF2-40B4-BE49-F238E27FC236}">
                    <a16:creationId xmlns:a16="http://schemas.microsoft.com/office/drawing/2014/main" id="{F9F4D881-BBC9-4172-B78A-AA4BD2CB1FD8}"/>
                  </a:ext>
                </a:extLst>
              </p:cNvPr>
              <p:cNvCxnSpPr>
                <a:cxnSpLocks/>
                <a:stCxn id="247" idx="4"/>
                <a:endCxn id="237" idx="0"/>
              </p:cNvCxnSpPr>
              <p:nvPr/>
            </p:nvCxnSpPr>
            <p:spPr>
              <a:xfrm>
                <a:off x="9282200" y="5422510"/>
                <a:ext cx="0" cy="32617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直接箭头连接符 239">
                <a:extLst>
                  <a:ext uri="{FF2B5EF4-FFF2-40B4-BE49-F238E27FC236}">
                    <a16:creationId xmlns:a16="http://schemas.microsoft.com/office/drawing/2014/main" id="{E03E3D8E-5F9B-4E79-BCC7-1BE28FC4BF0B}"/>
                  </a:ext>
                </a:extLst>
              </p:cNvPr>
              <p:cNvCxnSpPr>
                <a:cxnSpLocks/>
                <a:stCxn id="253" idx="2"/>
                <a:endCxn id="247" idx="0"/>
              </p:cNvCxnSpPr>
              <p:nvPr/>
            </p:nvCxnSpPr>
            <p:spPr>
              <a:xfrm>
                <a:off x="9276633" y="4500731"/>
                <a:ext cx="5567" cy="51132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连接符: 肘形 240">
                <a:extLst>
                  <a:ext uri="{FF2B5EF4-FFF2-40B4-BE49-F238E27FC236}">
                    <a16:creationId xmlns:a16="http://schemas.microsoft.com/office/drawing/2014/main" id="{AC79EDCF-2E34-40D0-9893-5A14EA846C6F}"/>
                  </a:ext>
                </a:extLst>
              </p:cNvPr>
              <p:cNvCxnSpPr>
                <a:cxnSpLocks/>
                <a:stCxn id="267" idx="2"/>
                <a:endCxn id="257" idx="0"/>
              </p:cNvCxnSpPr>
              <p:nvPr/>
            </p:nvCxnSpPr>
            <p:spPr>
              <a:xfrm rot="5400000" flipH="1" flipV="1">
                <a:off x="2618828" y="71459"/>
                <a:ext cx="3126646" cy="5731898"/>
              </a:xfrm>
              <a:prstGeom prst="bentConnector5">
                <a:avLst>
                  <a:gd name="adj1" fmla="val -7311"/>
                  <a:gd name="adj2" fmla="val 50470"/>
                  <a:gd name="adj3" fmla="val 107311"/>
                </a:avLst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直接箭头连接符 241">
                <a:extLst>
                  <a:ext uri="{FF2B5EF4-FFF2-40B4-BE49-F238E27FC236}">
                    <a16:creationId xmlns:a16="http://schemas.microsoft.com/office/drawing/2014/main" id="{0E961D17-0844-4756-8CCE-DDCAEBD79E6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43017" y="1287703"/>
                <a:ext cx="1749883" cy="0"/>
              </a:xfrm>
              <a:prstGeom prst="straightConnector1">
                <a:avLst/>
              </a:prstGeom>
              <a:ln w="25400">
                <a:solidFill>
                  <a:srgbClr val="D74514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直接箭头连接符 242">
                <a:extLst>
                  <a:ext uri="{FF2B5EF4-FFF2-40B4-BE49-F238E27FC236}">
                    <a16:creationId xmlns:a16="http://schemas.microsoft.com/office/drawing/2014/main" id="{8143C1CB-571D-4698-B306-9A876D5B2BA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46363" y="1278559"/>
                <a:ext cx="1749883" cy="0"/>
              </a:xfrm>
              <a:prstGeom prst="straightConnector1">
                <a:avLst/>
              </a:prstGeom>
              <a:ln w="25400">
                <a:solidFill>
                  <a:srgbClr val="D74514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4" name="文本框 243">
                    <a:extLst>
                      <a:ext uri="{FF2B5EF4-FFF2-40B4-BE49-F238E27FC236}">
                        <a16:creationId xmlns:a16="http://schemas.microsoft.com/office/drawing/2014/main" id="{4470E62D-298B-4CC1-858C-912385E6822B}"/>
                      </a:ext>
                    </a:extLst>
                  </p:cNvPr>
                  <p:cNvSpPr txBox="1"/>
                  <p:nvPr/>
                </p:nvSpPr>
                <p:spPr>
                  <a:xfrm>
                    <a:off x="8105686" y="941793"/>
                    <a:ext cx="518026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𝑀</m:t>
                              </m:r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244" name="文本框 243">
                    <a:extLst>
                      <a:ext uri="{FF2B5EF4-FFF2-40B4-BE49-F238E27FC236}">
                        <a16:creationId xmlns:a16="http://schemas.microsoft.com/office/drawing/2014/main" id="{4470E62D-298B-4CC1-858C-912385E682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05686" y="941793"/>
                    <a:ext cx="518026" cy="370294"/>
                  </a:xfrm>
                  <a:prstGeom prst="rect">
                    <a:avLst/>
                  </a:prstGeom>
                  <a:blipFill>
                    <a:blip r:embed="rId52"/>
                    <a:stretch>
                      <a:fillRect l="-21176" r="-1176" b="-163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45" name="连接符: 肘形 244">
                <a:extLst>
                  <a:ext uri="{FF2B5EF4-FFF2-40B4-BE49-F238E27FC236}">
                    <a16:creationId xmlns:a16="http://schemas.microsoft.com/office/drawing/2014/main" id="{06BEA9A0-75A0-4783-B906-15C6F10A8CB4}"/>
                  </a:ext>
                </a:extLst>
              </p:cNvPr>
              <p:cNvCxnSpPr>
                <a:cxnSpLocks/>
                <a:stCxn id="244" idx="3"/>
                <a:endCxn id="250" idx="0"/>
              </p:cNvCxnSpPr>
              <p:nvPr/>
            </p:nvCxnSpPr>
            <p:spPr>
              <a:xfrm>
                <a:off x="8623712" y="1126940"/>
                <a:ext cx="2627735" cy="247145"/>
              </a:xfrm>
              <a:prstGeom prst="bentConnector2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6" name="文本框 245">
                    <a:extLst>
                      <a:ext uri="{FF2B5EF4-FFF2-40B4-BE49-F238E27FC236}">
                        <a16:creationId xmlns:a16="http://schemas.microsoft.com/office/drawing/2014/main" id="{818D9F8B-36D7-4A10-83BA-0ADEB8321ED5}"/>
                      </a:ext>
                    </a:extLst>
                  </p:cNvPr>
                  <p:cNvSpPr txBox="1"/>
                  <p:nvPr/>
                </p:nvSpPr>
                <p:spPr>
                  <a:xfrm>
                    <a:off x="8050291" y="4013367"/>
                    <a:ext cx="22415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⋯</m:t>
                          </m:r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246" name="文本框 245">
                    <a:extLst>
                      <a:ext uri="{FF2B5EF4-FFF2-40B4-BE49-F238E27FC236}">
                        <a16:creationId xmlns:a16="http://schemas.microsoft.com/office/drawing/2014/main" id="{818D9F8B-36D7-4A10-83BA-0ADEB8321ED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50291" y="4013367"/>
                    <a:ext cx="224152" cy="369332"/>
                  </a:xfrm>
                  <a:prstGeom prst="rect">
                    <a:avLst/>
                  </a:prstGeom>
                  <a:blipFill>
                    <a:blip r:embed="rId53"/>
                    <a:stretch>
                      <a:fillRect l="-3055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9855673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组合 59">
            <a:extLst>
              <a:ext uri="{FF2B5EF4-FFF2-40B4-BE49-F238E27FC236}">
                <a16:creationId xmlns:a16="http://schemas.microsoft.com/office/drawing/2014/main" id="{6EE6DD0F-4B0C-4A1C-8883-F0DE2EE4D297}"/>
              </a:ext>
            </a:extLst>
          </p:cNvPr>
          <p:cNvGrpSpPr/>
          <p:nvPr/>
        </p:nvGrpSpPr>
        <p:grpSpPr>
          <a:xfrm>
            <a:off x="146983" y="383979"/>
            <a:ext cx="3151322" cy="3997848"/>
            <a:chOff x="1632883" y="574479"/>
            <a:chExt cx="3151322" cy="3997848"/>
          </a:xfrm>
        </p:grpSpPr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697339EF-8FAF-4B7F-9299-49D6E2A0ACFE}"/>
                </a:ext>
              </a:extLst>
            </p:cNvPr>
            <p:cNvSpPr/>
            <p:nvPr/>
          </p:nvSpPr>
          <p:spPr>
            <a:xfrm>
              <a:off x="1976627" y="1104903"/>
              <a:ext cx="2306439" cy="2918452"/>
            </a:xfrm>
            <a:custGeom>
              <a:avLst/>
              <a:gdLst>
                <a:gd name="connsiteX0" fmla="*/ 516 w 2000909"/>
                <a:gd name="connsiteY0" fmla="*/ -210 h 2960009"/>
                <a:gd name="connsiteX1" fmla="*/ 2001426 w 2000909"/>
                <a:gd name="connsiteY1" fmla="*/ -210 h 2960009"/>
                <a:gd name="connsiteX2" fmla="*/ 2001426 w 2000909"/>
                <a:gd name="connsiteY2" fmla="*/ 2959799 h 2960009"/>
                <a:gd name="connsiteX3" fmla="*/ 516 w 2000909"/>
                <a:gd name="connsiteY3" fmla="*/ 2959799 h 2960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909" h="2960009">
                  <a:moveTo>
                    <a:pt x="516" y="-210"/>
                  </a:moveTo>
                  <a:lnTo>
                    <a:pt x="2001426" y="-210"/>
                  </a:lnTo>
                  <a:lnTo>
                    <a:pt x="2001426" y="2959799"/>
                  </a:lnTo>
                  <a:lnTo>
                    <a:pt x="516" y="2959799"/>
                  </a:lnTo>
                  <a:close/>
                </a:path>
              </a:pathLst>
            </a:custGeom>
            <a:solidFill>
              <a:srgbClr val="FEF8F6"/>
            </a:solidFill>
            <a:ln w="17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B0052C1D-8F8D-42AF-8637-BE48F135BED3}"/>
                </a:ext>
              </a:extLst>
            </p:cNvPr>
            <p:cNvGrpSpPr/>
            <p:nvPr/>
          </p:nvGrpSpPr>
          <p:grpSpPr>
            <a:xfrm>
              <a:off x="2272539" y="3394154"/>
              <a:ext cx="410453" cy="410453"/>
              <a:chOff x="1339851" y="3958034"/>
              <a:chExt cx="410453" cy="410453"/>
            </a:xfrm>
          </p:grpSpPr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1C4A3C63-3CC6-4958-98B6-32A047C7512E}"/>
                  </a:ext>
                </a:extLst>
              </p:cNvPr>
              <p:cNvSpPr/>
              <p:nvPr/>
            </p:nvSpPr>
            <p:spPr>
              <a:xfrm>
                <a:off x="1339851" y="3958034"/>
                <a:ext cx="410453" cy="410453"/>
              </a:xfrm>
              <a:prstGeom prst="rect">
                <a:avLst/>
              </a:prstGeom>
              <a:noFill/>
              <a:ln w="254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" name="直接连接符 2">
                <a:extLst>
                  <a:ext uri="{FF2B5EF4-FFF2-40B4-BE49-F238E27FC236}">
                    <a16:creationId xmlns:a16="http://schemas.microsoft.com/office/drawing/2014/main" id="{66CED873-205A-4E2F-A89E-ACE4A32314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339851" y="4163261"/>
                <a:ext cx="410453" cy="0"/>
              </a:xfrm>
              <a:prstGeom prst="line">
                <a:avLst/>
              </a:prstGeom>
              <a:ln w="2540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" name="直接连接符 3">
                <a:extLst>
                  <a:ext uri="{FF2B5EF4-FFF2-40B4-BE49-F238E27FC236}">
                    <a16:creationId xmlns:a16="http://schemas.microsoft.com/office/drawing/2014/main" id="{B6F6830F-FA0B-459D-B11E-B0257D3F463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45078" y="3958034"/>
                <a:ext cx="0" cy="410453"/>
              </a:xfrm>
              <a:prstGeom prst="line">
                <a:avLst/>
              </a:prstGeom>
              <a:ln w="2540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4F05557F-9D8A-427C-B602-106360C2DA54}"/>
                </a:ext>
              </a:extLst>
            </p:cNvPr>
            <p:cNvGrpSpPr/>
            <p:nvPr/>
          </p:nvGrpSpPr>
          <p:grpSpPr>
            <a:xfrm>
              <a:off x="2272539" y="1355804"/>
              <a:ext cx="410453" cy="410453"/>
              <a:chOff x="2749551" y="3291284"/>
              <a:chExt cx="410453" cy="410453"/>
            </a:xfrm>
          </p:grpSpPr>
          <p:sp>
            <p:nvSpPr>
              <p:cNvPr id="5" name="椭圆 4">
                <a:extLst>
                  <a:ext uri="{FF2B5EF4-FFF2-40B4-BE49-F238E27FC236}">
                    <a16:creationId xmlns:a16="http://schemas.microsoft.com/office/drawing/2014/main" id="{BB17E63B-2D1E-4507-BD10-C9B9899D480E}"/>
                  </a:ext>
                </a:extLst>
              </p:cNvPr>
              <p:cNvSpPr/>
              <p:nvPr/>
            </p:nvSpPr>
            <p:spPr>
              <a:xfrm>
                <a:off x="2749551" y="3291284"/>
                <a:ext cx="410453" cy="410453"/>
              </a:xfrm>
              <a:prstGeom prst="ellipse">
                <a:avLst/>
              </a:prstGeom>
              <a:noFill/>
              <a:ln w="254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椭圆 8">
                <a:extLst>
                  <a:ext uri="{FF2B5EF4-FFF2-40B4-BE49-F238E27FC236}">
                    <a16:creationId xmlns:a16="http://schemas.microsoft.com/office/drawing/2014/main" id="{C0F71C21-AF9F-4A89-8AAF-64088D774583}"/>
                  </a:ext>
                </a:extLst>
              </p:cNvPr>
              <p:cNvSpPr/>
              <p:nvPr/>
            </p:nvSpPr>
            <p:spPr>
              <a:xfrm>
                <a:off x="2928229" y="3469962"/>
                <a:ext cx="53096" cy="53096"/>
              </a:xfrm>
              <a:prstGeom prst="ellipse">
                <a:avLst/>
              </a:prstGeom>
              <a:solidFill>
                <a:srgbClr val="D74514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8B5A74CE-F2DB-417A-8FC8-DB6A9BB4D5EE}"/>
                    </a:ext>
                  </a:extLst>
                </p:cNvPr>
                <p:cNvSpPr txBox="1"/>
                <p:nvPr/>
              </p:nvSpPr>
              <p:spPr>
                <a:xfrm>
                  <a:off x="1632883" y="1375883"/>
                  <a:ext cx="327800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8B5A74CE-F2DB-417A-8FC8-DB6A9BB4D5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2883" y="1375883"/>
                  <a:ext cx="327800" cy="370294"/>
                </a:xfrm>
                <a:prstGeom prst="rect">
                  <a:avLst/>
                </a:prstGeom>
                <a:blipFill>
                  <a:blip r:embed="rId2"/>
                  <a:stretch>
                    <a:fillRect l="-20370" b="-16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358DA75B-17E2-400A-B4A8-BFF67302DD03}"/>
                </a:ext>
              </a:extLst>
            </p:cNvPr>
            <p:cNvGrpSpPr/>
            <p:nvPr/>
          </p:nvGrpSpPr>
          <p:grpSpPr>
            <a:xfrm>
              <a:off x="3544814" y="2042824"/>
              <a:ext cx="410453" cy="410453"/>
              <a:chOff x="1339851" y="3958034"/>
              <a:chExt cx="410453" cy="410453"/>
            </a:xfrm>
          </p:grpSpPr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06138FF3-8823-45EE-AD46-52CF990D7E1A}"/>
                  </a:ext>
                </a:extLst>
              </p:cNvPr>
              <p:cNvSpPr/>
              <p:nvPr/>
            </p:nvSpPr>
            <p:spPr>
              <a:xfrm>
                <a:off x="1339851" y="3958034"/>
                <a:ext cx="410453" cy="410453"/>
              </a:xfrm>
              <a:prstGeom prst="rect">
                <a:avLst/>
              </a:prstGeom>
              <a:noFill/>
              <a:ln w="254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270828B5-B212-4C4B-8BFB-6B9D95682A9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339851" y="4163261"/>
                <a:ext cx="410453" cy="0"/>
              </a:xfrm>
              <a:prstGeom prst="line">
                <a:avLst/>
              </a:prstGeom>
              <a:ln w="2540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57ACFD45-1674-4799-A4E7-DAC9FE90719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45078" y="3958034"/>
                <a:ext cx="0" cy="410453"/>
              </a:xfrm>
              <a:prstGeom prst="line">
                <a:avLst/>
              </a:prstGeom>
              <a:ln w="2540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F94D4CA3-D541-4DA7-956B-007F102854FC}"/>
                </a:ext>
              </a:extLst>
            </p:cNvPr>
            <p:cNvGrpSpPr/>
            <p:nvPr/>
          </p:nvGrpSpPr>
          <p:grpSpPr>
            <a:xfrm>
              <a:off x="3544813" y="2658504"/>
              <a:ext cx="410453" cy="410453"/>
              <a:chOff x="2749551" y="3291284"/>
              <a:chExt cx="410453" cy="410453"/>
            </a:xfrm>
          </p:grpSpPr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4C2341BA-4789-4ABB-B900-916700B88CA7}"/>
                  </a:ext>
                </a:extLst>
              </p:cNvPr>
              <p:cNvSpPr/>
              <p:nvPr/>
            </p:nvSpPr>
            <p:spPr>
              <a:xfrm>
                <a:off x="2749551" y="3291284"/>
                <a:ext cx="410453" cy="410453"/>
              </a:xfrm>
              <a:prstGeom prst="ellipse">
                <a:avLst/>
              </a:prstGeom>
              <a:noFill/>
              <a:ln w="254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C5F90075-1E92-4553-BD46-9979BB2F3587}"/>
                  </a:ext>
                </a:extLst>
              </p:cNvPr>
              <p:cNvSpPr/>
              <p:nvPr/>
            </p:nvSpPr>
            <p:spPr>
              <a:xfrm>
                <a:off x="2928229" y="3469962"/>
                <a:ext cx="53096" cy="53096"/>
              </a:xfrm>
              <a:prstGeom prst="ellipse">
                <a:avLst/>
              </a:prstGeom>
              <a:solidFill>
                <a:srgbClr val="D74514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9" name="连接符: 肘形 18">
              <a:extLst>
                <a:ext uri="{FF2B5EF4-FFF2-40B4-BE49-F238E27FC236}">
                  <a16:creationId xmlns:a16="http://schemas.microsoft.com/office/drawing/2014/main" id="{C66E4987-D558-4E58-AFCF-26B352568D8E}"/>
                </a:ext>
              </a:extLst>
            </p:cNvPr>
            <p:cNvCxnSpPr>
              <a:cxnSpLocks/>
              <a:stCxn id="5" idx="4"/>
              <a:endCxn id="13" idx="1"/>
            </p:cNvCxnSpPr>
            <p:nvPr/>
          </p:nvCxnSpPr>
          <p:spPr>
            <a:xfrm rot="16200000" flipH="1">
              <a:off x="2770393" y="1473630"/>
              <a:ext cx="481794" cy="1067048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连接符: 肘形 21">
              <a:extLst>
                <a:ext uri="{FF2B5EF4-FFF2-40B4-BE49-F238E27FC236}">
                  <a16:creationId xmlns:a16="http://schemas.microsoft.com/office/drawing/2014/main" id="{719CCFD8-CCB1-4B07-9510-5FFEECFC7178}"/>
                </a:ext>
              </a:extLst>
            </p:cNvPr>
            <p:cNvCxnSpPr>
              <a:cxnSpLocks/>
              <a:stCxn id="17" idx="4"/>
              <a:endCxn id="2" idx="3"/>
            </p:cNvCxnSpPr>
            <p:nvPr/>
          </p:nvCxnSpPr>
          <p:spPr>
            <a:xfrm rot="5400000">
              <a:off x="2951304" y="2800645"/>
              <a:ext cx="530424" cy="1067048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4AE98130-9257-474B-B25E-A6CD0FFAE3F6}"/>
                </a:ext>
              </a:extLst>
            </p:cNvPr>
            <p:cNvCxnSpPr>
              <a:cxnSpLocks/>
              <a:stCxn id="5" idx="4"/>
              <a:endCxn id="2" idx="0"/>
            </p:cNvCxnSpPr>
            <p:nvPr/>
          </p:nvCxnSpPr>
          <p:spPr>
            <a:xfrm>
              <a:off x="2477766" y="1766257"/>
              <a:ext cx="0" cy="162789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021C0B03-E996-4F16-A35F-3E6F353DA511}"/>
                </a:ext>
              </a:extLst>
            </p:cNvPr>
            <p:cNvCxnSpPr>
              <a:cxnSpLocks/>
              <a:stCxn id="13" idx="2"/>
              <a:endCxn id="17" idx="0"/>
            </p:cNvCxnSpPr>
            <p:nvPr/>
          </p:nvCxnSpPr>
          <p:spPr>
            <a:xfrm flipH="1">
              <a:off x="3750040" y="2453277"/>
              <a:ext cx="1" cy="20522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311CC734-C0C4-4584-B8F2-6FD8C1BAC043}"/>
                </a:ext>
              </a:extLst>
            </p:cNvPr>
            <p:cNvCxnSpPr>
              <a:cxnSpLocks/>
              <a:endCxn id="5" idx="2"/>
            </p:cNvCxnSpPr>
            <p:nvPr/>
          </p:nvCxnSpPr>
          <p:spPr>
            <a:xfrm>
              <a:off x="1915668" y="1561031"/>
              <a:ext cx="356871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8CD94CA5-DE6A-4341-9F7D-B0326DD24B62}"/>
                </a:ext>
              </a:extLst>
            </p:cNvPr>
            <p:cNvCxnSpPr>
              <a:cxnSpLocks/>
              <a:stCxn id="42" idx="2"/>
              <a:endCxn id="5" idx="0"/>
            </p:cNvCxnSpPr>
            <p:nvPr/>
          </p:nvCxnSpPr>
          <p:spPr>
            <a:xfrm>
              <a:off x="2477765" y="946079"/>
              <a:ext cx="1" cy="40972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C2AA8BD8-9D4B-4644-B0DD-A18C9E310E05}"/>
                    </a:ext>
                  </a:extLst>
                </p:cNvPr>
                <p:cNvSpPr txBox="1"/>
                <p:nvPr/>
              </p:nvSpPr>
              <p:spPr>
                <a:xfrm>
                  <a:off x="2313865" y="575785"/>
                  <a:ext cx="327800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C2AA8BD8-9D4B-4644-B0DD-A18C9E310E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3865" y="575785"/>
                  <a:ext cx="327800" cy="370294"/>
                </a:xfrm>
                <a:prstGeom prst="rect">
                  <a:avLst/>
                </a:prstGeom>
                <a:blipFill>
                  <a:blip r:embed="rId3"/>
                  <a:stretch>
                    <a:fillRect l="-18519" b="-16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8EEAC1B1-FF66-4800-A8FA-D5F4D8C0F6EF}"/>
                    </a:ext>
                  </a:extLst>
                </p:cNvPr>
                <p:cNvSpPr txBox="1"/>
                <p:nvPr/>
              </p:nvSpPr>
              <p:spPr>
                <a:xfrm>
                  <a:off x="3586139" y="574479"/>
                  <a:ext cx="327800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8EEAC1B1-FF66-4800-A8FA-D5F4D8C0F6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6139" y="574479"/>
                  <a:ext cx="327800" cy="370294"/>
                </a:xfrm>
                <a:prstGeom prst="rect">
                  <a:avLst/>
                </a:prstGeom>
                <a:blipFill>
                  <a:blip r:embed="rId4"/>
                  <a:stretch>
                    <a:fillRect l="-2075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E3089F25-E54D-4C58-9A4A-70472554E2EF}"/>
                </a:ext>
              </a:extLst>
            </p:cNvPr>
            <p:cNvCxnSpPr>
              <a:cxnSpLocks/>
              <a:stCxn id="44" idx="2"/>
              <a:endCxn id="13" idx="0"/>
            </p:cNvCxnSpPr>
            <p:nvPr/>
          </p:nvCxnSpPr>
          <p:spPr>
            <a:xfrm>
              <a:off x="3750039" y="944773"/>
              <a:ext cx="2" cy="109805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1894FE28-4B6F-4328-BEDF-B250772E97F6}"/>
                    </a:ext>
                  </a:extLst>
                </p:cNvPr>
                <p:cNvSpPr txBox="1"/>
                <p:nvPr/>
              </p:nvSpPr>
              <p:spPr>
                <a:xfrm>
                  <a:off x="4456405" y="2673745"/>
                  <a:ext cx="327800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1894FE28-4B6F-4328-BEDF-B250772E97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56405" y="2673745"/>
                  <a:ext cx="327800" cy="370294"/>
                </a:xfrm>
                <a:prstGeom prst="rect">
                  <a:avLst/>
                </a:prstGeom>
                <a:blipFill>
                  <a:blip r:embed="rId5"/>
                  <a:stretch>
                    <a:fillRect l="-20370" b="-16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175EE283-FDB5-45F7-8646-F23143C204E6}"/>
                </a:ext>
              </a:extLst>
            </p:cNvPr>
            <p:cNvCxnSpPr>
              <a:cxnSpLocks/>
              <a:stCxn id="48" idx="1"/>
              <a:endCxn id="17" idx="6"/>
            </p:cNvCxnSpPr>
            <p:nvPr/>
          </p:nvCxnSpPr>
          <p:spPr>
            <a:xfrm flipH="1">
              <a:off x="3955266" y="2858892"/>
              <a:ext cx="501139" cy="483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1F5568C2-4B06-469A-9EF8-45F93B4D1D3A}"/>
                    </a:ext>
                  </a:extLst>
                </p:cNvPr>
                <p:cNvSpPr txBox="1"/>
                <p:nvPr/>
              </p:nvSpPr>
              <p:spPr>
                <a:xfrm>
                  <a:off x="2313865" y="4202033"/>
                  <a:ext cx="327800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1F5568C2-4B06-469A-9EF8-45F93B4D1D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3865" y="4202033"/>
                  <a:ext cx="327800" cy="370294"/>
                </a:xfrm>
                <a:prstGeom prst="rect">
                  <a:avLst/>
                </a:prstGeom>
                <a:blipFill>
                  <a:blip r:embed="rId6"/>
                  <a:stretch>
                    <a:fillRect l="-222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8EA865C2-A458-4F17-A826-E484AC5D1199}"/>
                    </a:ext>
                  </a:extLst>
                </p:cNvPr>
                <p:cNvSpPr txBox="1"/>
                <p:nvPr/>
              </p:nvSpPr>
              <p:spPr>
                <a:xfrm>
                  <a:off x="3586139" y="4202033"/>
                  <a:ext cx="327800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8EA865C2-A458-4F17-A826-E484AC5D11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6139" y="4202033"/>
                  <a:ext cx="327800" cy="370294"/>
                </a:xfrm>
                <a:prstGeom prst="rect">
                  <a:avLst/>
                </a:prstGeom>
                <a:blipFill>
                  <a:blip r:embed="rId7"/>
                  <a:stretch>
                    <a:fillRect l="-2452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7AAC4B48-7205-470C-95D4-CD8EF4A6C17C}"/>
                </a:ext>
              </a:extLst>
            </p:cNvPr>
            <p:cNvCxnSpPr>
              <a:cxnSpLocks/>
              <a:stCxn id="2" idx="2"/>
              <a:endCxn id="52" idx="0"/>
            </p:cNvCxnSpPr>
            <p:nvPr/>
          </p:nvCxnSpPr>
          <p:spPr>
            <a:xfrm flipH="1">
              <a:off x="2477765" y="3804607"/>
              <a:ext cx="1" cy="3974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10DD4574-2BB8-47F9-9114-2E3FED6075B0}"/>
                </a:ext>
              </a:extLst>
            </p:cNvPr>
            <p:cNvCxnSpPr>
              <a:cxnSpLocks/>
              <a:stCxn id="17" idx="4"/>
              <a:endCxn id="53" idx="0"/>
            </p:cNvCxnSpPr>
            <p:nvPr/>
          </p:nvCxnSpPr>
          <p:spPr>
            <a:xfrm flipH="1">
              <a:off x="3750039" y="3068957"/>
              <a:ext cx="1" cy="113307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5A02637E-3FF8-4330-A41C-696615B30932}"/>
              </a:ext>
            </a:extLst>
          </p:cNvPr>
          <p:cNvGrpSpPr/>
          <p:nvPr/>
        </p:nvGrpSpPr>
        <p:grpSpPr>
          <a:xfrm>
            <a:off x="4298560" y="269851"/>
            <a:ext cx="5424074" cy="7483364"/>
            <a:chOff x="1093470" y="302103"/>
            <a:chExt cx="5424074" cy="7483364"/>
          </a:xfrm>
        </p:grpSpPr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0C2A2B1D-10EA-443A-BF4A-DA99760B48B7}"/>
                </a:ext>
              </a:extLst>
            </p:cNvPr>
            <p:cNvGrpSpPr/>
            <p:nvPr/>
          </p:nvGrpSpPr>
          <p:grpSpPr>
            <a:xfrm>
              <a:off x="1093470" y="302103"/>
              <a:ext cx="2840341" cy="7483364"/>
              <a:chOff x="1093470" y="302103"/>
              <a:chExt cx="2840341" cy="748336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5" name="矩形 74">
                    <a:extLst>
                      <a:ext uri="{FF2B5EF4-FFF2-40B4-BE49-F238E27FC236}">
                        <a16:creationId xmlns:a16="http://schemas.microsoft.com/office/drawing/2014/main" id="{0FB30097-9959-4604-8DEF-CD0FB1928B0E}"/>
                      </a:ext>
                    </a:extLst>
                  </p:cNvPr>
                  <p:cNvSpPr/>
                  <p:nvPr/>
                </p:nvSpPr>
                <p:spPr>
                  <a:xfrm>
                    <a:off x="1093470" y="1568414"/>
                    <a:ext cx="2221229" cy="605395"/>
                  </a:xfrm>
                  <a:prstGeom prst="rect">
                    <a:avLst/>
                  </a:prstGeom>
                  <a:solidFill>
                    <a:srgbClr val="D7451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zh-CN" altLang="en-US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第</m:t>
                        </m:r>
                      </m:oMath>
                    </a14:m>
                    <a:r>
                      <a:rPr lang="en-US" altLang="zh-CN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 1 </a:t>
                    </a:r>
                    <a:r>
                      <a: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轮</a:t>
                    </a:r>
                    <a:endParaRPr lang="en-US" altLang="zh-CN" b="1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75" name="矩形 74">
                    <a:extLst>
                      <a:ext uri="{FF2B5EF4-FFF2-40B4-BE49-F238E27FC236}">
                        <a16:creationId xmlns:a16="http://schemas.microsoft.com/office/drawing/2014/main" id="{0FB30097-9959-4604-8DEF-CD0FB1928B0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3470" y="1568414"/>
                    <a:ext cx="2221229" cy="60539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6" name="直接箭头连接符 75">
                <a:extLst>
                  <a:ext uri="{FF2B5EF4-FFF2-40B4-BE49-F238E27FC236}">
                    <a16:creationId xmlns:a16="http://schemas.microsoft.com/office/drawing/2014/main" id="{F2E8D292-DE3E-4917-83B0-A832F278C0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72304" y="2173808"/>
                <a:ext cx="0" cy="584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箭头连接符 76">
                <a:extLst>
                  <a:ext uri="{FF2B5EF4-FFF2-40B4-BE49-F238E27FC236}">
                    <a16:creationId xmlns:a16="http://schemas.microsoft.com/office/drawing/2014/main" id="{1EB21322-F1BF-440D-B230-FFB102666C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0629" y="2173808"/>
                <a:ext cx="0" cy="584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箭头连接符 77">
                <a:extLst>
                  <a:ext uri="{FF2B5EF4-FFF2-40B4-BE49-F238E27FC236}">
                    <a16:creationId xmlns:a16="http://schemas.microsoft.com/office/drawing/2014/main" id="{92A6D7F3-2E39-42CF-861E-25B1C8D83D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85079" y="2173808"/>
                <a:ext cx="0" cy="584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箭头连接符 78">
                <a:extLst>
                  <a:ext uri="{FF2B5EF4-FFF2-40B4-BE49-F238E27FC236}">
                    <a16:creationId xmlns:a16="http://schemas.microsoft.com/office/drawing/2014/main" id="{2C772EF9-2854-411A-BB2F-A9B68FE0BE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7854" y="2173808"/>
                <a:ext cx="0" cy="584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文本框 79">
                    <a:extLst>
                      <a:ext uri="{FF2B5EF4-FFF2-40B4-BE49-F238E27FC236}">
                        <a16:creationId xmlns:a16="http://schemas.microsoft.com/office/drawing/2014/main" id="{0D774DFE-CD78-441D-9867-D183CABA4278}"/>
                      </a:ext>
                    </a:extLst>
                  </p:cNvPr>
                  <p:cNvSpPr txBox="1"/>
                  <p:nvPr/>
                </p:nvSpPr>
                <p:spPr>
                  <a:xfrm>
                    <a:off x="1413039" y="2239146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11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80" name="文本框 79">
                    <a:extLst>
                      <a:ext uri="{FF2B5EF4-FFF2-40B4-BE49-F238E27FC236}">
                        <a16:creationId xmlns:a16="http://schemas.microsoft.com/office/drawing/2014/main" id="{0D774DFE-CD78-441D-9867-D183CABA427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13039" y="2239146"/>
                    <a:ext cx="224152" cy="37029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91667" r="-4444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1" name="矩形 80">
                    <a:extLst>
                      <a:ext uri="{FF2B5EF4-FFF2-40B4-BE49-F238E27FC236}">
                        <a16:creationId xmlns:a16="http://schemas.microsoft.com/office/drawing/2014/main" id="{8C5944D9-7B98-45BC-BCE7-94C187682A2F}"/>
                      </a:ext>
                    </a:extLst>
                  </p:cNvPr>
                  <p:cNvSpPr/>
                  <p:nvPr/>
                </p:nvSpPr>
                <p:spPr>
                  <a:xfrm>
                    <a:off x="1093470" y="2758735"/>
                    <a:ext cx="2221229" cy="605395"/>
                  </a:xfrm>
                  <a:prstGeom prst="rect">
                    <a:avLst/>
                  </a:prstGeom>
                  <a:solidFill>
                    <a:srgbClr val="D7451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zh-CN" altLang="en-US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第</m:t>
                        </m:r>
                      </m:oMath>
                    </a14:m>
                    <a:r>
                      <a:rPr lang="en-US" altLang="zh-CN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 2 </a:t>
                    </a:r>
                    <a:r>
                      <a: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轮</a:t>
                    </a:r>
                    <a:endParaRPr lang="en-US" altLang="zh-CN" b="1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81" name="矩形 80">
                    <a:extLst>
                      <a:ext uri="{FF2B5EF4-FFF2-40B4-BE49-F238E27FC236}">
                        <a16:creationId xmlns:a16="http://schemas.microsoft.com/office/drawing/2014/main" id="{8C5944D9-7B98-45BC-BCE7-94C187682A2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3470" y="2758735"/>
                    <a:ext cx="2221229" cy="60539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2" name="文本框 81">
                    <a:extLst>
                      <a:ext uri="{FF2B5EF4-FFF2-40B4-BE49-F238E27FC236}">
                        <a16:creationId xmlns:a16="http://schemas.microsoft.com/office/drawing/2014/main" id="{83502C2E-8B99-4C37-8C17-9A3B5BFD045F}"/>
                      </a:ext>
                    </a:extLst>
                  </p:cNvPr>
                  <p:cNvSpPr txBox="1"/>
                  <p:nvPr/>
                </p:nvSpPr>
                <p:spPr>
                  <a:xfrm>
                    <a:off x="2017957" y="2239146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12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82" name="文本框 81">
                    <a:extLst>
                      <a:ext uri="{FF2B5EF4-FFF2-40B4-BE49-F238E27FC236}">
                        <a16:creationId xmlns:a16="http://schemas.microsoft.com/office/drawing/2014/main" id="{83502C2E-8B99-4C37-8C17-9A3B5BFD045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17957" y="2239146"/>
                    <a:ext cx="224152" cy="370294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86486" r="-4324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文本框 82">
                    <a:extLst>
                      <a:ext uri="{FF2B5EF4-FFF2-40B4-BE49-F238E27FC236}">
                        <a16:creationId xmlns:a16="http://schemas.microsoft.com/office/drawing/2014/main" id="{B630C93A-1D43-42C4-B5C6-368E0AAA698E}"/>
                      </a:ext>
                    </a:extLst>
                  </p:cNvPr>
                  <p:cNvSpPr txBox="1"/>
                  <p:nvPr/>
                </p:nvSpPr>
                <p:spPr>
                  <a:xfrm>
                    <a:off x="2644939" y="2239146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13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83" name="文本框 82">
                    <a:extLst>
                      <a:ext uri="{FF2B5EF4-FFF2-40B4-BE49-F238E27FC236}">
                        <a16:creationId xmlns:a16="http://schemas.microsoft.com/office/drawing/2014/main" id="{B630C93A-1D43-42C4-B5C6-368E0AAA698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44939" y="2239146"/>
                    <a:ext cx="224152" cy="370294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91667" r="-4444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4" name="文本框 83">
                    <a:extLst>
                      <a:ext uri="{FF2B5EF4-FFF2-40B4-BE49-F238E27FC236}">
                        <a16:creationId xmlns:a16="http://schemas.microsoft.com/office/drawing/2014/main" id="{2AFC98A5-F2AA-4DA7-AE38-788241E6E9B0}"/>
                      </a:ext>
                    </a:extLst>
                  </p:cNvPr>
                  <p:cNvSpPr txBox="1"/>
                  <p:nvPr/>
                </p:nvSpPr>
                <p:spPr>
                  <a:xfrm>
                    <a:off x="3249857" y="2239146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14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84" name="文本框 83">
                    <a:extLst>
                      <a:ext uri="{FF2B5EF4-FFF2-40B4-BE49-F238E27FC236}">
                        <a16:creationId xmlns:a16="http://schemas.microsoft.com/office/drawing/2014/main" id="{2AFC98A5-F2AA-4DA7-AE38-788241E6E9B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49857" y="2239146"/>
                    <a:ext cx="224152" cy="37029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86486" r="-4324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5" name="文本框 84">
                    <a:extLst>
                      <a:ext uri="{FF2B5EF4-FFF2-40B4-BE49-F238E27FC236}">
                        <a16:creationId xmlns:a16="http://schemas.microsoft.com/office/drawing/2014/main" id="{CAAB96F0-8C0A-4C38-810B-AFD0564A4181}"/>
                      </a:ext>
                    </a:extLst>
                  </p:cNvPr>
                  <p:cNvSpPr txBox="1"/>
                  <p:nvPr/>
                </p:nvSpPr>
                <p:spPr>
                  <a:xfrm>
                    <a:off x="1323256" y="302103"/>
                    <a:ext cx="1761656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lang="en-US" altLang="zh-CN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64 </a:t>
                    </a:r>
                    <a:r>
                      <a: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比特明文 </a:t>
                    </a:r>
                    <a14:m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𝑋</m:t>
                        </m:r>
                      </m:oMath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85" name="文本框 84">
                    <a:extLst>
                      <a:ext uri="{FF2B5EF4-FFF2-40B4-BE49-F238E27FC236}">
                        <a16:creationId xmlns:a16="http://schemas.microsoft.com/office/drawing/2014/main" id="{CAAB96F0-8C0A-4C38-810B-AFD0564A418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23256" y="302103"/>
                    <a:ext cx="1761656" cy="36933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t="-8197" b="-2623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86" name="连接符: 肘形 85">
                <a:extLst>
                  <a:ext uri="{FF2B5EF4-FFF2-40B4-BE49-F238E27FC236}">
                    <a16:creationId xmlns:a16="http://schemas.microsoft.com/office/drawing/2014/main" id="{74BF4AA3-1CC4-49D1-A6FB-11552C5FCF85}"/>
                  </a:ext>
                </a:extLst>
              </p:cNvPr>
              <p:cNvCxnSpPr>
                <a:cxnSpLocks/>
                <a:stCxn id="85" idx="2"/>
                <a:endCxn id="87" idx="0"/>
              </p:cNvCxnSpPr>
              <p:nvPr/>
            </p:nvCxnSpPr>
            <p:spPr>
              <a:xfrm rot="5400000">
                <a:off x="1296136" y="660465"/>
                <a:ext cx="896978" cy="918919"/>
              </a:xfrm>
              <a:prstGeom prst="bentConnector3">
                <a:avLst>
                  <a:gd name="adj1" fmla="val 50000"/>
                </a:avLst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" name="矩形 86">
                <a:extLst>
                  <a:ext uri="{FF2B5EF4-FFF2-40B4-BE49-F238E27FC236}">
                    <a16:creationId xmlns:a16="http://schemas.microsoft.com/office/drawing/2014/main" id="{7E86917B-BC61-4996-B939-FBEF50FB68FF}"/>
                  </a:ext>
                </a:extLst>
              </p:cNvPr>
              <p:cNvSpPr/>
              <p:nvPr/>
            </p:nvSpPr>
            <p:spPr>
              <a:xfrm>
                <a:off x="1227381" y="1568413"/>
                <a:ext cx="115568" cy="149295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8" name="矩形 87">
                <a:extLst>
                  <a:ext uri="{FF2B5EF4-FFF2-40B4-BE49-F238E27FC236}">
                    <a16:creationId xmlns:a16="http://schemas.microsoft.com/office/drawing/2014/main" id="{54C5C737-2FD9-406C-934D-278C3C0E5C70}"/>
                  </a:ext>
                </a:extLst>
              </p:cNvPr>
              <p:cNvSpPr/>
              <p:nvPr/>
            </p:nvSpPr>
            <p:spPr>
              <a:xfrm>
                <a:off x="1838583" y="1568413"/>
                <a:ext cx="115568" cy="149295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9" name="矩形 88">
                <a:extLst>
                  <a:ext uri="{FF2B5EF4-FFF2-40B4-BE49-F238E27FC236}">
                    <a16:creationId xmlns:a16="http://schemas.microsoft.com/office/drawing/2014/main" id="{FB9F6558-BF4C-4F4C-8D32-C74000983D8E}"/>
                  </a:ext>
                </a:extLst>
              </p:cNvPr>
              <p:cNvSpPr/>
              <p:nvPr/>
            </p:nvSpPr>
            <p:spPr>
              <a:xfrm>
                <a:off x="2451901" y="1568413"/>
                <a:ext cx="115568" cy="149295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B4DB36B9-39DB-40D8-B55D-3E4FE41EA4D2}"/>
                  </a:ext>
                </a:extLst>
              </p:cNvPr>
              <p:cNvSpPr/>
              <p:nvPr/>
            </p:nvSpPr>
            <p:spPr>
              <a:xfrm>
                <a:off x="3065219" y="1568413"/>
                <a:ext cx="115568" cy="149295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91" name="连接符: 肘形 90">
                <a:extLst>
                  <a:ext uri="{FF2B5EF4-FFF2-40B4-BE49-F238E27FC236}">
                    <a16:creationId xmlns:a16="http://schemas.microsoft.com/office/drawing/2014/main" id="{54D2EC9A-4431-4A8A-8476-0F2DF1E000C4}"/>
                  </a:ext>
                </a:extLst>
              </p:cNvPr>
              <p:cNvCxnSpPr>
                <a:cxnSpLocks/>
                <a:stCxn id="85" idx="2"/>
                <a:endCxn id="88" idx="0"/>
              </p:cNvCxnSpPr>
              <p:nvPr/>
            </p:nvCxnSpPr>
            <p:spPr>
              <a:xfrm rot="5400000">
                <a:off x="1601737" y="966066"/>
                <a:ext cx="896978" cy="307717"/>
              </a:xfrm>
              <a:prstGeom prst="bentConnector3">
                <a:avLst>
                  <a:gd name="adj1" fmla="val 50000"/>
                </a:avLst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连接符: 肘形 91">
                <a:extLst>
                  <a:ext uri="{FF2B5EF4-FFF2-40B4-BE49-F238E27FC236}">
                    <a16:creationId xmlns:a16="http://schemas.microsoft.com/office/drawing/2014/main" id="{C73933E6-E42D-4E82-A4F6-0460688942AA}"/>
                  </a:ext>
                </a:extLst>
              </p:cNvPr>
              <p:cNvCxnSpPr>
                <a:cxnSpLocks/>
                <a:stCxn id="85" idx="2"/>
                <a:endCxn id="89" idx="0"/>
              </p:cNvCxnSpPr>
              <p:nvPr/>
            </p:nvCxnSpPr>
            <p:spPr>
              <a:xfrm rot="16200000" flipH="1">
                <a:off x="1908395" y="967123"/>
                <a:ext cx="896978" cy="305601"/>
              </a:xfrm>
              <a:prstGeom prst="bentConnector3">
                <a:avLst>
                  <a:gd name="adj1" fmla="val 50000"/>
                </a:avLst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连接符: 肘形 92">
                <a:extLst>
                  <a:ext uri="{FF2B5EF4-FFF2-40B4-BE49-F238E27FC236}">
                    <a16:creationId xmlns:a16="http://schemas.microsoft.com/office/drawing/2014/main" id="{79682096-0F16-43B0-BFE6-1D8CDC673E08}"/>
                  </a:ext>
                </a:extLst>
              </p:cNvPr>
              <p:cNvCxnSpPr>
                <a:cxnSpLocks/>
                <a:stCxn id="85" idx="2"/>
                <a:endCxn id="90" idx="0"/>
              </p:cNvCxnSpPr>
              <p:nvPr/>
            </p:nvCxnSpPr>
            <p:spPr>
              <a:xfrm rot="16200000" flipH="1">
                <a:off x="2215054" y="660464"/>
                <a:ext cx="896978" cy="918919"/>
              </a:xfrm>
              <a:prstGeom prst="bentConnector3">
                <a:avLst>
                  <a:gd name="adj1" fmla="val 50000"/>
                </a:avLst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4" name="文本框 93">
                    <a:extLst>
                      <a:ext uri="{FF2B5EF4-FFF2-40B4-BE49-F238E27FC236}">
                        <a16:creationId xmlns:a16="http://schemas.microsoft.com/office/drawing/2014/main" id="{00C8493A-ECF6-4765-B311-7EB0227A532F}"/>
                      </a:ext>
                    </a:extLst>
                  </p:cNvPr>
                  <p:cNvSpPr txBox="1"/>
                  <p:nvPr/>
                </p:nvSpPr>
                <p:spPr>
                  <a:xfrm>
                    <a:off x="1373830" y="1112312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94" name="文本框 93">
                    <a:extLst>
                      <a:ext uri="{FF2B5EF4-FFF2-40B4-BE49-F238E27FC236}">
                        <a16:creationId xmlns:a16="http://schemas.microsoft.com/office/drawing/2014/main" id="{00C8493A-ECF6-4765-B311-7EB0227A532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73830" y="1112312"/>
                    <a:ext cx="224152" cy="370294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54054" r="-10811" b="-163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5" name="文本框 94">
                    <a:extLst>
                      <a:ext uri="{FF2B5EF4-FFF2-40B4-BE49-F238E27FC236}">
                        <a16:creationId xmlns:a16="http://schemas.microsoft.com/office/drawing/2014/main" id="{B47B3543-BE21-45F5-83F5-1C61C6717C3B}"/>
                      </a:ext>
                    </a:extLst>
                  </p:cNvPr>
                  <p:cNvSpPr txBox="1"/>
                  <p:nvPr/>
                </p:nvSpPr>
                <p:spPr>
                  <a:xfrm>
                    <a:off x="1978748" y="1112312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95" name="文本框 94">
                    <a:extLst>
                      <a:ext uri="{FF2B5EF4-FFF2-40B4-BE49-F238E27FC236}">
                        <a16:creationId xmlns:a16="http://schemas.microsoft.com/office/drawing/2014/main" id="{B47B3543-BE21-45F5-83F5-1C61C6717C3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78748" y="1112312"/>
                    <a:ext cx="224152" cy="370294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54054" r="-13514" b="-163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6" name="文本框 95">
                    <a:extLst>
                      <a:ext uri="{FF2B5EF4-FFF2-40B4-BE49-F238E27FC236}">
                        <a16:creationId xmlns:a16="http://schemas.microsoft.com/office/drawing/2014/main" id="{EACA78DB-DF92-4229-839D-DBD535F78882}"/>
                      </a:ext>
                    </a:extLst>
                  </p:cNvPr>
                  <p:cNvSpPr txBox="1"/>
                  <p:nvPr/>
                </p:nvSpPr>
                <p:spPr>
                  <a:xfrm>
                    <a:off x="2605730" y="1112312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96" name="文本框 95">
                    <a:extLst>
                      <a:ext uri="{FF2B5EF4-FFF2-40B4-BE49-F238E27FC236}">
                        <a16:creationId xmlns:a16="http://schemas.microsoft.com/office/drawing/2014/main" id="{EACA78DB-DF92-4229-839D-DBD535F7888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05730" y="1112312"/>
                    <a:ext cx="224152" cy="370294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54054" r="-10811" b="-163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7" name="文本框 96">
                    <a:extLst>
                      <a:ext uri="{FF2B5EF4-FFF2-40B4-BE49-F238E27FC236}">
                        <a16:creationId xmlns:a16="http://schemas.microsoft.com/office/drawing/2014/main" id="{57C5757D-9DDE-4277-B2FE-DA95645C7C7C}"/>
                      </a:ext>
                    </a:extLst>
                  </p:cNvPr>
                  <p:cNvSpPr txBox="1"/>
                  <p:nvPr/>
                </p:nvSpPr>
                <p:spPr>
                  <a:xfrm>
                    <a:off x="3210648" y="1112312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97" name="文本框 96">
                    <a:extLst>
                      <a:ext uri="{FF2B5EF4-FFF2-40B4-BE49-F238E27FC236}">
                        <a16:creationId xmlns:a16="http://schemas.microsoft.com/office/drawing/2014/main" id="{57C5757D-9DDE-4277-B2FE-DA95645C7C7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10648" y="1112312"/>
                    <a:ext cx="224152" cy="370294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54054" r="-13514" b="-163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98" name="组合 97">
                <a:extLst>
                  <a:ext uri="{FF2B5EF4-FFF2-40B4-BE49-F238E27FC236}">
                    <a16:creationId xmlns:a16="http://schemas.microsoft.com/office/drawing/2014/main" id="{3756F303-6279-4D6C-BD7E-EAE163D39A7B}"/>
                  </a:ext>
                </a:extLst>
              </p:cNvPr>
              <p:cNvGrpSpPr/>
              <p:nvPr/>
            </p:nvGrpSpPr>
            <p:grpSpPr>
              <a:xfrm>
                <a:off x="3307694" y="1466746"/>
                <a:ext cx="626117" cy="788260"/>
                <a:chOff x="3793561" y="1482606"/>
                <a:chExt cx="626117" cy="78826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0" name="文本框 159">
                      <a:extLst>
                        <a:ext uri="{FF2B5EF4-FFF2-40B4-BE49-F238E27FC236}">
                          <a16:creationId xmlns:a16="http://schemas.microsoft.com/office/drawing/2014/main" id="{82C3B30C-EF29-4093-AF22-80233D7C7C9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95526" y="1482606"/>
                      <a:ext cx="224152" cy="37029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altLang="zh-CN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160" name="文本框 159">
                      <a:extLst>
                        <a:ext uri="{FF2B5EF4-FFF2-40B4-BE49-F238E27FC236}">
                          <a16:creationId xmlns:a16="http://schemas.microsoft.com/office/drawing/2014/main" id="{82C3B30C-EF29-4093-AF22-80233D7C7C9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95526" y="1482606"/>
                      <a:ext cx="224152" cy="370294"/>
                    </a:xfrm>
                    <a:prstGeom prst="rect">
                      <a:avLst/>
                    </a:prstGeom>
                    <a:blipFill>
                      <a:blip r:embed="rId19"/>
                      <a:stretch>
                        <a:fillRect r="-67568" b="-163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61" name="直接箭头连接符 160">
                  <a:extLst>
                    <a:ext uri="{FF2B5EF4-FFF2-40B4-BE49-F238E27FC236}">
                      <a16:creationId xmlns:a16="http://schemas.microsoft.com/office/drawing/2014/main" id="{9BAE4456-8C17-47C5-8389-C79B9C9FB3B5}"/>
                    </a:ext>
                  </a:extLst>
                </p:cNvPr>
                <p:cNvCxnSpPr>
                  <a:cxnSpLocks/>
                  <a:stCxn id="160" idx="1"/>
                </p:cNvCxnSpPr>
                <p:nvPr/>
              </p:nvCxnSpPr>
              <p:spPr>
                <a:xfrm flipH="1">
                  <a:off x="3793561" y="1667753"/>
                  <a:ext cx="401965" cy="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2" name="文本框 161">
                      <a:extLst>
                        <a:ext uri="{FF2B5EF4-FFF2-40B4-BE49-F238E27FC236}">
                          <a16:creationId xmlns:a16="http://schemas.microsoft.com/office/drawing/2014/main" id="{08A54A68-2401-4AA2-AE9A-F109A7F9091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95526" y="1900572"/>
                      <a:ext cx="224152" cy="37029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6</m:t>
                                </m:r>
                              </m:sub>
                            </m:sSub>
                          </m:oMath>
                        </m:oMathPara>
                      </a14:m>
                      <a:endParaRPr lang="en-US" altLang="zh-CN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162" name="文本框 161">
                      <a:extLst>
                        <a:ext uri="{FF2B5EF4-FFF2-40B4-BE49-F238E27FC236}">
                          <a16:creationId xmlns:a16="http://schemas.microsoft.com/office/drawing/2014/main" id="{08A54A68-2401-4AA2-AE9A-F109A7F9091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95526" y="1900572"/>
                      <a:ext cx="224152" cy="370294"/>
                    </a:xfrm>
                    <a:prstGeom prst="rect">
                      <a:avLst/>
                    </a:prstGeom>
                    <a:blipFill>
                      <a:blip r:embed="rId20"/>
                      <a:stretch>
                        <a:fillRect r="-7027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63" name="直接箭头连接符 162">
                  <a:extLst>
                    <a:ext uri="{FF2B5EF4-FFF2-40B4-BE49-F238E27FC236}">
                      <a16:creationId xmlns:a16="http://schemas.microsoft.com/office/drawing/2014/main" id="{C52205E0-2E99-4273-8A97-2FA9813D9BEB}"/>
                    </a:ext>
                  </a:extLst>
                </p:cNvPr>
                <p:cNvCxnSpPr>
                  <a:cxnSpLocks/>
                  <a:stCxn id="162" idx="1"/>
                </p:cNvCxnSpPr>
                <p:nvPr/>
              </p:nvCxnSpPr>
              <p:spPr>
                <a:xfrm flipH="1">
                  <a:off x="3793561" y="2085719"/>
                  <a:ext cx="401965" cy="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4" name="文本框 163">
                      <a:extLst>
                        <a:ext uri="{FF2B5EF4-FFF2-40B4-BE49-F238E27FC236}">
                          <a16:creationId xmlns:a16="http://schemas.microsoft.com/office/drawing/2014/main" id="{F5E324EE-568D-4ED9-9066-7325CA88908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924140" y="1692070"/>
                      <a:ext cx="22415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⋮</m:t>
                            </m:r>
                          </m:oMath>
                        </m:oMathPara>
                      </a14:m>
                      <a:endParaRPr lang="en-US" altLang="zh-CN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164" name="文本框 163">
                      <a:extLst>
                        <a:ext uri="{FF2B5EF4-FFF2-40B4-BE49-F238E27FC236}">
                          <a16:creationId xmlns:a16="http://schemas.microsoft.com/office/drawing/2014/main" id="{F5E324EE-568D-4ED9-9066-7325CA88908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924140" y="1692070"/>
                      <a:ext cx="224152" cy="369332"/>
                    </a:xfrm>
                    <a:prstGeom prst="rect">
                      <a:avLst/>
                    </a:prstGeom>
                    <a:blipFill>
                      <a:blip r:embed="rId21"/>
                      <a:stretch>
                        <a:fillRect r="-810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99" name="组合 98">
                <a:extLst>
                  <a:ext uri="{FF2B5EF4-FFF2-40B4-BE49-F238E27FC236}">
                    <a16:creationId xmlns:a16="http://schemas.microsoft.com/office/drawing/2014/main" id="{7C0AD651-12EA-4A7F-B288-3C3E586DAE99}"/>
                  </a:ext>
                </a:extLst>
              </p:cNvPr>
              <p:cNvGrpSpPr/>
              <p:nvPr/>
            </p:nvGrpSpPr>
            <p:grpSpPr>
              <a:xfrm>
                <a:off x="3307694" y="2670362"/>
                <a:ext cx="626117" cy="788260"/>
                <a:chOff x="3793561" y="1482606"/>
                <a:chExt cx="626117" cy="78826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5" name="文本框 154">
                      <a:extLst>
                        <a:ext uri="{FF2B5EF4-FFF2-40B4-BE49-F238E27FC236}">
                          <a16:creationId xmlns:a16="http://schemas.microsoft.com/office/drawing/2014/main" id="{397AA1D0-A24A-4C09-821D-89A230163F4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95526" y="1482606"/>
                      <a:ext cx="224152" cy="37029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7</m:t>
                                </m:r>
                              </m:sub>
                            </m:sSub>
                          </m:oMath>
                        </m:oMathPara>
                      </a14:m>
                      <a:endParaRPr lang="en-US" altLang="zh-CN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155" name="文本框 154">
                      <a:extLst>
                        <a:ext uri="{FF2B5EF4-FFF2-40B4-BE49-F238E27FC236}">
                          <a16:creationId xmlns:a16="http://schemas.microsoft.com/office/drawing/2014/main" id="{397AA1D0-A24A-4C09-821D-89A230163F4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95526" y="1482606"/>
                      <a:ext cx="224152" cy="370294"/>
                    </a:xfrm>
                    <a:prstGeom prst="rect">
                      <a:avLst/>
                    </a:prstGeom>
                    <a:blipFill>
                      <a:blip r:embed="rId22"/>
                      <a:stretch>
                        <a:fillRect r="-7027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56" name="直接箭头连接符 155">
                  <a:extLst>
                    <a:ext uri="{FF2B5EF4-FFF2-40B4-BE49-F238E27FC236}">
                      <a16:creationId xmlns:a16="http://schemas.microsoft.com/office/drawing/2014/main" id="{D9EBB922-12E0-4B67-AC20-2063CE908A00}"/>
                    </a:ext>
                  </a:extLst>
                </p:cNvPr>
                <p:cNvCxnSpPr>
                  <a:cxnSpLocks/>
                  <a:stCxn id="155" idx="1"/>
                </p:cNvCxnSpPr>
                <p:nvPr/>
              </p:nvCxnSpPr>
              <p:spPr>
                <a:xfrm flipH="1">
                  <a:off x="3793561" y="1667753"/>
                  <a:ext cx="401965" cy="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7" name="文本框 156">
                      <a:extLst>
                        <a:ext uri="{FF2B5EF4-FFF2-40B4-BE49-F238E27FC236}">
                          <a16:creationId xmlns:a16="http://schemas.microsoft.com/office/drawing/2014/main" id="{9315B88F-ADDF-40BE-B719-5CEBF8DCABA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95526" y="1900572"/>
                      <a:ext cx="224152" cy="37029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altLang="zh-CN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157" name="文本框 156">
                      <a:extLst>
                        <a:ext uri="{FF2B5EF4-FFF2-40B4-BE49-F238E27FC236}">
                          <a16:creationId xmlns:a16="http://schemas.microsoft.com/office/drawing/2014/main" id="{9315B88F-ADDF-40BE-B719-5CEBF8DCABA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95526" y="1900572"/>
                      <a:ext cx="224152" cy="370294"/>
                    </a:xfrm>
                    <a:prstGeom prst="rect">
                      <a:avLst/>
                    </a:prstGeom>
                    <a:blipFill>
                      <a:blip r:embed="rId23"/>
                      <a:stretch>
                        <a:fillRect r="-110811" b="-163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58" name="直接箭头连接符 157">
                  <a:extLst>
                    <a:ext uri="{FF2B5EF4-FFF2-40B4-BE49-F238E27FC236}">
                      <a16:creationId xmlns:a16="http://schemas.microsoft.com/office/drawing/2014/main" id="{0EEBBDA9-551F-420A-8D15-FB0F4C0BDC59}"/>
                    </a:ext>
                  </a:extLst>
                </p:cNvPr>
                <p:cNvCxnSpPr>
                  <a:cxnSpLocks/>
                  <a:stCxn id="157" idx="1"/>
                </p:cNvCxnSpPr>
                <p:nvPr/>
              </p:nvCxnSpPr>
              <p:spPr>
                <a:xfrm flipH="1">
                  <a:off x="3793561" y="2085719"/>
                  <a:ext cx="401965" cy="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9" name="文本框 158">
                      <a:extLst>
                        <a:ext uri="{FF2B5EF4-FFF2-40B4-BE49-F238E27FC236}">
                          <a16:creationId xmlns:a16="http://schemas.microsoft.com/office/drawing/2014/main" id="{0BF18E24-C098-4314-82EF-125172D7702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924140" y="1692070"/>
                      <a:ext cx="22415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⋮</m:t>
                            </m:r>
                          </m:oMath>
                        </m:oMathPara>
                      </a14:m>
                      <a:endParaRPr lang="en-US" altLang="zh-CN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159" name="文本框 158">
                      <a:extLst>
                        <a:ext uri="{FF2B5EF4-FFF2-40B4-BE49-F238E27FC236}">
                          <a16:creationId xmlns:a16="http://schemas.microsoft.com/office/drawing/2014/main" id="{0BF18E24-C098-4314-82EF-125172D7702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924140" y="1692070"/>
                      <a:ext cx="224152" cy="369332"/>
                    </a:xfrm>
                    <a:prstGeom prst="rect">
                      <a:avLst/>
                    </a:prstGeom>
                    <a:blipFill>
                      <a:blip r:embed="rId24"/>
                      <a:stretch>
                        <a:fillRect r="-810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100" name="直接箭头连接符 99">
                <a:extLst>
                  <a:ext uri="{FF2B5EF4-FFF2-40B4-BE49-F238E27FC236}">
                    <a16:creationId xmlns:a16="http://schemas.microsoft.com/office/drawing/2014/main" id="{C724A34A-6BE4-4809-A8F9-566F9DBF19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72304" y="3355367"/>
                <a:ext cx="0" cy="584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直接箭头连接符 100">
                <a:extLst>
                  <a:ext uri="{FF2B5EF4-FFF2-40B4-BE49-F238E27FC236}">
                    <a16:creationId xmlns:a16="http://schemas.microsoft.com/office/drawing/2014/main" id="{773F97BA-9751-4503-ADDE-09CA857870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0629" y="3355367"/>
                <a:ext cx="0" cy="584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接箭头连接符 101">
                <a:extLst>
                  <a:ext uri="{FF2B5EF4-FFF2-40B4-BE49-F238E27FC236}">
                    <a16:creationId xmlns:a16="http://schemas.microsoft.com/office/drawing/2014/main" id="{1A253C94-29A6-4C03-9026-B420C384DF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85079" y="3355367"/>
                <a:ext cx="0" cy="584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直接箭头连接符 102">
                <a:extLst>
                  <a:ext uri="{FF2B5EF4-FFF2-40B4-BE49-F238E27FC236}">
                    <a16:creationId xmlns:a16="http://schemas.microsoft.com/office/drawing/2014/main" id="{5564EF05-08A4-448D-864F-0641FFC16D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7854" y="3355367"/>
                <a:ext cx="0" cy="584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4" name="文本框 103">
                    <a:extLst>
                      <a:ext uri="{FF2B5EF4-FFF2-40B4-BE49-F238E27FC236}">
                        <a16:creationId xmlns:a16="http://schemas.microsoft.com/office/drawing/2014/main" id="{79ECF39C-B5DC-481D-BADD-68586DA7F886}"/>
                      </a:ext>
                    </a:extLst>
                  </p:cNvPr>
                  <p:cNvSpPr txBox="1"/>
                  <p:nvPr/>
                </p:nvSpPr>
                <p:spPr>
                  <a:xfrm>
                    <a:off x="1413039" y="3420705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21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04" name="文本框 103">
                    <a:extLst>
                      <a:ext uri="{FF2B5EF4-FFF2-40B4-BE49-F238E27FC236}">
                        <a16:creationId xmlns:a16="http://schemas.microsoft.com/office/drawing/2014/main" id="{79ECF39C-B5DC-481D-BADD-68586DA7F88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13039" y="3420705"/>
                    <a:ext cx="224152" cy="370294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l="-91667" r="-4722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5" name="文本框 104">
                    <a:extLst>
                      <a:ext uri="{FF2B5EF4-FFF2-40B4-BE49-F238E27FC236}">
                        <a16:creationId xmlns:a16="http://schemas.microsoft.com/office/drawing/2014/main" id="{11498E60-C195-4E28-A744-0606F056E188}"/>
                      </a:ext>
                    </a:extLst>
                  </p:cNvPr>
                  <p:cNvSpPr txBox="1"/>
                  <p:nvPr/>
                </p:nvSpPr>
                <p:spPr>
                  <a:xfrm>
                    <a:off x="2017957" y="3420705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22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05" name="文本框 104">
                    <a:extLst>
                      <a:ext uri="{FF2B5EF4-FFF2-40B4-BE49-F238E27FC236}">
                        <a16:creationId xmlns:a16="http://schemas.microsoft.com/office/drawing/2014/main" id="{11498E60-C195-4E28-A744-0606F056E18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17957" y="3420705"/>
                    <a:ext cx="224152" cy="370294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l="-89189" r="-4324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6" name="文本框 105">
                    <a:extLst>
                      <a:ext uri="{FF2B5EF4-FFF2-40B4-BE49-F238E27FC236}">
                        <a16:creationId xmlns:a16="http://schemas.microsoft.com/office/drawing/2014/main" id="{56957533-1CD2-449C-8260-525E4E58CD8E}"/>
                      </a:ext>
                    </a:extLst>
                  </p:cNvPr>
                  <p:cNvSpPr txBox="1"/>
                  <p:nvPr/>
                </p:nvSpPr>
                <p:spPr>
                  <a:xfrm>
                    <a:off x="2644939" y="3420705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23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06" name="文本框 105">
                    <a:extLst>
                      <a:ext uri="{FF2B5EF4-FFF2-40B4-BE49-F238E27FC236}">
                        <a16:creationId xmlns:a16="http://schemas.microsoft.com/office/drawing/2014/main" id="{56957533-1CD2-449C-8260-525E4E58CD8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44939" y="3420705"/>
                    <a:ext cx="224152" cy="370294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l="-91667" r="-4722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7" name="文本框 106">
                    <a:extLst>
                      <a:ext uri="{FF2B5EF4-FFF2-40B4-BE49-F238E27FC236}">
                        <a16:creationId xmlns:a16="http://schemas.microsoft.com/office/drawing/2014/main" id="{C3914578-849F-406A-A34C-FAA64D3B42C6}"/>
                      </a:ext>
                    </a:extLst>
                  </p:cNvPr>
                  <p:cNvSpPr txBox="1"/>
                  <p:nvPr/>
                </p:nvSpPr>
                <p:spPr>
                  <a:xfrm>
                    <a:off x="3249857" y="3420705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24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07" name="文本框 106">
                    <a:extLst>
                      <a:ext uri="{FF2B5EF4-FFF2-40B4-BE49-F238E27FC236}">
                        <a16:creationId xmlns:a16="http://schemas.microsoft.com/office/drawing/2014/main" id="{C3914578-849F-406A-A34C-FAA64D3B42C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49857" y="3420705"/>
                    <a:ext cx="224152" cy="370294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 l="-89189" r="-4324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08" name="直接箭头连接符 107">
                <a:extLst>
                  <a:ext uri="{FF2B5EF4-FFF2-40B4-BE49-F238E27FC236}">
                    <a16:creationId xmlns:a16="http://schemas.microsoft.com/office/drawing/2014/main" id="{5336A675-AB39-4752-8B63-B5E334A491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75643" y="4244462"/>
                <a:ext cx="0" cy="584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接箭头连接符 108">
                <a:extLst>
                  <a:ext uri="{FF2B5EF4-FFF2-40B4-BE49-F238E27FC236}">
                    <a16:creationId xmlns:a16="http://schemas.microsoft.com/office/drawing/2014/main" id="{2853565D-79EC-45A5-958F-AC37EDDF90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3968" y="4244462"/>
                <a:ext cx="0" cy="584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直接箭头连接符 109">
                <a:extLst>
                  <a:ext uri="{FF2B5EF4-FFF2-40B4-BE49-F238E27FC236}">
                    <a16:creationId xmlns:a16="http://schemas.microsoft.com/office/drawing/2014/main" id="{6B262707-9C47-4EC0-A1F2-B087F3AD1F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88418" y="4244462"/>
                <a:ext cx="0" cy="584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直接箭头连接符 110">
                <a:extLst>
                  <a:ext uri="{FF2B5EF4-FFF2-40B4-BE49-F238E27FC236}">
                    <a16:creationId xmlns:a16="http://schemas.microsoft.com/office/drawing/2014/main" id="{825A9664-9B58-4E7D-95C1-7EFDB87AD6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01193" y="4244462"/>
                <a:ext cx="0" cy="584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2" name="文本框 111">
                    <a:extLst>
                      <a:ext uri="{FF2B5EF4-FFF2-40B4-BE49-F238E27FC236}">
                        <a16:creationId xmlns:a16="http://schemas.microsoft.com/office/drawing/2014/main" id="{2E1DA7AE-712C-491C-9AEA-0EBC00C02262}"/>
                      </a:ext>
                    </a:extLst>
                  </p:cNvPr>
                  <p:cNvSpPr txBox="1"/>
                  <p:nvPr/>
                </p:nvSpPr>
                <p:spPr>
                  <a:xfrm>
                    <a:off x="1416378" y="4309800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71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12" name="文本框 111">
                    <a:extLst>
                      <a:ext uri="{FF2B5EF4-FFF2-40B4-BE49-F238E27FC236}">
                        <a16:creationId xmlns:a16="http://schemas.microsoft.com/office/drawing/2014/main" id="{2E1DA7AE-712C-491C-9AEA-0EBC00C0226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16378" y="4309800"/>
                    <a:ext cx="224152" cy="370294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 l="-89189" r="-43243" b="-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3" name="文本框 112">
                    <a:extLst>
                      <a:ext uri="{FF2B5EF4-FFF2-40B4-BE49-F238E27FC236}">
                        <a16:creationId xmlns:a16="http://schemas.microsoft.com/office/drawing/2014/main" id="{7136C12D-1F4D-4B6E-B98D-96F3753BA350}"/>
                      </a:ext>
                    </a:extLst>
                  </p:cNvPr>
                  <p:cNvSpPr txBox="1"/>
                  <p:nvPr/>
                </p:nvSpPr>
                <p:spPr>
                  <a:xfrm>
                    <a:off x="2021296" y="4309800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72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13" name="文本框 112">
                    <a:extLst>
                      <a:ext uri="{FF2B5EF4-FFF2-40B4-BE49-F238E27FC236}">
                        <a16:creationId xmlns:a16="http://schemas.microsoft.com/office/drawing/2014/main" id="{7136C12D-1F4D-4B6E-B98D-96F3753BA35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21296" y="4309800"/>
                    <a:ext cx="224152" cy="370294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 l="-86486" r="-45946" b="-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4" name="文本框 113">
                    <a:extLst>
                      <a:ext uri="{FF2B5EF4-FFF2-40B4-BE49-F238E27FC236}">
                        <a16:creationId xmlns:a16="http://schemas.microsoft.com/office/drawing/2014/main" id="{70C5AB88-0D7F-493C-9AB4-A08C43927B79}"/>
                      </a:ext>
                    </a:extLst>
                  </p:cNvPr>
                  <p:cNvSpPr txBox="1"/>
                  <p:nvPr/>
                </p:nvSpPr>
                <p:spPr>
                  <a:xfrm>
                    <a:off x="2648278" y="4309800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73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14" name="文本框 113">
                    <a:extLst>
                      <a:ext uri="{FF2B5EF4-FFF2-40B4-BE49-F238E27FC236}">
                        <a16:creationId xmlns:a16="http://schemas.microsoft.com/office/drawing/2014/main" id="{70C5AB88-0D7F-493C-9AB4-A08C43927B7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48278" y="4309800"/>
                    <a:ext cx="224152" cy="370294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 l="-89189" r="-43243" b="-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5" name="文本框 114">
                    <a:extLst>
                      <a:ext uri="{FF2B5EF4-FFF2-40B4-BE49-F238E27FC236}">
                        <a16:creationId xmlns:a16="http://schemas.microsoft.com/office/drawing/2014/main" id="{8013D992-CF0E-4D30-AC97-B816A41D4244}"/>
                      </a:ext>
                    </a:extLst>
                  </p:cNvPr>
                  <p:cNvSpPr txBox="1"/>
                  <p:nvPr/>
                </p:nvSpPr>
                <p:spPr>
                  <a:xfrm>
                    <a:off x="3253196" y="4309800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74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15" name="文本框 114">
                    <a:extLst>
                      <a:ext uri="{FF2B5EF4-FFF2-40B4-BE49-F238E27FC236}">
                        <a16:creationId xmlns:a16="http://schemas.microsoft.com/office/drawing/2014/main" id="{8013D992-CF0E-4D30-AC97-B816A41D424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53196" y="4309800"/>
                    <a:ext cx="224152" cy="370294"/>
                  </a:xfrm>
                  <a:prstGeom prst="rect">
                    <a:avLst/>
                  </a:prstGeom>
                  <a:blipFill>
                    <a:blip r:embed="rId32"/>
                    <a:stretch>
                      <a:fillRect l="-86486" r="-45946" b="-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6" name="文本框 115">
                    <a:extLst>
                      <a:ext uri="{FF2B5EF4-FFF2-40B4-BE49-F238E27FC236}">
                        <a16:creationId xmlns:a16="http://schemas.microsoft.com/office/drawing/2014/main" id="{EDAA00E0-A254-456B-AA1D-BAC2C60CDF06}"/>
                      </a:ext>
                    </a:extLst>
                  </p:cNvPr>
                  <p:cNvSpPr txBox="1"/>
                  <p:nvPr/>
                </p:nvSpPr>
                <p:spPr>
                  <a:xfrm>
                    <a:off x="1160633" y="3912702"/>
                    <a:ext cx="22415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⋮</m:t>
                          </m:r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16" name="文本框 115">
                    <a:extLst>
                      <a:ext uri="{FF2B5EF4-FFF2-40B4-BE49-F238E27FC236}">
                        <a16:creationId xmlns:a16="http://schemas.microsoft.com/office/drawing/2014/main" id="{EDAA00E0-A254-456B-AA1D-BAC2C60CDF0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60633" y="3912702"/>
                    <a:ext cx="224152" cy="369332"/>
                  </a:xfrm>
                  <a:prstGeom prst="rect">
                    <a:avLst/>
                  </a:prstGeom>
                  <a:blipFill>
                    <a:blip r:embed="rId33"/>
                    <a:stretch>
                      <a:fillRect r="-810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7" name="文本框 116">
                    <a:extLst>
                      <a:ext uri="{FF2B5EF4-FFF2-40B4-BE49-F238E27FC236}">
                        <a16:creationId xmlns:a16="http://schemas.microsoft.com/office/drawing/2014/main" id="{24F2AFD9-70E9-43A5-986B-D5508BBC56FC}"/>
                      </a:ext>
                    </a:extLst>
                  </p:cNvPr>
                  <p:cNvSpPr txBox="1"/>
                  <p:nvPr/>
                </p:nvSpPr>
                <p:spPr>
                  <a:xfrm>
                    <a:off x="1773003" y="3912702"/>
                    <a:ext cx="22415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⋮</m:t>
                          </m:r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17" name="文本框 116">
                    <a:extLst>
                      <a:ext uri="{FF2B5EF4-FFF2-40B4-BE49-F238E27FC236}">
                        <a16:creationId xmlns:a16="http://schemas.microsoft.com/office/drawing/2014/main" id="{24F2AFD9-70E9-43A5-986B-D5508BBC56F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73003" y="3912702"/>
                    <a:ext cx="224152" cy="369332"/>
                  </a:xfrm>
                  <a:prstGeom prst="rect">
                    <a:avLst/>
                  </a:prstGeom>
                  <a:blipFill>
                    <a:blip r:embed="rId34"/>
                    <a:stretch>
                      <a:fillRect r="-1111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8" name="文本框 117">
                    <a:extLst>
                      <a:ext uri="{FF2B5EF4-FFF2-40B4-BE49-F238E27FC236}">
                        <a16:creationId xmlns:a16="http://schemas.microsoft.com/office/drawing/2014/main" id="{1F373E7D-009E-43A8-855E-04EC294BDE7A}"/>
                      </a:ext>
                    </a:extLst>
                  </p:cNvPr>
                  <p:cNvSpPr txBox="1"/>
                  <p:nvPr/>
                </p:nvSpPr>
                <p:spPr>
                  <a:xfrm>
                    <a:off x="2377522" y="3912702"/>
                    <a:ext cx="22415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⋮</m:t>
                          </m:r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18" name="文本框 117">
                    <a:extLst>
                      <a:ext uri="{FF2B5EF4-FFF2-40B4-BE49-F238E27FC236}">
                        <a16:creationId xmlns:a16="http://schemas.microsoft.com/office/drawing/2014/main" id="{1F373E7D-009E-43A8-855E-04EC294BDE7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77522" y="3912702"/>
                    <a:ext cx="224152" cy="369332"/>
                  </a:xfrm>
                  <a:prstGeom prst="rect">
                    <a:avLst/>
                  </a:prstGeom>
                  <a:blipFill>
                    <a:blip r:embed="rId35"/>
                    <a:stretch>
                      <a:fillRect r="-810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9" name="文本框 118">
                    <a:extLst>
                      <a:ext uri="{FF2B5EF4-FFF2-40B4-BE49-F238E27FC236}">
                        <a16:creationId xmlns:a16="http://schemas.microsoft.com/office/drawing/2014/main" id="{26C68658-1DBD-435C-BF7A-5B079C4A2EC5}"/>
                      </a:ext>
                    </a:extLst>
                  </p:cNvPr>
                  <p:cNvSpPr txBox="1"/>
                  <p:nvPr/>
                </p:nvSpPr>
                <p:spPr>
                  <a:xfrm>
                    <a:off x="2989892" y="3912702"/>
                    <a:ext cx="22415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⋮</m:t>
                          </m:r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19" name="文本框 118">
                    <a:extLst>
                      <a:ext uri="{FF2B5EF4-FFF2-40B4-BE49-F238E27FC236}">
                        <a16:creationId xmlns:a16="http://schemas.microsoft.com/office/drawing/2014/main" id="{26C68658-1DBD-435C-BF7A-5B079C4A2EC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89892" y="3912702"/>
                    <a:ext cx="224152" cy="369332"/>
                  </a:xfrm>
                  <a:prstGeom prst="rect">
                    <a:avLst/>
                  </a:prstGeom>
                  <a:blipFill>
                    <a:blip r:embed="rId36"/>
                    <a:stretch>
                      <a:fillRect r="-810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0" name="矩形 119">
                    <a:extLst>
                      <a:ext uri="{FF2B5EF4-FFF2-40B4-BE49-F238E27FC236}">
                        <a16:creationId xmlns:a16="http://schemas.microsoft.com/office/drawing/2014/main" id="{9DDC347B-5A96-4CCB-81F2-754F907A5412}"/>
                      </a:ext>
                    </a:extLst>
                  </p:cNvPr>
                  <p:cNvSpPr/>
                  <p:nvPr/>
                </p:nvSpPr>
                <p:spPr>
                  <a:xfrm>
                    <a:off x="1093470" y="4837662"/>
                    <a:ext cx="2221229" cy="605395"/>
                  </a:xfrm>
                  <a:prstGeom prst="rect">
                    <a:avLst/>
                  </a:prstGeom>
                  <a:solidFill>
                    <a:srgbClr val="D7451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zh-CN" altLang="en-US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第</m:t>
                        </m:r>
                      </m:oMath>
                    </a14:m>
                    <a:r>
                      <a:rPr lang="en-US" altLang="zh-CN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 8 </a:t>
                    </a:r>
                    <a:r>
                      <a: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轮</a:t>
                    </a:r>
                    <a:endParaRPr lang="en-US" altLang="zh-CN" b="1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20" name="矩形 119">
                    <a:extLst>
                      <a:ext uri="{FF2B5EF4-FFF2-40B4-BE49-F238E27FC236}">
                        <a16:creationId xmlns:a16="http://schemas.microsoft.com/office/drawing/2014/main" id="{9DDC347B-5A96-4CCB-81F2-754F907A541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3470" y="4837662"/>
                    <a:ext cx="2221229" cy="605395"/>
                  </a:xfrm>
                  <a:prstGeom prst="rect">
                    <a:avLst/>
                  </a:prstGeom>
                  <a:blipFill>
                    <a:blip r:embed="rId37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21" name="直接箭头连接符 120">
                <a:extLst>
                  <a:ext uri="{FF2B5EF4-FFF2-40B4-BE49-F238E27FC236}">
                    <a16:creationId xmlns:a16="http://schemas.microsoft.com/office/drawing/2014/main" id="{83B069E6-666F-47B8-9D25-0C847D766F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72304" y="5443056"/>
                <a:ext cx="0" cy="584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直接箭头连接符 121">
                <a:extLst>
                  <a:ext uri="{FF2B5EF4-FFF2-40B4-BE49-F238E27FC236}">
                    <a16:creationId xmlns:a16="http://schemas.microsoft.com/office/drawing/2014/main" id="{3277404D-A015-458B-9A01-CBBED8FF18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0629" y="5443056"/>
                <a:ext cx="0" cy="584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接箭头连接符 122">
                <a:extLst>
                  <a:ext uri="{FF2B5EF4-FFF2-40B4-BE49-F238E27FC236}">
                    <a16:creationId xmlns:a16="http://schemas.microsoft.com/office/drawing/2014/main" id="{04A3DBC7-1196-4877-89C0-9B72F61F43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85079" y="5443056"/>
                <a:ext cx="0" cy="584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直接箭头连接符 123">
                <a:extLst>
                  <a:ext uri="{FF2B5EF4-FFF2-40B4-BE49-F238E27FC236}">
                    <a16:creationId xmlns:a16="http://schemas.microsoft.com/office/drawing/2014/main" id="{BF5AFE75-180C-4B84-AD2C-1460B499F8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7854" y="5443056"/>
                <a:ext cx="0" cy="584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5" name="文本框 124">
                    <a:extLst>
                      <a:ext uri="{FF2B5EF4-FFF2-40B4-BE49-F238E27FC236}">
                        <a16:creationId xmlns:a16="http://schemas.microsoft.com/office/drawing/2014/main" id="{20ED75FA-65E8-48E4-9D5A-AED018954ADB}"/>
                      </a:ext>
                    </a:extLst>
                  </p:cNvPr>
                  <p:cNvSpPr txBox="1"/>
                  <p:nvPr/>
                </p:nvSpPr>
                <p:spPr>
                  <a:xfrm>
                    <a:off x="1413039" y="5508394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81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25" name="文本框 124">
                    <a:extLst>
                      <a:ext uri="{FF2B5EF4-FFF2-40B4-BE49-F238E27FC236}">
                        <a16:creationId xmlns:a16="http://schemas.microsoft.com/office/drawing/2014/main" id="{20ED75FA-65E8-48E4-9D5A-AED018954AD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13039" y="5508394"/>
                    <a:ext cx="224152" cy="370294"/>
                  </a:xfrm>
                  <a:prstGeom prst="rect">
                    <a:avLst/>
                  </a:prstGeom>
                  <a:blipFill>
                    <a:blip r:embed="rId38"/>
                    <a:stretch>
                      <a:fillRect l="-91667" r="-47222" b="-163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6" name="矩形 125">
                    <a:extLst>
                      <a:ext uri="{FF2B5EF4-FFF2-40B4-BE49-F238E27FC236}">
                        <a16:creationId xmlns:a16="http://schemas.microsoft.com/office/drawing/2014/main" id="{183F5039-6214-4043-885A-6474291AA139}"/>
                      </a:ext>
                    </a:extLst>
                  </p:cNvPr>
                  <p:cNvSpPr/>
                  <p:nvPr/>
                </p:nvSpPr>
                <p:spPr>
                  <a:xfrm>
                    <a:off x="1093470" y="6027983"/>
                    <a:ext cx="2221229" cy="605395"/>
                  </a:xfrm>
                  <a:prstGeom prst="rect">
                    <a:avLst/>
                  </a:prstGeom>
                  <a:solidFill>
                    <a:srgbClr val="D7451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zh-CN" altLang="en-US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输出</m:t>
                        </m:r>
                      </m:oMath>
                    </a14:m>
                    <a:r>
                      <a: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变换</a:t>
                    </a:r>
                    <a:endParaRPr lang="en-US" altLang="zh-CN" b="1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26" name="矩形 125">
                    <a:extLst>
                      <a:ext uri="{FF2B5EF4-FFF2-40B4-BE49-F238E27FC236}">
                        <a16:creationId xmlns:a16="http://schemas.microsoft.com/office/drawing/2014/main" id="{183F5039-6214-4043-885A-6474291AA13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3470" y="6027983"/>
                    <a:ext cx="2221229" cy="605395"/>
                  </a:xfrm>
                  <a:prstGeom prst="rect">
                    <a:avLst/>
                  </a:prstGeom>
                  <a:blipFill>
                    <a:blip r:embed="rId39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7" name="文本框 126">
                    <a:extLst>
                      <a:ext uri="{FF2B5EF4-FFF2-40B4-BE49-F238E27FC236}">
                        <a16:creationId xmlns:a16="http://schemas.microsoft.com/office/drawing/2014/main" id="{FD7D27DC-CEE6-4CEB-8236-28EBFED11C48}"/>
                      </a:ext>
                    </a:extLst>
                  </p:cNvPr>
                  <p:cNvSpPr txBox="1"/>
                  <p:nvPr/>
                </p:nvSpPr>
                <p:spPr>
                  <a:xfrm>
                    <a:off x="2017957" y="5508394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82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27" name="文本框 126">
                    <a:extLst>
                      <a:ext uri="{FF2B5EF4-FFF2-40B4-BE49-F238E27FC236}">
                        <a16:creationId xmlns:a16="http://schemas.microsoft.com/office/drawing/2014/main" id="{FD7D27DC-CEE6-4CEB-8236-28EBFED11C4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17957" y="5508394"/>
                    <a:ext cx="224152" cy="370294"/>
                  </a:xfrm>
                  <a:prstGeom prst="rect">
                    <a:avLst/>
                  </a:prstGeom>
                  <a:blipFill>
                    <a:blip r:embed="rId40"/>
                    <a:stretch>
                      <a:fillRect l="-89189" r="-43243" b="-163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8" name="文本框 127">
                    <a:extLst>
                      <a:ext uri="{FF2B5EF4-FFF2-40B4-BE49-F238E27FC236}">
                        <a16:creationId xmlns:a16="http://schemas.microsoft.com/office/drawing/2014/main" id="{12F78022-EDDE-41FA-AD1A-42AB45628497}"/>
                      </a:ext>
                    </a:extLst>
                  </p:cNvPr>
                  <p:cNvSpPr txBox="1"/>
                  <p:nvPr/>
                </p:nvSpPr>
                <p:spPr>
                  <a:xfrm>
                    <a:off x="2644939" y="5508394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83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28" name="文本框 127">
                    <a:extLst>
                      <a:ext uri="{FF2B5EF4-FFF2-40B4-BE49-F238E27FC236}">
                        <a16:creationId xmlns:a16="http://schemas.microsoft.com/office/drawing/2014/main" id="{12F78022-EDDE-41FA-AD1A-42AB4562849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44939" y="5508394"/>
                    <a:ext cx="224152" cy="370294"/>
                  </a:xfrm>
                  <a:prstGeom prst="rect">
                    <a:avLst/>
                  </a:prstGeom>
                  <a:blipFill>
                    <a:blip r:embed="rId41"/>
                    <a:stretch>
                      <a:fillRect l="-91667" r="-47222" b="-163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9" name="文本框 128">
                    <a:extLst>
                      <a:ext uri="{FF2B5EF4-FFF2-40B4-BE49-F238E27FC236}">
                        <a16:creationId xmlns:a16="http://schemas.microsoft.com/office/drawing/2014/main" id="{FE0CB9FA-7A59-4E73-9CE3-A79BA68C46D7}"/>
                      </a:ext>
                    </a:extLst>
                  </p:cNvPr>
                  <p:cNvSpPr txBox="1"/>
                  <p:nvPr/>
                </p:nvSpPr>
                <p:spPr>
                  <a:xfrm>
                    <a:off x="3249857" y="5508394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84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29" name="文本框 128">
                    <a:extLst>
                      <a:ext uri="{FF2B5EF4-FFF2-40B4-BE49-F238E27FC236}">
                        <a16:creationId xmlns:a16="http://schemas.microsoft.com/office/drawing/2014/main" id="{FE0CB9FA-7A59-4E73-9CE3-A79BA68C46D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49857" y="5508394"/>
                    <a:ext cx="224152" cy="370294"/>
                  </a:xfrm>
                  <a:prstGeom prst="rect">
                    <a:avLst/>
                  </a:prstGeom>
                  <a:blipFill>
                    <a:blip r:embed="rId42"/>
                    <a:stretch>
                      <a:fillRect l="-89189" r="-43243" b="-163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30" name="矩形 129">
                <a:extLst>
                  <a:ext uri="{FF2B5EF4-FFF2-40B4-BE49-F238E27FC236}">
                    <a16:creationId xmlns:a16="http://schemas.microsoft.com/office/drawing/2014/main" id="{8CE637BB-1C68-4A88-AC9E-C7F040AB033C}"/>
                  </a:ext>
                </a:extLst>
              </p:cNvPr>
              <p:cNvSpPr/>
              <p:nvPr/>
            </p:nvSpPr>
            <p:spPr>
              <a:xfrm>
                <a:off x="1227381" y="6484058"/>
                <a:ext cx="115568" cy="149295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1" name="矩形 130">
                <a:extLst>
                  <a:ext uri="{FF2B5EF4-FFF2-40B4-BE49-F238E27FC236}">
                    <a16:creationId xmlns:a16="http://schemas.microsoft.com/office/drawing/2014/main" id="{E734545F-55B8-4AAF-8DFD-95F5DF74A7D5}"/>
                  </a:ext>
                </a:extLst>
              </p:cNvPr>
              <p:cNvSpPr/>
              <p:nvPr/>
            </p:nvSpPr>
            <p:spPr>
              <a:xfrm>
                <a:off x="1838583" y="6484058"/>
                <a:ext cx="115568" cy="149295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2" name="矩形 131">
                <a:extLst>
                  <a:ext uri="{FF2B5EF4-FFF2-40B4-BE49-F238E27FC236}">
                    <a16:creationId xmlns:a16="http://schemas.microsoft.com/office/drawing/2014/main" id="{267683D9-020C-45A8-B29B-4BA528F00A4E}"/>
                  </a:ext>
                </a:extLst>
              </p:cNvPr>
              <p:cNvSpPr/>
              <p:nvPr/>
            </p:nvSpPr>
            <p:spPr>
              <a:xfrm>
                <a:off x="2451901" y="6484058"/>
                <a:ext cx="115568" cy="149295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3" name="矩形 132">
                <a:extLst>
                  <a:ext uri="{FF2B5EF4-FFF2-40B4-BE49-F238E27FC236}">
                    <a16:creationId xmlns:a16="http://schemas.microsoft.com/office/drawing/2014/main" id="{DC0EC110-BDDC-4FD0-B56F-7C0EBFFCFC9A}"/>
                  </a:ext>
                </a:extLst>
              </p:cNvPr>
              <p:cNvSpPr/>
              <p:nvPr/>
            </p:nvSpPr>
            <p:spPr>
              <a:xfrm>
                <a:off x="3065219" y="6484058"/>
                <a:ext cx="115568" cy="149295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34" name="组合 133">
                <a:extLst>
                  <a:ext uri="{FF2B5EF4-FFF2-40B4-BE49-F238E27FC236}">
                    <a16:creationId xmlns:a16="http://schemas.microsoft.com/office/drawing/2014/main" id="{F64CFB94-DD73-439A-8A00-6FBDBCED1A03}"/>
                  </a:ext>
                </a:extLst>
              </p:cNvPr>
              <p:cNvGrpSpPr/>
              <p:nvPr/>
            </p:nvGrpSpPr>
            <p:grpSpPr>
              <a:xfrm>
                <a:off x="3307694" y="4735994"/>
                <a:ext cx="626117" cy="788260"/>
                <a:chOff x="3793561" y="1482606"/>
                <a:chExt cx="626117" cy="78826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0" name="文本框 149">
                      <a:extLst>
                        <a:ext uri="{FF2B5EF4-FFF2-40B4-BE49-F238E27FC236}">
                          <a16:creationId xmlns:a16="http://schemas.microsoft.com/office/drawing/2014/main" id="{43E413EC-A3B7-4CFA-BB80-EDD3C805410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95526" y="1482606"/>
                      <a:ext cx="224152" cy="37029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43</m:t>
                                </m:r>
                              </m:sub>
                            </m:sSub>
                          </m:oMath>
                        </m:oMathPara>
                      </a14:m>
                      <a:endParaRPr lang="en-US" altLang="zh-CN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150" name="文本框 149">
                      <a:extLst>
                        <a:ext uri="{FF2B5EF4-FFF2-40B4-BE49-F238E27FC236}">
                          <a16:creationId xmlns:a16="http://schemas.microsoft.com/office/drawing/2014/main" id="{43E413EC-A3B7-4CFA-BB80-EDD3C805410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95526" y="1482606"/>
                      <a:ext cx="224152" cy="370294"/>
                    </a:xfrm>
                    <a:prstGeom prst="rect">
                      <a:avLst/>
                    </a:prstGeom>
                    <a:blipFill>
                      <a:blip r:embed="rId43"/>
                      <a:stretch>
                        <a:fillRect r="-113514" b="-1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51" name="直接箭头连接符 150">
                  <a:extLst>
                    <a:ext uri="{FF2B5EF4-FFF2-40B4-BE49-F238E27FC236}">
                      <a16:creationId xmlns:a16="http://schemas.microsoft.com/office/drawing/2014/main" id="{DC4C2EDA-680A-4ECD-8688-3ED6248A1011}"/>
                    </a:ext>
                  </a:extLst>
                </p:cNvPr>
                <p:cNvCxnSpPr>
                  <a:cxnSpLocks/>
                  <a:stCxn id="150" idx="1"/>
                </p:cNvCxnSpPr>
                <p:nvPr/>
              </p:nvCxnSpPr>
              <p:spPr>
                <a:xfrm flipH="1">
                  <a:off x="3793561" y="1667753"/>
                  <a:ext cx="401965" cy="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2" name="文本框 151">
                      <a:extLst>
                        <a:ext uri="{FF2B5EF4-FFF2-40B4-BE49-F238E27FC236}">
                          <a16:creationId xmlns:a16="http://schemas.microsoft.com/office/drawing/2014/main" id="{CFE4FD60-22AF-4EB9-BC42-7BF01140578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95526" y="1900572"/>
                      <a:ext cx="224152" cy="37029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48</m:t>
                                </m:r>
                              </m:sub>
                            </m:sSub>
                          </m:oMath>
                        </m:oMathPara>
                      </a14:m>
                      <a:endParaRPr lang="en-US" altLang="zh-CN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152" name="文本框 151">
                      <a:extLst>
                        <a:ext uri="{FF2B5EF4-FFF2-40B4-BE49-F238E27FC236}">
                          <a16:creationId xmlns:a16="http://schemas.microsoft.com/office/drawing/2014/main" id="{CFE4FD60-22AF-4EB9-BC42-7BF01140578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95526" y="1900572"/>
                      <a:ext cx="224152" cy="370294"/>
                    </a:xfrm>
                    <a:prstGeom prst="rect">
                      <a:avLst/>
                    </a:prstGeom>
                    <a:blipFill>
                      <a:blip r:embed="rId44"/>
                      <a:stretch>
                        <a:fillRect r="-113514" b="-163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53" name="直接箭头连接符 152">
                  <a:extLst>
                    <a:ext uri="{FF2B5EF4-FFF2-40B4-BE49-F238E27FC236}">
                      <a16:creationId xmlns:a16="http://schemas.microsoft.com/office/drawing/2014/main" id="{8215C77C-87A4-465C-A022-643FFDEFF43F}"/>
                    </a:ext>
                  </a:extLst>
                </p:cNvPr>
                <p:cNvCxnSpPr>
                  <a:cxnSpLocks/>
                  <a:stCxn id="152" idx="1"/>
                </p:cNvCxnSpPr>
                <p:nvPr/>
              </p:nvCxnSpPr>
              <p:spPr>
                <a:xfrm flipH="1">
                  <a:off x="3793561" y="2085719"/>
                  <a:ext cx="401965" cy="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4" name="文本框 153">
                      <a:extLst>
                        <a:ext uri="{FF2B5EF4-FFF2-40B4-BE49-F238E27FC236}">
                          <a16:creationId xmlns:a16="http://schemas.microsoft.com/office/drawing/2014/main" id="{FA99FB82-4546-40B3-8CC8-1DEC57BF9DD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924140" y="1692070"/>
                      <a:ext cx="22415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⋮</m:t>
                            </m:r>
                          </m:oMath>
                        </m:oMathPara>
                      </a14:m>
                      <a:endParaRPr lang="en-US" altLang="zh-CN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154" name="文本框 153">
                      <a:extLst>
                        <a:ext uri="{FF2B5EF4-FFF2-40B4-BE49-F238E27FC236}">
                          <a16:creationId xmlns:a16="http://schemas.microsoft.com/office/drawing/2014/main" id="{FA99FB82-4546-40B3-8CC8-1DEC57BF9DD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924140" y="1692070"/>
                      <a:ext cx="224152" cy="369332"/>
                    </a:xfrm>
                    <a:prstGeom prst="rect">
                      <a:avLst/>
                    </a:prstGeom>
                    <a:blipFill>
                      <a:blip r:embed="rId45"/>
                      <a:stretch>
                        <a:fillRect r="-810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35" name="组合 134">
                <a:extLst>
                  <a:ext uri="{FF2B5EF4-FFF2-40B4-BE49-F238E27FC236}">
                    <a16:creationId xmlns:a16="http://schemas.microsoft.com/office/drawing/2014/main" id="{BD45A134-353B-444E-93F5-AE25FB44A515}"/>
                  </a:ext>
                </a:extLst>
              </p:cNvPr>
              <p:cNvGrpSpPr/>
              <p:nvPr/>
            </p:nvGrpSpPr>
            <p:grpSpPr>
              <a:xfrm>
                <a:off x="3307694" y="5939610"/>
                <a:ext cx="626117" cy="788260"/>
                <a:chOff x="3793561" y="1482606"/>
                <a:chExt cx="626117" cy="78826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5" name="文本框 144">
                      <a:extLst>
                        <a:ext uri="{FF2B5EF4-FFF2-40B4-BE49-F238E27FC236}">
                          <a16:creationId xmlns:a16="http://schemas.microsoft.com/office/drawing/2014/main" id="{D1AF983A-53A5-40F9-84B2-A1C2F29992D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95526" y="1482606"/>
                      <a:ext cx="224152" cy="37029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49</m:t>
                                </m:r>
                              </m:sub>
                            </m:sSub>
                          </m:oMath>
                        </m:oMathPara>
                      </a14:m>
                      <a:endParaRPr lang="en-US" altLang="zh-CN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145" name="文本框 144">
                      <a:extLst>
                        <a:ext uri="{FF2B5EF4-FFF2-40B4-BE49-F238E27FC236}">
                          <a16:creationId xmlns:a16="http://schemas.microsoft.com/office/drawing/2014/main" id="{D1AF983A-53A5-40F9-84B2-A1C2F29992D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95526" y="1482606"/>
                      <a:ext cx="224152" cy="370294"/>
                    </a:xfrm>
                    <a:prstGeom prst="rect">
                      <a:avLst/>
                    </a:prstGeom>
                    <a:blipFill>
                      <a:blip r:embed="rId46"/>
                      <a:stretch>
                        <a:fillRect r="-11081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46" name="直接箭头连接符 145">
                  <a:extLst>
                    <a:ext uri="{FF2B5EF4-FFF2-40B4-BE49-F238E27FC236}">
                      <a16:creationId xmlns:a16="http://schemas.microsoft.com/office/drawing/2014/main" id="{008A061C-84D3-4056-9AB3-2928F4EA00CC}"/>
                    </a:ext>
                  </a:extLst>
                </p:cNvPr>
                <p:cNvCxnSpPr>
                  <a:cxnSpLocks/>
                  <a:stCxn id="145" idx="1"/>
                </p:cNvCxnSpPr>
                <p:nvPr/>
              </p:nvCxnSpPr>
              <p:spPr>
                <a:xfrm flipH="1">
                  <a:off x="3793561" y="1667753"/>
                  <a:ext cx="401965" cy="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7" name="文本框 146">
                      <a:extLst>
                        <a:ext uri="{FF2B5EF4-FFF2-40B4-BE49-F238E27FC236}">
                          <a16:creationId xmlns:a16="http://schemas.microsoft.com/office/drawing/2014/main" id="{0CC35AEB-E601-427E-8F93-920FC8E615C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95526" y="1900572"/>
                      <a:ext cx="224152" cy="37029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52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altLang="zh-CN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147" name="文本框 146">
                      <a:extLst>
                        <a:ext uri="{FF2B5EF4-FFF2-40B4-BE49-F238E27FC236}">
                          <a16:creationId xmlns:a16="http://schemas.microsoft.com/office/drawing/2014/main" id="{0CC35AEB-E601-427E-8F93-920FC8E615C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95526" y="1900572"/>
                      <a:ext cx="224152" cy="370294"/>
                    </a:xfrm>
                    <a:prstGeom prst="rect">
                      <a:avLst/>
                    </a:prstGeom>
                    <a:blipFill>
                      <a:blip r:embed="rId47"/>
                      <a:stretch>
                        <a:fillRect r="-113514" b="-1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48" name="直接箭头连接符 147">
                  <a:extLst>
                    <a:ext uri="{FF2B5EF4-FFF2-40B4-BE49-F238E27FC236}">
                      <a16:creationId xmlns:a16="http://schemas.microsoft.com/office/drawing/2014/main" id="{7954C6D3-FC90-40B4-B99F-25E7C18A3D54}"/>
                    </a:ext>
                  </a:extLst>
                </p:cNvPr>
                <p:cNvCxnSpPr>
                  <a:cxnSpLocks/>
                  <a:stCxn id="147" idx="1"/>
                </p:cNvCxnSpPr>
                <p:nvPr/>
              </p:nvCxnSpPr>
              <p:spPr>
                <a:xfrm flipH="1">
                  <a:off x="3793561" y="2085719"/>
                  <a:ext cx="401965" cy="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9" name="文本框 148">
                      <a:extLst>
                        <a:ext uri="{FF2B5EF4-FFF2-40B4-BE49-F238E27FC236}">
                          <a16:creationId xmlns:a16="http://schemas.microsoft.com/office/drawing/2014/main" id="{B1151B95-B313-4549-89B8-19D88865B93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924140" y="1692070"/>
                      <a:ext cx="22415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⋮</m:t>
                            </m:r>
                          </m:oMath>
                        </m:oMathPara>
                      </a14:m>
                      <a:endParaRPr lang="en-US" altLang="zh-CN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149" name="文本框 148">
                      <a:extLst>
                        <a:ext uri="{FF2B5EF4-FFF2-40B4-BE49-F238E27FC236}">
                          <a16:creationId xmlns:a16="http://schemas.microsoft.com/office/drawing/2014/main" id="{B1151B95-B313-4549-89B8-19D88865B93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924140" y="1692070"/>
                      <a:ext cx="224152" cy="369332"/>
                    </a:xfrm>
                    <a:prstGeom prst="rect">
                      <a:avLst/>
                    </a:prstGeom>
                    <a:blipFill>
                      <a:blip r:embed="rId48"/>
                      <a:stretch>
                        <a:fillRect r="-810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C2BEE32A-E499-4D22-A701-55741B008D9B}"/>
                  </a:ext>
                </a:extLst>
              </p:cNvPr>
              <p:cNvSpPr txBox="1"/>
              <p:nvPr/>
            </p:nvSpPr>
            <p:spPr>
              <a:xfrm>
                <a:off x="1327227" y="7416135"/>
                <a:ext cx="1761656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zh-CN" altLang="en-US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密文</a:t>
                </a:r>
                <a:endParaRPr lang="en-US" altLang="zh-CN" b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37" name="连接符: 肘形 136">
                <a:extLst>
                  <a:ext uri="{FF2B5EF4-FFF2-40B4-BE49-F238E27FC236}">
                    <a16:creationId xmlns:a16="http://schemas.microsoft.com/office/drawing/2014/main" id="{5329C395-D761-44AB-A8F2-561B9C558CA7}"/>
                  </a:ext>
                </a:extLst>
              </p:cNvPr>
              <p:cNvCxnSpPr>
                <a:cxnSpLocks/>
                <a:stCxn id="130" idx="2"/>
                <a:endCxn id="136" idx="0"/>
              </p:cNvCxnSpPr>
              <p:nvPr/>
            </p:nvCxnSpPr>
            <p:spPr>
              <a:xfrm rot="16200000" flipH="1">
                <a:off x="1355219" y="6563299"/>
                <a:ext cx="782782" cy="922890"/>
              </a:xfrm>
              <a:prstGeom prst="bentConnector3">
                <a:avLst>
                  <a:gd name="adj1" fmla="val 50000"/>
                </a:avLst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连接符: 肘形 137">
                <a:extLst>
                  <a:ext uri="{FF2B5EF4-FFF2-40B4-BE49-F238E27FC236}">
                    <a16:creationId xmlns:a16="http://schemas.microsoft.com/office/drawing/2014/main" id="{8F0D64D5-18C2-4039-9E7B-9357225A230C}"/>
                  </a:ext>
                </a:extLst>
              </p:cNvPr>
              <p:cNvCxnSpPr>
                <a:cxnSpLocks/>
                <a:stCxn id="131" idx="2"/>
                <a:endCxn id="136" idx="0"/>
              </p:cNvCxnSpPr>
              <p:nvPr/>
            </p:nvCxnSpPr>
            <p:spPr>
              <a:xfrm rot="16200000" flipH="1">
                <a:off x="1660820" y="6868900"/>
                <a:ext cx="782782" cy="311688"/>
              </a:xfrm>
              <a:prstGeom prst="bentConnector3">
                <a:avLst>
                  <a:gd name="adj1" fmla="val 50000"/>
                </a:avLst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连接符: 肘形 138">
                <a:extLst>
                  <a:ext uri="{FF2B5EF4-FFF2-40B4-BE49-F238E27FC236}">
                    <a16:creationId xmlns:a16="http://schemas.microsoft.com/office/drawing/2014/main" id="{30BB7C59-93B9-4145-9E96-B203E683B83D}"/>
                  </a:ext>
                </a:extLst>
              </p:cNvPr>
              <p:cNvCxnSpPr>
                <a:cxnSpLocks/>
                <a:stCxn id="132" idx="2"/>
                <a:endCxn id="136" idx="0"/>
              </p:cNvCxnSpPr>
              <p:nvPr/>
            </p:nvCxnSpPr>
            <p:spPr>
              <a:xfrm rot="5400000">
                <a:off x="1967479" y="6873929"/>
                <a:ext cx="782782" cy="301630"/>
              </a:xfrm>
              <a:prstGeom prst="bentConnector3">
                <a:avLst>
                  <a:gd name="adj1" fmla="val 50000"/>
                </a:avLst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连接符: 肘形 139">
                <a:extLst>
                  <a:ext uri="{FF2B5EF4-FFF2-40B4-BE49-F238E27FC236}">
                    <a16:creationId xmlns:a16="http://schemas.microsoft.com/office/drawing/2014/main" id="{932068B9-FDDB-4E25-BCCB-05C8D959B95E}"/>
                  </a:ext>
                </a:extLst>
              </p:cNvPr>
              <p:cNvCxnSpPr>
                <a:cxnSpLocks/>
                <a:stCxn id="133" idx="2"/>
                <a:endCxn id="136" idx="0"/>
              </p:cNvCxnSpPr>
              <p:nvPr/>
            </p:nvCxnSpPr>
            <p:spPr>
              <a:xfrm rot="5400000">
                <a:off x="2274138" y="6567270"/>
                <a:ext cx="782782" cy="914948"/>
              </a:xfrm>
              <a:prstGeom prst="bentConnector3">
                <a:avLst>
                  <a:gd name="adj1" fmla="val 50000"/>
                </a:avLst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1" name="文本框 140">
                    <a:extLst>
                      <a:ext uri="{FF2B5EF4-FFF2-40B4-BE49-F238E27FC236}">
                        <a16:creationId xmlns:a16="http://schemas.microsoft.com/office/drawing/2014/main" id="{058B0A46-BC21-451B-8C89-6A8839640968}"/>
                      </a:ext>
                    </a:extLst>
                  </p:cNvPr>
                  <p:cNvSpPr txBox="1"/>
                  <p:nvPr/>
                </p:nvSpPr>
                <p:spPr>
                  <a:xfrm>
                    <a:off x="1373830" y="6625593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41" name="文本框 140">
                    <a:extLst>
                      <a:ext uri="{FF2B5EF4-FFF2-40B4-BE49-F238E27FC236}">
                        <a16:creationId xmlns:a16="http://schemas.microsoft.com/office/drawing/2014/main" id="{058B0A46-BC21-451B-8C89-6A883964096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73830" y="6625593"/>
                    <a:ext cx="224152" cy="370294"/>
                  </a:xfrm>
                  <a:prstGeom prst="rect">
                    <a:avLst/>
                  </a:prstGeom>
                  <a:blipFill>
                    <a:blip r:embed="rId49"/>
                    <a:stretch>
                      <a:fillRect l="-45946" r="-2703" b="-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2" name="文本框 141">
                    <a:extLst>
                      <a:ext uri="{FF2B5EF4-FFF2-40B4-BE49-F238E27FC236}">
                        <a16:creationId xmlns:a16="http://schemas.microsoft.com/office/drawing/2014/main" id="{74B97BAF-AC13-4188-B5DC-82C692F632E2}"/>
                      </a:ext>
                    </a:extLst>
                  </p:cNvPr>
                  <p:cNvSpPr txBox="1"/>
                  <p:nvPr/>
                </p:nvSpPr>
                <p:spPr>
                  <a:xfrm>
                    <a:off x="1978748" y="6625593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42" name="文本框 141">
                    <a:extLst>
                      <a:ext uri="{FF2B5EF4-FFF2-40B4-BE49-F238E27FC236}">
                        <a16:creationId xmlns:a16="http://schemas.microsoft.com/office/drawing/2014/main" id="{74B97BAF-AC13-4188-B5DC-82C692F632E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78748" y="6625593"/>
                    <a:ext cx="224152" cy="370294"/>
                  </a:xfrm>
                  <a:prstGeom prst="rect">
                    <a:avLst/>
                  </a:prstGeom>
                  <a:blipFill>
                    <a:blip r:embed="rId50"/>
                    <a:stretch>
                      <a:fillRect l="-45946" r="-5405" b="-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3" name="文本框 142">
                    <a:extLst>
                      <a:ext uri="{FF2B5EF4-FFF2-40B4-BE49-F238E27FC236}">
                        <a16:creationId xmlns:a16="http://schemas.microsoft.com/office/drawing/2014/main" id="{5EEBC183-9A26-466C-8B41-61005234C87B}"/>
                      </a:ext>
                    </a:extLst>
                  </p:cNvPr>
                  <p:cNvSpPr txBox="1"/>
                  <p:nvPr/>
                </p:nvSpPr>
                <p:spPr>
                  <a:xfrm>
                    <a:off x="2605730" y="6625593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43" name="文本框 142">
                    <a:extLst>
                      <a:ext uri="{FF2B5EF4-FFF2-40B4-BE49-F238E27FC236}">
                        <a16:creationId xmlns:a16="http://schemas.microsoft.com/office/drawing/2014/main" id="{5EEBC183-9A26-466C-8B41-61005234C87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05730" y="6625593"/>
                    <a:ext cx="224152" cy="370294"/>
                  </a:xfrm>
                  <a:prstGeom prst="rect">
                    <a:avLst/>
                  </a:prstGeom>
                  <a:blipFill>
                    <a:blip r:embed="rId51"/>
                    <a:stretch>
                      <a:fillRect l="-45946" r="-5405" b="-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4" name="文本框 143">
                    <a:extLst>
                      <a:ext uri="{FF2B5EF4-FFF2-40B4-BE49-F238E27FC236}">
                        <a16:creationId xmlns:a16="http://schemas.microsoft.com/office/drawing/2014/main" id="{FC13A3F9-2DB1-46CA-A8A4-A06CA74F0BAD}"/>
                      </a:ext>
                    </a:extLst>
                  </p:cNvPr>
                  <p:cNvSpPr txBox="1"/>
                  <p:nvPr/>
                </p:nvSpPr>
                <p:spPr>
                  <a:xfrm>
                    <a:off x="3210648" y="6625593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44" name="文本框 143">
                    <a:extLst>
                      <a:ext uri="{FF2B5EF4-FFF2-40B4-BE49-F238E27FC236}">
                        <a16:creationId xmlns:a16="http://schemas.microsoft.com/office/drawing/2014/main" id="{FC13A3F9-2DB1-46CA-A8A4-A06CA74F0BA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10648" y="6625593"/>
                    <a:ext cx="224152" cy="370294"/>
                  </a:xfrm>
                  <a:prstGeom prst="rect">
                    <a:avLst/>
                  </a:prstGeom>
                  <a:blipFill>
                    <a:blip r:embed="rId52"/>
                    <a:stretch>
                      <a:fillRect l="-45946" r="-5405" b="-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9C67EB90-7802-4E57-AA83-35BEDB288A4A}"/>
                </a:ext>
              </a:extLst>
            </p:cNvPr>
            <p:cNvGrpSpPr/>
            <p:nvPr/>
          </p:nvGrpSpPr>
          <p:grpSpPr>
            <a:xfrm>
              <a:off x="4296315" y="305574"/>
              <a:ext cx="2221229" cy="2735082"/>
              <a:chOff x="4744973" y="305574"/>
              <a:chExt cx="2221229" cy="273508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文本框 63">
                    <a:extLst>
                      <a:ext uri="{FF2B5EF4-FFF2-40B4-BE49-F238E27FC236}">
                        <a16:creationId xmlns:a16="http://schemas.microsoft.com/office/drawing/2014/main" id="{F22E7268-C5B5-4FCE-B875-38C0AE74AB0E}"/>
                      </a:ext>
                    </a:extLst>
                  </p:cNvPr>
                  <p:cNvSpPr txBox="1"/>
                  <p:nvPr/>
                </p:nvSpPr>
                <p:spPr>
                  <a:xfrm>
                    <a:off x="4798312" y="305574"/>
                    <a:ext cx="211455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lang="en-US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128</a:t>
                    </a:r>
                    <a:r>
                      <a:rPr lang="en-US" altLang="zh-CN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 </a:t>
                    </a:r>
                    <a:r>
                      <a: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比特密钥 </a:t>
                    </a:r>
                    <a14:m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𝑍</m:t>
                        </m:r>
                      </m:oMath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64" name="文本框 63">
                    <a:extLst>
                      <a:ext uri="{FF2B5EF4-FFF2-40B4-BE49-F238E27FC236}">
                        <a16:creationId xmlns:a16="http://schemas.microsoft.com/office/drawing/2014/main" id="{F22E7268-C5B5-4FCE-B875-38C0AE74AB0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98312" y="305574"/>
                    <a:ext cx="2114552" cy="369332"/>
                  </a:xfrm>
                  <a:prstGeom prst="rect">
                    <a:avLst/>
                  </a:prstGeom>
                  <a:blipFill>
                    <a:blip r:embed="rId53"/>
                    <a:stretch>
                      <a:fillRect t="-8333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矩形 64">
                    <a:extLst>
                      <a:ext uri="{FF2B5EF4-FFF2-40B4-BE49-F238E27FC236}">
                        <a16:creationId xmlns:a16="http://schemas.microsoft.com/office/drawing/2014/main" id="{4DD7ADEC-6016-4ED4-8F97-8DB057EBAFF4}"/>
                      </a:ext>
                    </a:extLst>
                  </p:cNvPr>
                  <p:cNvSpPr/>
                  <p:nvPr/>
                </p:nvSpPr>
                <p:spPr>
                  <a:xfrm>
                    <a:off x="4744973" y="1534342"/>
                    <a:ext cx="2221229" cy="605395"/>
                  </a:xfrm>
                  <a:prstGeom prst="rect">
                    <a:avLst/>
                  </a:prstGeom>
                  <a:solidFill>
                    <a:srgbClr val="D7451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zh-CN" altLang="en-US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子</m:t>
                        </m:r>
                      </m:oMath>
                    </a14:m>
                    <a:r>
                      <a: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密钥生成器</a:t>
                    </a:r>
                    <a:endParaRPr lang="en-US" altLang="zh-CN" b="1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65" name="矩形 64">
                    <a:extLst>
                      <a:ext uri="{FF2B5EF4-FFF2-40B4-BE49-F238E27FC236}">
                        <a16:creationId xmlns:a16="http://schemas.microsoft.com/office/drawing/2014/main" id="{4DD7ADEC-6016-4ED4-8F97-8DB057EBAFF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44973" y="1534342"/>
                    <a:ext cx="2221229" cy="605395"/>
                  </a:xfrm>
                  <a:prstGeom prst="rect">
                    <a:avLst/>
                  </a:prstGeom>
                  <a:blipFill>
                    <a:blip r:embed="rId54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6" name="直接箭头连接符 65">
                <a:extLst>
                  <a:ext uri="{FF2B5EF4-FFF2-40B4-BE49-F238E27FC236}">
                    <a16:creationId xmlns:a16="http://schemas.microsoft.com/office/drawing/2014/main" id="{A2BCEFF8-31A9-4625-A7FC-CACFA8EFBCFA}"/>
                  </a:ext>
                </a:extLst>
              </p:cNvPr>
              <p:cNvCxnSpPr>
                <a:cxnSpLocks/>
                <a:stCxn id="64" idx="2"/>
                <a:endCxn id="65" idx="0"/>
              </p:cNvCxnSpPr>
              <p:nvPr/>
            </p:nvCxnSpPr>
            <p:spPr>
              <a:xfrm>
                <a:off x="5855588" y="674906"/>
                <a:ext cx="0" cy="85943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箭头连接符 66">
                <a:extLst>
                  <a:ext uri="{FF2B5EF4-FFF2-40B4-BE49-F238E27FC236}">
                    <a16:creationId xmlns:a16="http://schemas.microsoft.com/office/drawing/2014/main" id="{A3E7BEB5-FF23-434C-AF3A-E634A482C8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84054" y="2126693"/>
                <a:ext cx="0" cy="56330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箭头连接符 67">
                <a:extLst>
                  <a:ext uri="{FF2B5EF4-FFF2-40B4-BE49-F238E27FC236}">
                    <a16:creationId xmlns:a16="http://schemas.microsoft.com/office/drawing/2014/main" id="{66595914-1BF0-494E-A1BC-042E347B768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94820" y="2242634"/>
                <a:ext cx="341633" cy="26670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文本框 68">
                    <a:extLst>
                      <a:ext uri="{FF2B5EF4-FFF2-40B4-BE49-F238E27FC236}">
                        <a16:creationId xmlns:a16="http://schemas.microsoft.com/office/drawing/2014/main" id="{DCFC0CEB-CC1B-4DD8-9319-B9ED272F48A9}"/>
                      </a:ext>
                    </a:extLst>
                  </p:cNvPr>
                  <p:cNvSpPr txBox="1"/>
                  <p:nvPr/>
                </p:nvSpPr>
                <p:spPr>
                  <a:xfrm>
                    <a:off x="5611830" y="2239146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16</m:t>
                          </m:r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69" name="文本框 68">
                    <a:extLst>
                      <a:ext uri="{FF2B5EF4-FFF2-40B4-BE49-F238E27FC236}">
                        <a16:creationId xmlns:a16="http://schemas.microsoft.com/office/drawing/2014/main" id="{DCFC0CEB-CC1B-4DD8-9319-B9ED272F48A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11830" y="2239146"/>
                    <a:ext cx="224152" cy="370294"/>
                  </a:xfrm>
                  <a:prstGeom prst="rect">
                    <a:avLst/>
                  </a:prstGeom>
                  <a:blipFill>
                    <a:blip r:embed="rId55"/>
                    <a:stretch>
                      <a:fillRect l="-59459" r="-2702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0" name="直接箭头连接符 69">
                <a:extLst>
                  <a:ext uri="{FF2B5EF4-FFF2-40B4-BE49-F238E27FC236}">
                    <a16:creationId xmlns:a16="http://schemas.microsoft.com/office/drawing/2014/main" id="{704D098C-0A9C-4754-B61A-F27FD5F880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58983" y="2142553"/>
                <a:ext cx="0" cy="56330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接箭头连接符 70">
                <a:extLst>
                  <a:ext uri="{FF2B5EF4-FFF2-40B4-BE49-F238E27FC236}">
                    <a16:creationId xmlns:a16="http://schemas.microsoft.com/office/drawing/2014/main" id="{736D8DF2-2D1C-45DC-82B2-A1AF146C62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69749" y="2258494"/>
                <a:ext cx="341633" cy="26670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2" name="文本框 71">
                    <a:extLst>
                      <a:ext uri="{FF2B5EF4-FFF2-40B4-BE49-F238E27FC236}">
                        <a16:creationId xmlns:a16="http://schemas.microsoft.com/office/drawing/2014/main" id="{5938DFF7-2DB0-4227-8E7D-F2169B4E84D3}"/>
                      </a:ext>
                    </a:extLst>
                  </p:cNvPr>
                  <p:cNvSpPr txBox="1"/>
                  <p:nvPr/>
                </p:nvSpPr>
                <p:spPr>
                  <a:xfrm>
                    <a:off x="6486759" y="2255006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16</m:t>
                          </m:r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72" name="文本框 71">
                    <a:extLst>
                      <a:ext uri="{FF2B5EF4-FFF2-40B4-BE49-F238E27FC236}">
                        <a16:creationId xmlns:a16="http://schemas.microsoft.com/office/drawing/2014/main" id="{5938DFF7-2DB0-4227-8E7D-F2169B4E84D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86759" y="2255006"/>
                    <a:ext cx="224152" cy="370294"/>
                  </a:xfrm>
                  <a:prstGeom prst="rect">
                    <a:avLst/>
                  </a:prstGeom>
                  <a:blipFill>
                    <a:blip r:embed="rId56"/>
                    <a:stretch>
                      <a:fillRect l="-56757" r="-2973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3" name="文本框 72">
                    <a:extLst>
                      <a:ext uri="{FF2B5EF4-FFF2-40B4-BE49-F238E27FC236}">
                        <a16:creationId xmlns:a16="http://schemas.microsoft.com/office/drawing/2014/main" id="{A71067C9-4697-4B1B-8FF7-BC439416FA83}"/>
                      </a:ext>
                    </a:extLst>
                  </p:cNvPr>
                  <p:cNvSpPr txBox="1"/>
                  <p:nvPr/>
                </p:nvSpPr>
                <p:spPr>
                  <a:xfrm>
                    <a:off x="5216815" y="2670362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73" name="文本框 72">
                    <a:extLst>
                      <a:ext uri="{FF2B5EF4-FFF2-40B4-BE49-F238E27FC236}">
                        <a16:creationId xmlns:a16="http://schemas.microsoft.com/office/drawing/2014/main" id="{A71067C9-4697-4B1B-8FF7-BC439416FA8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16815" y="2670362"/>
                    <a:ext cx="224152" cy="370294"/>
                  </a:xfrm>
                  <a:prstGeom prst="rect">
                    <a:avLst/>
                  </a:prstGeom>
                  <a:blipFill>
                    <a:blip r:embed="rId57"/>
                    <a:stretch>
                      <a:fillRect r="-64865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文本框 73">
                    <a:extLst>
                      <a:ext uri="{FF2B5EF4-FFF2-40B4-BE49-F238E27FC236}">
                        <a16:creationId xmlns:a16="http://schemas.microsoft.com/office/drawing/2014/main" id="{91A7FB5A-7A30-4025-9941-1F813C9C684E}"/>
                      </a:ext>
                    </a:extLst>
                  </p:cNvPr>
                  <p:cNvSpPr txBox="1"/>
                  <p:nvPr/>
                </p:nvSpPr>
                <p:spPr>
                  <a:xfrm>
                    <a:off x="6080048" y="2670362"/>
                    <a:ext cx="224152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52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74" name="文本框 73">
                    <a:extLst>
                      <a:ext uri="{FF2B5EF4-FFF2-40B4-BE49-F238E27FC236}">
                        <a16:creationId xmlns:a16="http://schemas.microsoft.com/office/drawing/2014/main" id="{91A7FB5A-7A30-4025-9941-1F813C9C684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80048" y="2670362"/>
                    <a:ext cx="224152" cy="370294"/>
                  </a:xfrm>
                  <a:prstGeom prst="rect">
                    <a:avLst/>
                  </a:prstGeom>
                  <a:blipFill>
                    <a:blip r:embed="rId58"/>
                    <a:stretch>
                      <a:fillRect r="-119444" b="-163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16438215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任意多边形: 形状 250">
            <a:extLst>
              <a:ext uri="{FF2B5EF4-FFF2-40B4-BE49-F238E27FC236}">
                <a16:creationId xmlns:a16="http://schemas.microsoft.com/office/drawing/2014/main" id="{E75B1E27-44D6-463B-BEC1-D1D907549DC5}"/>
              </a:ext>
            </a:extLst>
          </p:cNvPr>
          <p:cNvSpPr/>
          <p:nvPr/>
        </p:nvSpPr>
        <p:spPr>
          <a:xfrm>
            <a:off x="12423337" y="-609599"/>
            <a:ext cx="5691515" cy="12581163"/>
          </a:xfrm>
          <a:custGeom>
            <a:avLst/>
            <a:gdLst>
              <a:gd name="connsiteX0" fmla="*/ 516 w 2000909"/>
              <a:gd name="connsiteY0" fmla="*/ -210 h 2960009"/>
              <a:gd name="connsiteX1" fmla="*/ 2001426 w 2000909"/>
              <a:gd name="connsiteY1" fmla="*/ -210 h 2960009"/>
              <a:gd name="connsiteX2" fmla="*/ 2001426 w 2000909"/>
              <a:gd name="connsiteY2" fmla="*/ 2959799 h 2960009"/>
              <a:gd name="connsiteX3" fmla="*/ 516 w 2000909"/>
              <a:gd name="connsiteY3" fmla="*/ 2959799 h 2960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0909" h="2960009">
                <a:moveTo>
                  <a:pt x="516" y="-210"/>
                </a:moveTo>
                <a:lnTo>
                  <a:pt x="2001426" y="-210"/>
                </a:lnTo>
                <a:lnTo>
                  <a:pt x="2001426" y="2959799"/>
                </a:lnTo>
                <a:lnTo>
                  <a:pt x="516" y="2959799"/>
                </a:lnTo>
                <a:close/>
              </a:path>
            </a:pathLst>
          </a:custGeom>
          <a:solidFill>
            <a:srgbClr val="FEF8F6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5" name="任意多边形: 形状 124">
            <a:extLst>
              <a:ext uri="{FF2B5EF4-FFF2-40B4-BE49-F238E27FC236}">
                <a16:creationId xmlns:a16="http://schemas.microsoft.com/office/drawing/2014/main" id="{A64CBCFC-F6E7-4A57-B8F2-1FF898ABB351}"/>
              </a:ext>
            </a:extLst>
          </p:cNvPr>
          <p:cNvSpPr/>
          <p:nvPr/>
        </p:nvSpPr>
        <p:spPr>
          <a:xfrm>
            <a:off x="-400050" y="14205544"/>
            <a:ext cx="6838950" cy="3971864"/>
          </a:xfrm>
          <a:custGeom>
            <a:avLst/>
            <a:gdLst>
              <a:gd name="connsiteX0" fmla="*/ 516 w 2000909"/>
              <a:gd name="connsiteY0" fmla="*/ -210 h 2960009"/>
              <a:gd name="connsiteX1" fmla="*/ 2001426 w 2000909"/>
              <a:gd name="connsiteY1" fmla="*/ -210 h 2960009"/>
              <a:gd name="connsiteX2" fmla="*/ 2001426 w 2000909"/>
              <a:gd name="connsiteY2" fmla="*/ 2959799 h 2960009"/>
              <a:gd name="connsiteX3" fmla="*/ 516 w 2000909"/>
              <a:gd name="connsiteY3" fmla="*/ 2959799 h 2960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0909" h="2960009">
                <a:moveTo>
                  <a:pt x="516" y="-210"/>
                </a:moveTo>
                <a:lnTo>
                  <a:pt x="2001426" y="-210"/>
                </a:lnTo>
                <a:lnTo>
                  <a:pt x="2001426" y="2959799"/>
                </a:lnTo>
                <a:lnTo>
                  <a:pt x="516" y="2959799"/>
                </a:lnTo>
                <a:close/>
              </a:path>
            </a:pathLst>
          </a:custGeom>
          <a:solidFill>
            <a:srgbClr val="FEF8F6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C45C567F-3C1E-4E8A-8E89-C629CDA167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936237"/>
              </p:ext>
            </p:extLst>
          </p:nvPr>
        </p:nvGraphicFramePr>
        <p:xfrm>
          <a:off x="4612800" y="14652171"/>
          <a:ext cx="14832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78417129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223429458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36505729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7568870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04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e0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48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28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60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66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cb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f8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06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9463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81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19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d3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26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876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e5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9a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7a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4c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126039"/>
                  </a:ext>
                </a:extLst>
              </a:tr>
            </a:tbl>
          </a:graphicData>
        </a:graphic>
      </p:graphicFrame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E653F3AE-9458-4163-BC0E-753DFF2D34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8767425"/>
              </p:ext>
            </p:extLst>
          </p:nvPr>
        </p:nvGraphicFramePr>
        <p:xfrm>
          <a:off x="0" y="14652171"/>
          <a:ext cx="14832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78417129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223429458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36505729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7568870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d4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e0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b8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1e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60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bf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b4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41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27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9463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5d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52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98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876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30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ae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f1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e5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126039"/>
                  </a:ext>
                </a:extLst>
              </a:tr>
            </a:tbl>
          </a:graphicData>
        </a:graphic>
      </p:graphicFrame>
      <p:sp>
        <p:nvSpPr>
          <p:cNvPr id="136" name="任意多边形: 形状 135">
            <a:extLst>
              <a:ext uri="{FF2B5EF4-FFF2-40B4-BE49-F238E27FC236}">
                <a16:creationId xmlns:a16="http://schemas.microsoft.com/office/drawing/2014/main" id="{68EEA775-8FD6-41D1-B0FB-48E5794AED0E}"/>
              </a:ext>
            </a:extLst>
          </p:cNvPr>
          <p:cNvSpPr/>
          <p:nvPr/>
        </p:nvSpPr>
        <p:spPr>
          <a:xfrm>
            <a:off x="6713039" y="8174337"/>
            <a:ext cx="2532465" cy="3152031"/>
          </a:xfrm>
          <a:custGeom>
            <a:avLst/>
            <a:gdLst>
              <a:gd name="connsiteX0" fmla="*/ 516 w 2000909"/>
              <a:gd name="connsiteY0" fmla="*/ -210 h 2960009"/>
              <a:gd name="connsiteX1" fmla="*/ 2001426 w 2000909"/>
              <a:gd name="connsiteY1" fmla="*/ -210 h 2960009"/>
              <a:gd name="connsiteX2" fmla="*/ 2001426 w 2000909"/>
              <a:gd name="connsiteY2" fmla="*/ 2959799 h 2960009"/>
              <a:gd name="connsiteX3" fmla="*/ 516 w 2000909"/>
              <a:gd name="connsiteY3" fmla="*/ 2959799 h 2960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0909" h="2960009">
                <a:moveTo>
                  <a:pt x="516" y="-210"/>
                </a:moveTo>
                <a:lnTo>
                  <a:pt x="2001426" y="-210"/>
                </a:lnTo>
                <a:lnTo>
                  <a:pt x="2001426" y="2959799"/>
                </a:lnTo>
                <a:lnTo>
                  <a:pt x="516" y="2959799"/>
                </a:lnTo>
                <a:close/>
              </a:path>
            </a:pathLst>
          </a:custGeom>
          <a:solidFill>
            <a:srgbClr val="FEF8F6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5" name="任意多边形: 形状 134">
            <a:extLst>
              <a:ext uri="{FF2B5EF4-FFF2-40B4-BE49-F238E27FC236}">
                <a16:creationId xmlns:a16="http://schemas.microsoft.com/office/drawing/2014/main" id="{74FD9D68-C95B-4559-A075-DCBF47150292}"/>
              </a:ext>
            </a:extLst>
          </p:cNvPr>
          <p:cNvSpPr/>
          <p:nvPr/>
        </p:nvSpPr>
        <p:spPr>
          <a:xfrm>
            <a:off x="6709070" y="3584448"/>
            <a:ext cx="2532465" cy="4039442"/>
          </a:xfrm>
          <a:custGeom>
            <a:avLst/>
            <a:gdLst>
              <a:gd name="connsiteX0" fmla="*/ 516 w 2000909"/>
              <a:gd name="connsiteY0" fmla="*/ -210 h 2960009"/>
              <a:gd name="connsiteX1" fmla="*/ 2001426 w 2000909"/>
              <a:gd name="connsiteY1" fmla="*/ -210 h 2960009"/>
              <a:gd name="connsiteX2" fmla="*/ 2001426 w 2000909"/>
              <a:gd name="connsiteY2" fmla="*/ 2959799 h 2960009"/>
              <a:gd name="connsiteX3" fmla="*/ 516 w 2000909"/>
              <a:gd name="connsiteY3" fmla="*/ 2959799 h 2960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0909" h="2960009">
                <a:moveTo>
                  <a:pt x="516" y="-210"/>
                </a:moveTo>
                <a:lnTo>
                  <a:pt x="2001426" y="-210"/>
                </a:lnTo>
                <a:lnTo>
                  <a:pt x="2001426" y="2959799"/>
                </a:lnTo>
                <a:lnTo>
                  <a:pt x="516" y="2959799"/>
                </a:lnTo>
                <a:close/>
              </a:path>
            </a:pathLst>
          </a:custGeom>
          <a:solidFill>
            <a:srgbClr val="FEF8F6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4" name="任意多边形: 形状 123">
            <a:extLst>
              <a:ext uri="{FF2B5EF4-FFF2-40B4-BE49-F238E27FC236}">
                <a16:creationId xmlns:a16="http://schemas.microsoft.com/office/drawing/2014/main" id="{FB0288E7-FA74-4828-8101-C036B1AB48D5}"/>
              </a:ext>
            </a:extLst>
          </p:cNvPr>
          <p:cNvSpPr/>
          <p:nvPr/>
        </p:nvSpPr>
        <p:spPr>
          <a:xfrm>
            <a:off x="-400050" y="11572440"/>
            <a:ext cx="6838950" cy="2266298"/>
          </a:xfrm>
          <a:custGeom>
            <a:avLst/>
            <a:gdLst>
              <a:gd name="connsiteX0" fmla="*/ 516 w 2000909"/>
              <a:gd name="connsiteY0" fmla="*/ -210 h 2960009"/>
              <a:gd name="connsiteX1" fmla="*/ 2001426 w 2000909"/>
              <a:gd name="connsiteY1" fmla="*/ -210 h 2960009"/>
              <a:gd name="connsiteX2" fmla="*/ 2001426 w 2000909"/>
              <a:gd name="connsiteY2" fmla="*/ 2959799 h 2960009"/>
              <a:gd name="connsiteX3" fmla="*/ 516 w 2000909"/>
              <a:gd name="connsiteY3" fmla="*/ 2959799 h 2960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0909" h="2960009">
                <a:moveTo>
                  <a:pt x="516" y="-210"/>
                </a:moveTo>
                <a:lnTo>
                  <a:pt x="2001426" y="-210"/>
                </a:lnTo>
                <a:lnTo>
                  <a:pt x="2001426" y="2959799"/>
                </a:lnTo>
                <a:lnTo>
                  <a:pt x="516" y="2959799"/>
                </a:lnTo>
                <a:close/>
              </a:path>
            </a:pathLst>
          </a:custGeom>
          <a:solidFill>
            <a:srgbClr val="FEF8F6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3" name="任意多边形: 形状 122">
            <a:extLst>
              <a:ext uri="{FF2B5EF4-FFF2-40B4-BE49-F238E27FC236}">
                <a16:creationId xmlns:a16="http://schemas.microsoft.com/office/drawing/2014/main" id="{32D8C0A2-51D7-47CA-A0B3-B1B16DA40678}"/>
              </a:ext>
            </a:extLst>
          </p:cNvPr>
          <p:cNvSpPr/>
          <p:nvPr/>
        </p:nvSpPr>
        <p:spPr>
          <a:xfrm>
            <a:off x="-400050" y="2532267"/>
            <a:ext cx="6838950" cy="8706615"/>
          </a:xfrm>
          <a:custGeom>
            <a:avLst/>
            <a:gdLst>
              <a:gd name="connsiteX0" fmla="*/ 516 w 2000909"/>
              <a:gd name="connsiteY0" fmla="*/ -210 h 2960009"/>
              <a:gd name="connsiteX1" fmla="*/ 2001426 w 2000909"/>
              <a:gd name="connsiteY1" fmla="*/ -210 h 2960009"/>
              <a:gd name="connsiteX2" fmla="*/ 2001426 w 2000909"/>
              <a:gd name="connsiteY2" fmla="*/ 2959799 h 2960009"/>
              <a:gd name="connsiteX3" fmla="*/ 516 w 2000909"/>
              <a:gd name="connsiteY3" fmla="*/ 2959799 h 2960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0909" h="2960009">
                <a:moveTo>
                  <a:pt x="516" y="-210"/>
                </a:moveTo>
                <a:lnTo>
                  <a:pt x="2001426" y="-210"/>
                </a:lnTo>
                <a:lnTo>
                  <a:pt x="2001426" y="2959799"/>
                </a:lnTo>
                <a:lnTo>
                  <a:pt x="516" y="2959799"/>
                </a:lnTo>
                <a:close/>
              </a:path>
            </a:pathLst>
          </a:custGeom>
          <a:solidFill>
            <a:srgbClr val="FEF8F6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2" name="任意多边形: 形状 121">
            <a:extLst>
              <a:ext uri="{FF2B5EF4-FFF2-40B4-BE49-F238E27FC236}">
                <a16:creationId xmlns:a16="http://schemas.microsoft.com/office/drawing/2014/main" id="{D39828E1-7E51-4B6F-A0CD-6277EFBCE14D}"/>
              </a:ext>
            </a:extLst>
          </p:cNvPr>
          <p:cNvSpPr/>
          <p:nvPr/>
        </p:nvSpPr>
        <p:spPr>
          <a:xfrm>
            <a:off x="-400050" y="-609599"/>
            <a:ext cx="6838950" cy="2914634"/>
          </a:xfrm>
          <a:custGeom>
            <a:avLst/>
            <a:gdLst>
              <a:gd name="connsiteX0" fmla="*/ 516 w 2000909"/>
              <a:gd name="connsiteY0" fmla="*/ -210 h 2960009"/>
              <a:gd name="connsiteX1" fmla="*/ 2001426 w 2000909"/>
              <a:gd name="connsiteY1" fmla="*/ -210 h 2960009"/>
              <a:gd name="connsiteX2" fmla="*/ 2001426 w 2000909"/>
              <a:gd name="connsiteY2" fmla="*/ 2959799 h 2960009"/>
              <a:gd name="connsiteX3" fmla="*/ 516 w 2000909"/>
              <a:gd name="connsiteY3" fmla="*/ 2959799 h 2960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0909" h="2960009">
                <a:moveTo>
                  <a:pt x="516" y="-210"/>
                </a:moveTo>
                <a:lnTo>
                  <a:pt x="2001426" y="-210"/>
                </a:lnTo>
                <a:lnTo>
                  <a:pt x="2001426" y="2959799"/>
                </a:lnTo>
                <a:lnTo>
                  <a:pt x="516" y="2959799"/>
                </a:lnTo>
                <a:close/>
              </a:path>
            </a:pathLst>
          </a:custGeom>
          <a:solidFill>
            <a:srgbClr val="FEF8F6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05BA1B7C-1CA7-4090-B2CE-025C028E367C}"/>
              </a:ext>
            </a:extLst>
          </p:cNvPr>
          <p:cNvSpPr/>
          <p:nvPr/>
        </p:nvSpPr>
        <p:spPr>
          <a:xfrm rot="5400000">
            <a:off x="1106046" y="15764732"/>
            <a:ext cx="370800" cy="370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3CCD7C96-F4CF-4510-8081-D7125704330D}"/>
              </a:ext>
            </a:extLst>
          </p:cNvPr>
          <p:cNvSpPr/>
          <p:nvPr/>
        </p:nvSpPr>
        <p:spPr>
          <a:xfrm rot="5400000">
            <a:off x="739240" y="15764732"/>
            <a:ext cx="370800" cy="370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1D06AC95-0DE2-488F-99BA-5976CA33A8E8}"/>
              </a:ext>
            </a:extLst>
          </p:cNvPr>
          <p:cNvSpPr/>
          <p:nvPr/>
        </p:nvSpPr>
        <p:spPr>
          <a:xfrm rot="5400000">
            <a:off x="374476" y="15764732"/>
            <a:ext cx="370800" cy="370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B82702AF-60A4-4E7A-9BA0-B13439E60283}"/>
              </a:ext>
            </a:extLst>
          </p:cNvPr>
          <p:cNvSpPr/>
          <p:nvPr/>
        </p:nvSpPr>
        <p:spPr>
          <a:xfrm rot="5400000">
            <a:off x="6559" y="15764732"/>
            <a:ext cx="370800" cy="370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F80C38CB-E890-4CA6-B3F9-548821848AC6}"/>
              </a:ext>
            </a:extLst>
          </p:cNvPr>
          <p:cNvSpPr/>
          <p:nvPr/>
        </p:nvSpPr>
        <p:spPr>
          <a:xfrm rot="5400000">
            <a:off x="5725200" y="15764732"/>
            <a:ext cx="370800" cy="370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C79090DD-2366-4E61-A427-87F00FB02B8E}"/>
              </a:ext>
            </a:extLst>
          </p:cNvPr>
          <p:cNvSpPr/>
          <p:nvPr/>
        </p:nvSpPr>
        <p:spPr>
          <a:xfrm rot="5400000">
            <a:off x="5358394" y="15764732"/>
            <a:ext cx="370800" cy="370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91742506-1985-4FD7-9A87-301594FC61EA}"/>
              </a:ext>
            </a:extLst>
          </p:cNvPr>
          <p:cNvSpPr/>
          <p:nvPr/>
        </p:nvSpPr>
        <p:spPr>
          <a:xfrm rot="5400000">
            <a:off x="4993630" y="15764732"/>
            <a:ext cx="370800" cy="370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FBEE6224-CF8C-4650-B8E4-35D3068461D4}"/>
              </a:ext>
            </a:extLst>
          </p:cNvPr>
          <p:cNvSpPr/>
          <p:nvPr/>
        </p:nvSpPr>
        <p:spPr>
          <a:xfrm rot="5400000">
            <a:off x="4625713" y="15764732"/>
            <a:ext cx="370800" cy="370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30A2603F-9756-47AA-8DED-8BEA023A09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9119113"/>
              </p:ext>
            </p:extLst>
          </p:nvPr>
        </p:nvGraphicFramePr>
        <p:xfrm>
          <a:off x="0" y="-361949"/>
          <a:ext cx="14832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78417129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223429458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36505729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7568870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23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88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31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e0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60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43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5a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31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37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9463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f6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30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98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07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876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a8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8d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a2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34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126039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680749C-5EE5-445E-928A-3969199924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4403983"/>
              </p:ext>
            </p:extLst>
          </p:nvPr>
        </p:nvGraphicFramePr>
        <p:xfrm>
          <a:off x="2200275" y="-361949"/>
          <a:ext cx="14832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78417129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223429458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36505729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7568870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2b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28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09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60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7e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ae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f7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cf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9463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15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d2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15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4f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876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a6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88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3c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126039"/>
                  </a:ext>
                </a:extLst>
              </a:tr>
            </a:tbl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DA79A2FC-581C-41AE-AD41-BB34A7A5B050}"/>
              </a:ext>
            </a:extLst>
          </p:cNvPr>
          <p:cNvGrpSpPr/>
          <p:nvPr/>
        </p:nvGrpSpPr>
        <p:grpSpPr>
          <a:xfrm>
            <a:off x="1636511" y="174504"/>
            <a:ext cx="410453" cy="410453"/>
            <a:chOff x="4873626" y="5012057"/>
            <a:chExt cx="410453" cy="410453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51614E8D-66F1-48F2-B2D0-66721851C8A9}"/>
                </a:ext>
              </a:extLst>
            </p:cNvPr>
            <p:cNvSpPr/>
            <p:nvPr/>
          </p:nvSpPr>
          <p:spPr>
            <a:xfrm>
              <a:off x="4873626" y="5012057"/>
              <a:ext cx="410453" cy="410453"/>
            </a:xfrm>
            <a:prstGeom prst="ellipse">
              <a:avLst/>
            </a:prstGeom>
            <a:noFill/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602468C8-5FBD-450C-A6DB-6C27880A80A4}"/>
                </a:ext>
              </a:extLst>
            </p:cNvPr>
            <p:cNvCxnSpPr>
              <a:cxnSpLocks/>
              <a:stCxn id="4" idx="6"/>
              <a:endCxn id="4" idx="2"/>
            </p:cNvCxnSpPr>
            <p:nvPr/>
          </p:nvCxnSpPr>
          <p:spPr>
            <a:xfrm flipH="1">
              <a:off x="4873626" y="5217284"/>
              <a:ext cx="410453" cy="0"/>
            </a:xfrm>
            <a:prstGeom prst="line">
              <a:avLst/>
            </a:prstGeom>
            <a:ln w="254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0A0FCEB7-7DA2-49A8-88F7-8CD09CE97603}"/>
                </a:ext>
              </a:extLst>
            </p:cNvPr>
            <p:cNvCxnSpPr>
              <a:cxnSpLocks/>
              <a:stCxn id="4" idx="4"/>
              <a:endCxn id="4" idx="0"/>
            </p:cNvCxnSpPr>
            <p:nvPr/>
          </p:nvCxnSpPr>
          <p:spPr>
            <a:xfrm flipV="1">
              <a:off x="5078853" y="5012057"/>
              <a:ext cx="0" cy="410453"/>
            </a:xfrm>
            <a:prstGeom prst="line">
              <a:avLst/>
            </a:prstGeom>
            <a:ln w="254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C25B6D01-E58E-46FC-B403-3869F1D1CAB2}"/>
              </a:ext>
            </a:extLst>
          </p:cNvPr>
          <p:cNvGrpSpPr/>
          <p:nvPr/>
        </p:nvGrpSpPr>
        <p:grpSpPr>
          <a:xfrm>
            <a:off x="3835315" y="328084"/>
            <a:ext cx="413391" cy="51646"/>
            <a:chOff x="3665573" y="1947121"/>
            <a:chExt cx="413391" cy="51646"/>
          </a:xfrm>
        </p:grpSpPr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EA4BD5A3-AED9-45AB-9887-CF027A9C26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68511" y="1947121"/>
              <a:ext cx="410453" cy="0"/>
            </a:xfrm>
            <a:prstGeom prst="line">
              <a:avLst/>
            </a:prstGeom>
            <a:ln w="254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0AD7B1EE-CA3B-494E-819F-9C803E9D34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65573" y="1998767"/>
              <a:ext cx="410453" cy="0"/>
            </a:xfrm>
            <a:prstGeom prst="line">
              <a:avLst/>
            </a:prstGeom>
            <a:ln w="254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905C3ECD-B4CE-4DE4-BC71-ADD7C56DE9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7012123"/>
              </p:ext>
            </p:extLst>
          </p:nvPr>
        </p:nvGraphicFramePr>
        <p:xfrm>
          <a:off x="4397608" y="-361950"/>
          <a:ext cx="14832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78417129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223429458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36505729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7568870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19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a0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9a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e9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60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3d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f4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c6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f8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9463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e3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e2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8d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48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876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2b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2a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08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126039"/>
                  </a:ext>
                </a:extLst>
              </a:tr>
            </a:tbl>
          </a:graphicData>
        </a:graphic>
      </p:graphicFrame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9A0CC6B8-37BB-4EF1-9EFC-5075AECCCC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170958"/>
              </p:ext>
            </p:extLst>
          </p:nvPr>
        </p:nvGraphicFramePr>
        <p:xfrm>
          <a:off x="0" y="9470793"/>
          <a:ext cx="14832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78417129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223429458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36505729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7568870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19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a0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9a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e9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60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3d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f4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c6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f8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9463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e3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e2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8d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48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876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2b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2a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08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45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126039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67FFE232-25AC-437A-B3E6-8259796E02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777289"/>
              </p:ext>
            </p:extLst>
          </p:nvPr>
        </p:nvGraphicFramePr>
        <p:xfrm>
          <a:off x="4612800" y="9470793"/>
          <a:ext cx="14832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78417129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223429458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36505729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7568870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19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a0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9a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e9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60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3d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f4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c6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f8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9463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e3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e2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8d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48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876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2b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2a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30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45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126039"/>
                  </a:ext>
                </a:extLst>
              </a:tr>
            </a:tbl>
          </a:graphicData>
        </a:graphic>
      </p:graphicFrame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C0BEB514-3486-4296-836D-E6FFD76538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171494"/>
              </p:ext>
            </p:extLst>
          </p:nvPr>
        </p:nvGraphicFramePr>
        <p:xfrm>
          <a:off x="0" y="11971564"/>
          <a:ext cx="14832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78417129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223429458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36505729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7568870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19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a0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9a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C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e9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3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60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3d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f4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c6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C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f8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3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9463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e3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e2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8d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C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48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3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876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2b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2a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C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30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3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126039"/>
                  </a:ext>
                </a:extLst>
              </a:tr>
            </a:tbl>
          </a:graphicData>
        </a:graphic>
      </p:graphicFrame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8EEBAA1E-9380-4D8E-8F0D-C7C47B54FA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042743"/>
              </p:ext>
            </p:extLst>
          </p:nvPr>
        </p:nvGraphicFramePr>
        <p:xfrm>
          <a:off x="4612800" y="11971564"/>
          <a:ext cx="14832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78417129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223429458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36505729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7568870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d4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e0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b8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C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1e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3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60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bf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b4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C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41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3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27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9463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5d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C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52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3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98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876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30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3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ae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f1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e5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C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12603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表格 2">
                <a:extLst>
                  <a:ext uri="{FF2B5EF4-FFF2-40B4-BE49-F238E27FC236}">
                    <a16:creationId xmlns:a16="http://schemas.microsoft.com/office/drawing/2014/main" id="{B471A242-7C68-4359-86AF-A36406EFB25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97584824"/>
                  </p:ext>
                </p:extLst>
              </p:nvPr>
            </p:nvGraphicFramePr>
            <p:xfrm>
              <a:off x="7267077" y="364406"/>
              <a:ext cx="1483200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0800">
                      <a:extLst>
                        <a:ext uri="{9D8B030D-6E8A-4147-A177-3AD203B41FA5}">
                          <a16:colId xmlns:a16="http://schemas.microsoft.com/office/drawing/2014/main" val="1784171295"/>
                        </a:ext>
                      </a:extLst>
                    </a:gridCol>
                    <a:gridCol w="370800">
                      <a:extLst>
                        <a:ext uri="{9D8B030D-6E8A-4147-A177-3AD203B41FA5}">
                          <a16:colId xmlns:a16="http://schemas.microsoft.com/office/drawing/2014/main" val="3223429458"/>
                        </a:ext>
                      </a:extLst>
                    </a:gridCol>
                    <a:gridCol w="370800">
                      <a:extLst>
                        <a:ext uri="{9D8B030D-6E8A-4147-A177-3AD203B41FA5}">
                          <a16:colId xmlns:a16="http://schemas.microsoft.com/office/drawing/2014/main" val="2365057291"/>
                        </a:ext>
                      </a:extLst>
                    </a:gridCol>
                    <a:gridCol w="370800">
                      <a:extLst>
                        <a:ext uri="{9D8B030D-6E8A-4147-A177-3AD203B41FA5}">
                          <a16:colId xmlns:a16="http://schemas.microsoft.com/office/drawing/2014/main" val="275688706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  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    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   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    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14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6606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   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   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   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23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  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24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94639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   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31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   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32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   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33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   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34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8764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   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41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   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42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   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43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   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44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812603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表格 2">
                <a:extLst>
                  <a:ext uri="{FF2B5EF4-FFF2-40B4-BE49-F238E27FC236}">
                    <a16:creationId xmlns:a16="http://schemas.microsoft.com/office/drawing/2014/main" id="{B471A242-7C68-4359-86AF-A36406EFB25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97584824"/>
                  </p:ext>
                </p:extLst>
              </p:nvPr>
            </p:nvGraphicFramePr>
            <p:xfrm>
              <a:off x="7267077" y="364406"/>
              <a:ext cx="1483200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0800">
                      <a:extLst>
                        <a:ext uri="{9D8B030D-6E8A-4147-A177-3AD203B41FA5}">
                          <a16:colId xmlns:a16="http://schemas.microsoft.com/office/drawing/2014/main" val="1784171295"/>
                        </a:ext>
                      </a:extLst>
                    </a:gridCol>
                    <a:gridCol w="370800">
                      <a:extLst>
                        <a:ext uri="{9D8B030D-6E8A-4147-A177-3AD203B41FA5}">
                          <a16:colId xmlns:a16="http://schemas.microsoft.com/office/drawing/2014/main" val="3223429458"/>
                        </a:ext>
                      </a:extLst>
                    </a:gridCol>
                    <a:gridCol w="370800">
                      <a:extLst>
                        <a:ext uri="{9D8B030D-6E8A-4147-A177-3AD203B41FA5}">
                          <a16:colId xmlns:a16="http://schemas.microsoft.com/office/drawing/2014/main" val="2365057291"/>
                        </a:ext>
                      </a:extLst>
                    </a:gridCol>
                    <a:gridCol w="370800">
                      <a:extLst>
                        <a:ext uri="{9D8B030D-6E8A-4147-A177-3AD203B41FA5}">
                          <a16:colId xmlns:a16="http://schemas.microsoft.com/office/drawing/2014/main" val="275688706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39" t="-1639" r="-303279" b="-3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639" t="-1639" r="-203279" b="-3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639" t="-1639" r="-103279" b="-3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639" t="-1639" r="-3279" b="-3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6606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39" t="-100000" r="-303279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639" t="-100000" r="-203279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639" t="-100000" r="-103279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639" t="-100000" r="-3279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94639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39" t="-203279" r="-303279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639" t="-203279" r="-203279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639" t="-203279" r="-103279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639" t="-203279" r="-3279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8764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39" t="-303279" r="-303279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639" t="-303279" r="-203279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639" t="-303279" r="-103279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639" t="-303279" r="-3279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812603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表格 2">
                <a:extLst>
                  <a:ext uri="{FF2B5EF4-FFF2-40B4-BE49-F238E27FC236}">
                    <a16:creationId xmlns:a16="http://schemas.microsoft.com/office/drawing/2014/main" id="{BF41ED02-639A-4FC7-8EE0-2F10726B4A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46129393"/>
                  </p:ext>
                </p:extLst>
              </p:nvPr>
            </p:nvGraphicFramePr>
            <p:xfrm>
              <a:off x="10342253" y="364406"/>
              <a:ext cx="1483200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0800">
                      <a:extLst>
                        <a:ext uri="{9D8B030D-6E8A-4147-A177-3AD203B41FA5}">
                          <a16:colId xmlns:a16="http://schemas.microsoft.com/office/drawing/2014/main" val="1784171295"/>
                        </a:ext>
                      </a:extLst>
                    </a:gridCol>
                    <a:gridCol w="370800">
                      <a:extLst>
                        <a:ext uri="{9D8B030D-6E8A-4147-A177-3AD203B41FA5}">
                          <a16:colId xmlns:a16="http://schemas.microsoft.com/office/drawing/2014/main" val="3223429458"/>
                        </a:ext>
                      </a:extLst>
                    </a:gridCol>
                    <a:gridCol w="370800">
                      <a:extLst>
                        <a:ext uri="{9D8B030D-6E8A-4147-A177-3AD203B41FA5}">
                          <a16:colId xmlns:a16="http://schemas.microsoft.com/office/drawing/2014/main" val="2365057291"/>
                        </a:ext>
                      </a:extLst>
                    </a:gridCol>
                    <a:gridCol w="370800">
                      <a:extLst>
                        <a:ext uri="{9D8B030D-6E8A-4147-A177-3AD203B41FA5}">
                          <a16:colId xmlns:a16="http://schemas.microsoft.com/office/drawing/2014/main" val="275688706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  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    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   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    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14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6606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   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   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   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23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  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24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94639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   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31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   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32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   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33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   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34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8764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   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41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   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42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   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43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   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44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812603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表格 2">
                <a:extLst>
                  <a:ext uri="{FF2B5EF4-FFF2-40B4-BE49-F238E27FC236}">
                    <a16:creationId xmlns:a16="http://schemas.microsoft.com/office/drawing/2014/main" id="{BF41ED02-639A-4FC7-8EE0-2F10726B4A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46129393"/>
                  </p:ext>
                </p:extLst>
              </p:nvPr>
            </p:nvGraphicFramePr>
            <p:xfrm>
              <a:off x="10342253" y="364406"/>
              <a:ext cx="1483200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0800">
                      <a:extLst>
                        <a:ext uri="{9D8B030D-6E8A-4147-A177-3AD203B41FA5}">
                          <a16:colId xmlns:a16="http://schemas.microsoft.com/office/drawing/2014/main" val="1784171295"/>
                        </a:ext>
                      </a:extLst>
                    </a:gridCol>
                    <a:gridCol w="370800">
                      <a:extLst>
                        <a:ext uri="{9D8B030D-6E8A-4147-A177-3AD203B41FA5}">
                          <a16:colId xmlns:a16="http://schemas.microsoft.com/office/drawing/2014/main" val="3223429458"/>
                        </a:ext>
                      </a:extLst>
                    </a:gridCol>
                    <a:gridCol w="370800">
                      <a:extLst>
                        <a:ext uri="{9D8B030D-6E8A-4147-A177-3AD203B41FA5}">
                          <a16:colId xmlns:a16="http://schemas.microsoft.com/office/drawing/2014/main" val="2365057291"/>
                        </a:ext>
                      </a:extLst>
                    </a:gridCol>
                    <a:gridCol w="370800">
                      <a:extLst>
                        <a:ext uri="{9D8B030D-6E8A-4147-A177-3AD203B41FA5}">
                          <a16:colId xmlns:a16="http://schemas.microsoft.com/office/drawing/2014/main" val="275688706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39" t="-1639" r="-303279" b="-3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639" t="-1639" r="-203279" b="-3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639" t="-1639" r="-103279" b="-3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1639" t="-1639" r="-3279" b="-3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6606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39" t="-100000" r="-303279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639" t="-100000" r="-203279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639" t="-100000" r="-103279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1639" t="-100000" r="-3279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94639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39" t="-203279" r="-303279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639" t="-203279" r="-203279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639" t="-203279" r="-103279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1639" t="-203279" r="-3279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8764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39" t="-303279" r="-303279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639" t="-303279" r="-203279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639" t="-303279" r="-103279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1639" t="-303279" r="-3279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812603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表格 2">
                <a:extLst>
                  <a:ext uri="{FF2B5EF4-FFF2-40B4-BE49-F238E27FC236}">
                    <a16:creationId xmlns:a16="http://schemas.microsoft.com/office/drawing/2014/main" id="{7CCC6B3C-DC03-4A7C-AA01-4B8F2475C0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6566610"/>
                  </p:ext>
                </p:extLst>
              </p:nvPr>
            </p:nvGraphicFramePr>
            <p:xfrm>
              <a:off x="7267077" y="12029035"/>
              <a:ext cx="1483200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0800">
                      <a:extLst>
                        <a:ext uri="{9D8B030D-6E8A-4147-A177-3AD203B41FA5}">
                          <a16:colId xmlns:a16="http://schemas.microsoft.com/office/drawing/2014/main" val="1784171295"/>
                        </a:ext>
                      </a:extLst>
                    </a:gridCol>
                    <a:gridCol w="370800">
                      <a:extLst>
                        <a:ext uri="{9D8B030D-6E8A-4147-A177-3AD203B41FA5}">
                          <a16:colId xmlns:a16="http://schemas.microsoft.com/office/drawing/2014/main" val="3223429458"/>
                        </a:ext>
                      </a:extLst>
                    </a:gridCol>
                    <a:gridCol w="370800">
                      <a:extLst>
                        <a:ext uri="{9D8B030D-6E8A-4147-A177-3AD203B41FA5}">
                          <a16:colId xmlns:a16="http://schemas.microsoft.com/office/drawing/2014/main" val="2365057291"/>
                        </a:ext>
                      </a:extLst>
                    </a:gridCol>
                    <a:gridCol w="370800">
                      <a:extLst>
                        <a:ext uri="{9D8B030D-6E8A-4147-A177-3AD203B41FA5}">
                          <a16:colId xmlns:a16="http://schemas.microsoft.com/office/drawing/2014/main" val="275688706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  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    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   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    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14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6606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   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   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   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23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  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24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94639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   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31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   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32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   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33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   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34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8764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   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41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   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42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   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43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   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44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812603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表格 2">
                <a:extLst>
                  <a:ext uri="{FF2B5EF4-FFF2-40B4-BE49-F238E27FC236}">
                    <a16:creationId xmlns:a16="http://schemas.microsoft.com/office/drawing/2014/main" id="{7CCC6B3C-DC03-4A7C-AA01-4B8F2475C0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6566610"/>
                  </p:ext>
                </p:extLst>
              </p:nvPr>
            </p:nvGraphicFramePr>
            <p:xfrm>
              <a:off x="7267077" y="12029035"/>
              <a:ext cx="1483200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0800">
                      <a:extLst>
                        <a:ext uri="{9D8B030D-6E8A-4147-A177-3AD203B41FA5}">
                          <a16:colId xmlns:a16="http://schemas.microsoft.com/office/drawing/2014/main" val="1784171295"/>
                        </a:ext>
                      </a:extLst>
                    </a:gridCol>
                    <a:gridCol w="370800">
                      <a:extLst>
                        <a:ext uri="{9D8B030D-6E8A-4147-A177-3AD203B41FA5}">
                          <a16:colId xmlns:a16="http://schemas.microsoft.com/office/drawing/2014/main" val="3223429458"/>
                        </a:ext>
                      </a:extLst>
                    </a:gridCol>
                    <a:gridCol w="370800">
                      <a:extLst>
                        <a:ext uri="{9D8B030D-6E8A-4147-A177-3AD203B41FA5}">
                          <a16:colId xmlns:a16="http://schemas.microsoft.com/office/drawing/2014/main" val="2365057291"/>
                        </a:ext>
                      </a:extLst>
                    </a:gridCol>
                    <a:gridCol w="370800">
                      <a:extLst>
                        <a:ext uri="{9D8B030D-6E8A-4147-A177-3AD203B41FA5}">
                          <a16:colId xmlns:a16="http://schemas.microsoft.com/office/drawing/2014/main" val="275688706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639" t="-1639" r="-303279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1639" t="-1639" r="-203279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1639" t="-1639" r="-103279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1639" t="-1639" r="-3279" b="-3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6606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639" t="-101639" r="-303279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1639" t="-101639" r="-203279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1639" t="-101639" r="-103279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1639" t="-101639" r="-3279" b="-2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94639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639" t="-201639" r="-303279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1639" t="-201639" r="-203279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1639" t="-201639" r="-103279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1639" t="-201639" r="-3279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8764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639" t="-301639" r="-303279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1639" t="-301639" r="-203279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1639" t="-301639" r="-103279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1639" t="-301639" r="-3279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8126039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1C8BA107-6797-40CA-AFB0-7284CDCF54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4862421"/>
              </p:ext>
            </p:extLst>
          </p:nvPr>
        </p:nvGraphicFramePr>
        <p:xfrm>
          <a:off x="12714447" y="580437"/>
          <a:ext cx="14832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78417129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223429458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36505729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7568870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2b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28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09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60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7e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ae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f7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cf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9463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15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d2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15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4f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876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a6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88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3c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126039"/>
                  </a:ext>
                </a:extLst>
              </a:tr>
            </a:tbl>
          </a:graphicData>
        </a:graphic>
      </p:graphicFrame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ECA0A5EF-1AAB-4F9D-911E-95D7ACDAAE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84242"/>
              </p:ext>
            </p:extLst>
          </p:nvPr>
        </p:nvGraphicFramePr>
        <p:xfrm>
          <a:off x="16160950" y="601310"/>
          <a:ext cx="14832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78417129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223429458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36505729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7568870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a0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60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9463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fe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876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17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126039"/>
                  </a:ext>
                </a:extLst>
              </a:tr>
            </a:tbl>
          </a:graphicData>
        </a:graphic>
      </p:graphicFrame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17FAED90-65A9-4282-88F7-7591B320F2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5364743"/>
              </p:ext>
            </p:extLst>
          </p:nvPr>
        </p:nvGraphicFramePr>
        <p:xfrm>
          <a:off x="13818696" y="2640904"/>
          <a:ext cx="3708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27568870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09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45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60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cf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9463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4f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876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3c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126039"/>
                  </a:ext>
                </a:extLst>
              </a:tr>
            </a:tbl>
          </a:graphicData>
        </a:graphic>
      </p:graphicFrame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FDC35D94-F6F6-475E-A54F-E12EEDD596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6189300"/>
              </p:ext>
            </p:extLst>
          </p:nvPr>
        </p:nvGraphicFramePr>
        <p:xfrm>
          <a:off x="13826017" y="4548807"/>
          <a:ext cx="3708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27568870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cf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60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4f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9463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3c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876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09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45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126039"/>
                  </a:ext>
                </a:extLst>
              </a:tr>
            </a:tbl>
          </a:graphicData>
        </a:graphic>
      </p:graphicFrame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A5EF89D5-25C2-409D-8A60-3093B90733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236076"/>
              </p:ext>
            </p:extLst>
          </p:nvPr>
        </p:nvGraphicFramePr>
        <p:xfrm>
          <a:off x="12719209" y="7699231"/>
          <a:ext cx="3708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7841712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2b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60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7e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9463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15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876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126039"/>
                  </a:ext>
                </a:extLst>
              </a:tr>
            </a:tbl>
          </a:graphicData>
        </a:graphic>
      </p:graphicFrame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C5AD0874-0E70-4707-B34F-58DD6BD091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458331"/>
              </p:ext>
            </p:extLst>
          </p:nvPr>
        </p:nvGraphicFramePr>
        <p:xfrm>
          <a:off x="13830351" y="7699231"/>
          <a:ext cx="3708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7841712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8a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60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84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9463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eb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876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01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126039"/>
                  </a:ext>
                </a:extLst>
              </a:tr>
            </a:tbl>
          </a:graphicData>
        </a:graphic>
      </p:graphicFrame>
      <p:graphicFrame>
        <p:nvGraphicFramePr>
          <p:cNvPr id="28" name="表格 27">
            <a:extLst>
              <a:ext uri="{FF2B5EF4-FFF2-40B4-BE49-F238E27FC236}">
                <a16:creationId xmlns:a16="http://schemas.microsoft.com/office/drawing/2014/main" id="{E7BF6AFC-7C6C-4801-A203-3965D9C445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3011740"/>
              </p:ext>
            </p:extLst>
          </p:nvPr>
        </p:nvGraphicFramePr>
        <p:xfrm>
          <a:off x="15005510" y="7681373"/>
          <a:ext cx="3708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7841712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01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60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9463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876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126039"/>
                  </a:ext>
                </a:extLst>
              </a:tr>
            </a:tbl>
          </a:graphicData>
        </a:graphic>
      </p:graphicFrame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id="{1C99F09C-CA46-45EC-A090-F46D42480D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650605"/>
              </p:ext>
            </p:extLst>
          </p:nvPr>
        </p:nvGraphicFramePr>
        <p:xfrm>
          <a:off x="16165505" y="7681373"/>
          <a:ext cx="3708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7841712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a0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60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9463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fe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876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17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126039"/>
                  </a:ext>
                </a:extLst>
              </a:tr>
            </a:tbl>
          </a:graphicData>
        </a:graphic>
      </p:graphicFrame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id="{5B61A3F2-730C-408F-8FDE-A69D31534A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0723024"/>
              </p:ext>
            </p:extLst>
          </p:nvPr>
        </p:nvGraphicFramePr>
        <p:xfrm>
          <a:off x="12717512" y="9965300"/>
          <a:ext cx="3708000" cy="148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78417129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223429458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36505729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75688706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512115992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60237384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97513352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97207077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187030669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079453836"/>
                    </a:ext>
                  </a:extLst>
                </a:gridCol>
              </a:tblGrid>
              <a:tr h="2966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01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02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04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08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40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80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1b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36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60603"/>
                  </a:ext>
                </a:extLst>
              </a:tr>
              <a:tr h="2966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9463990"/>
                  </a:ext>
                </a:extLst>
              </a:tr>
              <a:tr h="2966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876437"/>
                  </a:ext>
                </a:extLst>
              </a:tr>
              <a:tr h="2966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126039"/>
                  </a:ext>
                </a:extLst>
              </a:tr>
              <a:tr h="2966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071126"/>
                  </a:ext>
                </a:extLst>
              </a:tr>
            </a:tbl>
          </a:graphicData>
        </a:graphic>
      </p:graphicFrame>
      <p:graphicFrame>
        <p:nvGraphicFramePr>
          <p:cNvPr id="31" name="表格 30">
            <a:extLst>
              <a:ext uri="{FF2B5EF4-FFF2-40B4-BE49-F238E27FC236}">
                <a16:creationId xmlns:a16="http://schemas.microsoft.com/office/drawing/2014/main" id="{59127DA9-D9D7-4075-B703-94D8292567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995008"/>
              </p:ext>
            </p:extLst>
          </p:nvPr>
        </p:nvGraphicFramePr>
        <p:xfrm>
          <a:off x="-129879" y="2669799"/>
          <a:ext cx="6143508" cy="614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306">
                  <a:extLst>
                    <a:ext uri="{9D8B030D-6E8A-4147-A177-3AD203B41FA5}">
                      <a16:colId xmlns:a16="http://schemas.microsoft.com/office/drawing/2014/main" val="1784171295"/>
                    </a:ext>
                  </a:extLst>
                </a:gridCol>
                <a:gridCol w="341306">
                  <a:extLst>
                    <a:ext uri="{9D8B030D-6E8A-4147-A177-3AD203B41FA5}">
                      <a16:colId xmlns:a16="http://schemas.microsoft.com/office/drawing/2014/main" val="3223429458"/>
                    </a:ext>
                  </a:extLst>
                </a:gridCol>
                <a:gridCol w="341306">
                  <a:extLst>
                    <a:ext uri="{9D8B030D-6E8A-4147-A177-3AD203B41FA5}">
                      <a16:colId xmlns:a16="http://schemas.microsoft.com/office/drawing/2014/main" val="2365057291"/>
                    </a:ext>
                  </a:extLst>
                </a:gridCol>
                <a:gridCol w="341306">
                  <a:extLst>
                    <a:ext uri="{9D8B030D-6E8A-4147-A177-3AD203B41FA5}">
                      <a16:colId xmlns:a16="http://schemas.microsoft.com/office/drawing/2014/main" val="2756887065"/>
                    </a:ext>
                  </a:extLst>
                </a:gridCol>
                <a:gridCol w="341306">
                  <a:extLst>
                    <a:ext uri="{9D8B030D-6E8A-4147-A177-3AD203B41FA5}">
                      <a16:colId xmlns:a16="http://schemas.microsoft.com/office/drawing/2014/main" val="3512115992"/>
                    </a:ext>
                  </a:extLst>
                </a:gridCol>
                <a:gridCol w="341306">
                  <a:extLst>
                    <a:ext uri="{9D8B030D-6E8A-4147-A177-3AD203B41FA5}">
                      <a16:colId xmlns:a16="http://schemas.microsoft.com/office/drawing/2014/main" val="3602373845"/>
                    </a:ext>
                  </a:extLst>
                </a:gridCol>
                <a:gridCol w="341306">
                  <a:extLst>
                    <a:ext uri="{9D8B030D-6E8A-4147-A177-3AD203B41FA5}">
                      <a16:colId xmlns:a16="http://schemas.microsoft.com/office/drawing/2014/main" val="2997513352"/>
                    </a:ext>
                  </a:extLst>
                </a:gridCol>
                <a:gridCol w="341306">
                  <a:extLst>
                    <a:ext uri="{9D8B030D-6E8A-4147-A177-3AD203B41FA5}">
                      <a16:colId xmlns:a16="http://schemas.microsoft.com/office/drawing/2014/main" val="1972070777"/>
                    </a:ext>
                  </a:extLst>
                </a:gridCol>
                <a:gridCol w="341306">
                  <a:extLst>
                    <a:ext uri="{9D8B030D-6E8A-4147-A177-3AD203B41FA5}">
                      <a16:colId xmlns:a16="http://schemas.microsoft.com/office/drawing/2014/main" val="1187030669"/>
                    </a:ext>
                  </a:extLst>
                </a:gridCol>
                <a:gridCol w="341306">
                  <a:extLst>
                    <a:ext uri="{9D8B030D-6E8A-4147-A177-3AD203B41FA5}">
                      <a16:colId xmlns:a16="http://schemas.microsoft.com/office/drawing/2014/main" val="3079453836"/>
                    </a:ext>
                  </a:extLst>
                </a:gridCol>
                <a:gridCol w="341306">
                  <a:extLst>
                    <a:ext uri="{9D8B030D-6E8A-4147-A177-3AD203B41FA5}">
                      <a16:colId xmlns:a16="http://schemas.microsoft.com/office/drawing/2014/main" val="365068102"/>
                    </a:ext>
                  </a:extLst>
                </a:gridCol>
                <a:gridCol w="341306">
                  <a:extLst>
                    <a:ext uri="{9D8B030D-6E8A-4147-A177-3AD203B41FA5}">
                      <a16:colId xmlns:a16="http://schemas.microsoft.com/office/drawing/2014/main" val="1731281079"/>
                    </a:ext>
                  </a:extLst>
                </a:gridCol>
                <a:gridCol w="341306">
                  <a:extLst>
                    <a:ext uri="{9D8B030D-6E8A-4147-A177-3AD203B41FA5}">
                      <a16:colId xmlns:a16="http://schemas.microsoft.com/office/drawing/2014/main" val="533589842"/>
                    </a:ext>
                  </a:extLst>
                </a:gridCol>
                <a:gridCol w="341306">
                  <a:extLst>
                    <a:ext uri="{9D8B030D-6E8A-4147-A177-3AD203B41FA5}">
                      <a16:colId xmlns:a16="http://schemas.microsoft.com/office/drawing/2014/main" val="1187760628"/>
                    </a:ext>
                  </a:extLst>
                </a:gridCol>
                <a:gridCol w="341306">
                  <a:extLst>
                    <a:ext uri="{9D8B030D-6E8A-4147-A177-3AD203B41FA5}">
                      <a16:colId xmlns:a16="http://schemas.microsoft.com/office/drawing/2014/main" val="2668353089"/>
                    </a:ext>
                  </a:extLst>
                </a:gridCol>
                <a:gridCol w="341306">
                  <a:extLst>
                    <a:ext uri="{9D8B030D-6E8A-4147-A177-3AD203B41FA5}">
                      <a16:colId xmlns:a16="http://schemas.microsoft.com/office/drawing/2014/main" val="497945991"/>
                    </a:ext>
                  </a:extLst>
                </a:gridCol>
                <a:gridCol w="341306">
                  <a:extLst>
                    <a:ext uri="{9D8B030D-6E8A-4147-A177-3AD203B41FA5}">
                      <a16:colId xmlns:a16="http://schemas.microsoft.com/office/drawing/2014/main" val="3167303078"/>
                    </a:ext>
                  </a:extLst>
                </a:gridCol>
                <a:gridCol w="341306">
                  <a:extLst>
                    <a:ext uri="{9D8B030D-6E8A-4147-A177-3AD203B41FA5}">
                      <a16:colId xmlns:a16="http://schemas.microsoft.com/office/drawing/2014/main" val="2738865607"/>
                    </a:ext>
                  </a:extLst>
                </a:gridCol>
              </a:tblGrid>
              <a:tr h="341400">
                <a:tc rowSpan="2" gridSpan="2">
                  <a:txBody>
                    <a:bodyPr/>
                    <a:lstStyle/>
                    <a:p>
                      <a:pPr algn="ctr"/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 gridSpan="16"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372553"/>
                  </a:ext>
                </a:extLst>
              </a:tr>
              <a:tr h="341400">
                <a:tc gridSpan="2" vMerge="1">
                  <a:txBody>
                    <a:bodyPr/>
                    <a:lstStyle/>
                    <a:p>
                      <a:pPr algn="ctr"/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9178104"/>
                  </a:ext>
                </a:extLst>
              </a:tr>
              <a:tr h="341400">
                <a:tc rowSpan="16"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63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7c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77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7b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f2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6b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6f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c5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30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01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67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2b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fe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d7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76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776710"/>
                  </a:ext>
                </a:extLst>
              </a:tr>
              <a:tr h="341400">
                <a:tc vMerge="1">
                  <a:txBody>
                    <a:bodyPr/>
                    <a:lstStyle/>
                    <a:p>
                      <a:pPr algn="ctr"/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82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c9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7d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59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47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f0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d4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a2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af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9c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a4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72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c0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211821"/>
                  </a:ext>
                </a:extLst>
              </a:tr>
              <a:tr h="341400">
                <a:tc vMerge="1">
                  <a:txBody>
                    <a:bodyPr/>
                    <a:lstStyle/>
                    <a:p>
                      <a:pPr algn="ctr"/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b7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fd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93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26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36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3f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f7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cc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34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a5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e5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f1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71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d8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31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15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804226"/>
                  </a:ext>
                </a:extLst>
              </a:tr>
              <a:tr h="341400">
                <a:tc vMerge="1">
                  <a:txBody>
                    <a:bodyPr/>
                    <a:lstStyle/>
                    <a:p>
                      <a:pPr algn="ctr"/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04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c7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23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c3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18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96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05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9a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07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80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e2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eb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27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b2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75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237981"/>
                  </a:ext>
                </a:extLst>
              </a:tr>
              <a:tr h="341400">
                <a:tc vMerge="1">
                  <a:txBody>
                    <a:bodyPr/>
                    <a:lstStyle/>
                    <a:p>
                      <a:pPr algn="ctr"/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09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83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2c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1a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1b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6e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5a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a0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52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3b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d6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b3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29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e3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2f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84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465045"/>
                  </a:ext>
                </a:extLst>
              </a:tr>
              <a:tr h="341400">
                <a:tc vMerge="1">
                  <a:txBody>
                    <a:bodyPr/>
                    <a:lstStyle/>
                    <a:p>
                      <a:pPr algn="ctr"/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53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d1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ed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fc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b1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5b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6a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cb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39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4a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4c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58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cf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385388"/>
                  </a:ext>
                </a:extLst>
              </a:tr>
              <a:tr h="341400">
                <a:tc vMerge="1">
                  <a:txBody>
                    <a:bodyPr/>
                    <a:lstStyle/>
                    <a:p>
                      <a:pPr algn="ctr"/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d0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ef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aa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fb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43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4d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33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85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45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f9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02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7f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50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3c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9f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a8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462022"/>
                  </a:ext>
                </a:extLst>
              </a:tr>
              <a:tr h="341400">
                <a:tc vMerge="1">
                  <a:txBody>
                    <a:bodyPr/>
                    <a:lstStyle/>
                    <a:p>
                      <a:pPr algn="ctr"/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51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a3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40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8f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92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9d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38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f5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bc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b6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21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ff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f3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d2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755582"/>
                  </a:ext>
                </a:extLst>
              </a:tr>
              <a:tr h="341400">
                <a:tc vMerge="1">
                  <a:txBody>
                    <a:bodyPr/>
                    <a:lstStyle/>
                    <a:p>
                      <a:pPr algn="ctr"/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cd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0c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13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ec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5f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97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44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17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c4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a7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7e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3d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64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5d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19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73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0642415"/>
                  </a:ext>
                </a:extLst>
              </a:tr>
              <a:tr h="341400">
                <a:tc vMerge="1">
                  <a:txBody>
                    <a:bodyPr/>
                    <a:lstStyle/>
                    <a:p>
                      <a:pPr algn="ctr"/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60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81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4f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dc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22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2a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90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88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46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ee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b8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5e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0b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db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4348470"/>
                  </a:ext>
                </a:extLst>
              </a:tr>
              <a:tr h="341400">
                <a:tc vMerge="1">
                  <a:txBody>
                    <a:bodyPr/>
                    <a:lstStyle/>
                    <a:p>
                      <a:pPr algn="ctr"/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e0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32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3a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0a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49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06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24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5c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c2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d3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ac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62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91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95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e4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79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302762"/>
                  </a:ext>
                </a:extLst>
              </a:tr>
              <a:tr h="341400">
                <a:tc vMerge="1">
                  <a:txBody>
                    <a:bodyPr/>
                    <a:lstStyle/>
                    <a:p>
                      <a:pPr algn="ctr"/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e7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c8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37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6d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8d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d5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4e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a9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6c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56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f4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65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7a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ac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08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443970"/>
                  </a:ext>
                </a:extLst>
              </a:tr>
              <a:tr h="341400">
                <a:tc vMerge="1">
                  <a:txBody>
                    <a:bodyPr/>
                    <a:lstStyle/>
                    <a:p>
                      <a:pPr algn="ctr"/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ba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78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25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2e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1c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a6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b4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c6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e8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dd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74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1f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4b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bd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8b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8a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60603"/>
                  </a:ext>
                </a:extLst>
              </a:tr>
              <a:tr h="341400">
                <a:tc vMerge="1">
                  <a:txBody>
                    <a:bodyPr/>
                    <a:lstStyle/>
                    <a:p>
                      <a:pPr algn="ctr"/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70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3e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b5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66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48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03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f6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0e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61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35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57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b9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86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c1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1d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9e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9463990"/>
                  </a:ext>
                </a:extLst>
              </a:tr>
              <a:tr h="341400">
                <a:tc vMerge="1">
                  <a:txBody>
                    <a:bodyPr/>
                    <a:lstStyle/>
                    <a:p>
                      <a:pPr algn="ctr"/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e1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f8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98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69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d9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8e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94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9b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1e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87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e9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ce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55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28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df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876437"/>
                  </a:ext>
                </a:extLst>
              </a:tr>
              <a:tr h="341400">
                <a:tc vMerge="1">
                  <a:txBody>
                    <a:bodyPr/>
                    <a:lstStyle/>
                    <a:p>
                      <a:pPr algn="ctr"/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8c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a1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89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0d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bf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e6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42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68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41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99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2d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0f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b0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54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bb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126039"/>
                  </a:ext>
                </a:extLst>
              </a:tr>
            </a:tbl>
          </a:graphicData>
        </a:graphic>
      </p:graphicFrame>
      <p:sp>
        <p:nvSpPr>
          <p:cNvPr id="32" name="矩形 31">
            <a:extLst>
              <a:ext uri="{FF2B5EF4-FFF2-40B4-BE49-F238E27FC236}">
                <a16:creationId xmlns:a16="http://schemas.microsoft.com/office/drawing/2014/main" id="{D04CF7A1-9EE9-480E-9355-EA7292D37E84}"/>
              </a:ext>
            </a:extLst>
          </p:cNvPr>
          <p:cNvSpPr/>
          <p:nvPr/>
        </p:nvSpPr>
        <p:spPr>
          <a:xfrm>
            <a:off x="1285530" y="1514524"/>
            <a:ext cx="3312690" cy="467584"/>
          </a:xfrm>
          <a:prstGeom prst="rect">
            <a:avLst/>
          </a:prstGeom>
          <a:solidFill>
            <a:srgbClr val="D745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AddRoundKey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E6B23568-8EA6-4E67-A6FB-694152BF3323}"/>
              </a:ext>
            </a:extLst>
          </p:cNvPr>
          <p:cNvCxnSpPr>
            <a:cxnSpLocks/>
            <a:stCxn id="3" idx="2"/>
            <a:endCxn id="32" idx="0"/>
          </p:cNvCxnSpPr>
          <p:nvPr/>
        </p:nvCxnSpPr>
        <p:spPr>
          <a:xfrm>
            <a:off x="2941875" y="1121411"/>
            <a:ext cx="0" cy="39311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E8E1C8B8-A0AA-4118-93EE-C902A7C1FA03}"/>
              </a:ext>
            </a:extLst>
          </p:cNvPr>
          <p:cNvCxnSpPr>
            <a:cxnSpLocks/>
            <a:stCxn id="2" idx="2"/>
            <a:endCxn id="32" idx="1"/>
          </p:cNvCxnSpPr>
          <p:nvPr/>
        </p:nvCxnSpPr>
        <p:spPr>
          <a:xfrm rot="16200000" flipH="1">
            <a:off x="700113" y="1162898"/>
            <a:ext cx="626905" cy="543930"/>
          </a:xfrm>
          <a:prstGeom prst="bentConnector2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连接符: 肘形 40">
            <a:extLst>
              <a:ext uri="{FF2B5EF4-FFF2-40B4-BE49-F238E27FC236}">
                <a16:creationId xmlns:a16="http://schemas.microsoft.com/office/drawing/2014/main" id="{32E3F9E1-C480-4126-B4C9-FC8CE17D5EC6}"/>
              </a:ext>
            </a:extLst>
          </p:cNvPr>
          <p:cNvCxnSpPr>
            <a:cxnSpLocks/>
            <a:stCxn id="32" idx="3"/>
            <a:endCxn id="11" idx="2"/>
          </p:cNvCxnSpPr>
          <p:nvPr/>
        </p:nvCxnSpPr>
        <p:spPr>
          <a:xfrm flipV="1">
            <a:off x="4598220" y="1121410"/>
            <a:ext cx="540988" cy="626906"/>
          </a:xfrm>
          <a:prstGeom prst="bentConnector2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C01D4957-BE74-4321-B6D8-58F2CB10A564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741600" y="8814999"/>
            <a:ext cx="0" cy="65579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B59A4F37-1704-4209-B571-9AA2AD663FEA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5354400" y="8814999"/>
            <a:ext cx="0" cy="65579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3A0F2E22-0351-4F6F-A7F8-10AF873E98E7}"/>
              </a:ext>
            </a:extLst>
          </p:cNvPr>
          <p:cNvSpPr/>
          <p:nvPr/>
        </p:nvSpPr>
        <p:spPr>
          <a:xfrm>
            <a:off x="1910820" y="9978681"/>
            <a:ext cx="2274359" cy="467584"/>
          </a:xfrm>
          <a:prstGeom prst="rect">
            <a:avLst/>
          </a:prstGeom>
          <a:solidFill>
            <a:srgbClr val="D745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SubBytes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B838E9FC-5DE7-4A2E-AD2C-4E5FD0C3B36B}"/>
              </a:ext>
            </a:extLst>
          </p:cNvPr>
          <p:cNvCxnSpPr>
            <a:cxnSpLocks/>
            <a:stCxn id="13" idx="3"/>
            <a:endCxn id="59" idx="1"/>
          </p:cNvCxnSpPr>
          <p:nvPr/>
        </p:nvCxnSpPr>
        <p:spPr>
          <a:xfrm>
            <a:off x="1483200" y="10212473"/>
            <a:ext cx="42762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44AA0783-3A99-48FA-96D6-3F06C240F86F}"/>
              </a:ext>
            </a:extLst>
          </p:cNvPr>
          <p:cNvCxnSpPr>
            <a:cxnSpLocks/>
            <a:stCxn id="59" idx="3"/>
            <a:endCxn id="14" idx="1"/>
          </p:cNvCxnSpPr>
          <p:nvPr/>
        </p:nvCxnSpPr>
        <p:spPr>
          <a:xfrm>
            <a:off x="4185179" y="10212473"/>
            <a:ext cx="427621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矩形 65">
            <a:extLst>
              <a:ext uri="{FF2B5EF4-FFF2-40B4-BE49-F238E27FC236}">
                <a16:creationId xmlns:a16="http://schemas.microsoft.com/office/drawing/2014/main" id="{662A1318-A0C5-4241-BA28-0C0DACB03EF5}"/>
              </a:ext>
            </a:extLst>
          </p:cNvPr>
          <p:cNvSpPr/>
          <p:nvPr/>
        </p:nvSpPr>
        <p:spPr>
          <a:xfrm>
            <a:off x="1910820" y="12479452"/>
            <a:ext cx="2274359" cy="467584"/>
          </a:xfrm>
          <a:prstGeom prst="rect">
            <a:avLst/>
          </a:prstGeom>
          <a:solidFill>
            <a:srgbClr val="D745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ShiftRows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2234EDA3-5D00-498B-837C-A0EBD08D6FC1}"/>
              </a:ext>
            </a:extLst>
          </p:cNvPr>
          <p:cNvCxnSpPr>
            <a:cxnSpLocks/>
            <a:stCxn id="15" idx="3"/>
            <a:endCxn id="66" idx="1"/>
          </p:cNvCxnSpPr>
          <p:nvPr/>
        </p:nvCxnSpPr>
        <p:spPr>
          <a:xfrm>
            <a:off x="1483200" y="12713244"/>
            <a:ext cx="42762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81947657-EE4D-4BE3-AB5F-917A06905318}"/>
              </a:ext>
            </a:extLst>
          </p:cNvPr>
          <p:cNvCxnSpPr>
            <a:cxnSpLocks/>
            <a:stCxn id="66" idx="3"/>
            <a:endCxn id="16" idx="1"/>
          </p:cNvCxnSpPr>
          <p:nvPr/>
        </p:nvCxnSpPr>
        <p:spPr>
          <a:xfrm>
            <a:off x="4185179" y="12713244"/>
            <a:ext cx="427621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矩形 72">
            <a:extLst>
              <a:ext uri="{FF2B5EF4-FFF2-40B4-BE49-F238E27FC236}">
                <a16:creationId xmlns:a16="http://schemas.microsoft.com/office/drawing/2014/main" id="{45AC6179-A4BD-4DA8-A92F-77A2773E263A}"/>
              </a:ext>
            </a:extLst>
          </p:cNvPr>
          <p:cNvSpPr/>
          <p:nvPr/>
        </p:nvSpPr>
        <p:spPr>
          <a:xfrm>
            <a:off x="1910820" y="15160059"/>
            <a:ext cx="2274359" cy="467584"/>
          </a:xfrm>
          <a:prstGeom prst="rect">
            <a:avLst/>
          </a:prstGeom>
          <a:solidFill>
            <a:srgbClr val="D745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MixColumns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B3E067C7-93E6-4449-9195-2AD0AABD81AE}"/>
              </a:ext>
            </a:extLst>
          </p:cNvPr>
          <p:cNvCxnSpPr>
            <a:cxnSpLocks/>
            <a:stCxn id="17" idx="3"/>
            <a:endCxn id="73" idx="1"/>
          </p:cNvCxnSpPr>
          <p:nvPr/>
        </p:nvCxnSpPr>
        <p:spPr>
          <a:xfrm>
            <a:off x="1483200" y="15393851"/>
            <a:ext cx="42762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33107024-F1B3-464E-993D-7BD3B7A64BC5}"/>
              </a:ext>
            </a:extLst>
          </p:cNvPr>
          <p:cNvCxnSpPr>
            <a:cxnSpLocks/>
            <a:stCxn id="73" idx="3"/>
            <a:endCxn id="18" idx="1"/>
          </p:cNvCxnSpPr>
          <p:nvPr/>
        </p:nvCxnSpPr>
        <p:spPr>
          <a:xfrm>
            <a:off x="4185179" y="15393851"/>
            <a:ext cx="427621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0" name="表格 79">
            <a:extLst>
              <a:ext uri="{FF2B5EF4-FFF2-40B4-BE49-F238E27FC236}">
                <a16:creationId xmlns:a16="http://schemas.microsoft.com/office/drawing/2014/main" id="{EB61D56E-4D0A-4F9B-ACC8-315A87D457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96622"/>
              </p:ext>
            </p:extLst>
          </p:nvPr>
        </p:nvGraphicFramePr>
        <p:xfrm>
          <a:off x="1483196" y="16360324"/>
          <a:ext cx="311502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378">
                  <a:extLst>
                    <a:ext uri="{9D8B030D-6E8A-4147-A177-3AD203B41FA5}">
                      <a16:colId xmlns:a16="http://schemas.microsoft.com/office/drawing/2014/main" val="1784171295"/>
                    </a:ext>
                  </a:extLst>
                </a:gridCol>
                <a:gridCol w="389378">
                  <a:extLst>
                    <a:ext uri="{9D8B030D-6E8A-4147-A177-3AD203B41FA5}">
                      <a16:colId xmlns:a16="http://schemas.microsoft.com/office/drawing/2014/main" val="3223429458"/>
                    </a:ext>
                  </a:extLst>
                </a:gridCol>
                <a:gridCol w="389378">
                  <a:extLst>
                    <a:ext uri="{9D8B030D-6E8A-4147-A177-3AD203B41FA5}">
                      <a16:colId xmlns:a16="http://schemas.microsoft.com/office/drawing/2014/main" val="2365057291"/>
                    </a:ext>
                  </a:extLst>
                </a:gridCol>
                <a:gridCol w="389378">
                  <a:extLst>
                    <a:ext uri="{9D8B030D-6E8A-4147-A177-3AD203B41FA5}">
                      <a16:colId xmlns:a16="http://schemas.microsoft.com/office/drawing/2014/main" val="2756887065"/>
                    </a:ext>
                  </a:extLst>
                </a:gridCol>
                <a:gridCol w="389378">
                  <a:extLst>
                    <a:ext uri="{9D8B030D-6E8A-4147-A177-3AD203B41FA5}">
                      <a16:colId xmlns:a16="http://schemas.microsoft.com/office/drawing/2014/main" val="315192557"/>
                    </a:ext>
                  </a:extLst>
                </a:gridCol>
                <a:gridCol w="389378">
                  <a:extLst>
                    <a:ext uri="{9D8B030D-6E8A-4147-A177-3AD203B41FA5}">
                      <a16:colId xmlns:a16="http://schemas.microsoft.com/office/drawing/2014/main" val="1777562139"/>
                    </a:ext>
                  </a:extLst>
                </a:gridCol>
                <a:gridCol w="389378">
                  <a:extLst>
                    <a:ext uri="{9D8B030D-6E8A-4147-A177-3AD203B41FA5}">
                      <a16:colId xmlns:a16="http://schemas.microsoft.com/office/drawing/2014/main" val="4120667269"/>
                    </a:ext>
                  </a:extLst>
                </a:gridCol>
                <a:gridCol w="389378">
                  <a:extLst>
                    <a:ext uri="{9D8B030D-6E8A-4147-A177-3AD203B41FA5}">
                      <a16:colId xmlns:a16="http://schemas.microsoft.com/office/drawing/2014/main" val="41695629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d4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02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03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01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01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04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60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bf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lang="en-US" altLang="zh-CN" sz="1200" b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cb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01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02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03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01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66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9463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5d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19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01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01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02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03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81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876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30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9a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03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01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01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02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e5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8126039"/>
                  </a:ext>
                </a:extLst>
              </a:tr>
            </a:tbl>
          </a:graphicData>
        </a:graphic>
      </p:graphicFrame>
      <p:sp>
        <p:nvSpPr>
          <p:cNvPr id="81" name="矩形 80">
            <a:extLst>
              <a:ext uri="{FF2B5EF4-FFF2-40B4-BE49-F238E27FC236}">
                <a16:creationId xmlns:a16="http://schemas.microsoft.com/office/drawing/2014/main" id="{64346D9F-E9FA-4480-A253-7ED19657E4FF}"/>
              </a:ext>
            </a:extLst>
          </p:cNvPr>
          <p:cNvSpPr/>
          <p:nvPr/>
        </p:nvSpPr>
        <p:spPr>
          <a:xfrm>
            <a:off x="1483196" y="16360324"/>
            <a:ext cx="370800" cy="370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491BFC23-C614-41A1-B725-C569E18B3D94}"/>
              </a:ext>
            </a:extLst>
          </p:cNvPr>
          <p:cNvSpPr/>
          <p:nvPr/>
        </p:nvSpPr>
        <p:spPr>
          <a:xfrm>
            <a:off x="1483196" y="16727130"/>
            <a:ext cx="370800" cy="370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C327BE88-84CF-40F6-8D73-0B298D0D3B64}"/>
              </a:ext>
            </a:extLst>
          </p:cNvPr>
          <p:cNvSpPr/>
          <p:nvPr/>
        </p:nvSpPr>
        <p:spPr>
          <a:xfrm>
            <a:off x="1483196" y="17091894"/>
            <a:ext cx="370800" cy="370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31AFDD36-8FD8-42E9-8D33-983E335A131B}"/>
              </a:ext>
            </a:extLst>
          </p:cNvPr>
          <p:cNvSpPr/>
          <p:nvPr/>
        </p:nvSpPr>
        <p:spPr>
          <a:xfrm>
            <a:off x="1483196" y="17459811"/>
            <a:ext cx="370800" cy="370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411FFBF8-08CE-4320-A79D-7E3194EDF89A}"/>
              </a:ext>
            </a:extLst>
          </p:cNvPr>
          <p:cNvSpPr/>
          <p:nvPr/>
        </p:nvSpPr>
        <p:spPr>
          <a:xfrm>
            <a:off x="4227420" y="16360324"/>
            <a:ext cx="370800" cy="370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546DDE17-ABEE-4920-AA3B-7CC3C70E588E}"/>
              </a:ext>
            </a:extLst>
          </p:cNvPr>
          <p:cNvSpPr/>
          <p:nvPr/>
        </p:nvSpPr>
        <p:spPr>
          <a:xfrm>
            <a:off x="4227420" y="16727130"/>
            <a:ext cx="370800" cy="370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FAFE820B-7E3D-4A42-8CBA-AB0D2E8B9BC1}"/>
              </a:ext>
            </a:extLst>
          </p:cNvPr>
          <p:cNvSpPr/>
          <p:nvPr/>
        </p:nvSpPr>
        <p:spPr>
          <a:xfrm>
            <a:off x="4227420" y="17091894"/>
            <a:ext cx="370800" cy="370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6806A669-678D-433B-9194-5F53262E1B71}"/>
              </a:ext>
            </a:extLst>
          </p:cNvPr>
          <p:cNvSpPr/>
          <p:nvPr/>
        </p:nvSpPr>
        <p:spPr>
          <a:xfrm>
            <a:off x="4227420" y="17459811"/>
            <a:ext cx="370800" cy="370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cxnSp>
        <p:nvCxnSpPr>
          <p:cNvPr id="98" name="连接符: 肘形 97">
            <a:extLst>
              <a:ext uri="{FF2B5EF4-FFF2-40B4-BE49-F238E27FC236}">
                <a16:creationId xmlns:a16="http://schemas.microsoft.com/office/drawing/2014/main" id="{41FE8312-498B-42D1-8D94-9CFBC5921528}"/>
              </a:ext>
            </a:extLst>
          </p:cNvPr>
          <p:cNvCxnSpPr>
            <a:cxnSpLocks/>
            <a:stCxn id="89" idx="3"/>
            <a:endCxn id="84" idx="1"/>
          </p:cNvCxnSpPr>
          <p:nvPr/>
        </p:nvCxnSpPr>
        <p:spPr>
          <a:xfrm rot="16200000" flipH="1">
            <a:off x="632482" y="16794496"/>
            <a:ext cx="1509679" cy="191750"/>
          </a:xfrm>
          <a:prstGeom prst="bentConnector2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连接符: 肘形 100">
            <a:extLst>
              <a:ext uri="{FF2B5EF4-FFF2-40B4-BE49-F238E27FC236}">
                <a16:creationId xmlns:a16="http://schemas.microsoft.com/office/drawing/2014/main" id="{6CCA1B12-DE2D-4749-8530-ADFCCAD37F5D}"/>
              </a:ext>
            </a:extLst>
          </p:cNvPr>
          <p:cNvCxnSpPr>
            <a:cxnSpLocks/>
            <a:stCxn id="90" idx="3"/>
            <a:endCxn id="83" idx="1"/>
          </p:cNvCxnSpPr>
          <p:nvPr/>
        </p:nvCxnSpPr>
        <p:spPr>
          <a:xfrm rot="16200000" flipH="1">
            <a:off x="633037" y="16427135"/>
            <a:ext cx="1141762" cy="558556"/>
          </a:xfrm>
          <a:prstGeom prst="bentConnector2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连接符: 肘形 103">
            <a:extLst>
              <a:ext uri="{FF2B5EF4-FFF2-40B4-BE49-F238E27FC236}">
                <a16:creationId xmlns:a16="http://schemas.microsoft.com/office/drawing/2014/main" id="{F8E91811-EDBF-4B3C-978B-BF6248ADD129}"/>
              </a:ext>
            </a:extLst>
          </p:cNvPr>
          <p:cNvCxnSpPr>
            <a:cxnSpLocks/>
            <a:stCxn id="91" idx="3"/>
            <a:endCxn id="82" idx="1"/>
          </p:cNvCxnSpPr>
          <p:nvPr/>
        </p:nvCxnSpPr>
        <p:spPr>
          <a:xfrm rot="16200000" flipH="1">
            <a:off x="633037" y="16062371"/>
            <a:ext cx="776998" cy="923320"/>
          </a:xfrm>
          <a:prstGeom prst="bentConnector2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连接符: 肘形 106">
            <a:extLst>
              <a:ext uri="{FF2B5EF4-FFF2-40B4-BE49-F238E27FC236}">
                <a16:creationId xmlns:a16="http://schemas.microsoft.com/office/drawing/2014/main" id="{67A22E9A-8DBB-4F92-A15E-A7D74A1D8E9C}"/>
              </a:ext>
            </a:extLst>
          </p:cNvPr>
          <p:cNvCxnSpPr>
            <a:cxnSpLocks/>
            <a:stCxn id="92" idx="3"/>
            <a:endCxn id="81" idx="1"/>
          </p:cNvCxnSpPr>
          <p:nvPr/>
        </p:nvCxnSpPr>
        <p:spPr>
          <a:xfrm rot="16200000" flipH="1">
            <a:off x="632481" y="15695009"/>
            <a:ext cx="410192" cy="1291237"/>
          </a:xfrm>
          <a:prstGeom prst="bentConnector2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连接符: 肘形 109">
            <a:extLst>
              <a:ext uri="{FF2B5EF4-FFF2-40B4-BE49-F238E27FC236}">
                <a16:creationId xmlns:a16="http://schemas.microsoft.com/office/drawing/2014/main" id="{016CE128-B74A-42EC-A52E-032A103A1E04}"/>
              </a:ext>
            </a:extLst>
          </p:cNvPr>
          <p:cNvCxnSpPr>
            <a:cxnSpLocks/>
            <a:stCxn id="85" idx="3"/>
            <a:endCxn id="97" idx="3"/>
          </p:cNvCxnSpPr>
          <p:nvPr/>
        </p:nvCxnSpPr>
        <p:spPr>
          <a:xfrm flipV="1">
            <a:off x="4598220" y="16135532"/>
            <a:ext cx="212893" cy="410192"/>
          </a:xfrm>
          <a:prstGeom prst="bentConnector2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连接符: 肘形 112">
            <a:extLst>
              <a:ext uri="{FF2B5EF4-FFF2-40B4-BE49-F238E27FC236}">
                <a16:creationId xmlns:a16="http://schemas.microsoft.com/office/drawing/2014/main" id="{E1F507F0-2085-4EF0-8753-4DA2ECDB569E}"/>
              </a:ext>
            </a:extLst>
          </p:cNvPr>
          <p:cNvCxnSpPr>
            <a:cxnSpLocks/>
            <a:stCxn id="86" idx="3"/>
            <a:endCxn id="96" idx="3"/>
          </p:cNvCxnSpPr>
          <p:nvPr/>
        </p:nvCxnSpPr>
        <p:spPr>
          <a:xfrm flipV="1">
            <a:off x="4598220" y="16135532"/>
            <a:ext cx="580810" cy="776998"/>
          </a:xfrm>
          <a:prstGeom prst="bentConnector2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连接符: 肘形 115">
            <a:extLst>
              <a:ext uri="{FF2B5EF4-FFF2-40B4-BE49-F238E27FC236}">
                <a16:creationId xmlns:a16="http://schemas.microsoft.com/office/drawing/2014/main" id="{F1EACA09-8998-4236-B683-36007B989660}"/>
              </a:ext>
            </a:extLst>
          </p:cNvPr>
          <p:cNvCxnSpPr>
            <a:cxnSpLocks/>
            <a:stCxn id="87" idx="3"/>
            <a:endCxn id="95" idx="3"/>
          </p:cNvCxnSpPr>
          <p:nvPr/>
        </p:nvCxnSpPr>
        <p:spPr>
          <a:xfrm flipV="1">
            <a:off x="4598220" y="16135532"/>
            <a:ext cx="945574" cy="1141762"/>
          </a:xfrm>
          <a:prstGeom prst="bentConnector2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连接符: 肘形 118">
            <a:extLst>
              <a:ext uri="{FF2B5EF4-FFF2-40B4-BE49-F238E27FC236}">
                <a16:creationId xmlns:a16="http://schemas.microsoft.com/office/drawing/2014/main" id="{BCCB3A0B-08FD-4062-893F-30A9C81138DD}"/>
              </a:ext>
            </a:extLst>
          </p:cNvPr>
          <p:cNvCxnSpPr>
            <a:cxnSpLocks/>
            <a:stCxn id="88" idx="3"/>
            <a:endCxn id="94" idx="3"/>
          </p:cNvCxnSpPr>
          <p:nvPr/>
        </p:nvCxnSpPr>
        <p:spPr>
          <a:xfrm flipV="1">
            <a:off x="4598220" y="16135532"/>
            <a:ext cx="1312380" cy="1509679"/>
          </a:xfrm>
          <a:prstGeom prst="bentConnector2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文本框 125">
            <a:extLst>
              <a:ext uri="{FF2B5EF4-FFF2-40B4-BE49-F238E27FC236}">
                <a16:creationId xmlns:a16="http://schemas.microsoft.com/office/drawing/2014/main" id="{22E4B88F-4A32-4795-BB08-705991AB609A}"/>
              </a:ext>
            </a:extLst>
          </p:cNvPr>
          <p:cNvSpPr txBox="1"/>
          <p:nvPr/>
        </p:nvSpPr>
        <p:spPr>
          <a:xfrm>
            <a:off x="7127849" y="-609599"/>
            <a:ext cx="176165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128 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位明文</a:t>
            </a:r>
            <a:endParaRPr lang="en-US" altLang="zh-CN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5B0A1F64-7686-49B8-A062-E93D97B1058E}"/>
              </a:ext>
            </a:extLst>
          </p:cNvPr>
          <p:cNvSpPr/>
          <p:nvPr/>
        </p:nvSpPr>
        <p:spPr>
          <a:xfrm>
            <a:off x="7014584" y="2436007"/>
            <a:ext cx="1988186" cy="467584"/>
          </a:xfrm>
          <a:prstGeom prst="rect">
            <a:avLst/>
          </a:prstGeom>
          <a:solidFill>
            <a:srgbClr val="D745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AddRoundKey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F51C68DD-AF7D-4BFD-A7EC-ACEA33D7AFCE}"/>
              </a:ext>
            </a:extLst>
          </p:cNvPr>
          <p:cNvSpPr/>
          <p:nvPr/>
        </p:nvSpPr>
        <p:spPr>
          <a:xfrm>
            <a:off x="7014584" y="3826135"/>
            <a:ext cx="1988186" cy="467584"/>
          </a:xfrm>
          <a:prstGeom prst="rect">
            <a:avLst/>
          </a:prstGeom>
          <a:solidFill>
            <a:srgbClr val="D745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SubBytes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691EF4F2-DB32-4513-AEFD-650E789D9C73}"/>
              </a:ext>
            </a:extLst>
          </p:cNvPr>
          <p:cNvSpPr/>
          <p:nvPr/>
        </p:nvSpPr>
        <p:spPr>
          <a:xfrm>
            <a:off x="7014584" y="6880231"/>
            <a:ext cx="1988186" cy="467584"/>
          </a:xfrm>
          <a:prstGeom prst="rect">
            <a:avLst/>
          </a:prstGeom>
          <a:solidFill>
            <a:srgbClr val="D745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AddRoundKey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C6C4C670-59CB-46A4-9E92-0A7B5724753C}"/>
              </a:ext>
            </a:extLst>
          </p:cNvPr>
          <p:cNvSpPr/>
          <p:nvPr/>
        </p:nvSpPr>
        <p:spPr>
          <a:xfrm>
            <a:off x="7014584" y="4844167"/>
            <a:ext cx="1988186" cy="467584"/>
          </a:xfrm>
          <a:prstGeom prst="rect">
            <a:avLst/>
          </a:prstGeom>
          <a:solidFill>
            <a:srgbClr val="D745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ShiftRows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F049D583-048E-4BB8-8A94-77358AE81E2D}"/>
              </a:ext>
            </a:extLst>
          </p:cNvPr>
          <p:cNvSpPr/>
          <p:nvPr/>
        </p:nvSpPr>
        <p:spPr>
          <a:xfrm>
            <a:off x="7014584" y="5862199"/>
            <a:ext cx="1988186" cy="467584"/>
          </a:xfrm>
          <a:prstGeom prst="rect">
            <a:avLst/>
          </a:prstGeom>
          <a:solidFill>
            <a:srgbClr val="D745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MixColumns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44A4C258-13D0-4627-910A-34D16B603F6D}"/>
              </a:ext>
            </a:extLst>
          </p:cNvPr>
          <p:cNvSpPr/>
          <p:nvPr/>
        </p:nvSpPr>
        <p:spPr>
          <a:xfrm>
            <a:off x="7014584" y="10527490"/>
            <a:ext cx="1988186" cy="467584"/>
          </a:xfrm>
          <a:prstGeom prst="rect">
            <a:avLst/>
          </a:prstGeom>
          <a:solidFill>
            <a:srgbClr val="D745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AddRoundKey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352BA8FF-2D84-4018-BB30-EBD3DADA5A9C}"/>
              </a:ext>
            </a:extLst>
          </p:cNvPr>
          <p:cNvSpPr/>
          <p:nvPr/>
        </p:nvSpPr>
        <p:spPr>
          <a:xfrm>
            <a:off x="7014584" y="8491426"/>
            <a:ext cx="1988186" cy="467584"/>
          </a:xfrm>
          <a:prstGeom prst="rect">
            <a:avLst/>
          </a:prstGeom>
          <a:solidFill>
            <a:srgbClr val="D745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SubBytes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588852BB-3FEC-4943-938D-DC841CC89AC8}"/>
              </a:ext>
            </a:extLst>
          </p:cNvPr>
          <p:cNvSpPr/>
          <p:nvPr/>
        </p:nvSpPr>
        <p:spPr>
          <a:xfrm>
            <a:off x="7014584" y="9509458"/>
            <a:ext cx="1988186" cy="467584"/>
          </a:xfrm>
          <a:prstGeom prst="rect">
            <a:avLst/>
          </a:prstGeom>
          <a:solidFill>
            <a:srgbClr val="D745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ShiftRows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1E0A38D0-4C7A-4B99-A83E-B45EB23CF554}"/>
              </a:ext>
            </a:extLst>
          </p:cNvPr>
          <p:cNvSpPr txBox="1"/>
          <p:nvPr/>
        </p:nvSpPr>
        <p:spPr>
          <a:xfrm>
            <a:off x="7127849" y="14062900"/>
            <a:ext cx="176165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128 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位密文</a:t>
            </a:r>
            <a:endParaRPr lang="en-US" altLang="zh-CN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8" name="直接箭头连接符 137">
            <a:extLst>
              <a:ext uri="{FF2B5EF4-FFF2-40B4-BE49-F238E27FC236}">
                <a16:creationId xmlns:a16="http://schemas.microsoft.com/office/drawing/2014/main" id="{4A3DBD40-A6A5-433C-9527-406B5F78C35A}"/>
              </a:ext>
            </a:extLst>
          </p:cNvPr>
          <p:cNvCxnSpPr>
            <a:cxnSpLocks/>
            <a:stCxn id="126" idx="2"/>
            <a:endCxn id="19" idx="0"/>
          </p:cNvCxnSpPr>
          <p:nvPr/>
        </p:nvCxnSpPr>
        <p:spPr>
          <a:xfrm>
            <a:off x="8008677" y="-240267"/>
            <a:ext cx="0" cy="60467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箭头连接符 140">
            <a:extLst>
              <a:ext uri="{FF2B5EF4-FFF2-40B4-BE49-F238E27FC236}">
                <a16:creationId xmlns:a16="http://schemas.microsoft.com/office/drawing/2014/main" id="{5158EA33-7D10-4665-BC96-022C3E10FA6F}"/>
              </a:ext>
            </a:extLst>
          </p:cNvPr>
          <p:cNvCxnSpPr>
            <a:cxnSpLocks/>
            <a:stCxn id="19" idx="2"/>
            <a:endCxn id="127" idx="0"/>
          </p:cNvCxnSpPr>
          <p:nvPr/>
        </p:nvCxnSpPr>
        <p:spPr>
          <a:xfrm>
            <a:off x="8008677" y="1847766"/>
            <a:ext cx="0" cy="58824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箭头连接符 143">
            <a:extLst>
              <a:ext uri="{FF2B5EF4-FFF2-40B4-BE49-F238E27FC236}">
                <a16:creationId xmlns:a16="http://schemas.microsoft.com/office/drawing/2014/main" id="{41020221-A792-4B20-8ADF-448D26CE1B49}"/>
              </a:ext>
            </a:extLst>
          </p:cNvPr>
          <p:cNvCxnSpPr>
            <a:cxnSpLocks/>
            <a:stCxn id="127" idx="2"/>
            <a:endCxn id="128" idx="0"/>
          </p:cNvCxnSpPr>
          <p:nvPr/>
        </p:nvCxnSpPr>
        <p:spPr>
          <a:xfrm>
            <a:off x="8008677" y="2903591"/>
            <a:ext cx="0" cy="92254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接箭头连接符 146">
            <a:extLst>
              <a:ext uri="{FF2B5EF4-FFF2-40B4-BE49-F238E27FC236}">
                <a16:creationId xmlns:a16="http://schemas.microsoft.com/office/drawing/2014/main" id="{DC68618B-3837-44B0-BF87-4556C16E54C1}"/>
              </a:ext>
            </a:extLst>
          </p:cNvPr>
          <p:cNvCxnSpPr>
            <a:cxnSpLocks/>
            <a:stCxn id="128" idx="2"/>
            <a:endCxn id="130" idx="0"/>
          </p:cNvCxnSpPr>
          <p:nvPr/>
        </p:nvCxnSpPr>
        <p:spPr>
          <a:xfrm>
            <a:off x="8008677" y="4293719"/>
            <a:ext cx="0" cy="550448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箭头连接符 149">
            <a:extLst>
              <a:ext uri="{FF2B5EF4-FFF2-40B4-BE49-F238E27FC236}">
                <a16:creationId xmlns:a16="http://schemas.microsoft.com/office/drawing/2014/main" id="{A9B323DA-0E48-48E2-87C7-640F7762C4B6}"/>
              </a:ext>
            </a:extLst>
          </p:cNvPr>
          <p:cNvCxnSpPr>
            <a:cxnSpLocks/>
            <a:stCxn id="130" idx="2"/>
            <a:endCxn id="131" idx="0"/>
          </p:cNvCxnSpPr>
          <p:nvPr/>
        </p:nvCxnSpPr>
        <p:spPr>
          <a:xfrm>
            <a:off x="8008677" y="5311751"/>
            <a:ext cx="0" cy="550448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BD673B01-9EF5-473D-BD7A-0826F58EE7CC}"/>
              </a:ext>
            </a:extLst>
          </p:cNvPr>
          <p:cNvCxnSpPr>
            <a:cxnSpLocks/>
            <a:stCxn id="131" idx="2"/>
            <a:endCxn id="129" idx="0"/>
          </p:cNvCxnSpPr>
          <p:nvPr/>
        </p:nvCxnSpPr>
        <p:spPr>
          <a:xfrm>
            <a:off x="8008677" y="6329783"/>
            <a:ext cx="0" cy="550448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箭头连接符 155">
            <a:extLst>
              <a:ext uri="{FF2B5EF4-FFF2-40B4-BE49-F238E27FC236}">
                <a16:creationId xmlns:a16="http://schemas.microsoft.com/office/drawing/2014/main" id="{B888D2C8-7CF7-4A59-A4A0-713D5E353F7D}"/>
              </a:ext>
            </a:extLst>
          </p:cNvPr>
          <p:cNvCxnSpPr>
            <a:cxnSpLocks/>
            <a:stCxn id="129" idx="2"/>
            <a:endCxn id="133" idx="0"/>
          </p:cNvCxnSpPr>
          <p:nvPr/>
        </p:nvCxnSpPr>
        <p:spPr>
          <a:xfrm>
            <a:off x="8008677" y="7347815"/>
            <a:ext cx="0" cy="114361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接箭头连接符 159">
            <a:extLst>
              <a:ext uri="{FF2B5EF4-FFF2-40B4-BE49-F238E27FC236}">
                <a16:creationId xmlns:a16="http://schemas.microsoft.com/office/drawing/2014/main" id="{26E67227-01A1-4A5B-8117-F0BAD310113C}"/>
              </a:ext>
            </a:extLst>
          </p:cNvPr>
          <p:cNvCxnSpPr>
            <a:cxnSpLocks/>
            <a:stCxn id="133" idx="2"/>
            <a:endCxn id="134" idx="0"/>
          </p:cNvCxnSpPr>
          <p:nvPr/>
        </p:nvCxnSpPr>
        <p:spPr>
          <a:xfrm>
            <a:off x="8008677" y="8959010"/>
            <a:ext cx="0" cy="550448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接箭头连接符 162">
            <a:extLst>
              <a:ext uri="{FF2B5EF4-FFF2-40B4-BE49-F238E27FC236}">
                <a16:creationId xmlns:a16="http://schemas.microsoft.com/office/drawing/2014/main" id="{E23B3122-0FC3-4687-8412-8CABC0212C7F}"/>
              </a:ext>
            </a:extLst>
          </p:cNvPr>
          <p:cNvCxnSpPr>
            <a:cxnSpLocks/>
            <a:stCxn id="134" idx="2"/>
            <a:endCxn id="132" idx="0"/>
          </p:cNvCxnSpPr>
          <p:nvPr/>
        </p:nvCxnSpPr>
        <p:spPr>
          <a:xfrm>
            <a:off x="8008677" y="9977042"/>
            <a:ext cx="0" cy="550448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接箭头连接符 166">
            <a:extLst>
              <a:ext uri="{FF2B5EF4-FFF2-40B4-BE49-F238E27FC236}">
                <a16:creationId xmlns:a16="http://schemas.microsoft.com/office/drawing/2014/main" id="{507BADAB-F51A-4C1A-B77B-1D88465C2F6D}"/>
              </a:ext>
            </a:extLst>
          </p:cNvPr>
          <p:cNvCxnSpPr>
            <a:cxnSpLocks/>
            <a:stCxn id="132" idx="2"/>
            <a:endCxn id="21" idx="0"/>
          </p:cNvCxnSpPr>
          <p:nvPr/>
        </p:nvCxnSpPr>
        <p:spPr>
          <a:xfrm>
            <a:off x="8008677" y="10995074"/>
            <a:ext cx="0" cy="103396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接箭头连接符 173">
            <a:extLst>
              <a:ext uri="{FF2B5EF4-FFF2-40B4-BE49-F238E27FC236}">
                <a16:creationId xmlns:a16="http://schemas.microsoft.com/office/drawing/2014/main" id="{710271BF-DEA9-4773-A4CE-76A618EFD698}"/>
              </a:ext>
            </a:extLst>
          </p:cNvPr>
          <p:cNvCxnSpPr>
            <a:cxnSpLocks/>
            <a:stCxn id="21" idx="2"/>
            <a:endCxn id="137" idx="0"/>
          </p:cNvCxnSpPr>
          <p:nvPr/>
        </p:nvCxnSpPr>
        <p:spPr>
          <a:xfrm>
            <a:off x="8008677" y="13512395"/>
            <a:ext cx="0" cy="55050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连接符: 肘形 177">
            <a:extLst>
              <a:ext uri="{FF2B5EF4-FFF2-40B4-BE49-F238E27FC236}">
                <a16:creationId xmlns:a16="http://schemas.microsoft.com/office/drawing/2014/main" id="{5E6AA5F8-5A17-4F2C-9EFC-92D5C1A034E7}"/>
              </a:ext>
            </a:extLst>
          </p:cNvPr>
          <p:cNvCxnSpPr>
            <a:cxnSpLocks/>
            <a:stCxn id="129" idx="2"/>
            <a:endCxn id="128" idx="0"/>
          </p:cNvCxnSpPr>
          <p:nvPr/>
        </p:nvCxnSpPr>
        <p:spPr>
          <a:xfrm rot="5400000" flipH="1">
            <a:off x="6247837" y="5586975"/>
            <a:ext cx="3521680" cy="12700"/>
          </a:xfrm>
          <a:prstGeom prst="bentConnector5">
            <a:avLst>
              <a:gd name="adj1" fmla="val -13343"/>
              <a:gd name="adj2" fmla="val -11372496"/>
              <a:gd name="adj3" fmla="val 112982"/>
            </a:avLst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文本框 183">
            <a:extLst>
              <a:ext uri="{FF2B5EF4-FFF2-40B4-BE49-F238E27FC236}">
                <a16:creationId xmlns:a16="http://schemas.microsoft.com/office/drawing/2014/main" id="{BF1BF964-E438-4543-BE35-A97B99BCB9BA}"/>
              </a:ext>
            </a:extLst>
          </p:cNvPr>
          <p:cNvSpPr txBox="1"/>
          <p:nvPr/>
        </p:nvSpPr>
        <p:spPr>
          <a:xfrm>
            <a:off x="10203025" y="-609599"/>
            <a:ext cx="176165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128 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位密钥</a:t>
            </a:r>
            <a:endParaRPr lang="en-US" altLang="zh-CN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5" name="直接箭头连接符 184">
            <a:extLst>
              <a:ext uri="{FF2B5EF4-FFF2-40B4-BE49-F238E27FC236}">
                <a16:creationId xmlns:a16="http://schemas.microsoft.com/office/drawing/2014/main" id="{33D3298A-B344-44C2-9422-0F2A544F2735}"/>
              </a:ext>
            </a:extLst>
          </p:cNvPr>
          <p:cNvCxnSpPr>
            <a:cxnSpLocks/>
            <a:stCxn id="184" idx="2"/>
            <a:endCxn id="20" idx="0"/>
          </p:cNvCxnSpPr>
          <p:nvPr/>
        </p:nvCxnSpPr>
        <p:spPr>
          <a:xfrm>
            <a:off x="11083853" y="-240267"/>
            <a:ext cx="0" cy="60467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连接符: 肘形 187">
            <a:extLst>
              <a:ext uri="{FF2B5EF4-FFF2-40B4-BE49-F238E27FC236}">
                <a16:creationId xmlns:a16="http://schemas.microsoft.com/office/drawing/2014/main" id="{62CEFE65-E517-474B-B2DD-555F5419F48A}"/>
              </a:ext>
            </a:extLst>
          </p:cNvPr>
          <p:cNvCxnSpPr>
            <a:cxnSpLocks/>
            <a:stCxn id="20" idx="1"/>
            <a:endCxn id="127" idx="3"/>
          </p:cNvCxnSpPr>
          <p:nvPr/>
        </p:nvCxnSpPr>
        <p:spPr>
          <a:xfrm rot="10800000" flipV="1">
            <a:off x="9002771" y="1106085"/>
            <a:ext cx="1339483" cy="1563713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矩形 190">
            <a:extLst>
              <a:ext uri="{FF2B5EF4-FFF2-40B4-BE49-F238E27FC236}">
                <a16:creationId xmlns:a16="http://schemas.microsoft.com/office/drawing/2014/main" id="{9C263186-6B3B-4A02-8ABA-1AA528ED1FE6}"/>
              </a:ext>
            </a:extLst>
          </p:cNvPr>
          <p:cNvSpPr/>
          <p:nvPr/>
        </p:nvSpPr>
        <p:spPr>
          <a:xfrm>
            <a:off x="10089761" y="2436007"/>
            <a:ext cx="1988186" cy="467584"/>
          </a:xfrm>
          <a:prstGeom prst="rect">
            <a:avLst/>
          </a:prstGeom>
          <a:solidFill>
            <a:srgbClr val="D745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KeySchedule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2" name="表格 2">
                <a:extLst>
                  <a:ext uri="{FF2B5EF4-FFF2-40B4-BE49-F238E27FC236}">
                    <a16:creationId xmlns:a16="http://schemas.microsoft.com/office/drawing/2014/main" id="{04678904-360F-4330-9B25-3981AC5978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8383274"/>
                  </p:ext>
                </p:extLst>
              </p:nvPr>
            </p:nvGraphicFramePr>
            <p:xfrm>
              <a:off x="10898453" y="3306412"/>
              <a:ext cx="370800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0800">
                      <a:extLst>
                        <a:ext uri="{9D8B030D-6E8A-4147-A177-3AD203B41FA5}">
                          <a16:colId xmlns:a16="http://schemas.microsoft.com/office/drawing/2014/main" val="178417129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  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6606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2" name="表格 2">
                <a:extLst>
                  <a:ext uri="{FF2B5EF4-FFF2-40B4-BE49-F238E27FC236}">
                    <a16:creationId xmlns:a16="http://schemas.microsoft.com/office/drawing/2014/main" id="{04678904-360F-4330-9B25-3981AC5978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8383274"/>
                  </p:ext>
                </p:extLst>
              </p:nvPr>
            </p:nvGraphicFramePr>
            <p:xfrm>
              <a:off x="10898453" y="3306412"/>
              <a:ext cx="370800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0800">
                      <a:extLst>
                        <a:ext uri="{9D8B030D-6E8A-4147-A177-3AD203B41FA5}">
                          <a16:colId xmlns:a16="http://schemas.microsoft.com/office/drawing/2014/main" val="178417129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613" t="-1613" r="-3226" b="-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66060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93" name="直接箭头连接符 192">
            <a:extLst>
              <a:ext uri="{FF2B5EF4-FFF2-40B4-BE49-F238E27FC236}">
                <a16:creationId xmlns:a16="http://schemas.microsoft.com/office/drawing/2014/main" id="{1205C0F6-CB9A-4268-8CB2-46D69C4B6BA7}"/>
              </a:ext>
            </a:extLst>
          </p:cNvPr>
          <p:cNvCxnSpPr>
            <a:cxnSpLocks/>
            <a:stCxn id="191" idx="2"/>
            <a:endCxn id="192" idx="0"/>
          </p:cNvCxnSpPr>
          <p:nvPr/>
        </p:nvCxnSpPr>
        <p:spPr>
          <a:xfrm flipH="1">
            <a:off x="11083853" y="2903591"/>
            <a:ext cx="1" cy="40282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矩形 195">
            <a:extLst>
              <a:ext uri="{FF2B5EF4-FFF2-40B4-BE49-F238E27FC236}">
                <a16:creationId xmlns:a16="http://schemas.microsoft.com/office/drawing/2014/main" id="{F1FD5CE9-0B6F-4897-B0B4-A88419397332}"/>
              </a:ext>
            </a:extLst>
          </p:cNvPr>
          <p:cNvSpPr/>
          <p:nvPr/>
        </p:nvSpPr>
        <p:spPr>
          <a:xfrm>
            <a:off x="10089760" y="4158467"/>
            <a:ext cx="1988186" cy="467584"/>
          </a:xfrm>
          <a:prstGeom prst="rect">
            <a:avLst/>
          </a:prstGeom>
          <a:solidFill>
            <a:srgbClr val="D745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KeySchedule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7" name="表格 2">
                <a:extLst>
                  <a:ext uri="{FF2B5EF4-FFF2-40B4-BE49-F238E27FC236}">
                    <a16:creationId xmlns:a16="http://schemas.microsoft.com/office/drawing/2014/main" id="{C78CB5D0-447E-4E6A-994B-5561A34A17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2145255"/>
                  </p:ext>
                </p:extLst>
              </p:nvPr>
            </p:nvGraphicFramePr>
            <p:xfrm>
              <a:off x="10898452" y="5028872"/>
              <a:ext cx="370800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0800">
                      <a:extLst>
                        <a:ext uri="{9D8B030D-6E8A-4147-A177-3AD203B41FA5}">
                          <a16:colId xmlns:a16="http://schemas.microsoft.com/office/drawing/2014/main" val="178417129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  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6606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7" name="表格 2">
                <a:extLst>
                  <a:ext uri="{FF2B5EF4-FFF2-40B4-BE49-F238E27FC236}">
                    <a16:creationId xmlns:a16="http://schemas.microsoft.com/office/drawing/2014/main" id="{C78CB5D0-447E-4E6A-994B-5561A34A17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2145255"/>
                  </p:ext>
                </p:extLst>
              </p:nvPr>
            </p:nvGraphicFramePr>
            <p:xfrm>
              <a:off x="10898452" y="5028872"/>
              <a:ext cx="370800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0800">
                      <a:extLst>
                        <a:ext uri="{9D8B030D-6E8A-4147-A177-3AD203B41FA5}">
                          <a16:colId xmlns:a16="http://schemas.microsoft.com/office/drawing/2014/main" val="178417129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613" t="-1613" r="-3226" b="-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66060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98" name="直接箭头连接符 197">
            <a:extLst>
              <a:ext uri="{FF2B5EF4-FFF2-40B4-BE49-F238E27FC236}">
                <a16:creationId xmlns:a16="http://schemas.microsoft.com/office/drawing/2014/main" id="{E2C917C6-1993-438C-8AA4-F91035F81903}"/>
              </a:ext>
            </a:extLst>
          </p:cNvPr>
          <p:cNvCxnSpPr>
            <a:cxnSpLocks/>
            <a:stCxn id="196" idx="2"/>
            <a:endCxn id="197" idx="0"/>
          </p:cNvCxnSpPr>
          <p:nvPr/>
        </p:nvCxnSpPr>
        <p:spPr>
          <a:xfrm flipH="1">
            <a:off x="11083852" y="4626051"/>
            <a:ext cx="1" cy="40282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矩形 198">
            <a:extLst>
              <a:ext uri="{FF2B5EF4-FFF2-40B4-BE49-F238E27FC236}">
                <a16:creationId xmlns:a16="http://schemas.microsoft.com/office/drawing/2014/main" id="{6E4FF60F-DE06-4816-8F39-02074839243E}"/>
              </a:ext>
            </a:extLst>
          </p:cNvPr>
          <p:cNvSpPr/>
          <p:nvPr/>
        </p:nvSpPr>
        <p:spPr>
          <a:xfrm>
            <a:off x="10089761" y="7851552"/>
            <a:ext cx="1988186" cy="467584"/>
          </a:xfrm>
          <a:prstGeom prst="rect">
            <a:avLst/>
          </a:prstGeom>
          <a:solidFill>
            <a:srgbClr val="D745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KeySchedule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0" name="表格 2">
                <a:extLst>
                  <a:ext uri="{FF2B5EF4-FFF2-40B4-BE49-F238E27FC236}">
                    <a16:creationId xmlns:a16="http://schemas.microsoft.com/office/drawing/2014/main" id="{ECA0C213-BF3F-43A1-A171-1C19F33613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94290723"/>
                  </p:ext>
                </p:extLst>
              </p:nvPr>
            </p:nvGraphicFramePr>
            <p:xfrm>
              <a:off x="10898453" y="8721957"/>
              <a:ext cx="370800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0800">
                      <a:extLst>
                        <a:ext uri="{9D8B030D-6E8A-4147-A177-3AD203B41FA5}">
                          <a16:colId xmlns:a16="http://schemas.microsoft.com/office/drawing/2014/main" val="178417129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  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6606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0" name="表格 2">
                <a:extLst>
                  <a:ext uri="{FF2B5EF4-FFF2-40B4-BE49-F238E27FC236}">
                    <a16:creationId xmlns:a16="http://schemas.microsoft.com/office/drawing/2014/main" id="{ECA0C213-BF3F-43A1-A171-1C19F33613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94290723"/>
                  </p:ext>
                </p:extLst>
              </p:nvPr>
            </p:nvGraphicFramePr>
            <p:xfrm>
              <a:off x="10898453" y="8721957"/>
              <a:ext cx="370800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0800">
                      <a:extLst>
                        <a:ext uri="{9D8B030D-6E8A-4147-A177-3AD203B41FA5}">
                          <a16:colId xmlns:a16="http://schemas.microsoft.com/office/drawing/2014/main" val="178417129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613" t="-1613" r="-3226" b="-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66060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201" name="直接箭头连接符 200">
            <a:extLst>
              <a:ext uri="{FF2B5EF4-FFF2-40B4-BE49-F238E27FC236}">
                <a16:creationId xmlns:a16="http://schemas.microsoft.com/office/drawing/2014/main" id="{150017AB-A8EA-4B39-8F63-3D15EA6E804C}"/>
              </a:ext>
            </a:extLst>
          </p:cNvPr>
          <p:cNvCxnSpPr>
            <a:cxnSpLocks/>
            <a:stCxn id="199" idx="2"/>
            <a:endCxn id="200" idx="0"/>
          </p:cNvCxnSpPr>
          <p:nvPr/>
        </p:nvCxnSpPr>
        <p:spPr>
          <a:xfrm flipH="1">
            <a:off x="11083853" y="8319136"/>
            <a:ext cx="1" cy="40282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矩形 201">
            <a:extLst>
              <a:ext uri="{FF2B5EF4-FFF2-40B4-BE49-F238E27FC236}">
                <a16:creationId xmlns:a16="http://schemas.microsoft.com/office/drawing/2014/main" id="{2619F640-BBC6-4251-9B2E-B776BD4D5B7A}"/>
              </a:ext>
            </a:extLst>
          </p:cNvPr>
          <p:cNvSpPr/>
          <p:nvPr/>
        </p:nvSpPr>
        <p:spPr>
          <a:xfrm>
            <a:off x="10089760" y="9693858"/>
            <a:ext cx="1988186" cy="467584"/>
          </a:xfrm>
          <a:prstGeom prst="rect">
            <a:avLst/>
          </a:prstGeom>
          <a:solidFill>
            <a:srgbClr val="D745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KeySchedule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3" name="表格 2">
                <a:extLst>
                  <a:ext uri="{FF2B5EF4-FFF2-40B4-BE49-F238E27FC236}">
                    <a16:creationId xmlns:a16="http://schemas.microsoft.com/office/drawing/2014/main" id="{253B1693-23B8-4121-AABB-6ACBD553B6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08042252"/>
                  </p:ext>
                </p:extLst>
              </p:nvPr>
            </p:nvGraphicFramePr>
            <p:xfrm>
              <a:off x="10898452" y="10564263"/>
              <a:ext cx="370800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0800">
                      <a:extLst>
                        <a:ext uri="{9D8B030D-6E8A-4147-A177-3AD203B41FA5}">
                          <a16:colId xmlns:a16="http://schemas.microsoft.com/office/drawing/2014/main" val="178417129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  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EF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6606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3" name="表格 2">
                <a:extLst>
                  <a:ext uri="{FF2B5EF4-FFF2-40B4-BE49-F238E27FC236}">
                    <a16:creationId xmlns:a16="http://schemas.microsoft.com/office/drawing/2014/main" id="{253B1693-23B8-4121-AABB-6ACBD553B6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08042252"/>
                  </p:ext>
                </p:extLst>
              </p:nvPr>
            </p:nvGraphicFramePr>
            <p:xfrm>
              <a:off x="10898452" y="10564263"/>
              <a:ext cx="370800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0800">
                      <a:extLst>
                        <a:ext uri="{9D8B030D-6E8A-4147-A177-3AD203B41FA5}">
                          <a16:colId xmlns:a16="http://schemas.microsoft.com/office/drawing/2014/main" val="178417129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1613" t="-1613" r="-3226" b="-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66060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204" name="直接箭头连接符 203">
            <a:extLst>
              <a:ext uri="{FF2B5EF4-FFF2-40B4-BE49-F238E27FC236}">
                <a16:creationId xmlns:a16="http://schemas.microsoft.com/office/drawing/2014/main" id="{78BB7B80-8712-4205-B273-FB93B2E4C6FE}"/>
              </a:ext>
            </a:extLst>
          </p:cNvPr>
          <p:cNvCxnSpPr>
            <a:cxnSpLocks/>
            <a:stCxn id="202" idx="2"/>
            <a:endCxn id="203" idx="0"/>
          </p:cNvCxnSpPr>
          <p:nvPr/>
        </p:nvCxnSpPr>
        <p:spPr>
          <a:xfrm flipH="1">
            <a:off x="11083852" y="10161442"/>
            <a:ext cx="1" cy="40282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接箭头连接符 204">
            <a:extLst>
              <a:ext uri="{FF2B5EF4-FFF2-40B4-BE49-F238E27FC236}">
                <a16:creationId xmlns:a16="http://schemas.microsoft.com/office/drawing/2014/main" id="{376570C8-0AA0-4535-A0BD-D5739E65433A}"/>
              </a:ext>
            </a:extLst>
          </p:cNvPr>
          <p:cNvCxnSpPr>
            <a:cxnSpLocks/>
            <a:stCxn id="203" idx="1"/>
            <a:endCxn id="132" idx="3"/>
          </p:cNvCxnSpPr>
          <p:nvPr/>
        </p:nvCxnSpPr>
        <p:spPr>
          <a:xfrm flipH="1">
            <a:off x="9002770" y="10749683"/>
            <a:ext cx="1895682" cy="11599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接箭头连接符 207">
            <a:extLst>
              <a:ext uri="{FF2B5EF4-FFF2-40B4-BE49-F238E27FC236}">
                <a16:creationId xmlns:a16="http://schemas.microsoft.com/office/drawing/2014/main" id="{49FCA653-9494-4EF2-AF2E-CB75C2333DDB}"/>
              </a:ext>
            </a:extLst>
          </p:cNvPr>
          <p:cNvCxnSpPr>
            <a:cxnSpLocks/>
            <a:stCxn id="200" idx="2"/>
            <a:endCxn id="202" idx="0"/>
          </p:cNvCxnSpPr>
          <p:nvPr/>
        </p:nvCxnSpPr>
        <p:spPr>
          <a:xfrm>
            <a:off x="11083853" y="9092797"/>
            <a:ext cx="0" cy="60106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接箭头连接符 210">
            <a:extLst>
              <a:ext uri="{FF2B5EF4-FFF2-40B4-BE49-F238E27FC236}">
                <a16:creationId xmlns:a16="http://schemas.microsoft.com/office/drawing/2014/main" id="{694B66AD-B479-4766-982A-C56500BF27D9}"/>
              </a:ext>
            </a:extLst>
          </p:cNvPr>
          <p:cNvCxnSpPr>
            <a:cxnSpLocks/>
            <a:stCxn id="192" idx="2"/>
            <a:endCxn id="196" idx="0"/>
          </p:cNvCxnSpPr>
          <p:nvPr/>
        </p:nvCxnSpPr>
        <p:spPr>
          <a:xfrm>
            <a:off x="11083853" y="3677252"/>
            <a:ext cx="0" cy="48121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文本框 213">
                <a:extLst>
                  <a:ext uri="{FF2B5EF4-FFF2-40B4-BE49-F238E27FC236}">
                    <a16:creationId xmlns:a16="http://schemas.microsoft.com/office/drawing/2014/main" id="{CCBBC7BF-D9BF-4F47-9AFA-31515731F5CD}"/>
                  </a:ext>
                </a:extLst>
              </p:cNvPr>
              <p:cNvSpPr txBox="1"/>
              <p:nvPr/>
            </p:nvSpPr>
            <p:spPr>
              <a:xfrm>
                <a:off x="10971776" y="6381727"/>
                <a:ext cx="224152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⋮</m:t>
                      </m:r>
                    </m:oMath>
                  </m:oMathPara>
                </a14:m>
                <a:endParaRPr lang="en-US" altLang="zh-CN" b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14" name="文本框 213">
                <a:extLst>
                  <a:ext uri="{FF2B5EF4-FFF2-40B4-BE49-F238E27FC236}">
                    <a16:creationId xmlns:a16="http://schemas.microsoft.com/office/drawing/2014/main" id="{CCBBC7BF-D9BF-4F47-9AFA-31515731F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1776" y="6381727"/>
                <a:ext cx="224152" cy="369332"/>
              </a:xfrm>
              <a:prstGeom prst="rect">
                <a:avLst/>
              </a:prstGeom>
              <a:blipFill>
                <a:blip r:embed="rId9"/>
                <a:stretch>
                  <a:fillRect r="-81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5" name="直接箭头连接符 214">
            <a:extLst>
              <a:ext uri="{FF2B5EF4-FFF2-40B4-BE49-F238E27FC236}">
                <a16:creationId xmlns:a16="http://schemas.microsoft.com/office/drawing/2014/main" id="{E95CBA4E-8230-4404-8620-FFCBA3981F54}"/>
              </a:ext>
            </a:extLst>
          </p:cNvPr>
          <p:cNvCxnSpPr>
            <a:cxnSpLocks/>
            <a:stCxn id="197" idx="2"/>
            <a:endCxn id="214" idx="0"/>
          </p:cNvCxnSpPr>
          <p:nvPr/>
        </p:nvCxnSpPr>
        <p:spPr>
          <a:xfrm>
            <a:off x="11083852" y="5399712"/>
            <a:ext cx="0" cy="98201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直接箭头连接符 217">
            <a:extLst>
              <a:ext uri="{FF2B5EF4-FFF2-40B4-BE49-F238E27FC236}">
                <a16:creationId xmlns:a16="http://schemas.microsoft.com/office/drawing/2014/main" id="{FA9CAE7C-6F90-4C21-BAC6-38EDEC4D2057}"/>
              </a:ext>
            </a:extLst>
          </p:cNvPr>
          <p:cNvCxnSpPr>
            <a:cxnSpLocks/>
            <a:stCxn id="214" idx="2"/>
            <a:endCxn id="199" idx="0"/>
          </p:cNvCxnSpPr>
          <p:nvPr/>
        </p:nvCxnSpPr>
        <p:spPr>
          <a:xfrm>
            <a:off x="11083852" y="6751059"/>
            <a:ext cx="2" cy="110049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连接符: 肘形 220">
            <a:extLst>
              <a:ext uri="{FF2B5EF4-FFF2-40B4-BE49-F238E27FC236}">
                <a16:creationId xmlns:a16="http://schemas.microsoft.com/office/drawing/2014/main" id="{E8B5D61E-D34A-4B62-AC7E-4FC9D0F64113}"/>
              </a:ext>
            </a:extLst>
          </p:cNvPr>
          <p:cNvCxnSpPr>
            <a:cxnSpLocks/>
            <a:stCxn id="192" idx="1"/>
            <a:endCxn id="129" idx="3"/>
          </p:cNvCxnSpPr>
          <p:nvPr/>
        </p:nvCxnSpPr>
        <p:spPr>
          <a:xfrm rot="10800000" flipV="1">
            <a:off x="9002771" y="3491831"/>
            <a:ext cx="1895683" cy="3622191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连接符: 肘形 223">
            <a:extLst>
              <a:ext uri="{FF2B5EF4-FFF2-40B4-BE49-F238E27FC236}">
                <a16:creationId xmlns:a16="http://schemas.microsoft.com/office/drawing/2014/main" id="{82B9439F-80B5-49EB-B59E-56A9B14E2AC1}"/>
              </a:ext>
            </a:extLst>
          </p:cNvPr>
          <p:cNvCxnSpPr>
            <a:cxnSpLocks/>
            <a:stCxn id="197" idx="1"/>
            <a:endCxn id="129" idx="3"/>
          </p:cNvCxnSpPr>
          <p:nvPr/>
        </p:nvCxnSpPr>
        <p:spPr>
          <a:xfrm rot="10800000" flipV="1">
            <a:off x="9002770" y="5214291"/>
            <a:ext cx="1895682" cy="1899731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连接符: 肘形 226">
            <a:extLst>
              <a:ext uri="{FF2B5EF4-FFF2-40B4-BE49-F238E27FC236}">
                <a16:creationId xmlns:a16="http://schemas.microsoft.com/office/drawing/2014/main" id="{3C0A6C05-2E5D-42BA-A760-73D583506867}"/>
              </a:ext>
            </a:extLst>
          </p:cNvPr>
          <p:cNvCxnSpPr>
            <a:cxnSpLocks/>
            <a:stCxn id="200" idx="1"/>
            <a:endCxn id="129" idx="3"/>
          </p:cNvCxnSpPr>
          <p:nvPr/>
        </p:nvCxnSpPr>
        <p:spPr>
          <a:xfrm rot="10800000">
            <a:off x="9002771" y="7114023"/>
            <a:ext cx="1895683" cy="1793354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文本框 229">
            <a:extLst>
              <a:ext uri="{FF2B5EF4-FFF2-40B4-BE49-F238E27FC236}">
                <a16:creationId xmlns:a16="http://schemas.microsoft.com/office/drawing/2014/main" id="{597487DF-B4D5-4214-99B2-2D2B983AA068}"/>
              </a:ext>
            </a:extLst>
          </p:cNvPr>
          <p:cNvSpPr txBox="1"/>
          <p:nvPr/>
        </p:nvSpPr>
        <p:spPr>
          <a:xfrm rot="16200000">
            <a:off x="8664492" y="5227937"/>
            <a:ext cx="123724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 Rounds</a:t>
            </a:r>
          </a:p>
        </p:txBody>
      </p:sp>
      <p:sp>
        <p:nvSpPr>
          <p:cNvPr id="231" name="矩形 230">
            <a:extLst>
              <a:ext uri="{FF2B5EF4-FFF2-40B4-BE49-F238E27FC236}">
                <a16:creationId xmlns:a16="http://schemas.microsoft.com/office/drawing/2014/main" id="{ACD48CC9-1E23-4BE2-B5C6-477F9BBD24D3}"/>
              </a:ext>
            </a:extLst>
          </p:cNvPr>
          <p:cNvSpPr/>
          <p:nvPr/>
        </p:nvSpPr>
        <p:spPr>
          <a:xfrm rot="5400000">
            <a:off x="13818696" y="580437"/>
            <a:ext cx="370800" cy="370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32" name="矩形 231">
            <a:extLst>
              <a:ext uri="{FF2B5EF4-FFF2-40B4-BE49-F238E27FC236}">
                <a16:creationId xmlns:a16="http://schemas.microsoft.com/office/drawing/2014/main" id="{90C2F470-9EA3-4F83-B8CB-196D2929F101}"/>
              </a:ext>
            </a:extLst>
          </p:cNvPr>
          <p:cNvSpPr/>
          <p:nvPr/>
        </p:nvSpPr>
        <p:spPr>
          <a:xfrm rot="5400000">
            <a:off x="13451890" y="580437"/>
            <a:ext cx="370800" cy="370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33" name="矩形 232">
            <a:extLst>
              <a:ext uri="{FF2B5EF4-FFF2-40B4-BE49-F238E27FC236}">
                <a16:creationId xmlns:a16="http://schemas.microsoft.com/office/drawing/2014/main" id="{008ECCEC-6BD8-42D4-BC62-0E2C39587C13}"/>
              </a:ext>
            </a:extLst>
          </p:cNvPr>
          <p:cNvSpPr/>
          <p:nvPr/>
        </p:nvSpPr>
        <p:spPr>
          <a:xfrm rot="5400000">
            <a:off x="13087126" y="580437"/>
            <a:ext cx="370800" cy="370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34" name="矩形 233">
            <a:extLst>
              <a:ext uri="{FF2B5EF4-FFF2-40B4-BE49-F238E27FC236}">
                <a16:creationId xmlns:a16="http://schemas.microsoft.com/office/drawing/2014/main" id="{3F36CA62-A1D8-4951-BBE7-ED75C4F11539}"/>
              </a:ext>
            </a:extLst>
          </p:cNvPr>
          <p:cNvSpPr/>
          <p:nvPr/>
        </p:nvSpPr>
        <p:spPr>
          <a:xfrm rot="5400000">
            <a:off x="12719209" y="580437"/>
            <a:ext cx="370800" cy="370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35" name="矩形 234">
            <a:extLst>
              <a:ext uri="{FF2B5EF4-FFF2-40B4-BE49-F238E27FC236}">
                <a16:creationId xmlns:a16="http://schemas.microsoft.com/office/drawing/2014/main" id="{C25221A2-41BE-4EC0-827A-712969150BE5}"/>
              </a:ext>
            </a:extLst>
          </p:cNvPr>
          <p:cNvSpPr/>
          <p:nvPr/>
        </p:nvSpPr>
        <p:spPr>
          <a:xfrm rot="5400000">
            <a:off x="13819532" y="1691641"/>
            <a:ext cx="370800" cy="370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36" name="矩形 235">
            <a:extLst>
              <a:ext uri="{FF2B5EF4-FFF2-40B4-BE49-F238E27FC236}">
                <a16:creationId xmlns:a16="http://schemas.microsoft.com/office/drawing/2014/main" id="{7AE267C6-13FF-4D64-A861-AFB6629FD7A4}"/>
              </a:ext>
            </a:extLst>
          </p:cNvPr>
          <p:cNvSpPr/>
          <p:nvPr/>
        </p:nvSpPr>
        <p:spPr>
          <a:xfrm rot="5400000">
            <a:off x="13452726" y="1691641"/>
            <a:ext cx="370800" cy="370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37" name="矩形 236">
            <a:extLst>
              <a:ext uri="{FF2B5EF4-FFF2-40B4-BE49-F238E27FC236}">
                <a16:creationId xmlns:a16="http://schemas.microsoft.com/office/drawing/2014/main" id="{E0A8215B-6D8A-4F94-9CA8-86F065FCA2E9}"/>
              </a:ext>
            </a:extLst>
          </p:cNvPr>
          <p:cNvSpPr/>
          <p:nvPr/>
        </p:nvSpPr>
        <p:spPr>
          <a:xfrm rot="5400000">
            <a:off x="13087962" y="1691641"/>
            <a:ext cx="370800" cy="370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38" name="矩形 237">
            <a:extLst>
              <a:ext uri="{FF2B5EF4-FFF2-40B4-BE49-F238E27FC236}">
                <a16:creationId xmlns:a16="http://schemas.microsoft.com/office/drawing/2014/main" id="{AD150182-8457-41B5-B28B-33AFC875CA97}"/>
              </a:ext>
            </a:extLst>
          </p:cNvPr>
          <p:cNvSpPr/>
          <p:nvPr/>
        </p:nvSpPr>
        <p:spPr>
          <a:xfrm rot="5400000">
            <a:off x="12720045" y="1691641"/>
            <a:ext cx="370800" cy="370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39" name="矩形 238">
            <a:extLst>
              <a:ext uri="{FF2B5EF4-FFF2-40B4-BE49-F238E27FC236}">
                <a16:creationId xmlns:a16="http://schemas.microsoft.com/office/drawing/2014/main" id="{3530520C-1D7D-4EF1-A3F6-BE0BDE3C1264}"/>
              </a:ext>
            </a:extLst>
          </p:cNvPr>
          <p:cNvSpPr/>
          <p:nvPr/>
        </p:nvSpPr>
        <p:spPr>
          <a:xfrm rot="5400000">
            <a:off x="17264156" y="603728"/>
            <a:ext cx="370800" cy="370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40" name="矩形 239">
            <a:extLst>
              <a:ext uri="{FF2B5EF4-FFF2-40B4-BE49-F238E27FC236}">
                <a16:creationId xmlns:a16="http://schemas.microsoft.com/office/drawing/2014/main" id="{CC2209CD-B452-4F9B-A90E-245A831563C9}"/>
              </a:ext>
            </a:extLst>
          </p:cNvPr>
          <p:cNvSpPr/>
          <p:nvPr/>
        </p:nvSpPr>
        <p:spPr>
          <a:xfrm rot="5400000">
            <a:off x="16897350" y="603728"/>
            <a:ext cx="370800" cy="370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41" name="矩形 240">
            <a:extLst>
              <a:ext uri="{FF2B5EF4-FFF2-40B4-BE49-F238E27FC236}">
                <a16:creationId xmlns:a16="http://schemas.microsoft.com/office/drawing/2014/main" id="{742F8FAD-4997-47B1-87DE-28C681C34EC4}"/>
              </a:ext>
            </a:extLst>
          </p:cNvPr>
          <p:cNvSpPr/>
          <p:nvPr/>
        </p:nvSpPr>
        <p:spPr>
          <a:xfrm rot="5400000">
            <a:off x="16532586" y="603728"/>
            <a:ext cx="370800" cy="370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42" name="矩形 241">
            <a:extLst>
              <a:ext uri="{FF2B5EF4-FFF2-40B4-BE49-F238E27FC236}">
                <a16:creationId xmlns:a16="http://schemas.microsoft.com/office/drawing/2014/main" id="{DFF3CF51-33C8-401B-AD73-154ED4F881D1}"/>
              </a:ext>
            </a:extLst>
          </p:cNvPr>
          <p:cNvSpPr/>
          <p:nvPr/>
        </p:nvSpPr>
        <p:spPr>
          <a:xfrm rot="5400000">
            <a:off x="16164669" y="603728"/>
            <a:ext cx="370800" cy="370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43" name="矩形 242">
            <a:extLst>
              <a:ext uri="{FF2B5EF4-FFF2-40B4-BE49-F238E27FC236}">
                <a16:creationId xmlns:a16="http://schemas.microsoft.com/office/drawing/2014/main" id="{F9B59E37-73C6-441A-AB8B-01C38118B54F}"/>
              </a:ext>
            </a:extLst>
          </p:cNvPr>
          <p:cNvSpPr/>
          <p:nvPr/>
        </p:nvSpPr>
        <p:spPr>
          <a:xfrm rot="5400000">
            <a:off x="17264992" y="1714932"/>
            <a:ext cx="370800" cy="370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44" name="矩形 243">
            <a:extLst>
              <a:ext uri="{FF2B5EF4-FFF2-40B4-BE49-F238E27FC236}">
                <a16:creationId xmlns:a16="http://schemas.microsoft.com/office/drawing/2014/main" id="{342662E7-3335-4F68-AA31-0F276B6C2202}"/>
              </a:ext>
            </a:extLst>
          </p:cNvPr>
          <p:cNvSpPr/>
          <p:nvPr/>
        </p:nvSpPr>
        <p:spPr>
          <a:xfrm rot="5400000">
            <a:off x="16898186" y="1714932"/>
            <a:ext cx="370800" cy="370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45" name="矩形 244">
            <a:extLst>
              <a:ext uri="{FF2B5EF4-FFF2-40B4-BE49-F238E27FC236}">
                <a16:creationId xmlns:a16="http://schemas.microsoft.com/office/drawing/2014/main" id="{C8EFD642-18C7-42DE-AE76-962DFAB757A0}"/>
              </a:ext>
            </a:extLst>
          </p:cNvPr>
          <p:cNvSpPr/>
          <p:nvPr/>
        </p:nvSpPr>
        <p:spPr>
          <a:xfrm rot="5400000">
            <a:off x="16533422" y="1714932"/>
            <a:ext cx="370800" cy="370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46" name="矩形 245">
            <a:extLst>
              <a:ext uri="{FF2B5EF4-FFF2-40B4-BE49-F238E27FC236}">
                <a16:creationId xmlns:a16="http://schemas.microsoft.com/office/drawing/2014/main" id="{E61C98DC-6C5D-4E47-8575-BB2BBA03FD65}"/>
              </a:ext>
            </a:extLst>
          </p:cNvPr>
          <p:cNvSpPr/>
          <p:nvPr/>
        </p:nvSpPr>
        <p:spPr>
          <a:xfrm rot="5400000">
            <a:off x="16165505" y="1714932"/>
            <a:ext cx="370800" cy="370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47" name="矩形 246">
            <a:extLst>
              <a:ext uri="{FF2B5EF4-FFF2-40B4-BE49-F238E27FC236}">
                <a16:creationId xmlns:a16="http://schemas.microsoft.com/office/drawing/2014/main" id="{A5D71158-052B-472A-9B34-E9094520B311}"/>
              </a:ext>
            </a:extLst>
          </p:cNvPr>
          <p:cNvSpPr/>
          <p:nvPr/>
        </p:nvSpPr>
        <p:spPr>
          <a:xfrm>
            <a:off x="13017324" y="6602727"/>
            <a:ext cx="1988186" cy="467584"/>
          </a:xfrm>
          <a:prstGeom prst="rect">
            <a:avLst/>
          </a:prstGeom>
          <a:solidFill>
            <a:srgbClr val="D745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SubBytes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8" name="直接箭头连接符 247">
            <a:extLst>
              <a:ext uri="{FF2B5EF4-FFF2-40B4-BE49-F238E27FC236}">
                <a16:creationId xmlns:a16="http://schemas.microsoft.com/office/drawing/2014/main" id="{100AE5B4-683C-4F45-96D1-C6F72FA65A69}"/>
              </a:ext>
            </a:extLst>
          </p:cNvPr>
          <p:cNvCxnSpPr>
            <a:cxnSpLocks/>
            <a:stCxn id="235" idx="3"/>
            <a:endCxn id="24" idx="0"/>
          </p:cNvCxnSpPr>
          <p:nvPr/>
        </p:nvCxnSpPr>
        <p:spPr>
          <a:xfrm flipH="1">
            <a:off x="14004096" y="2062441"/>
            <a:ext cx="836" cy="57846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直接箭头连接符 251">
            <a:extLst>
              <a:ext uri="{FF2B5EF4-FFF2-40B4-BE49-F238E27FC236}">
                <a16:creationId xmlns:a16="http://schemas.microsoft.com/office/drawing/2014/main" id="{D18FF4F5-D290-4CC5-ACB1-D0880CA4C0D4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>
            <a:off x="14004096" y="4124264"/>
            <a:ext cx="7321" cy="42454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接箭头连接符 254">
            <a:extLst>
              <a:ext uri="{FF2B5EF4-FFF2-40B4-BE49-F238E27FC236}">
                <a16:creationId xmlns:a16="http://schemas.microsoft.com/office/drawing/2014/main" id="{12B74D26-DA92-4CFD-AD03-B20ACCFF404D}"/>
              </a:ext>
            </a:extLst>
          </p:cNvPr>
          <p:cNvCxnSpPr>
            <a:cxnSpLocks/>
            <a:stCxn id="25" idx="2"/>
            <a:endCxn id="247" idx="0"/>
          </p:cNvCxnSpPr>
          <p:nvPr/>
        </p:nvCxnSpPr>
        <p:spPr>
          <a:xfrm>
            <a:off x="14011417" y="6032167"/>
            <a:ext cx="0" cy="57056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直接箭头连接符 258">
            <a:extLst>
              <a:ext uri="{FF2B5EF4-FFF2-40B4-BE49-F238E27FC236}">
                <a16:creationId xmlns:a16="http://schemas.microsoft.com/office/drawing/2014/main" id="{855AB5E7-4BCC-432C-B1DE-603101F6EFB2}"/>
              </a:ext>
            </a:extLst>
          </p:cNvPr>
          <p:cNvCxnSpPr>
            <a:cxnSpLocks/>
            <a:endCxn id="27" idx="0"/>
          </p:cNvCxnSpPr>
          <p:nvPr/>
        </p:nvCxnSpPr>
        <p:spPr>
          <a:xfrm>
            <a:off x="14011417" y="7070311"/>
            <a:ext cx="4334" cy="62892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直接箭头连接符 261">
            <a:extLst>
              <a:ext uri="{FF2B5EF4-FFF2-40B4-BE49-F238E27FC236}">
                <a16:creationId xmlns:a16="http://schemas.microsoft.com/office/drawing/2014/main" id="{58B05A48-4AC9-4FCA-A3B4-1F1E5049B7AB}"/>
              </a:ext>
            </a:extLst>
          </p:cNvPr>
          <p:cNvCxnSpPr>
            <a:cxnSpLocks/>
            <a:stCxn id="238" idx="3"/>
            <a:endCxn id="26" idx="0"/>
          </p:cNvCxnSpPr>
          <p:nvPr/>
        </p:nvCxnSpPr>
        <p:spPr>
          <a:xfrm flipH="1">
            <a:off x="12904609" y="2062441"/>
            <a:ext cx="836" cy="563679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5" name="矩形 264">
            <a:extLst>
              <a:ext uri="{FF2B5EF4-FFF2-40B4-BE49-F238E27FC236}">
                <a16:creationId xmlns:a16="http://schemas.microsoft.com/office/drawing/2014/main" id="{11D0D885-6917-4682-9B7D-46E8C09C3FB0}"/>
              </a:ext>
            </a:extLst>
          </p:cNvPr>
          <p:cNvSpPr/>
          <p:nvPr/>
        </p:nvSpPr>
        <p:spPr>
          <a:xfrm rot="5400000">
            <a:off x="12717639" y="9975582"/>
            <a:ext cx="370800" cy="370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cxnSp>
        <p:nvCxnSpPr>
          <p:cNvPr id="266" name="直接箭头连接符 265">
            <a:extLst>
              <a:ext uri="{FF2B5EF4-FFF2-40B4-BE49-F238E27FC236}">
                <a16:creationId xmlns:a16="http://schemas.microsoft.com/office/drawing/2014/main" id="{141E1F8C-4BF8-4F42-942C-BFB62E4D244B}"/>
              </a:ext>
            </a:extLst>
          </p:cNvPr>
          <p:cNvCxnSpPr>
            <a:cxnSpLocks/>
            <a:stCxn id="29" idx="0"/>
            <a:endCxn id="246" idx="3"/>
          </p:cNvCxnSpPr>
          <p:nvPr/>
        </p:nvCxnSpPr>
        <p:spPr>
          <a:xfrm flipV="1">
            <a:off x="16350905" y="2085732"/>
            <a:ext cx="0" cy="559564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0" name="组合 269">
            <a:extLst>
              <a:ext uri="{FF2B5EF4-FFF2-40B4-BE49-F238E27FC236}">
                <a16:creationId xmlns:a16="http://schemas.microsoft.com/office/drawing/2014/main" id="{069A2C9A-3F76-43F1-A25D-52B7F3E15B70}"/>
              </a:ext>
            </a:extLst>
          </p:cNvPr>
          <p:cNvGrpSpPr/>
          <p:nvPr/>
        </p:nvGrpSpPr>
        <p:grpSpPr>
          <a:xfrm>
            <a:off x="13246663" y="8235684"/>
            <a:ext cx="410453" cy="410453"/>
            <a:chOff x="4873626" y="5012057"/>
            <a:chExt cx="410453" cy="410453"/>
          </a:xfrm>
        </p:grpSpPr>
        <p:sp>
          <p:nvSpPr>
            <p:cNvPr id="271" name="椭圆 270">
              <a:extLst>
                <a:ext uri="{FF2B5EF4-FFF2-40B4-BE49-F238E27FC236}">
                  <a16:creationId xmlns:a16="http://schemas.microsoft.com/office/drawing/2014/main" id="{5605B7B0-7171-426B-90EB-B6220E5FC561}"/>
                </a:ext>
              </a:extLst>
            </p:cNvPr>
            <p:cNvSpPr/>
            <p:nvPr/>
          </p:nvSpPr>
          <p:spPr>
            <a:xfrm>
              <a:off x="4873626" y="5012057"/>
              <a:ext cx="410453" cy="410453"/>
            </a:xfrm>
            <a:prstGeom prst="ellipse">
              <a:avLst/>
            </a:prstGeom>
            <a:noFill/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72" name="直接连接符 271">
              <a:extLst>
                <a:ext uri="{FF2B5EF4-FFF2-40B4-BE49-F238E27FC236}">
                  <a16:creationId xmlns:a16="http://schemas.microsoft.com/office/drawing/2014/main" id="{D766F167-4210-454A-AC81-63BFD4BCDDBA}"/>
                </a:ext>
              </a:extLst>
            </p:cNvPr>
            <p:cNvCxnSpPr>
              <a:cxnSpLocks/>
              <a:stCxn id="271" idx="6"/>
              <a:endCxn id="271" idx="2"/>
            </p:cNvCxnSpPr>
            <p:nvPr/>
          </p:nvCxnSpPr>
          <p:spPr>
            <a:xfrm flipH="1">
              <a:off x="4873626" y="5217284"/>
              <a:ext cx="410453" cy="0"/>
            </a:xfrm>
            <a:prstGeom prst="line">
              <a:avLst/>
            </a:prstGeom>
            <a:ln w="254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直接连接符 272">
              <a:extLst>
                <a:ext uri="{FF2B5EF4-FFF2-40B4-BE49-F238E27FC236}">
                  <a16:creationId xmlns:a16="http://schemas.microsoft.com/office/drawing/2014/main" id="{1CAFCA39-D288-4B3E-BB7F-C7757151D884}"/>
                </a:ext>
              </a:extLst>
            </p:cNvPr>
            <p:cNvCxnSpPr>
              <a:cxnSpLocks/>
              <a:stCxn id="271" idx="4"/>
              <a:endCxn id="271" idx="0"/>
            </p:cNvCxnSpPr>
            <p:nvPr/>
          </p:nvCxnSpPr>
          <p:spPr>
            <a:xfrm flipV="1">
              <a:off x="5078853" y="5012057"/>
              <a:ext cx="0" cy="410453"/>
            </a:xfrm>
            <a:prstGeom prst="line">
              <a:avLst/>
            </a:prstGeom>
            <a:ln w="254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4" name="组合 273">
            <a:extLst>
              <a:ext uri="{FF2B5EF4-FFF2-40B4-BE49-F238E27FC236}">
                <a16:creationId xmlns:a16="http://schemas.microsoft.com/office/drawing/2014/main" id="{6BEBC431-286C-4E4F-BD90-67569B38408F}"/>
              </a:ext>
            </a:extLst>
          </p:cNvPr>
          <p:cNvGrpSpPr/>
          <p:nvPr/>
        </p:nvGrpSpPr>
        <p:grpSpPr>
          <a:xfrm>
            <a:off x="14417611" y="8245384"/>
            <a:ext cx="410453" cy="410453"/>
            <a:chOff x="4873626" y="5012057"/>
            <a:chExt cx="410453" cy="410453"/>
          </a:xfrm>
        </p:grpSpPr>
        <p:sp>
          <p:nvSpPr>
            <p:cNvPr id="275" name="椭圆 274">
              <a:extLst>
                <a:ext uri="{FF2B5EF4-FFF2-40B4-BE49-F238E27FC236}">
                  <a16:creationId xmlns:a16="http://schemas.microsoft.com/office/drawing/2014/main" id="{F155037D-F8AB-4FEE-AADA-4DF349BA59BF}"/>
                </a:ext>
              </a:extLst>
            </p:cNvPr>
            <p:cNvSpPr/>
            <p:nvPr/>
          </p:nvSpPr>
          <p:spPr>
            <a:xfrm>
              <a:off x="4873626" y="5012057"/>
              <a:ext cx="410453" cy="410453"/>
            </a:xfrm>
            <a:prstGeom prst="ellipse">
              <a:avLst/>
            </a:prstGeom>
            <a:noFill/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76" name="直接连接符 275">
              <a:extLst>
                <a:ext uri="{FF2B5EF4-FFF2-40B4-BE49-F238E27FC236}">
                  <a16:creationId xmlns:a16="http://schemas.microsoft.com/office/drawing/2014/main" id="{E6A98A2A-19F1-4F95-AE32-8994BBE8448A}"/>
                </a:ext>
              </a:extLst>
            </p:cNvPr>
            <p:cNvCxnSpPr>
              <a:cxnSpLocks/>
              <a:stCxn id="275" idx="6"/>
              <a:endCxn id="275" idx="2"/>
            </p:cNvCxnSpPr>
            <p:nvPr/>
          </p:nvCxnSpPr>
          <p:spPr>
            <a:xfrm flipH="1">
              <a:off x="4873626" y="5217284"/>
              <a:ext cx="410453" cy="0"/>
            </a:xfrm>
            <a:prstGeom prst="line">
              <a:avLst/>
            </a:prstGeom>
            <a:ln w="254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直接连接符 276">
              <a:extLst>
                <a:ext uri="{FF2B5EF4-FFF2-40B4-BE49-F238E27FC236}">
                  <a16:creationId xmlns:a16="http://schemas.microsoft.com/office/drawing/2014/main" id="{13053B49-7E08-4B2E-A278-7127ABC88EA5}"/>
                </a:ext>
              </a:extLst>
            </p:cNvPr>
            <p:cNvCxnSpPr>
              <a:cxnSpLocks/>
              <a:stCxn id="275" idx="4"/>
              <a:endCxn id="275" idx="0"/>
            </p:cNvCxnSpPr>
            <p:nvPr/>
          </p:nvCxnSpPr>
          <p:spPr>
            <a:xfrm flipV="1">
              <a:off x="5078853" y="5012057"/>
              <a:ext cx="0" cy="410453"/>
            </a:xfrm>
            <a:prstGeom prst="line">
              <a:avLst/>
            </a:prstGeom>
            <a:ln w="254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8" name="组合 277">
            <a:extLst>
              <a:ext uri="{FF2B5EF4-FFF2-40B4-BE49-F238E27FC236}">
                <a16:creationId xmlns:a16="http://schemas.microsoft.com/office/drawing/2014/main" id="{258D1FFA-41A0-4494-A808-5241431EBC07}"/>
              </a:ext>
            </a:extLst>
          </p:cNvPr>
          <p:cNvGrpSpPr/>
          <p:nvPr/>
        </p:nvGrpSpPr>
        <p:grpSpPr>
          <a:xfrm>
            <a:off x="15568840" y="8397230"/>
            <a:ext cx="413391" cy="51646"/>
            <a:chOff x="3665573" y="1947121"/>
            <a:chExt cx="413391" cy="51646"/>
          </a:xfrm>
        </p:grpSpPr>
        <p:cxnSp>
          <p:nvCxnSpPr>
            <p:cNvPr id="279" name="直接连接符 278">
              <a:extLst>
                <a:ext uri="{FF2B5EF4-FFF2-40B4-BE49-F238E27FC236}">
                  <a16:creationId xmlns:a16="http://schemas.microsoft.com/office/drawing/2014/main" id="{C96CF05A-E4D9-4C91-998F-15372AC244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68511" y="1947121"/>
              <a:ext cx="410453" cy="0"/>
            </a:xfrm>
            <a:prstGeom prst="line">
              <a:avLst/>
            </a:prstGeom>
            <a:ln w="254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直接连接符 279">
              <a:extLst>
                <a:ext uri="{FF2B5EF4-FFF2-40B4-BE49-F238E27FC236}">
                  <a16:creationId xmlns:a16="http://schemas.microsoft.com/office/drawing/2014/main" id="{96003FAB-912B-48DC-A960-274633FF66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65573" y="1998767"/>
              <a:ext cx="410453" cy="0"/>
            </a:xfrm>
            <a:prstGeom prst="line">
              <a:avLst/>
            </a:prstGeom>
            <a:ln w="254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1" name="连接符: 肘形 280">
            <a:extLst>
              <a:ext uri="{FF2B5EF4-FFF2-40B4-BE49-F238E27FC236}">
                <a16:creationId xmlns:a16="http://schemas.microsoft.com/office/drawing/2014/main" id="{318D4031-5F28-44FA-8DE7-B36653F082AF}"/>
              </a:ext>
            </a:extLst>
          </p:cNvPr>
          <p:cNvCxnSpPr>
            <a:cxnSpLocks/>
            <a:stCxn id="265" idx="1"/>
            <a:endCxn id="28" idx="2"/>
          </p:cNvCxnSpPr>
          <p:nvPr/>
        </p:nvCxnSpPr>
        <p:spPr>
          <a:xfrm rot="5400000" flipH="1" flipV="1">
            <a:off x="13641550" y="8426223"/>
            <a:ext cx="810849" cy="2287871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4" name="组合 283">
            <a:extLst>
              <a:ext uri="{FF2B5EF4-FFF2-40B4-BE49-F238E27FC236}">
                <a16:creationId xmlns:a16="http://schemas.microsoft.com/office/drawing/2014/main" id="{C3B12783-488A-4473-9F54-5B045967DCF4}"/>
              </a:ext>
            </a:extLst>
          </p:cNvPr>
          <p:cNvGrpSpPr/>
          <p:nvPr/>
        </p:nvGrpSpPr>
        <p:grpSpPr>
          <a:xfrm>
            <a:off x="16512226" y="2640904"/>
            <a:ext cx="410453" cy="410453"/>
            <a:chOff x="4873626" y="5012057"/>
            <a:chExt cx="410453" cy="410453"/>
          </a:xfrm>
        </p:grpSpPr>
        <p:sp>
          <p:nvSpPr>
            <p:cNvPr id="285" name="椭圆 284">
              <a:extLst>
                <a:ext uri="{FF2B5EF4-FFF2-40B4-BE49-F238E27FC236}">
                  <a16:creationId xmlns:a16="http://schemas.microsoft.com/office/drawing/2014/main" id="{B286E600-798E-4138-96D0-AC4AEB6B8D80}"/>
                </a:ext>
              </a:extLst>
            </p:cNvPr>
            <p:cNvSpPr/>
            <p:nvPr/>
          </p:nvSpPr>
          <p:spPr>
            <a:xfrm>
              <a:off x="4873626" y="5012057"/>
              <a:ext cx="410453" cy="410453"/>
            </a:xfrm>
            <a:prstGeom prst="ellipse">
              <a:avLst/>
            </a:prstGeom>
            <a:noFill/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86" name="直接连接符 285">
              <a:extLst>
                <a:ext uri="{FF2B5EF4-FFF2-40B4-BE49-F238E27FC236}">
                  <a16:creationId xmlns:a16="http://schemas.microsoft.com/office/drawing/2014/main" id="{6D7A512D-3400-41B5-B9DB-6B10328F8562}"/>
                </a:ext>
              </a:extLst>
            </p:cNvPr>
            <p:cNvCxnSpPr>
              <a:cxnSpLocks/>
              <a:stCxn id="285" idx="6"/>
              <a:endCxn id="285" idx="2"/>
            </p:cNvCxnSpPr>
            <p:nvPr/>
          </p:nvCxnSpPr>
          <p:spPr>
            <a:xfrm flipH="1">
              <a:off x="4873626" y="5217284"/>
              <a:ext cx="410453" cy="0"/>
            </a:xfrm>
            <a:prstGeom prst="line">
              <a:avLst/>
            </a:prstGeom>
            <a:ln w="254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直接连接符 286">
              <a:extLst>
                <a:ext uri="{FF2B5EF4-FFF2-40B4-BE49-F238E27FC236}">
                  <a16:creationId xmlns:a16="http://schemas.microsoft.com/office/drawing/2014/main" id="{2F371920-93FB-4849-8325-9F47C45C2331}"/>
                </a:ext>
              </a:extLst>
            </p:cNvPr>
            <p:cNvCxnSpPr>
              <a:cxnSpLocks/>
              <a:stCxn id="285" idx="4"/>
              <a:endCxn id="285" idx="0"/>
            </p:cNvCxnSpPr>
            <p:nvPr/>
          </p:nvCxnSpPr>
          <p:spPr>
            <a:xfrm flipV="1">
              <a:off x="5078853" y="5012057"/>
              <a:ext cx="0" cy="410453"/>
            </a:xfrm>
            <a:prstGeom prst="line">
              <a:avLst/>
            </a:prstGeom>
            <a:ln w="254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8" name="直接箭头连接符 287">
            <a:extLst>
              <a:ext uri="{FF2B5EF4-FFF2-40B4-BE49-F238E27FC236}">
                <a16:creationId xmlns:a16="http://schemas.microsoft.com/office/drawing/2014/main" id="{93A4E466-2E56-4BEA-A999-52B4E68C2E27}"/>
              </a:ext>
            </a:extLst>
          </p:cNvPr>
          <p:cNvCxnSpPr>
            <a:cxnSpLocks/>
            <a:stCxn id="245" idx="3"/>
            <a:endCxn id="285" idx="0"/>
          </p:cNvCxnSpPr>
          <p:nvPr/>
        </p:nvCxnSpPr>
        <p:spPr>
          <a:xfrm flipH="1">
            <a:off x="16717453" y="2085732"/>
            <a:ext cx="1369" cy="555172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连接符: 肘形 290">
            <a:extLst>
              <a:ext uri="{FF2B5EF4-FFF2-40B4-BE49-F238E27FC236}">
                <a16:creationId xmlns:a16="http://schemas.microsoft.com/office/drawing/2014/main" id="{69D66F06-330F-457B-B32B-875F4652F957}"/>
              </a:ext>
            </a:extLst>
          </p:cNvPr>
          <p:cNvCxnSpPr>
            <a:cxnSpLocks/>
            <a:stCxn id="232" idx="1"/>
            <a:endCxn id="285" idx="2"/>
          </p:cNvCxnSpPr>
          <p:nvPr/>
        </p:nvCxnSpPr>
        <p:spPr>
          <a:xfrm rot="16200000" flipH="1">
            <a:off x="13941911" y="275816"/>
            <a:ext cx="2265694" cy="2874936"/>
          </a:xfrm>
          <a:prstGeom prst="bentConnector4">
            <a:avLst>
              <a:gd name="adj1" fmla="val -10090"/>
              <a:gd name="adj2" fmla="val 53224"/>
            </a:avLst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连接符: 肘形 294">
            <a:extLst>
              <a:ext uri="{FF2B5EF4-FFF2-40B4-BE49-F238E27FC236}">
                <a16:creationId xmlns:a16="http://schemas.microsoft.com/office/drawing/2014/main" id="{A3D7B60C-3366-4F4F-AA7C-A7295E428D34}"/>
              </a:ext>
            </a:extLst>
          </p:cNvPr>
          <p:cNvCxnSpPr>
            <a:cxnSpLocks/>
            <a:stCxn id="285" idx="6"/>
            <a:endCxn id="244" idx="3"/>
          </p:cNvCxnSpPr>
          <p:nvPr/>
        </p:nvCxnSpPr>
        <p:spPr>
          <a:xfrm flipV="1">
            <a:off x="16922679" y="2085732"/>
            <a:ext cx="160907" cy="760399"/>
          </a:xfrm>
          <a:prstGeom prst="bentConnector2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9" name="组合 298">
            <a:extLst>
              <a:ext uri="{FF2B5EF4-FFF2-40B4-BE49-F238E27FC236}">
                <a16:creationId xmlns:a16="http://schemas.microsoft.com/office/drawing/2014/main" id="{604BBB02-A59C-4B94-8853-2B4F88C8FB4B}"/>
              </a:ext>
            </a:extLst>
          </p:cNvPr>
          <p:cNvGrpSpPr/>
          <p:nvPr/>
        </p:nvGrpSpPr>
        <p:grpSpPr>
          <a:xfrm>
            <a:off x="16144842" y="-150306"/>
            <a:ext cx="410453" cy="410453"/>
            <a:chOff x="4873626" y="5012057"/>
            <a:chExt cx="410453" cy="410453"/>
          </a:xfrm>
        </p:grpSpPr>
        <p:sp>
          <p:nvSpPr>
            <p:cNvPr id="300" name="椭圆 299">
              <a:extLst>
                <a:ext uri="{FF2B5EF4-FFF2-40B4-BE49-F238E27FC236}">
                  <a16:creationId xmlns:a16="http://schemas.microsoft.com/office/drawing/2014/main" id="{F750DE63-BFC3-4E06-9F4B-F3315978A7D0}"/>
                </a:ext>
              </a:extLst>
            </p:cNvPr>
            <p:cNvSpPr/>
            <p:nvPr/>
          </p:nvSpPr>
          <p:spPr>
            <a:xfrm>
              <a:off x="4873626" y="5012057"/>
              <a:ext cx="410453" cy="410453"/>
            </a:xfrm>
            <a:prstGeom prst="ellipse">
              <a:avLst/>
            </a:prstGeom>
            <a:noFill/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01" name="直接连接符 300">
              <a:extLst>
                <a:ext uri="{FF2B5EF4-FFF2-40B4-BE49-F238E27FC236}">
                  <a16:creationId xmlns:a16="http://schemas.microsoft.com/office/drawing/2014/main" id="{8AF4A69D-42B9-469D-9F8E-D8A7B2119C74}"/>
                </a:ext>
              </a:extLst>
            </p:cNvPr>
            <p:cNvCxnSpPr>
              <a:cxnSpLocks/>
              <a:stCxn id="300" idx="6"/>
              <a:endCxn id="300" idx="2"/>
            </p:cNvCxnSpPr>
            <p:nvPr/>
          </p:nvCxnSpPr>
          <p:spPr>
            <a:xfrm flipH="1">
              <a:off x="4873626" y="5217284"/>
              <a:ext cx="410453" cy="0"/>
            </a:xfrm>
            <a:prstGeom prst="line">
              <a:avLst/>
            </a:prstGeom>
            <a:ln w="254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直接连接符 301">
              <a:extLst>
                <a:ext uri="{FF2B5EF4-FFF2-40B4-BE49-F238E27FC236}">
                  <a16:creationId xmlns:a16="http://schemas.microsoft.com/office/drawing/2014/main" id="{7D09882E-D9DF-479B-83DF-F32920BE4316}"/>
                </a:ext>
              </a:extLst>
            </p:cNvPr>
            <p:cNvCxnSpPr>
              <a:cxnSpLocks/>
              <a:stCxn id="300" idx="4"/>
              <a:endCxn id="300" idx="0"/>
            </p:cNvCxnSpPr>
            <p:nvPr/>
          </p:nvCxnSpPr>
          <p:spPr>
            <a:xfrm flipV="1">
              <a:off x="5078853" y="5012057"/>
              <a:ext cx="0" cy="410453"/>
            </a:xfrm>
            <a:prstGeom prst="line">
              <a:avLst/>
            </a:prstGeom>
            <a:ln w="254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3" name="直接箭头连接符 302">
            <a:extLst>
              <a:ext uri="{FF2B5EF4-FFF2-40B4-BE49-F238E27FC236}">
                <a16:creationId xmlns:a16="http://schemas.microsoft.com/office/drawing/2014/main" id="{40D1464A-D92F-4CD1-8BF6-465BF26A3DFA}"/>
              </a:ext>
            </a:extLst>
          </p:cNvPr>
          <p:cNvCxnSpPr>
            <a:cxnSpLocks/>
            <a:stCxn id="242" idx="1"/>
            <a:endCxn id="300" idx="4"/>
          </p:cNvCxnSpPr>
          <p:nvPr/>
        </p:nvCxnSpPr>
        <p:spPr>
          <a:xfrm flipV="1">
            <a:off x="16350069" y="260147"/>
            <a:ext cx="0" cy="34358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连接符: 肘形 307">
            <a:extLst>
              <a:ext uri="{FF2B5EF4-FFF2-40B4-BE49-F238E27FC236}">
                <a16:creationId xmlns:a16="http://schemas.microsoft.com/office/drawing/2014/main" id="{DB0F52AE-39D9-49E9-8EE0-A93D6BA1179C}"/>
              </a:ext>
            </a:extLst>
          </p:cNvPr>
          <p:cNvCxnSpPr>
            <a:cxnSpLocks/>
            <a:stCxn id="233" idx="1"/>
            <a:endCxn id="300" idx="2"/>
          </p:cNvCxnSpPr>
          <p:nvPr/>
        </p:nvCxnSpPr>
        <p:spPr>
          <a:xfrm rot="5400000" flipH="1" flipV="1">
            <a:off x="14445926" y="-1118479"/>
            <a:ext cx="525516" cy="2872316"/>
          </a:xfrm>
          <a:prstGeom prst="bentConnector2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连接符: 肘形 310">
            <a:extLst>
              <a:ext uri="{FF2B5EF4-FFF2-40B4-BE49-F238E27FC236}">
                <a16:creationId xmlns:a16="http://schemas.microsoft.com/office/drawing/2014/main" id="{B6D18E33-825B-4567-9E5C-F35CEE060336}"/>
              </a:ext>
            </a:extLst>
          </p:cNvPr>
          <p:cNvCxnSpPr>
            <a:cxnSpLocks/>
            <a:stCxn id="300" idx="6"/>
            <a:endCxn id="241" idx="1"/>
          </p:cNvCxnSpPr>
          <p:nvPr/>
        </p:nvCxnSpPr>
        <p:spPr>
          <a:xfrm>
            <a:off x="16555295" y="54921"/>
            <a:ext cx="162691" cy="548807"/>
          </a:xfrm>
          <a:prstGeom prst="bentConnector2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4" name="组合 313">
            <a:extLst>
              <a:ext uri="{FF2B5EF4-FFF2-40B4-BE49-F238E27FC236}">
                <a16:creationId xmlns:a16="http://schemas.microsoft.com/office/drawing/2014/main" id="{08EEBDFD-765E-4387-B579-E92A8F2D445A}"/>
              </a:ext>
            </a:extLst>
          </p:cNvPr>
          <p:cNvGrpSpPr/>
          <p:nvPr/>
        </p:nvGrpSpPr>
        <p:grpSpPr>
          <a:xfrm>
            <a:off x="16873162" y="-448551"/>
            <a:ext cx="410453" cy="410453"/>
            <a:chOff x="4873626" y="5012057"/>
            <a:chExt cx="410453" cy="410453"/>
          </a:xfrm>
        </p:grpSpPr>
        <p:sp>
          <p:nvSpPr>
            <p:cNvPr id="315" name="椭圆 314">
              <a:extLst>
                <a:ext uri="{FF2B5EF4-FFF2-40B4-BE49-F238E27FC236}">
                  <a16:creationId xmlns:a16="http://schemas.microsoft.com/office/drawing/2014/main" id="{1468780A-F332-423C-B0AF-64A676975FEC}"/>
                </a:ext>
              </a:extLst>
            </p:cNvPr>
            <p:cNvSpPr/>
            <p:nvPr/>
          </p:nvSpPr>
          <p:spPr>
            <a:xfrm>
              <a:off x="4873626" y="5012057"/>
              <a:ext cx="410453" cy="410453"/>
            </a:xfrm>
            <a:prstGeom prst="ellipse">
              <a:avLst/>
            </a:prstGeom>
            <a:noFill/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16" name="直接连接符 315">
              <a:extLst>
                <a:ext uri="{FF2B5EF4-FFF2-40B4-BE49-F238E27FC236}">
                  <a16:creationId xmlns:a16="http://schemas.microsoft.com/office/drawing/2014/main" id="{91D09C1C-B660-4484-AB70-8C5A9A1879BE}"/>
                </a:ext>
              </a:extLst>
            </p:cNvPr>
            <p:cNvCxnSpPr>
              <a:cxnSpLocks/>
              <a:stCxn id="315" idx="6"/>
              <a:endCxn id="315" idx="2"/>
            </p:cNvCxnSpPr>
            <p:nvPr/>
          </p:nvCxnSpPr>
          <p:spPr>
            <a:xfrm flipH="1">
              <a:off x="4873626" y="5217284"/>
              <a:ext cx="410453" cy="0"/>
            </a:xfrm>
            <a:prstGeom prst="line">
              <a:avLst/>
            </a:prstGeom>
            <a:ln w="254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直接连接符 316">
              <a:extLst>
                <a:ext uri="{FF2B5EF4-FFF2-40B4-BE49-F238E27FC236}">
                  <a16:creationId xmlns:a16="http://schemas.microsoft.com/office/drawing/2014/main" id="{1AE0886D-91AB-4663-9E3A-DF638C99D268}"/>
                </a:ext>
              </a:extLst>
            </p:cNvPr>
            <p:cNvCxnSpPr>
              <a:cxnSpLocks/>
              <a:stCxn id="315" idx="4"/>
              <a:endCxn id="315" idx="0"/>
            </p:cNvCxnSpPr>
            <p:nvPr/>
          </p:nvCxnSpPr>
          <p:spPr>
            <a:xfrm flipV="1">
              <a:off x="5078853" y="5012057"/>
              <a:ext cx="0" cy="410453"/>
            </a:xfrm>
            <a:prstGeom prst="line">
              <a:avLst/>
            </a:prstGeom>
            <a:ln w="254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8" name="连接符: 肘形 317">
            <a:extLst>
              <a:ext uri="{FF2B5EF4-FFF2-40B4-BE49-F238E27FC236}">
                <a16:creationId xmlns:a16="http://schemas.microsoft.com/office/drawing/2014/main" id="{1A2DE194-6D89-4DD5-9627-0AA59588CE82}"/>
              </a:ext>
            </a:extLst>
          </p:cNvPr>
          <p:cNvCxnSpPr>
            <a:cxnSpLocks/>
            <a:stCxn id="231" idx="1"/>
            <a:endCxn id="315" idx="2"/>
          </p:cNvCxnSpPr>
          <p:nvPr/>
        </p:nvCxnSpPr>
        <p:spPr>
          <a:xfrm rot="5400000" flipH="1" flipV="1">
            <a:off x="15026749" y="-1265976"/>
            <a:ext cx="823761" cy="2869066"/>
          </a:xfrm>
          <a:prstGeom prst="bentConnector2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直接箭头连接符 320">
            <a:extLst>
              <a:ext uri="{FF2B5EF4-FFF2-40B4-BE49-F238E27FC236}">
                <a16:creationId xmlns:a16="http://schemas.microsoft.com/office/drawing/2014/main" id="{61CC1204-7C26-43F0-843D-4EA0F93B3E07}"/>
              </a:ext>
            </a:extLst>
          </p:cNvPr>
          <p:cNvCxnSpPr>
            <a:cxnSpLocks/>
            <a:stCxn id="240" idx="1"/>
            <a:endCxn id="315" idx="4"/>
          </p:cNvCxnSpPr>
          <p:nvPr/>
        </p:nvCxnSpPr>
        <p:spPr>
          <a:xfrm flipH="1" flipV="1">
            <a:off x="17078389" y="-38098"/>
            <a:ext cx="4361" cy="641826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连接符: 肘形 324">
            <a:extLst>
              <a:ext uri="{FF2B5EF4-FFF2-40B4-BE49-F238E27FC236}">
                <a16:creationId xmlns:a16="http://schemas.microsoft.com/office/drawing/2014/main" id="{35B86383-D4F1-4761-9BA9-6F877E43307B}"/>
              </a:ext>
            </a:extLst>
          </p:cNvPr>
          <p:cNvCxnSpPr>
            <a:cxnSpLocks/>
            <a:stCxn id="315" idx="6"/>
            <a:endCxn id="239" idx="1"/>
          </p:cNvCxnSpPr>
          <p:nvPr/>
        </p:nvCxnSpPr>
        <p:spPr>
          <a:xfrm>
            <a:off x="17283615" y="-243324"/>
            <a:ext cx="165941" cy="847052"/>
          </a:xfrm>
          <a:prstGeom prst="bentConnector2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8" name="文本框 327">
            <a:extLst>
              <a:ext uri="{FF2B5EF4-FFF2-40B4-BE49-F238E27FC236}">
                <a16:creationId xmlns:a16="http://schemas.microsoft.com/office/drawing/2014/main" id="{43B19AF0-FC6A-4CF4-B5EB-7645C4344384}"/>
              </a:ext>
            </a:extLst>
          </p:cNvPr>
          <p:cNvSpPr txBox="1"/>
          <p:nvPr/>
        </p:nvSpPr>
        <p:spPr>
          <a:xfrm>
            <a:off x="16368295" y="11449383"/>
            <a:ext cx="168933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KeySchedule</a:t>
            </a:r>
            <a:endParaRPr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700134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组合 55">
            <a:extLst>
              <a:ext uri="{FF2B5EF4-FFF2-40B4-BE49-F238E27FC236}">
                <a16:creationId xmlns:a16="http://schemas.microsoft.com/office/drawing/2014/main" id="{31268FDF-9673-4E5C-A444-E8122339C647}"/>
              </a:ext>
            </a:extLst>
          </p:cNvPr>
          <p:cNvGrpSpPr/>
          <p:nvPr/>
        </p:nvGrpSpPr>
        <p:grpSpPr>
          <a:xfrm>
            <a:off x="-484690" y="-3470371"/>
            <a:ext cx="8304049" cy="4913735"/>
            <a:chOff x="99510" y="1558829"/>
            <a:chExt cx="8304049" cy="4913735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A9BF0F1E-B44E-4367-84A1-5882FD47F9D5}"/>
                </a:ext>
              </a:extLst>
            </p:cNvPr>
            <p:cNvSpPr/>
            <p:nvPr/>
          </p:nvSpPr>
          <p:spPr>
            <a:xfrm>
              <a:off x="4103926" y="1558829"/>
              <a:ext cx="1005829" cy="1005829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KDC</a:t>
              </a:r>
            </a:p>
          </p:txBody>
        </p:sp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D79272E7-6AA7-4858-AC92-4DDB61894B34}"/>
                </a:ext>
              </a:extLst>
            </p:cNvPr>
            <p:cNvSpPr/>
            <p:nvPr/>
          </p:nvSpPr>
          <p:spPr>
            <a:xfrm>
              <a:off x="655554" y="5071883"/>
              <a:ext cx="1005829" cy="1005829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39B0ED96-F5D9-40F4-9C66-6086399063AD}"/>
                </a:ext>
              </a:extLst>
            </p:cNvPr>
            <p:cNvSpPr/>
            <p:nvPr/>
          </p:nvSpPr>
          <p:spPr>
            <a:xfrm>
              <a:off x="7397730" y="5034072"/>
              <a:ext cx="1005829" cy="1005829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298EEDB3-D6B6-4D14-9AD0-14F0AD28586E}"/>
                    </a:ext>
                  </a:extLst>
                </p:cNvPr>
                <p:cNvSpPr txBox="1"/>
                <p:nvPr/>
              </p:nvSpPr>
              <p:spPr>
                <a:xfrm>
                  <a:off x="99510" y="2880947"/>
                  <a:ext cx="2752778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dirty="0">
                      <a:ea typeface="微软雅黑" panose="020B0503020204020204" pitchFamily="34" charset="-122"/>
                    </a:rPr>
                    <a:t>①</a:t>
                  </a:r>
                  <a:r>
                    <a:rPr lang="en-US" altLang="zh-CN" b="0" dirty="0">
                      <a:solidFill>
                        <a:schemeClr val="tx1"/>
                      </a:solidFill>
                      <a:ea typeface="微软雅黑" panose="020B0503020204020204" pitchFamily="34" charset="-122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𝐼𝐷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𝐴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∥ 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𝐼𝐷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∥ 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298EEDB3-D6B6-4D14-9AD0-14F0AD2858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510" y="2880947"/>
                  <a:ext cx="2752778" cy="369332"/>
                </a:xfrm>
                <a:prstGeom prst="rect">
                  <a:avLst/>
                </a:prstGeom>
                <a:blipFill>
                  <a:blip r:embed="rId2"/>
                  <a:stretch>
                    <a:fillRect t="-11667" b="-2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7D0E6294-F057-4E5E-9B5C-5C99920DA96C}"/>
                    </a:ext>
                  </a:extLst>
                </p:cNvPr>
                <p:cNvSpPr txBox="1"/>
                <p:nvPr/>
              </p:nvSpPr>
              <p:spPr>
                <a:xfrm>
                  <a:off x="2468680" y="3250279"/>
                  <a:ext cx="4929050" cy="41287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dirty="0">
                      <a:ea typeface="微软雅黑" panose="020B0503020204020204" pitchFamily="34" charset="-122"/>
                    </a:rPr>
                    <a:t>②</a:t>
                  </a:r>
                  <a:r>
                    <a:rPr lang="en-US" altLang="zh-CN" b="0" dirty="0">
                      <a:solidFill>
                        <a:schemeClr val="tx1"/>
                      </a:solidFill>
                      <a:ea typeface="微软雅黑" panose="020B0503020204020204" pitchFamily="34" charset="-122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𝐸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𝐴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𝑆</m:t>
                              </m:r>
                            </m:sub>
                          </m:s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∥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i="1" smtClean="0">
                                  <a:solidFill>
                                    <a:srgbClr val="D74514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D74514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𝐼𝐷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D74514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∥ 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D7451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D7451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𝐼𝐷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D7451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∥ 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D7451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D7451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D7451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∥ 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𝐼𝐷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7D0E6294-F057-4E5E-9B5C-5C99920DA9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68680" y="3250279"/>
                  <a:ext cx="4929050" cy="412870"/>
                </a:xfrm>
                <a:prstGeom prst="rect">
                  <a:avLst/>
                </a:prstGeom>
                <a:blipFill>
                  <a:blip r:embed="rId3"/>
                  <a:stretch>
                    <a:fillRect t="-2941" b="-176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611FEF37-1B49-45EA-B414-E18C8A0F1C40}"/>
                    </a:ext>
                  </a:extLst>
                </p:cNvPr>
                <p:cNvSpPr txBox="1"/>
                <p:nvPr/>
              </p:nvSpPr>
              <p:spPr>
                <a:xfrm>
                  <a:off x="3666320" y="4541042"/>
                  <a:ext cx="1881040" cy="393121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dirty="0">
                      <a:ea typeface="微软雅黑" panose="020B0503020204020204" pitchFamily="34" charset="-122"/>
                    </a:rPr>
                    <a:t>③</a:t>
                  </a:r>
                  <a:r>
                    <a:rPr lang="en-US" altLang="zh-CN" b="0" dirty="0">
                      <a:solidFill>
                        <a:schemeClr val="tx1"/>
                      </a:solidFill>
                      <a:ea typeface="微软雅黑" panose="020B0503020204020204" pitchFamily="34" charset="-122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𝐼𝐷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</m:oMath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611FEF37-1B49-45EA-B414-E18C8A0F1C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66320" y="4541042"/>
                  <a:ext cx="1881040" cy="393121"/>
                </a:xfrm>
                <a:prstGeom prst="rect">
                  <a:avLst/>
                </a:prstGeom>
                <a:blipFill>
                  <a:blip r:embed="rId4"/>
                  <a:stretch>
                    <a:fillRect t="-7813" b="-187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CCF9EB12-B2FD-4C1D-9CF6-76C26F56F702}"/>
                    </a:ext>
                  </a:extLst>
                </p:cNvPr>
                <p:cNvSpPr txBox="1"/>
                <p:nvPr/>
              </p:nvSpPr>
              <p:spPr>
                <a:xfrm>
                  <a:off x="3946736" y="5339561"/>
                  <a:ext cx="1320208" cy="39485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dirty="0">
                      <a:ea typeface="微软雅黑" panose="020B0503020204020204" pitchFamily="34" charset="-122"/>
                    </a:rPr>
                    <a:t>④</a:t>
                  </a:r>
                  <a:r>
                    <a:rPr lang="en-US" altLang="zh-CN" b="0" dirty="0">
                      <a:solidFill>
                        <a:schemeClr val="tx1"/>
                      </a:solidFill>
                      <a:ea typeface="微软雅黑" panose="020B0503020204020204" pitchFamily="34" charset="-122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𝐸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𝑆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CCF9EB12-B2FD-4C1D-9CF6-76C26F56F7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46736" y="5339561"/>
                  <a:ext cx="1320208" cy="394852"/>
                </a:xfrm>
                <a:prstGeom prst="rect">
                  <a:avLst/>
                </a:prstGeom>
                <a:blipFill>
                  <a:blip r:embed="rId5"/>
                  <a:stretch>
                    <a:fillRect l="-1389" t="-7692" b="-1692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C83186BA-79AE-40D3-922F-E2A9C6BDCE63}"/>
                    </a:ext>
                  </a:extLst>
                </p:cNvPr>
                <p:cNvSpPr txBox="1"/>
                <p:nvPr/>
              </p:nvSpPr>
              <p:spPr>
                <a:xfrm>
                  <a:off x="3666320" y="6077712"/>
                  <a:ext cx="1881040" cy="39485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dirty="0">
                      <a:ea typeface="微软雅黑" panose="020B0503020204020204" pitchFamily="34" charset="-122"/>
                    </a:rPr>
                    <a:t>⑤</a:t>
                  </a:r>
                  <a:r>
                    <a:rPr lang="en-US" altLang="zh-CN" b="0" dirty="0">
                      <a:solidFill>
                        <a:schemeClr val="tx1"/>
                      </a:solidFill>
                      <a:ea typeface="微软雅黑" panose="020B0503020204020204" pitchFamily="34" charset="-122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𝐸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𝑆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C83186BA-79AE-40D3-922F-E2A9C6BDCE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66320" y="6077712"/>
                  <a:ext cx="1881040" cy="394852"/>
                </a:xfrm>
                <a:prstGeom prst="rect">
                  <a:avLst/>
                </a:prstGeom>
                <a:blipFill>
                  <a:blip r:embed="rId6"/>
                  <a:stretch>
                    <a:fillRect t="-7692" b="-1692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39A4780B-1429-4F8E-B6AA-2C489AE0B0E9}"/>
                </a:ext>
              </a:extLst>
            </p:cNvPr>
            <p:cNvCxnSpPr>
              <a:cxnSpLocks/>
              <a:stCxn id="3" idx="0"/>
              <a:endCxn id="5" idx="2"/>
            </p:cNvCxnSpPr>
            <p:nvPr/>
          </p:nvCxnSpPr>
          <p:spPr>
            <a:xfrm flipV="1">
              <a:off x="1158469" y="3250279"/>
              <a:ext cx="317430" cy="182160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B94A8440-2A6A-42C4-A7E6-E747F04FBF43}"/>
                </a:ext>
              </a:extLst>
            </p:cNvPr>
            <p:cNvCxnSpPr>
              <a:cxnSpLocks/>
              <a:endCxn id="2" idx="2"/>
            </p:cNvCxnSpPr>
            <p:nvPr/>
          </p:nvCxnSpPr>
          <p:spPr>
            <a:xfrm flipV="1">
              <a:off x="1987296" y="2061744"/>
              <a:ext cx="2116630" cy="78313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A21B15CC-D2D6-47DD-B7DF-0698587BC346}"/>
                </a:ext>
              </a:extLst>
            </p:cNvPr>
            <p:cNvCxnSpPr>
              <a:cxnSpLocks/>
              <a:stCxn id="2" idx="3"/>
            </p:cNvCxnSpPr>
            <p:nvPr/>
          </p:nvCxnSpPr>
          <p:spPr>
            <a:xfrm flipH="1">
              <a:off x="3592529" y="2417358"/>
              <a:ext cx="658697" cy="83292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626C1CA5-3731-4BE7-8151-4576AF4D6781}"/>
                </a:ext>
              </a:extLst>
            </p:cNvPr>
            <p:cNvCxnSpPr>
              <a:cxnSpLocks/>
              <a:endCxn id="3" idx="7"/>
            </p:cNvCxnSpPr>
            <p:nvPr/>
          </p:nvCxnSpPr>
          <p:spPr>
            <a:xfrm flipH="1">
              <a:off x="1514083" y="3663149"/>
              <a:ext cx="1771232" cy="155603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611E92FE-F462-49D8-9C71-6B952743476B}"/>
                </a:ext>
              </a:extLst>
            </p:cNvPr>
            <p:cNvCxnSpPr>
              <a:cxnSpLocks/>
              <a:stCxn id="3" idx="6"/>
              <a:endCxn id="8" idx="1"/>
            </p:cNvCxnSpPr>
            <p:nvPr/>
          </p:nvCxnSpPr>
          <p:spPr>
            <a:xfrm flipV="1">
              <a:off x="1661383" y="4737603"/>
              <a:ext cx="2004937" cy="83719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B49F3656-A997-46BE-AE4A-6BA94CCEC61C}"/>
                </a:ext>
              </a:extLst>
            </p:cNvPr>
            <p:cNvCxnSpPr>
              <a:cxnSpLocks/>
              <a:stCxn id="3" idx="6"/>
              <a:endCxn id="11" idx="1"/>
            </p:cNvCxnSpPr>
            <p:nvPr/>
          </p:nvCxnSpPr>
          <p:spPr>
            <a:xfrm>
              <a:off x="1661383" y="5574798"/>
              <a:ext cx="2004937" cy="70034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89CFC6C9-C711-4468-A8D8-0D4A3846DA34}"/>
                </a:ext>
              </a:extLst>
            </p:cNvPr>
            <p:cNvCxnSpPr>
              <a:cxnSpLocks/>
              <a:stCxn id="10" idx="1"/>
              <a:endCxn id="3" idx="6"/>
            </p:cNvCxnSpPr>
            <p:nvPr/>
          </p:nvCxnSpPr>
          <p:spPr>
            <a:xfrm flipH="1">
              <a:off x="1661383" y="5536987"/>
              <a:ext cx="2285353" cy="3781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08207FC0-779D-4EC9-BDAB-6A1A99678E97}"/>
                </a:ext>
              </a:extLst>
            </p:cNvPr>
            <p:cNvCxnSpPr>
              <a:cxnSpLocks/>
              <a:stCxn id="8" idx="3"/>
              <a:endCxn id="4" idx="1"/>
            </p:cNvCxnSpPr>
            <p:nvPr/>
          </p:nvCxnSpPr>
          <p:spPr>
            <a:xfrm>
              <a:off x="5547360" y="4737603"/>
              <a:ext cx="1997670" cy="44376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CDD7B5D8-6BB1-414C-89BA-28AA5C9BD8D3}"/>
                </a:ext>
              </a:extLst>
            </p:cNvPr>
            <p:cNvCxnSpPr>
              <a:cxnSpLocks/>
              <a:stCxn id="4" idx="2"/>
              <a:endCxn id="10" idx="3"/>
            </p:cNvCxnSpPr>
            <p:nvPr/>
          </p:nvCxnSpPr>
          <p:spPr>
            <a:xfrm flipH="1">
              <a:off x="5266944" y="5536987"/>
              <a:ext cx="2130786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C8FD0209-CEE6-425B-B317-B6D082AA0A29}"/>
                </a:ext>
              </a:extLst>
            </p:cNvPr>
            <p:cNvCxnSpPr>
              <a:cxnSpLocks/>
              <a:stCxn id="11" idx="3"/>
              <a:endCxn id="4" idx="3"/>
            </p:cNvCxnSpPr>
            <p:nvPr/>
          </p:nvCxnSpPr>
          <p:spPr>
            <a:xfrm flipV="1">
              <a:off x="5547360" y="5892601"/>
              <a:ext cx="1997670" cy="38253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DB418E2A-E183-4410-A165-07EEDBD883F5}"/>
              </a:ext>
            </a:extLst>
          </p:cNvPr>
          <p:cNvGrpSpPr/>
          <p:nvPr/>
        </p:nvGrpSpPr>
        <p:grpSpPr>
          <a:xfrm>
            <a:off x="274554" y="1659453"/>
            <a:ext cx="7748005" cy="1919628"/>
            <a:chOff x="236454" y="4788170"/>
            <a:chExt cx="7748005" cy="1919628"/>
          </a:xfrm>
        </p:grpSpPr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A5440E8A-12CA-414B-A4E3-577035ED2A22}"/>
                </a:ext>
              </a:extLst>
            </p:cNvPr>
            <p:cNvSpPr/>
            <p:nvPr/>
          </p:nvSpPr>
          <p:spPr>
            <a:xfrm>
              <a:off x="236454" y="5307117"/>
              <a:ext cx="1005829" cy="1005829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F848A744-2A1F-4CC9-91F0-94DAA361CD97}"/>
                </a:ext>
              </a:extLst>
            </p:cNvPr>
            <p:cNvSpPr/>
            <p:nvPr/>
          </p:nvSpPr>
          <p:spPr>
            <a:xfrm>
              <a:off x="6978630" y="5269306"/>
              <a:ext cx="1005829" cy="1005829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4ED10F43-10A2-4301-B472-8B606790B4E8}"/>
                    </a:ext>
                  </a:extLst>
                </p:cNvPr>
                <p:cNvSpPr txBox="1"/>
                <p:nvPr/>
              </p:nvSpPr>
              <p:spPr>
                <a:xfrm>
                  <a:off x="3247220" y="4788170"/>
                  <a:ext cx="1881040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dirty="0">
                      <a:ea typeface="微软雅黑" panose="020B0503020204020204" pitchFamily="34" charset="-122"/>
                    </a:rPr>
                    <a:t>① </a:t>
                  </a:r>
                  <a14:m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𝑅𝑒𝑞𝑢𝑒𝑠𝑡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∥ 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endPara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4ED10F43-10A2-4301-B472-8B606790B4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7220" y="4788170"/>
                  <a:ext cx="1881040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1618" t="-9836" b="-245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46D24046-1BDF-467C-A18C-EDD5530A88C0}"/>
                    </a:ext>
                  </a:extLst>
                </p:cNvPr>
                <p:cNvSpPr txBox="1"/>
                <p:nvPr/>
              </p:nvSpPr>
              <p:spPr>
                <a:xfrm>
                  <a:off x="1923880" y="5574955"/>
                  <a:ext cx="4527720" cy="3945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dirty="0">
                      <a:ea typeface="微软雅黑" panose="020B0503020204020204" pitchFamily="34" charset="-122"/>
                    </a:rPr>
                    <a:t>②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𝐸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𝑀𝐾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𝑚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𝑆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∥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𝑅𝑒𝑞𝑢𝑒𝑠𝑡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∥ 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𝐼𝐷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∥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∥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a14:m>
                  <a:endPara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46D24046-1BDF-467C-A18C-EDD5530A88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3880" y="5574955"/>
                  <a:ext cx="4527720" cy="394532"/>
                </a:xfrm>
                <a:prstGeom prst="rect">
                  <a:avLst/>
                </a:prstGeom>
                <a:blipFill>
                  <a:blip r:embed="rId8"/>
                  <a:stretch>
                    <a:fillRect l="-1077" t="-7692" b="-184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5B7A5A0A-8F07-45F9-AF29-7811FA2F7333}"/>
                    </a:ext>
                  </a:extLst>
                </p:cNvPr>
                <p:cNvSpPr txBox="1"/>
                <p:nvPr/>
              </p:nvSpPr>
              <p:spPr>
                <a:xfrm>
                  <a:off x="3247220" y="6312946"/>
                  <a:ext cx="1881040" cy="39485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dirty="0">
                      <a:ea typeface="微软雅黑" panose="020B0503020204020204" pitchFamily="34" charset="-122"/>
                    </a:rPr>
                    <a:t>③</a:t>
                  </a:r>
                  <a:r>
                    <a:rPr lang="en-US" altLang="zh-CN" b="0" dirty="0">
                      <a:solidFill>
                        <a:schemeClr val="tx1"/>
                      </a:solidFill>
                      <a:ea typeface="微软雅黑" panose="020B0503020204020204" pitchFamily="34" charset="-122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𝐸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𝑆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5B7A5A0A-8F07-45F9-AF29-7811FA2F73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7220" y="6312946"/>
                  <a:ext cx="1881040" cy="394852"/>
                </a:xfrm>
                <a:prstGeom prst="rect">
                  <a:avLst/>
                </a:prstGeom>
                <a:blipFill>
                  <a:blip r:embed="rId9"/>
                  <a:stretch>
                    <a:fillRect t="-7692" b="-184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0" name="直接箭头连接符 69">
              <a:extLst>
                <a:ext uri="{FF2B5EF4-FFF2-40B4-BE49-F238E27FC236}">
                  <a16:creationId xmlns:a16="http://schemas.microsoft.com/office/drawing/2014/main" id="{D6C0F55D-37E3-4B1B-9A8B-4B51D914C772}"/>
                </a:ext>
              </a:extLst>
            </p:cNvPr>
            <p:cNvCxnSpPr>
              <a:cxnSpLocks/>
              <a:stCxn id="59" idx="7"/>
              <a:endCxn id="63" idx="1"/>
            </p:cNvCxnSpPr>
            <p:nvPr/>
          </p:nvCxnSpPr>
          <p:spPr>
            <a:xfrm flipV="1">
              <a:off x="1094983" y="4972836"/>
              <a:ext cx="2152237" cy="48158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箭头连接符 70">
              <a:extLst>
                <a:ext uri="{FF2B5EF4-FFF2-40B4-BE49-F238E27FC236}">
                  <a16:creationId xmlns:a16="http://schemas.microsoft.com/office/drawing/2014/main" id="{3D49A580-A55E-4BBF-81C2-25D5FD0BA05C}"/>
                </a:ext>
              </a:extLst>
            </p:cNvPr>
            <p:cNvCxnSpPr>
              <a:cxnSpLocks/>
              <a:stCxn id="59" idx="5"/>
              <a:endCxn id="65" idx="1"/>
            </p:cNvCxnSpPr>
            <p:nvPr/>
          </p:nvCxnSpPr>
          <p:spPr>
            <a:xfrm>
              <a:off x="1094983" y="6165646"/>
              <a:ext cx="2152237" cy="3447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箭头连接符 71">
              <a:extLst>
                <a:ext uri="{FF2B5EF4-FFF2-40B4-BE49-F238E27FC236}">
                  <a16:creationId xmlns:a16="http://schemas.microsoft.com/office/drawing/2014/main" id="{CE7D6646-74AC-4259-A69F-19E2BEE032F6}"/>
                </a:ext>
              </a:extLst>
            </p:cNvPr>
            <p:cNvCxnSpPr>
              <a:cxnSpLocks/>
              <a:stCxn id="64" idx="1"/>
              <a:endCxn id="59" idx="6"/>
            </p:cNvCxnSpPr>
            <p:nvPr/>
          </p:nvCxnSpPr>
          <p:spPr>
            <a:xfrm flipH="1">
              <a:off x="1242283" y="5772221"/>
              <a:ext cx="681597" cy="3781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箭头连接符 72">
              <a:extLst>
                <a:ext uri="{FF2B5EF4-FFF2-40B4-BE49-F238E27FC236}">
                  <a16:creationId xmlns:a16="http://schemas.microsoft.com/office/drawing/2014/main" id="{B79AE4B1-7331-4AFF-9414-E04E45842879}"/>
                </a:ext>
              </a:extLst>
            </p:cNvPr>
            <p:cNvCxnSpPr>
              <a:cxnSpLocks/>
              <a:stCxn id="63" idx="3"/>
              <a:endCxn id="60" idx="1"/>
            </p:cNvCxnSpPr>
            <p:nvPr/>
          </p:nvCxnSpPr>
          <p:spPr>
            <a:xfrm>
              <a:off x="5128260" y="4972836"/>
              <a:ext cx="1997670" cy="4437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箭头连接符 73">
              <a:extLst>
                <a:ext uri="{FF2B5EF4-FFF2-40B4-BE49-F238E27FC236}">
                  <a16:creationId xmlns:a16="http://schemas.microsoft.com/office/drawing/2014/main" id="{AF113463-362B-4E77-BCA2-6FBBF61530CE}"/>
                </a:ext>
              </a:extLst>
            </p:cNvPr>
            <p:cNvCxnSpPr>
              <a:cxnSpLocks/>
              <a:stCxn id="60" idx="2"/>
              <a:endCxn id="64" idx="3"/>
            </p:cNvCxnSpPr>
            <p:nvPr/>
          </p:nvCxnSpPr>
          <p:spPr>
            <a:xfrm flipH="1">
              <a:off x="6451600" y="5772221"/>
              <a:ext cx="52703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箭头连接符 74">
              <a:extLst>
                <a:ext uri="{FF2B5EF4-FFF2-40B4-BE49-F238E27FC236}">
                  <a16:creationId xmlns:a16="http://schemas.microsoft.com/office/drawing/2014/main" id="{FC0EECC5-83CE-4412-B7F2-1CD1D79D930D}"/>
                </a:ext>
              </a:extLst>
            </p:cNvPr>
            <p:cNvCxnSpPr>
              <a:cxnSpLocks/>
              <a:stCxn id="65" idx="3"/>
              <a:endCxn id="60" idx="3"/>
            </p:cNvCxnSpPr>
            <p:nvPr/>
          </p:nvCxnSpPr>
          <p:spPr>
            <a:xfrm flipV="1">
              <a:off x="5128260" y="6127835"/>
              <a:ext cx="1997670" cy="38253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06AC5870-CBD1-4E83-8538-BA03F9C0D322}"/>
              </a:ext>
            </a:extLst>
          </p:cNvPr>
          <p:cNvGrpSpPr/>
          <p:nvPr/>
        </p:nvGrpSpPr>
        <p:grpSpPr>
          <a:xfrm>
            <a:off x="351837" y="3711583"/>
            <a:ext cx="7748005" cy="1919628"/>
            <a:chOff x="351837" y="3711583"/>
            <a:chExt cx="7748005" cy="1919628"/>
          </a:xfrm>
        </p:grpSpPr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77236196-1171-4ACB-815C-09453FD513E5}"/>
                </a:ext>
              </a:extLst>
            </p:cNvPr>
            <p:cNvSpPr/>
            <p:nvPr/>
          </p:nvSpPr>
          <p:spPr>
            <a:xfrm>
              <a:off x="351837" y="4230530"/>
              <a:ext cx="1005829" cy="1005829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91F42741-493F-4BC1-9FE5-5F3CC25ED770}"/>
                </a:ext>
              </a:extLst>
            </p:cNvPr>
            <p:cNvSpPr/>
            <p:nvPr/>
          </p:nvSpPr>
          <p:spPr>
            <a:xfrm>
              <a:off x="7094013" y="4192719"/>
              <a:ext cx="1005829" cy="1005829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AAAF2A90-8EA0-40E2-9B1F-89FE1129F429}"/>
                    </a:ext>
                  </a:extLst>
                </p:cNvPr>
                <p:cNvSpPr txBox="1"/>
                <p:nvPr/>
              </p:nvSpPr>
              <p:spPr>
                <a:xfrm>
                  <a:off x="3439886" y="3711583"/>
                  <a:ext cx="1726474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dirty="0">
                      <a:ea typeface="微软雅黑" panose="020B0503020204020204" pitchFamily="34" charset="-122"/>
                    </a:rPr>
                    <a:t>①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𝑃𝐾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∥ 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𝐼𝐷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a14:m>
                  <a:endPara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AAAF2A90-8EA0-40E2-9B1F-89FE1129F4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9886" y="3711583"/>
                  <a:ext cx="1726474" cy="369332"/>
                </a:xfrm>
                <a:prstGeom prst="rect">
                  <a:avLst/>
                </a:prstGeom>
                <a:blipFill>
                  <a:blip r:embed="rId10"/>
                  <a:stretch>
                    <a:fillRect t="-10000" b="-2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6C9560D5-D703-43D0-A4DD-3B00A7ED25B2}"/>
                    </a:ext>
                  </a:extLst>
                </p:cNvPr>
                <p:cNvSpPr txBox="1"/>
                <p:nvPr/>
              </p:nvSpPr>
              <p:spPr>
                <a:xfrm>
                  <a:off x="3439886" y="5236359"/>
                  <a:ext cx="1726474" cy="39485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dirty="0">
                      <a:ea typeface="微软雅黑" panose="020B0503020204020204" pitchFamily="34" charset="-122"/>
                    </a:rPr>
                    <a:t>②</a:t>
                  </a:r>
                  <a:r>
                    <a:rPr lang="en-US" altLang="zh-CN" b="0" dirty="0">
                      <a:solidFill>
                        <a:schemeClr val="tx1"/>
                      </a:solidFill>
                      <a:ea typeface="微软雅黑" panose="020B0503020204020204" pitchFamily="34" charset="-122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𝐸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𝑃𝐾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𝑆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𝑆</m:t>
                              </m:r>
                            </m:sub>
                          </m:sSub>
                        </m:e>
                      </m:d>
                    </m:oMath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6C9560D5-D703-43D0-A4DD-3B00A7ED25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9886" y="5236359"/>
                  <a:ext cx="1726474" cy="394852"/>
                </a:xfrm>
                <a:prstGeom prst="rect">
                  <a:avLst/>
                </a:prstGeom>
                <a:blipFill>
                  <a:blip r:embed="rId11"/>
                  <a:stretch>
                    <a:fillRect t="-7692" b="-1692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9" name="直接箭头连接符 88">
              <a:extLst>
                <a:ext uri="{FF2B5EF4-FFF2-40B4-BE49-F238E27FC236}">
                  <a16:creationId xmlns:a16="http://schemas.microsoft.com/office/drawing/2014/main" id="{E1193F81-7E85-4269-A0AB-5F787C7C82A4}"/>
                </a:ext>
              </a:extLst>
            </p:cNvPr>
            <p:cNvCxnSpPr>
              <a:cxnSpLocks/>
              <a:stCxn id="84" idx="7"/>
              <a:endCxn id="86" idx="1"/>
            </p:cNvCxnSpPr>
            <p:nvPr/>
          </p:nvCxnSpPr>
          <p:spPr>
            <a:xfrm flipV="1">
              <a:off x="1210366" y="3896249"/>
              <a:ext cx="2229520" cy="48158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箭头连接符 89">
              <a:extLst>
                <a:ext uri="{FF2B5EF4-FFF2-40B4-BE49-F238E27FC236}">
                  <a16:creationId xmlns:a16="http://schemas.microsoft.com/office/drawing/2014/main" id="{2EC2F6D9-0774-46F5-8F75-9B4EDE506D23}"/>
                </a:ext>
              </a:extLst>
            </p:cNvPr>
            <p:cNvCxnSpPr>
              <a:cxnSpLocks/>
              <a:stCxn id="84" idx="5"/>
              <a:endCxn id="88" idx="1"/>
            </p:cNvCxnSpPr>
            <p:nvPr/>
          </p:nvCxnSpPr>
          <p:spPr>
            <a:xfrm>
              <a:off x="1210366" y="5089059"/>
              <a:ext cx="2229520" cy="3447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箭头连接符 91">
              <a:extLst>
                <a:ext uri="{FF2B5EF4-FFF2-40B4-BE49-F238E27FC236}">
                  <a16:creationId xmlns:a16="http://schemas.microsoft.com/office/drawing/2014/main" id="{C193EB46-2ABF-4094-998F-7BE8DA181BC3}"/>
                </a:ext>
              </a:extLst>
            </p:cNvPr>
            <p:cNvCxnSpPr>
              <a:cxnSpLocks/>
              <a:stCxn id="86" idx="3"/>
              <a:endCxn id="85" idx="1"/>
            </p:cNvCxnSpPr>
            <p:nvPr/>
          </p:nvCxnSpPr>
          <p:spPr>
            <a:xfrm>
              <a:off x="5166360" y="3896249"/>
              <a:ext cx="2074953" cy="4437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箭头连接符 93">
              <a:extLst>
                <a:ext uri="{FF2B5EF4-FFF2-40B4-BE49-F238E27FC236}">
                  <a16:creationId xmlns:a16="http://schemas.microsoft.com/office/drawing/2014/main" id="{34C5749A-E3A8-477D-9B06-2CB0976283C5}"/>
                </a:ext>
              </a:extLst>
            </p:cNvPr>
            <p:cNvCxnSpPr>
              <a:cxnSpLocks/>
              <a:stCxn id="88" idx="3"/>
              <a:endCxn id="85" idx="3"/>
            </p:cNvCxnSpPr>
            <p:nvPr/>
          </p:nvCxnSpPr>
          <p:spPr>
            <a:xfrm flipV="1">
              <a:off x="5166360" y="5051248"/>
              <a:ext cx="2074953" cy="38253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7430FD36-F901-4E6D-B2B7-55A67E9C6772}"/>
              </a:ext>
            </a:extLst>
          </p:cNvPr>
          <p:cNvGrpSpPr/>
          <p:nvPr/>
        </p:nvGrpSpPr>
        <p:grpSpPr>
          <a:xfrm>
            <a:off x="475002" y="5797594"/>
            <a:ext cx="7748005" cy="1986505"/>
            <a:chOff x="475002" y="5797594"/>
            <a:chExt cx="7748005" cy="1986505"/>
          </a:xfrm>
        </p:grpSpPr>
        <p:sp>
          <p:nvSpPr>
            <p:cNvPr id="101" name="椭圆 100">
              <a:extLst>
                <a:ext uri="{FF2B5EF4-FFF2-40B4-BE49-F238E27FC236}">
                  <a16:creationId xmlns:a16="http://schemas.microsoft.com/office/drawing/2014/main" id="{10D4D138-8A65-4634-86C7-77377756A6B4}"/>
                </a:ext>
              </a:extLst>
            </p:cNvPr>
            <p:cNvSpPr/>
            <p:nvPr/>
          </p:nvSpPr>
          <p:spPr>
            <a:xfrm>
              <a:off x="475002" y="6328435"/>
              <a:ext cx="1005829" cy="1005829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102" name="椭圆 101">
              <a:extLst>
                <a:ext uri="{FF2B5EF4-FFF2-40B4-BE49-F238E27FC236}">
                  <a16:creationId xmlns:a16="http://schemas.microsoft.com/office/drawing/2014/main" id="{23FF9E51-46AB-4004-9657-E7093DFF5D63}"/>
                </a:ext>
              </a:extLst>
            </p:cNvPr>
            <p:cNvSpPr/>
            <p:nvPr/>
          </p:nvSpPr>
          <p:spPr>
            <a:xfrm>
              <a:off x="7217178" y="6290624"/>
              <a:ext cx="1005829" cy="1005829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9D7F8DD9-8198-495A-8FAB-197C3115B246}"/>
                    </a:ext>
                  </a:extLst>
                </p:cNvPr>
                <p:cNvSpPr txBox="1"/>
                <p:nvPr/>
              </p:nvSpPr>
              <p:spPr>
                <a:xfrm>
                  <a:off x="3331201" y="5797594"/>
                  <a:ext cx="2190174" cy="393121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dirty="0">
                      <a:ea typeface="微软雅黑" panose="020B0503020204020204" pitchFamily="34" charset="-122"/>
                    </a:rPr>
                    <a:t>①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𝐸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𝑃𝐾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𝐵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∥ 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𝐼𝐷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</m:oMath>
                  </a14:m>
                  <a:endPara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9D7F8DD9-8198-495A-8FAB-197C3115B2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1201" y="5797594"/>
                  <a:ext cx="2190174" cy="393121"/>
                </a:xfrm>
                <a:prstGeom prst="rect">
                  <a:avLst/>
                </a:prstGeom>
                <a:blipFill>
                  <a:blip r:embed="rId12"/>
                  <a:stretch>
                    <a:fillRect t="-7692" b="-1692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F0A9047E-8CFA-440D-83A3-3BA820EB1A15}"/>
                    </a:ext>
                  </a:extLst>
                </p:cNvPr>
                <p:cNvSpPr txBox="1"/>
                <p:nvPr/>
              </p:nvSpPr>
              <p:spPr>
                <a:xfrm>
                  <a:off x="3331201" y="6591433"/>
                  <a:ext cx="2190174" cy="404213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dirty="0">
                      <a:ea typeface="微软雅黑" panose="020B0503020204020204" pitchFamily="34" charset="-122"/>
                    </a:rPr>
                    <a:t>②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𝐸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𝑃𝐾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𝐴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∥ 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a14:m>
                  <a:endPara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F0A9047E-8CFA-440D-83A3-3BA820EB1A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1201" y="6591433"/>
                  <a:ext cx="2190174" cy="404213"/>
                </a:xfrm>
                <a:prstGeom prst="rect">
                  <a:avLst/>
                </a:prstGeom>
                <a:blipFill>
                  <a:blip r:embed="rId13"/>
                  <a:stretch>
                    <a:fillRect t="-5970" b="-1492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F82CB993-BBEA-4192-A761-1C518CF61259}"/>
                    </a:ext>
                  </a:extLst>
                </p:cNvPr>
                <p:cNvSpPr txBox="1"/>
                <p:nvPr/>
              </p:nvSpPr>
              <p:spPr>
                <a:xfrm>
                  <a:off x="3099476" y="7279281"/>
                  <a:ext cx="2653624" cy="504818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dirty="0">
                      <a:ea typeface="微软雅黑" panose="020B0503020204020204" pitchFamily="34" charset="-122"/>
                    </a:rPr>
                    <a:t>③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𝐸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𝑃𝐾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𝐵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𝐸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𝑆𝐾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𝐴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∥ 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F82CB993-BBEA-4192-A761-1C518CF612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9476" y="7279281"/>
                  <a:ext cx="2653624" cy="504818"/>
                </a:xfrm>
                <a:prstGeom prst="rect">
                  <a:avLst/>
                </a:prstGeom>
                <a:blipFill>
                  <a:blip r:embed="rId14"/>
                  <a:stretch>
                    <a:fillRect b="-602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6" name="直接箭头连接符 105">
              <a:extLst>
                <a:ext uri="{FF2B5EF4-FFF2-40B4-BE49-F238E27FC236}">
                  <a16:creationId xmlns:a16="http://schemas.microsoft.com/office/drawing/2014/main" id="{5D7FF238-0928-4762-829B-778FCC917B22}"/>
                </a:ext>
              </a:extLst>
            </p:cNvPr>
            <p:cNvCxnSpPr>
              <a:cxnSpLocks/>
              <a:stCxn id="101" idx="7"/>
              <a:endCxn id="103" idx="1"/>
            </p:cNvCxnSpPr>
            <p:nvPr/>
          </p:nvCxnSpPr>
          <p:spPr>
            <a:xfrm flipV="1">
              <a:off x="1333531" y="5994155"/>
              <a:ext cx="1997670" cy="4815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箭头连接符 106">
              <a:extLst>
                <a:ext uri="{FF2B5EF4-FFF2-40B4-BE49-F238E27FC236}">
                  <a16:creationId xmlns:a16="http://schemas.microsoft.com/office/drawing/2014/main" id="{FBF4F6B3-FFA9-46EA-B610-D1C3996BC4D4}"/>
                </a:ext>
              </a:extLst>
            </p:cNvPr>
            <p:cNvCxnSpPr>
              <a:cxnSpLocks/>
              <a:stCxn id="101" idx="5"/>
              <a:endCxn id="105" idx="1"/>
            </p:cNvCxnSpPr>
            <p:nvPr/>
          </p:nvCxnSpPr>
          <p:spPr>
            <a:xfrm>
              <a:off x="1333531" y="7186964"/>
              <a:ext cx="1765945" cy="3447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箭头连接符 107">
              <a:extLst>
                <a:ext uri="{FF2B5EF4-FFF2-40B4-BE49-F238E27FC236}">
                  <a16:creationId xmlns:a16="http://schemas.microsoft.com/office/drawing/2014/main" id="{AC95434A-B127-4618-BEF6-699967146C22}"/>
                </a:ext>
              </a:extLst>
            </p:cNvPr>
            <p:cNvCxnSpPr>
              <a:cxnSpLocks/>
              <a:stCxn id="104" idx="1"/>
              <a:endCxn id="101" idx="6"/>
            </p:cNvCxnSpPr>
            <p:nvPr/>
          </p:nvCxnSpPr>
          <p:spPr>
            <a:xfrm flipH="1">
              <a:off x="1480831" y="6793540"/>
              <a:ext cx="1850370" cy="3781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箭头连接符 108">
              <a:extLst>
                <a:ext uri="{FF2B5EF4-FFF2-40B4-BE49-F238E27FC236}">
                  <a16:creationId xmlns:a16="http://schemas.microsoft.com/office/drawing/2014/main" id="{5EDF16EF-0813-410D-99C0-4A609CA6F277}"/>
                </a:ext>
              </a:extLst>
            </p:cNvPr>
            <p:cNvCxnSpPr>
              <a:cxnSpLocks/>
              <a:stCxn id="103" idx="3"/>
              <a:endCxn id="102" idx="1"/>
            </p:cNvCxnSpPr>
            <p:nvPr/>
          </p:nvCxnSpPr>
          <p:spPr>
            <a:xfrm>
              <a:off x="5521375" y="5994155"/>
              <a:ext cx="1843103" cy="44376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箭头连接符 109">
              <a:extLst>
                <a:ext uri="{FF2B5EF4-FFF2-40B4-BE49-F238E27FC236}">
                  <a16:creationId xmlns:a16="http://schemas.microsoft.com/office/drawing/2014/main" id="{AF254421-4D1E-421A-8D3F-C288AF63B80D}"/>
                </a:ext>
              </a:extLst>
            </p:cNvPr>
            <p:cNvCxnSpPr>
              <a:cxnSpLocks/>
              <a:stCxn id="102" idx="2"/>
              <a:endCxn id="104" idx="3"/>
            </p:cNvCxnSpPr>
            <p:nvPr/>
          </p:nvCxnSpPr>
          <p:spPr>
            <a:xfrm flipH="1">
              <a:off x="5521375" y="6793539"/>
              <a:ext cx="1695803" cy="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箭头连接符 110">
              <a:extLst>
                <a:ext uri="{FF2B5EF4-FFF2-40B4-BE49-F238E27FC236}">
                  <a16:creationId xmlns:a16="http://schemas.microsoft.com/office/drawing/2014/main" id="{5D0214F4-1157-4418-95E4-DBD7D20DBD43}"/>
                </a:ext>
              </a:extLst>
            </p:cNvPr>
            <p:cNvCxnSpPr>
              <a:cxnSpLocks/>
              <a:stCxn id="105" idx="3"/>
              <a:endCxn id="102" idx="3"/>
            </p:cNvCxnSpPr>
            <p:nvPr/>
          </p:nvCxnSpPr>
          <p:spPr>
            <a:xfrm flipV="1">
              <a:off x="5753100" y="7149153"/>
              <a:ext cx="1611378" cy="38253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617816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237F0BC1-A98C-41C6-8D9C-E19522E158E6}"/>
              </a:ext>
            </a:extLst>
          </p:cNvPr>
          <p:cNvGrpSpPr/>
          <p:nvPr/>
        </p:nvGrpSpPr>
        <p:grpSpPr>
          <a:xfrm>
            <a:off x="697227" y="104506"/>
            <a:ext cx="7037073" cy="3119374"/>
            <a:chOff x="1103627" y="716026"/>
            <a:chExt cx="7037073" cy="311937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矩形 1">
                  <a:extLst>
                    <a:ext uri="{FF2B5EF4-FFF2-40B4-BE49-F238E27FC236}">
                      <a16:creationId xmlns:a16="http://schemas.microsoft.com/office/drawing/2014/main" id="{65ABD9C5-E97A-48C3-BC21-10BEEFCA9C01}"/>
                    </a:ext>
                  </a:extLst>
                </p:cNvPr>
                <p:cNvSpPr/>
                <p:nvPr/>
              </p:nvSpPr>
              <p:spPr>
                <a:xfrm>
                  <a:off x="1103627" y="716026"/>
                  <a:ext cx="2757173" cy="3119374"/>
                </a:xfrm>
                <a:prstGeom prst="rect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zh-CN" altLang="en-US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用户 </a:t>
                  </a:r>
                  <a:r>
                    <a:rPr lang="en-US" altLang="zh-CN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Alice</a:t>
                  </a:r>
                </a:p>
                <a:p>
                  <a:pPr algn="ctr">
                    <a:lnSpc>
                      <a:spcPct val="150000"/>
                    </a:lnSpc>
                  </a:pPr>
                  <a:r>
                    <a:rPr lang="zh-CN" altLang="en-US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选择一随机数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𝑿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𝑨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rgbClr val="D74514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&lt;</m:t>
                      </m:r>
                      <m:r>
                        <a:rPr lang="en-US" altLang="zh-CN" b="1" i="1" smtClean="0">
                          <a:solidFill>
                            <a:srgbClr val="D74514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𝒑</m:t>
                      </m:r>
                    </m:oMath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lnSpc>
                      <a:spcPct val="150000"/>
                    </a:lnSpc>
                  </a:pPr>
                  <a:r>
                    <a:rPr lang="zh-CN" altLang="en-US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计算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𝒀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𝑨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rgbClr val="D74514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rgbClr val="D74514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rgbClr val="D74514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rgbClr val="D74514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𝑨</m:t>
                              </m:r>
                            </m:sub>
                          </m:sSub>
                        </m:sup>
                      </m:sSup>
                      <m:r>
                        <a:rPr lang="en-US" altLang="zh-CN" b="1" i="0" smtClean="0">
                          <a:solidFill>
                            <a:srgbClr val="D74514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a:rPr lang="en-US" altLang="zh-CN" b="1" i="0" smtClean="0">
                          <a:solidFill>
                            <a:srgbClr val="D74514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𝐦𝐨𝐝</m:t>
                      </m:r>
                      <m:r>
                        <a:rPr lang="en-US" altLang="zh-CN" b="1" i="1" smtClean="0">
                          <a:solidFill>
                            <a:srgbClr val="D74514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a:rPr lang="en-US" altLang="zh-CN" b="1" i="1" smtClean="0">
                          <a:solidFill>
                            <a:srgbClr val="D74514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𝒑</m:t>
                      </m:r>
                    </m:oMath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:r>
                    <a:rPr lang="zh-CN" altLang="en-US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计算 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D74514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𝑲</m:t>
                      </m:r>
                      <m:r>
                        <a:rPr lang="en-US" altLang="zh-CN" b="1" i="1" smtClean="0">
                          <a:solidFill>
                            <a:srgbClr val="D74514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Sup>
                        <m:sSubSupPr>
                          <m:ctrlP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𝒀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𝑩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rgbClr val="D74514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rgbClr val="D74514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rgbClr val="D74514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𝑨</m:t>
                              </m:r>
                            </m:sub>
                          </m:sSub>
                        </m:sup>
                      </m:sSubSup>
                      <m:r>
                        <a:rPr lang="en-US" altLang="zh-CN" b="1" i="1" smtClean="0">
                          <a:solidFill>
                            <a:srgbClr val="D74514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a:rPr lang="en-US" altLang="zh-CN" b="1" i="0" smtClean="0">
                          <a:solidFill>
                            <a:srgbClr val="D74514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𝐦𝐨𝐝</m:t>
                      </m:r>
                      <m:r>
                        <a:rPr lang="en-US" altLang="zh-CN" b="1" i="1" smtClean="0">
                          <a:solidFill>
                            <a:srgbClr val="D74514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a:rPr lang="en-US" altLang="zh-CN" b="1" i="1" smtClean="0">
                          <a:solidFill>
                            <a:srgbClr val="D74514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𝒑</m:t>
                      </m:r>
                    </m:oMath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" name="矩形 1">
                  <a:extLst>
                    <a:ext uri="{FF2B5EF4-FFF2-40B4-BE49-F238E27FC236}">
                      <a16:creationId xmlns:a16="http://schemas.microsoft.com/office/drawing/2014/main" id="{65ABD9C5-E97A-48C3-BC21-10BEEFCA9C0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3627" y="716026"/>
                  <a:ext cx="2757173" cy="311937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0B85B3E3-D85B-4623-8480-A7B572D72677}"/>
                    </a:ext>
                  </a:extLst>
                </p:cNvPr>
                <p:cNvSpPr/>
                <p:nvPr/>
              </p:nvSpPr>
              <p:spPr>
                <a:xfrm>
                  <a:off x="5383527" y="716026"/>
                  <a:ext cx="2757173" cy="3119374"/>
                </a:xfrm>
                <a:prstGeom prst="rect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zh-CN" altLang="en-US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用户 </a:t>
                  </a:r>
                  <a:r>
                    <a:rPr lang="en-US" altLang="zh-CN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Bob</a:t>
                  </a:r>
                </a:p>
                <a:p>
                  <a:pPr algn="ctr">
                    <a:lnSpc>
                      <a:spcPct val="150000"/>
                    </a:lnSpc>
                  </a:pPr>
                  <a:r>
                    <a:rPr lang="zh-CN" altLang="en-US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选择一随机数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𝑿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𝑩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rgbClr val="D74514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&lt;</m:t>
                      </m:r>
                      <m:r>
                        <a:rPr lang="en-US" altLang="zh-CN" b="1" i="1" smtClean="0">
                          <a:solidFill>
                            <a:srgbClr val="D74514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𝒑</m:t>
                      </m:r>
                    </m:oMath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lnSpc>
                      <a:spcPct val="150000"/>
                    </a:lnSpc>
                  </a:pPr>
                  <a:r>
                    <a:rPr lang="zh-CN" altLang="en-US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计算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𝒀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𝑩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rgbClr val="D74514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rgbClr val="D74514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rgbClr val="D74514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rgbClr val="D74514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𝑩</m:t>
                              </m:r>
                            </m:sub>
                          </m:sSub>
                        </m:sup>
                      </m:sSup>
                      <m:r>
                        <a:rPr lang="en-US" altLang="zh-CN" b="1" i="0" smtClean="0">
                          <a:solidFill>
                            <a:srgbClr val="D74514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a:rPr lang="en-US" altLang="zh-CN" b="1" i="0" smtClean="0">
                          <a:solidFill>
                            <a:srgbClr val="D74514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𝐦𝐨𝐝</m:t>
                      </m:r>
                      <m:r>
                        <a:rPr lang="en-US" altLang="zh-CN" b="1" i="1" smtClean="0">
                          <a:solidFill>
                            <a:srgbClr val="D74514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a:rPr lang="en-US" altLang="zh-CN" b="1" i="1" smtClean="0">
                          <a:solidFill>
                            <a:srgbClr val="D74514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𝒑</m:t>
                      </m:r>
                    </m:oMath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:r>
                    <a:rPr lang="zh-CN" altLang="en-US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计算 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D74514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𝑲</m:t>
                      </m:r>
                      <m:r>
                        <a:rPr lang="en-US" altLang="zh-CN" b="1" i="1" smtClean="0">
                          <a:solidFill>
                            <a:srgbClr val="D74514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Sup>
                        <m:sSubSupPr>
                          <m:ctrlP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𝒀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𝑨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rgbClr val="D74514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rgbClr val="D74514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rgbClr val="D74514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𝑩</m:t>
                              </m:r>
                            </m:sub>
                          </m:sSub>
                        </m:sup>
                      </m:sSubSup>
                      <m:r>
                        <a:rPr lang="en-US" altLang="zh-CN" b="1" i="1" smtClean="0">
                          <a:solidFill>
                            <a:srgbClr val="D74514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a:rPr lang="en-US" altLang="zh-CN" b="1" i="0" smtClean="0">
                          <a:solidFill>
                            <a:srgbClr val="D74514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𝐦𝐨𝐝</m:t>
                      </m:r>
                      <m:r>
                        <a:rPr lang="en-US" altLang="zh-CN" b="1" i="1" smtClean="0">
                          <a:solidFill>
                            <a:srgbClr val="D74514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a:rPr lang="en-US" altLang="zh-CN" b="1" i="1" smtClean="0">
                          <a:solidFill>
                            <a:srgbClr val="D74514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𝒑</m:t>
                      </m:r>
                    </m:oMath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0B85B3E3-D85B-4623-8480-A7B572D7267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83527" y="716026"/>
                  <a:ext cx="2757173" cy="311937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83DCBD40-E868-4886-8510-B3E70F0D0F22}"/>
                    </a:ext>
                  </a:extLst>
                </p:cNvPr>
                <p:cNvSpPr txBox="1"/>
                <p:nvPr/>
              </p:nvSpPr>
              <p:spPr>
                <a:xfrm>
                  <a:off x="4696454" y="3059668"/>
                  <a:ext cx="5334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𝒀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𝑨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83DCBD40-E868-4886-8510-B3E70F0D0F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6454" y="3059668"/>
                  <a:ext cx="533400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7D18FB05-3FCB-4AA4-9D23-0C2EC2ADF8E0}"/>
                    </a:ext>
                  </a:extLst>
                </p:cNvPr>
                <p:cNvSpPr txBox="1"/>
                <p:nvPr/>
              </p:nvSpPr>
              <p:spPr>
                <a:xfrm>
                  <a:off x="4011927" y="3059668"/>
                  <a:ext cx="5334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𝒀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𝑩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7D18FB05-3FCB-4AA4-9D23-0C2EC2ADF8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1927" y="3059668"/>
                  <a:ext cx="533400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99E90834-CFBF-45B6-B82C-115428FF44C5}"/>
                </a:ext>
              </a:extLst>
            </p:cNvPr>
            <p:cNvCxnSpPr>
              <a:cxnSpLocks/>
            </p:cNvCxnSpPr>
            <p:nvPr/>
          </p:nvCxnSpPr>
          <p:spPr>
            <a:xfrm>
              <a:off x="3860800" y="1714500"/>
              <a:ext cx="1522727" cy="161290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3827F020-833E-4D62-8B9D-98F9F65239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0800" y="1714500"/>
              <a:ext cx="1522727" cy="161290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627E6915-C48B-419D-91B7-B272119F61C3}"/>
              </a:ext>
            </a:extLst>
          </p:cNvPr>
          <p:cNvGrpSpPr/>
          <p:nvPr/>
        </p:nvGrpSpPr>
        <p:grpSpPr>
          <a:xfrm>
            <a:off x="1001390" y="3474974"/>
            <a:ext cx="7951473" cy="3119374"/>
            <a:chOff x="824227" y="2193163"/>
            <a:chExt cx="7951473" cy="311937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E95973FA-C1FC-41BF-BE44-BA372C558549}"/>
                    </a:ext>
                  </a:extLst>
                </p:cNvPr>
                <p:cNvSpPr/>
                <p:nvPr/>
              </p:nvSpPr>
              <p:spPr>
                <a:xfrm>
                  <a:off x="824227" y="2311400"/>
                  <a:ext cx="2058673" cy="2882900"/>
                </a:xfrm>
                <a:prstGeom prst="rect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50000"/>
                    </a:lnSpc>
                  </a:pPr>
                  <a:r>
                    <a:rPr lang="en-US" altLang="zh-CN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A</a:t>
                  </a:r>
                </a:p>
                <a:p>
                  <a:pPr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𝑿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𝑨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&lt;</m:t>
                      </m:r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𝒑</m:t>
                      </m:r>
                    </m:oMath>
                  </a14:m>
                  <a:r>
                    <a:rPr lang="en-US" altLang="zh-CN" b="1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  <a:p>
                  <a:pPr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𝒀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𝑨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𝑨</m:t>
                              </m:r>
                            </m:sub>
                          </m:sSub>
                        </m:sup>
                      </m:sSup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a:rPr lang="en-US" altLang="zh-CN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𝐦𝐨𝐝</m:t>
                      </m:r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𝒑</m:t>
                      </m:r>
                    </m:oMath>
                  </a14:m>
                  <a:r>
                    <a:rPr lang="en-US" altLang="zh-CN" b="1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  <a:p>
                  <a:pPr>
                    <a:lnSpc>
                      <a:spcPct val="150000"/>
                    </a:lnSpc>
                  </a:pPr>
                  <a:endParaRPr lang="en-US" altLang="zh-CN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>
                    <a:lnSpc>
                      <a:spcPct val="150000"/>
                    </a:lnSpc>
                  </a:pPr>
                  <a:endParaRPr lang="en-US" altLang="zh-CN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𝑲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𝑨𝒁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Sup>
                        <m:sSubSup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𝒀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𝒁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𝑨</m:t>
                              </m:r>
                            </m:sub>
                          </m:sSub>
                        </m:sup>
                      </m:sSubSup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a:rPr lang="en-US" altLang="zh-CN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𝐦𝐨𝐝</m:t>
                      </m:r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𝒑</m:t>
                      </m:r>
                    </m:oMath>
                  </a14:m>
                  <a:r>
                    <a:rPr lang="en-US" altLang="zh-CN" b="1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 </a:t>
                  </a:r>
                </a:p>
              </p:txBody>
            </p:sp>
          </mc:Choice>
          <mc:Fallback xmlns=""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E95973FA-C1FC-41BF-BE44-BA372C55854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4227" y="2311400"/>
                  <a:ext cx="2058673" cy="2882900"/>
                </a:xfrm>
                <a:prstGeom prst="rect">
                  <a:avLst/>
                </a:prstGeom>
                <a:blipFill>
                  <a:blip r:embed="rId6"/>
                  <a:stretch>
                    <a:fillRect l="-236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C1E70A9C-C7BD-42E4-B390-6B67EC44B435}"/>
                    </a:ext>
                  </a:extLst>
                </p:cNvPr>
                <p:cNvSpPr txBox="1"/>
                <p:nvPr/>
              </p:nvSpPr>
              <p:spPr>
                <a:xfrm>
                  <a:off x="3060063" y="2571234"/>
                  <a:ext cx="5334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C1E70A9C-C7BD-42E4-B390-6B67EC44B4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0063" y="2571234"/>
                  <a:ext cx="533400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186E2E81-FB7F-454A-A2F8-D2BC175D24AF}"/>
                </a:ext>
              </a:extLst>
            </p:cNvPr>
            <p:cNvCxnSpPr>
              <a:cxnSpLocks/>
            </p:cNvCxnSpPr>
            <p:nvPr/>
          </p:nvCxnSpPr>
          <p:spPr>
            <a:xfrm>
              <a:off x="2882899" y="2947432"/>
              <a:ext cx="88772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640F124F-7395-431E-BE0D-09C60661CF16}"/>
                    </a:ext>
                  </a:extLst>
                </p:cNvPr>
                <p:cNvSpPr/>
                <p:nvPr/>
              </p:nvSpPr>
              <p:spPr>
                <a:xfrm>
                  <a:off x="6717027" y="2311400"/>
                  <a:ext cx="2058673" cy="2882900"/>
                </a:xfrm>
                <a:prstGeom prst="rect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50000"/>
                    </a:lnSpc>
                  </a:pPr>
                  <a:r>
                    <a:rPr lang="en-US" altLang="zh-CN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B</a:t>
                  </a:r>
                </a:p>
                <a:p>
                  <a:pPr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𝑿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𝑩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&lt;</m:t>
                      </m:r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𝒑</m:t>
                      </m:r>
                    </m:oMath>
                  </a14:m>
                  <a:r>
                    <a:rPr lang="en-US" altLang="zh-CN" b="1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  <a:p>
                  <a:pPr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𝒀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𝑩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𝑩</m:t>
                              </m:r>
                            </m:sub>
                          </m:sSub>
                        </m:sup>
                      </m:sSup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a:rPr lang="en-US" altLang="zh-CN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𝐦𝐨𝐝</m:t>
                      </m:r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𝒑</m:t>
                      </m:r>
                    </m:oMath>
                  </a14:m>
                  <a:r>
                    <a:rPr lang="en-US" altLang="zh-CN" b="1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  <a:p>
                  <a:pPr>
                    <a:lnSpc>
                      <a:spcPct val="150000"/>
                    </a:lnSpc>
                  </a:pPr>
                  <a:endParaRPr lang="en-US" altLang="zh-CN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>
                    <a:lnSpc>
                      <a:spcPct val="150000"/>
                    </a:lnSpc>
                  </a:pPr>
                  <a:endParaRPr lang="en-US" altLang="zh-CN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𝑲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𝒁𝑩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Sup>
                        <m:sSubSup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𝒀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𝒁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𝑩</m:t>
                              </m:r>
                            </m:sub>
                          </m:sSub>
                        </m:sup>
                      </m:sSubSup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a:rPr lang="en-US" altLang="zh-CN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𝐦𝐨𝐝</m:t>
                      </m:r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𝒑</m:t>
                      </m:r>
                    </m:oMath>
                  </a14:m>
                  <a:r>
                    <a:rPr lang="en-US" altLang="zh-CN" b="1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 </a:t>
                  </a:r>
                </a:p>
              </p:txBody>
            </p:sp>
          </mc:Choice>
          <mc:Fallback xmlns=""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640F124F-7395-431E-BE0D-09C60661CF1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7027" y="2311400"/>
                  <a:ext cx="2058673" cy="2882900"/>
                </a:xfrm>
                <a:prstGeom prst="rect">
                  <a:avLst/>
                </a:prstGeom>
                <a:blipFill>
                  <a:blip r:embed="rId8"/>
                  <a:stretch>
                    <a:fillRect l="-266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D83B7855-8B88-4A37-8A81-D807E4B889D8}"/>
                    </a:ext>
                  </a:extLst>
                </p:cNvPr>
                <p:cNvSpPr/>
                <p:nvPr/>
              </p:nvSpPr>
              <p:spPr>
                <a:xfrm>
                  <a:off x="3770627" y="2193163"/>
                  <a:ext cx="2058673" cy="3119374"/>
                </a:xfrm>
                <a:prstGeom prst="rect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50000"/>
                    </a:lnSpc>
                  </a:pPr>
                  <a:r>
                    <a:rPr lang="en-US" altLang="zh-CN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Z</a:t>
                  </a:r>
                </a:p>
                <a:p>
                  <a:pPr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𝑿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𝒁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&lt;</m:t>
                      </m:r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𝒑</m:t>
                      </m:r>
                    </m:oMath>
                  </a14:m>
                  <a:r>
                    <a:rPr lang="en-US" altLang="zh-CN" b="1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  <a:p>
                  <a:pPr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𝒀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𝒁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𝒁</m:t>
                              </m:r>
                            </m:sub>
                          </m:sSub>
                        </m:sup>
                      </m:sSup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a:rPr lang="en-US" altLang="zh-CN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𝐦𝐨𝐝</m:t>
                      </m:r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𝒑</m:t>
                      </m:r>
                    </m:oMath>
                  </a14:m>
                  <a:r>
                    <a:rPr lang="en-US" altLang="zh-CN" b="1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  <a:p>
                  <a:pPr>
                    <a:lnSpc>
                      <a:spcPct val="150000"/>
                    </a:lnSpc>
                  </a:pPr>
                  <a:endParaRPr lang="en-US" altLang="zh-CN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>
                    <a:lnSpc>
                      <a:spcPct val="150000"/>
                    </a:lnSpc>
                  </a:pPr>
                  <a:endParaRPr lang="en-US" altLang="zh-CN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𝑲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𝑨𝒁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Sup>
                        <m:sSubSup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𝒀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𝑨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𝒁</m:t>
                              </m:r>
                            </m:sub>
                          </m:sSub>
                        </m:sup>
                      </m:sSubSup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a:rPr lang="en-US" altLang="zh-CN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𝐦𝐨𝐝</m:t>
                      </m:r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𝒑</m:t>
                      </m:r>
                    </m:oMath>
                  </a14:m>
                  <a:r>
                    <a:rPr lang="en-US" altLang="zh-CN" b="1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  <a:p>
                  <a:pPr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𝑲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𝑩𝒁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Sup>
                        <m:sSubSup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𝒀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𝑩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𝒁</m:t>
                              </m:r>
                            </m:sub>
                          </m:sSub>
                        </m:sup>
                      </m:sSubSup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a:rPr lang="en-US" altLang="zh-CN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𝐦𝐨𝐝</m:t>
                      </m:r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𝒑</m:t>
                      </m:r>
                    </m:oMath>
                  </a14:m>
                  <a:r>
                    <a:rPr lang="en-US" altLang="zh-CN" b="1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 </a:t>
                  </a:r>
                </a:p>
              </p:txBody>
            </p:sp>
          </mc:Choice>
          <mc:Fallback xmlns=""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D83B7855-8B88-4A37-8A81-D807E4B889D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0627" y="2193163"/>
                  <a:ext cx="2058673" cy="3119374"/>
                </a:xfrm>
                <a:prstGeom prst="rect">
                  <a:avLst/>
                </a:prstGeom>
                <a:blipFill>
                  <a:blip r:embed="rId9"/>
                  <a:stretch>
                    <a:fillRect l="-2671" b="-39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8DB84266-FB57-4EF5-812D-1BEAF17C8F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82899" y="3099832"/>
              <a:ext cx="88772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A06A2AF7-F9E1-43B4-B454-7A5025A26FED}"/>
                    </a:ext>
                  </a:extLst>
                </p:cNvPr>
                <p:cNvSpPr txBox="1"/>
                <p:nvPr/>
              </p:nvSpPr>
              <p:spPr>
                <a:xfrm>
                  <a:off x="3060063" y="3099832"/>
                  <a:ext cx="5334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𝑍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A06A2AF7-F9E1-43B4-B454-7A5025A26F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0063" y="3099832"/>
                  <a:ext cx="533400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B902F31E-7929-4EBE-A404-4DFB03149AF6}"/>
                    </a:ext>
                  </a:extLst>
                </p:cNvPr>
                <p:cNvSpPr txBox="1"/>
                <p:nvPr/>
              </p:nvSpPr>
              <p:spPr>
                <a:xfrm>
                  <a:off x="6002331" y="2571234"/>
                  <a:ext cx="5334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𝑍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B902F31E-7929-4EBE-A404-4DFB03149A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2331" y="2571234"/>
                  <a:ext cx="533400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056ECF1D-B98C-4050-8A37-4F20D58EFF71}"/>
                </a:ext>
              </a:extLst>
            </p:cNvPr>
            <p:cNvCxnSpPr>
              <a:cxnSpLocks/>
            </p:cNvCxnSpPr>
            <p:nvPr/>
          </p:nvCxnSpPr>
          <p:spPr>
            <a:xfrm>
              <a:off x="5825167" y="2947432"/>
              <a:ext cx="88772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BABE8A57-0067-4409-866E-D8BA51BBE9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25167" y="3099832"/>
              <a:ext cx="88772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10B743EC-29DA-4F01-A7F5-C60387CD1832}"/>
                    </a:ext>
                  </a:extLst>
                </p:cNvPr>
                <p:cNvSpPr txBox="1"/>
                <p:nvPr/>
              </p:nvSpPr>
              <p:spPr>
                <a:xfrm>
                  <a:off x="6002331" y="3099832"/>
                  <a:ext cx="5334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𝐵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10B743EC-29DA-4F01-A7F5-C60387CD18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2331" y="3099832"/>
                  <a:ext cx="533400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628095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64C5E811-E010-48D0-88F1-ECC1192C9FDC}"/>
              </a:ext>
            </a:extLst>
          </p:cNvPr>
          <p:cNvGrpSpPr/>
          <p:nvPr/>
        </p:nvGrpSpPr>
        <p:grpSpPr>
          <a:xfrm>
            <a:off x="427464" y="65701"/>
            <a:ext cx="10931337" cy="6227017"/>
            <a:chOff x="427464" y="65701"/>
            <a:chExt cx="10931337" cy="622701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矩形 1">
                  <a:extLst>
                    <a:ext uri="{FF2B5EF4-FFF2-40B4-BE49-F238E27FC236}">
                      <a16:creationId xmlns:a16="http://schemas.microsoft.com/office/drawing/2014/main" id="{B9B647CF-62CC-440C-BB67-3B462DB06E4D}"/>
                    </a:ext>
                  </a:extLst>
                </p:cNvPr>
                <p:cNvSpPr/>
                <p:nvPr/>
              </p:nvSpPr>
              <p:spPr>
                <a:xfrm>
                  <a:off x="427464" y="65701"/>
                  <a:ext cx="657518" cy="854466"/>
                </a:xfrm>
                <a:prstGeom prst="rect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𝑴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" name="矩形 1">
                  <a:extLst>
                    <a:ext uri="{FF2B5EF4-FFF2-40B4-BE49-F238E27FC236}">
                      <a16:creationId xmlns:a16="http://schemas.microsoft.com/office/drawing/2014/main" id="{B9B647CF-62CC-440C-BB67-3B462DB06E4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464" y="65701"/>
                  <a:ext cx="657518" cy="854466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椭圆 2">
                  <a:extLst>
                    <a:ext uri="{FF2B5EF4-FFF2-40B4-BE49-F238E27FC236}">
                      <a16:creationId xmlns:a16="http://schemas.microsoft.com/office/drawing/2014/main" id="{6E181B6A-5BA0-46F9-883A-4373079F1B5F}"/>
                    </a:ext>
                  </a:extLst>
                </p:cNvPr>
                <p:cNvSpPr/>
                <p:nvPr/>
              </p:nvSpPr>
              <p:spPr>
                <a:xfrm>
                  <a:off x="3013722" y="190236"/>
                  <a:ext cx="604800" cy="605396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𝑬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" name="椭圆 2">
                  <a:extLst>
                    <a:ext uri="{FF2B5EF4-FFF2-40B4-BE49-F238E27FC236}">
                      <a16:creationId xmlns:a16="http://schemas.microsoft.com/office/drawing/2014/main" id="{6E181B6A-5BA0-46F9-883A-4373079F1B5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13722" y="190236"/>
                  <a:ext cx="604800" cy="605396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6BF15F7B-568E-4C60-9A3E-EC267CDBDD27}"/>
                </a:ext>
              </a:extLst>
            </p:cNvPr>
            <p:cNvSpPr/>
            <p:nvPr/>
          </p:nvSpPr>
          <p:spPr>
            <a:xfrm>
              <a:off x="5545519" y="65701"/>
              <a:ext cx="657518" cy="854466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id="{39F96D07-163E-45B9-B0D7-7B03C720D40B}"/>
                    </a:ext>
                  </a:extLst>
                </p:cNvPr>
                <p:cNvSpPr/>
                <p:nvPr/>
              </p:nvSpPr>
              <p:spPr>
                <a:xfrm>
                  <a:off x="8149760" y="190236"/>
                  <a:ext cx="604800" cy="605396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𝑫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id="{39F96D07-163E-45B9-B0D7-7B03C720D40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49760" y="190236"/>
                  <a:ext cx="604800" cy="605396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4EA9B5B0-AA43-4C0D-AF32-7A8A59160666}"/>
                    </a:ext>
                  </a:extLst>
                </p:cNvPr>
                <p:cNvSpPr txBox="1"/>
                <p:nvPr/>
              </p:nvSpPr>
              <p:spPr>
                <a:xfrm>
                  <a:off x="3049422" y="1185088"/>
                  <a:ext cx="5334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4EA9B5B0-AA43-4C0D-AF32-7A8A591606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9422" y="1185088"/>
                  <a:ext cx="533400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0858E2D4-1FB4-4548-84CE-A8C270990E70}"/>
                    </a:ext>
                  </a:extLst>
                </p:cNvPr>
                <p:cNvSpPr txBox="1"/>
                <p:nvPr/>
              </p:nvSpPr>
              <p:spPr>
                <a:xfrm>
                  <a:off x="5265398" y="1000422"/>
                  <a:ext cx="121776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d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0858E2D4-1FB4-4548-84CE-A8C270990E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5398" y="1000422"/>
                  <a:ext cx="1217760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CDB35807-6480-47CD-AC25-F3063DEA50D0}"/>
                    </a:ext>
                  </a:extLst>
                </p:cNvPr>
                <p:cNvSpPr txBox="1"/>
                <p:nvPr/>
              </p:nvSpPr>
              <p:spPr>
                <a:xfrm>
                  <a:off x="8185460" y="1185088"/>
                  <a:ext cx="5334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CDB35807-6480-47CD-AC25-F3063DEA50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85460" y="1185088"/>
                  <a:ext cx="533400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4B1C3140-54CE-483E-B55E-BAB7013F43C9}"/>
                    </a:ext>
                  </a:extLst>
                </p:cNvPr>
                <p:cNvSpPr/>
                <p:nvPr/>
              </p:nvSpPr>
              <p:spPr>
                <a:xfrm>
                  <a:off x="10701283" y="65701"/>
                  <a:ext cx="657518" cy="854466"/>
                </a:xfrm>
                <a:prstGeom prst="rect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𝑴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4B1C3140-54CE-483E-B55E-BAB7013F43C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01283" y="65701"/>
                  <a:ext cx="657518" cy="854466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5C110C04-A4DB-47B9-9454-9442A450B82A}"/>
                </a:ext>
              </a:extLst>
            </p:cNvPr>
            <p:cNvCxnSpPr>
              <a:cxnSpLocks/>
              <a:stCxn id="2" idx="3"/>
              <a:endCxn id="3" idx="2"/>
            </p:cNvCxnSpPr>
            <p:nvPr/>
          </p:nvCxnSpPr>
          <p:spPr>
            <a:xfrm>
              <a:off x="1084982" y="492934"/>
              <a:ext cx="192874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2B89B85D-BD84-4D16-B376-B363B56CF99A}"/>
                </a:ext>
              </a:extLst>
            </p:cNvPr>
            <p:cNvCxnSpPr>
              <a:cxnSpLocks/>
              <a:stCxn id="3" idx="6"/>
              <a:endCxn id="4" idx="1"/>
            </p:cNvCxnSpPr>
            <p:nvPr/>
          </p:nvCxnSpPr>
          <p:spPr>
            <a:xfrm>
              <a:off x="3618522" y="492934"/>
              <a:ext cx="192699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B73058F9-68CE-471B-9E13-2B600C43714B}"/>
                </a:ext>
              </a:extLst>
            </p:cNvPr>
            <p:cNvCxnSpPr>
              <a:cxnSpLocks/>
              <a:stCxn id="4" idx="3"/>
              <a:endCxn id="5" idx="2"/>
            </p:cNvCxnSpPr>
            <p:nvPr/>
          </p:nvCxnSpPr>
          <p:spPr>
            <a:xfrm>
              <a:off x="6203037" y="492934"/>
              <a:ext cx="194672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DDE0DDE9-A127-4F92-8E60-B9B389864EE8}"/>
                </a:ext>
              </a:extLst>
            </p:cNvPr>
            <p:cNvCxnSpPr>
              <a:cxnSpLocks/>
              <a:stCxn id="5" idx="6"/>
              <a:endCxn id="9" idx="1"/>
            </p:cNvCxnSpPr>
            <p:nvPr/>
          </p:nvCxnSpPr>
          <p:spPr>
            <a:xfrm>
              <a:off x="8754560" y="492934"/>
              <a:ext cx="194672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22D8ACFE-3B38-4909-AC1C-6DC09B315395}"/>
                </a:ext>
              </a:extLst>
            </p:cNvPr>
            <p:cNvCxnSpPr>
              <a:cxnSpLocks/>
              <a:stCxn id="6" idx="0"/>
              <a:endCxn id="3" idx="4"/>
            </p:cNvCxnSpPr>
            <p:nvPr/>
          </p:nvCxnSpPr>
          <p:spPr>
            <a:xfrm flipV="1">
              <a:off x="3316122" y="795632"/>
              <a:ext cx="0" cy="38945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149116CC-CF9D-4DCA-865C-622A22D9135D}"/>
                </a:ext>
              </a:extLst>
            </p:cNvPr>
            <p:cNvCxnSpPr>
              <a:cxnSpLocks/>
              <a:stCxn id="8" idx="0"/>
              <a:endCxn id="5" idx="4"/>
            </p:cNvCxnSpPr>
            <p:nvPr/>
          </p:nvCxnSpPr>
          <p:spPr>
            <a:xfrm flipV="1">
              <a:off x="8452160" y="795632"/>
              <a:ext cx="0" cy="38945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60B28156-3651-4F1F-9A0B-93560CE88C8A}"/>
                    </a:ext>
                  </a:extLst>
                </p:cNvPr>
                <p:cNvSpPr/>
                <p:nvPr/>
              </p:nvSpPr>
              <p:spPr>
                <a:xfrm>
                  <a:off x="427464" y="4803999"/>
                  <a:ext cx="657518" cy="854466"/>
                </a:xfrm>
                <a:prstGeom prst="rect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𝑴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60B28156-3651-4F1F-9A0B-93560CE88C8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464" y="4803999"/>
                  <a:ext cx="657518" cy="854466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椭圆 44">
                  <a:extLst>
                    <a:ext uri="{FF2B5EF4-FFF2-40B4-BE49-F238E27FC236}">
                      <a16:creationId xmlns:a16="http://schemas.microsoft.com/office/drawing/2014/main" id="{56F45D80-7227-4B2E-B849-FBE8EB312FE6}"/>
                    </a:ext>
                  </a:extLst>
                </p:cNvPr>
                <p:cNvSpPr/>
                <p:nvPr/>
              </p:nvSpPr>
              <p:spPr>
                <a:xfrm>
                  <a:off x="1742288" y="4928534"/>
                  <a:ext cx="604800" cy="605396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𝑬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5" name="椭圆 44">
                  <a:extLst>
                    <a:ext uri="{FF2B5EF4-FFF2-40B4-BE49-F238E27FC236}">
                      <a16:creationId xmlns:a16="http://schemas.microsoft.com/office/drawing/2014/main" id="{56F45D80-7227-4B2E-B849-FBE8EB312FE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42288" y="4928534"/>
                  <a:ext cx="604800" cy="605396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652586FE-00B9-4289-B5C1-FFD1A6BA6D8B}"/>
                </a:ext>
              </a:extLst>
            </p:cNvPr>
            <p:cNvSpPr/>
            <p:nvPr/>
          </p:nvSpPr>
          <p:spPr>
            <a:xfrm>
              <a:off x="3004183" y="4803999"/>
              <a:ext cx="657518" cy="854466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00930E71-5C3C-4090-801F-FD2B5FA38A76}"/>
                    </a:ext>
                  </a:extLst>
                </p:cNvPr>
                <p:cNvSpPr txBox="1"/>
                <p:nvPr/>
              </p:nvSpPr>
              <p:spPr>
                <a:xfrm>
                  <a:off x="1777988" y="5923386"/>
                  <a:ext cx="5334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𝑃𝑅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00930E71-5C3C-4090-801F-FD2B5FA38A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7988" y="5923386"/>
                  <a:ext cx="533400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D3D8C6A5-0EDE-47DD-A34E-A527C07ABB01}"/>
                    </a:ext>
                  </a:extLst>
                </p:cNvPr>
                <p:cNvSpPr txBox="1"/>
                <p:nvPr/>
              </p:nvSpPr>
              <p:spPr>
                <a:xfrm>
                  <a:off x="2724062" y="5738720"/>
                  <a:ext cx="121776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𝑃𝑅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d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D3D8C6A5-0EDE-47DD-A34E-A527C07ABB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4062" y="5738720"/>
                  <a:ext cx="1217760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42818256-DA26-4008-BF5E-03C0DFDA6BD1}"/>
                </a:ext>
              </a:extLst>
            </p:cNvPr>
            <p:cNvCxnSpPr>
              <a:cxnSpLocks/>
              <a:stCxn id="44" idx="3"/>
              <a:endCxn id="45" idx="2"/>
            </p:cNvCxnSpPr>
            <p:nvPr/>
          </p:nvCxnSpPr>
          <p:spPr>
            <a:xfrm>
              <a:off x="1084982" y="5231232"/>
              <a:ext cx="657306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6198D55B-62C8-41E5-8D56-AD5FEB962F78}"/>
                </a:ext>
              </a:extLst>
            </p:cNvPr>
            <p:cNvCxnSpPr>
              <a:cxnSpLocks/>
              <a:stCxn id="45" idx="6"/>
              <a:endCxn id="46" idx="1"/>
            </p:cNvCxnSpPr>
            <p:nvPr/>
          </p:nvCxnSpPr>
          <p:spPr>
            <a:xfrm>
              <a:off x="2347088" y="5231232"/>
              <a:ext cx="65709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0BE5101A-8189-4535-B8DB-8365168EB392}"/>
                </a:ext>
              </a:extLst>
            </p:cNvPr>
            <p:cNvCxnSpPr>
              <a:cxnSpLocks/>
              <a:stCxn id="48" idx="0"/>
              <a:endCxn id="45" idx="4"/>
            </p:cNvCxnSpPr>
            <p:nvPr/>
          </p:nvCxnSpPr>
          <p:spPr>
            <a:xfrm flipV="1">
              <a:off x="2044688" y="5533930"/>
              <a:ext cx="0" cy="38945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椭圆 57">
                  <a:extLst>
                    <a:ext uri="{FF2B5EF4-FFF2-40B4-BE49-F238E27FC236}">
                      <a16:creationId xmlns:a16="http://schemas.microsoft.com/office/drawing/2014/main" id="{D3C0D684-466F-4CFE-8683-A0016122FABF}"/>
                    </a:ext>
                  </a:extLst>
                </p:cNvPr>
                <p:cNvSpPr/>
                <p:nvPr/>
              </p:nvSpPr>
              <p:spPr>
                <a:xfrm>
                  <a:off x="4296516" y="4928534"/>
                  <a:ext cx="604800" cy="605396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𝑬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8" name="椭圆 57">
                  <a:extLst>
                    <a:ext uri="{FF2B5EF4-FFF2-40B4-BE49-F238E27FC236}">
                      <a16:creationId xmlns:a16="http://schemas.microsoft.com/office/drawing/2014/main" id="{D3C0D684-466F-4CFE-8683-A0016122FAB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96516" y="4928534"/>
                  <a:ext cx="604800" cy="605396"/>
                </a:xfrm>
                <a:prstGeom prst="ellipse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AD634244-8206-47B9-A91E-F4241E07FB8C}"/>
                </a:ext>
              </a:extLst>
            </p:cNvPr>
            <p:cNvSpPr/>
            <p:nvPr/>
          </p:nvSpPr>
          <p:spPr>
            <a:xfrm>
              <a:off x="5558411" y="4803999"/>
              <a:ext cx="657518" cy="854466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5DABD9FA-CE3E-4A81-916E-690EB69CFF6D}"/>
                    </a:ext>
                  </a:extLst>
                </p:cNvPr>
                <p:cNvSpPr txBox="1"/>
                <p:nvPr/>
              </p:nvSpPr>
              <p:spPr>
                <a:xfrm>
                  <a:off x="4332216" y="5923386"/>
                  <a:ext cx="5334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𝑃𝑈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5DABD9FA-CE3E-4A81-916E-690EB69CFF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2216" y="5923386"/>
                  <a:ext cx="533400" cy="369332"/>
                </a:xfrm>
                <a:prstGeom prst="rect">
                  <a:avLst/>
                </a:prstGeom>
                <a:blipFill>
                  <a:blip r:embed="rId14"/>
                  <a:stretch>
                    <a:fillRect r="-229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54B1D023-2B21-4E41-BF71-0E3A17E5AC32}"/>
                    </a:ext>
                  </a:extLst>
                </p:cNvPr>
                <p:cNvSpPr txBox="1"/>
                <p:nvPr/>
              </p:nvSpPr>
              <p:spPr>
                <a:xfrm>
                  <a:off x="4742569" y="5738720"/>
                  <a:ext cx="2554228" cy="40498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𝑃𝑈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𝑃𝑅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54B1D023-2B21-4E41-BF71-0E3A17E5AC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2569" y="5738720"/>
                  <a:ext cx="2554228" cy="404983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C0247B4C-F6E5-4B97-A119-F50C9EBF95D6}"/>
                </a:ext>
              </a:extLst>
            </p:cNvPr>
            <p:cNvCxnSpPr>
              <a:cxnSpLocks/>
              <a:endCxn id="58" idx="2"/>
            </p:cNvCxnSpPr>
            <p:nvPr/>
          </p:nvCxnSpPr>
          <p:spPr>
            <a:xfrm>
              <a:off x="3639210" y="5231232"/>
              <a:ext cx="657306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00ACBF1C-7966-44A8-985F-CCFBD674A6F7}"/>
                </a:ext>
              </a:extLst>
            </p:cNvPr>
            <p:cNvCxnSpPr>
              <a:cxnSpLocks/>
              <a:stCxn id="58" idx="6"/>
              <a:endCxn id="59" idx="1"/>
            </p:cNvCxnSpPr>
            <p:nvPr/>
          </p:nvCxnSpPr>
          <p:spPr>
            <a:xfrm>
              <a:off x="4901316" y="5231232"/>
              <a:ext cx="65709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箭头连接符 63">
              <a:extLst>
                <a:ext uri="{FF2B5EF4-FFF2-40B4-BE49-F238E27FC236}">
                  <a16:creationId xmlns:a16="http://schemas.microsoft.com/office/drawing/2014/main" id="{DB24830D-D794-4874-A671-65546F74D11B}"/>
                </a:ext>
              </a:extLst>
            </p:cNvPr>
            <p:cNvCxnSpPr>
              <a:cxnSpLocks/>
              <a:stCxn id="60" idx="0"/>
              <a:endCxn id="58" idx="4"/>
            </p:cNvCxnSpPr>
            <p:nvPr/>
          </p:nvCxnSpPr>
          <p:spPr>
            <a:xfrm flipV="1">
              <a:off x="4598916" y="5533930"/>
              <a:ext cx="0" cy="38945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椭圆 64">
                  <a:extLst>
                    <a:ext uri="{FF2B5EF4-FFF2-40B4-BE49-F238E27FC236}">
                      <a16:creationId xmlns:a16="http://schemas.microsoft.com/office/drawing/2014/main" id="{CAD6E7F3-571D-4C0C-8DE8-2C614204EAD2}"/>
                    </a:ext>
                  </a:extLst>
                </p:cNvPr>
                <p:cNvSpPr/>
                <p:nvPr/>
              </p:nvSpPr>
              <p:spPr>
                <a:xfrm>
                  <a:off x="6867952" y="4928534"/>
                  <a:ext cx="604800" cy="605396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𝑫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5" name="椭圆 64">
                  <a:extLst>
                    <a:ext uri="{FF2B5EF4-FFF2-40B4-BE49-F238E27FC236}">
                      <a16:creationId xmlns:a16="http://schemas.microsoft.com/office/drawing/2014/main" id="{CAD6E7F3-571D-4C0C-8DE8-2C614204EAD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7952" y="4928534"/>
                  <a:ext cx="604800" cy="605396"/>
                </a:xfrm>
                <a:prstGeom prst="ellipse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84F76D30-784F-438B-810E-F6815B05B1EB}"/>
                </a:ext>
              </a:extLst>
            </p:cNvPr>
            <p:cNvSpPr/>
            <p:nvPr/>
          </p:nvSpPr>
          <p:spPr>
            <a:xfrm>
              <a:off x="8129847" y="4803999"/>
              <a:ext cx="657518" cy="854466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E11DE842-1287-40FC-BB2D-B9A4C394B05F}"/>
                    </a:ext>
                  </a:extLst>
                </p:cNvPr>
                <p:cNvSpPr txBox="1"/>
                <p:nvPr/>
              </p:nvSpPr>
              <p:spPr>
                <a:xfrm>
                  <a:off x="6903652" y="5923386"/>
                  <a:ext cx="5334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𝑃𝑅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E11DE842-1287-40FC-BB2D-B9A4C394B0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03652" y="5923386"/>
                  <a:ext cx="533400" cy="369332"/>
                </a:xfrm>
                <a:prstGeom prst="rect">
                  <a:avLst/>
                </a:prstGeom>
                <a:blipFill>
                  <a:blip r:embed="rId17"/>
                  <a:stretch>
                    <a:fillRect r="-11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43FE4DE5-6134-467F-B337-E6EDCAD5CAB2}"/>
                    </a:ext>
                  </a:extLst>
                </p:cNvPr>
                <p:cNvSpPr txBox="1"/>
                <p:nvPr/>
              </p:nvSpPr>
              <p:spPr>
                <a:xfrm>
                  <a:off x="7849726" y="5738720"/>
                  <a:ext cx="121776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𝑃𝑅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d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43FE4DE5-6134-467F-B337-E6EDCAD5CA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49726" y="5738720"/>
                  <a:ext cx="1217760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9" name="直接箭头连接符 68">
              <a:extLst>
                <a:ext uri="{FF2B5EF4-FFF2-40B4-BE49-F238E27FC236}">
                  <a16:creationId xmlns:a16="http://schemas.microsoft.com/office/drawing/2014/main" id="{A5D36665-F64D-46F1-A612-3887DC8EAC39}"/>
                </a:ext>
              </a:extLst>
            </p:cNvPr>
            <p:cNvCxnSpPr>
              <a:cxnSpLocks/>
              <a:endCxn id="65" idx="2"/>
            </p:cNvCxnSpPr>
            <p:nvPr/>
          </p:nvCxnSpPr>
          <p:spPr>
            <a:xfrm>
              <a:off x="6210646" y="5231232"/>
              <a:ext cx="657306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箭头连接符 69">
              <a:extLst>
                <a:ext uri="{FF2B5EF4-FFF2-40B4-BE49-F238E27FC236}">
                  <a16:creationId xmlns:a16="http://schemas.microsoft.com/office/drawing/2014/main" id="{30B79A3C-6E3C-4D4E-A453-EEF42D4777D0}"/>
                </a:ext>
              </a:extLst>
            </p:cNvPr>
            <p:cNvCxnSpPr>
              <a:cxnSpLocks/>
              <a:stCxn id="65" idx="6"/>
              <a:endCxn id="66" idx="1"/>
            </p:cNvCxnSpPr>
            <p:nvPr/>
          </p:nvCxnSpPr>
          <p:spPr>
            <a:xfrm>
              <a:off x="7472752" y="5231232"/>
              <a:ext cx="65709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箭头连接符 70">
              <a:extLst>
                <a:ext uri="{FF2B5EF4-FFF2-40B4-BE49-F238E27FC236}">
                  <a16:creationId xmlns:a16="http://schemas.microsoft.com/office/drawing/2014/main" id="{55041C1F-2EA1-43E1-9277-634376051CB8}"/>
                </a:ext>
              </a:extLst>
            </p:cNvPr>
            <p:cNvCxnSpPr>
              <a:cxnSpLocks/>
              <a:stCxn id="67" idx="0"/>
              <a:endCxn id="65" idx="4"/>
            </p:cNvCxnSpPr>
            <p:nvPr/>
          </p:nvCxnSpPr>
          <p:spPr>
            <a:xfrm flipV="1">
              <a:off x="7170352" y="5533930"/>
              <a:ext cx="0" cy="38945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椭圆 71">
                  <a:extLst>
                    <a:ext uri="{FF2B5EF4-FFF2-40B4-BE49-F238E27FC236}">
                      <a16:creationId xmlns:a16="http://schemas.microsoft.com/office/drawing/2014/main" id="{062BC6C5-3766-4AF7-9EAC-0DCD89789C82}"/>
                    </a:ext>
                  </a:extLst>
                </p:cNvPr>
                <p:cNvSpPr/>
                <p:nvPr/>
              </p:nvSpPr>
              <p:spPr>
                <a:xfrm>
                  <a:off x="9439388" y="4928534"/>
                  <a:ext cx="604800" cy="605396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𝑫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2" name="椭圆 71">
                  <a:extLst>
                    <a:ext uri="{FF2B5EF4-FFF2-40B4-BE49-F238E27FC236}">
                      <a16:creationId xmlns:a16="http://schemas.microsoft.com/office/drawing/2014/main" id="{062BC6C5-3766-4AF7-9EAC-0DCD89789C8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39388" y="4928534"/>
                  <a:ext cx="604800" cy="605396"/>
                </a:xfrm>
                <a:prstGeom prst="ellipse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901A726E-0726-4DD4-BAAC-B38E7B5DDAA3}"/>
                    </a:ext>
                  </a:extLst>
                </p:cNvPr>
                <p:cNvSpPr txBox="1"/>
                <p:nvPr/>
              </p:nvSpPr>
              <p:spPr>
                <a:xfrm>
                  <a:off x="9475088" y="5923386"/>
                  <a:ext cx="5334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𝑃𝑈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901A726E-0726-4DD4-BAAC-B38E7B5DDA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75088" y="5923386"/>
                  <a:ext cx="533400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矩形 73">
                  <a:extLst>
                    <a:ext uri="{FF2B5EF4-FFF2-40B4-BE49-F238E27FC236}">
                      <a16:creationId xmlns:a16="http://schemas.microsoft.com/office/drawing/2014/main" id="{C7F3D850-56D4-45FA-932D-EA864DC93752}"/>
                    </a:ext>
                  </a:extLst>
                </p:cNvPr>
                <p:cNvSpPr/>
                <p:nvPr/>
              </p:nvSpPr>
              <p:spPr>
                <a:xfrm>
                  <a:off x="10701283" y="4803999"/>
                  <a:ext cx="657518" cy="854466"/>
                </a:xfrm>
                <a:prstGeom prst="rect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𝑴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4" name="矩形 73">
                  <a:extLst>
                    <a:ext uri="{FF2B5EF4-FFF2-40B4-BE49-F238E27FC236}">
                      <a16:creationId xmlns:a16="http://schemas.microsoft.com/office/drawing/2014/main" id="{C7F3D850-56D4-45FA-932D-EA864DC9375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01283" y="4803999"/>
                  <a:ext cx="657518" cy="854466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5" name="直接箭头连接符 74">
              <a:extLst>
                <a:ext uri="{FF2B5EF4-FFF2-40B4-BE49-F238E27FC236}">
                  <a16:creationId xmlns:a16="http://schemas.microsoft.com/office/drawing/2014/main" id="{19895F16-8B50-493E-B3A7-8BB1746892BC}"/>
                </a:ext>
              </a:extLst>
            </p:cNvPr>
            <p:cNvCxnSpPr>
              <a:cxnSpLocks/>
              <a:endCxn id="72" idx="2"/>
            </p:cNvCxnSpPr>
            <p:nvPr/>
          </p:nvCxnSpPr>
          <p:spPr>
            <a:xfrm>
              <a:off x="8782293" y="5231232"/>
              <a:ext cx="65709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箭头连接符 75">
              <a:extLst>
                <a:ext uri="{FF2B5EF4-FFF2-40B4-BE49-F238E27FC236}">
                  <a16:creationId xmlns:a16="http://schemas.microsoft.com/office/drawing/2014/main" id="{554519EF-B480-4CE2-BF7B-8E27CC073D82}"/>
                </a:ext>
              </a:extLst>
            </p:cNvPr>
            <p:cNvCxnSpPr>
              <a:cxnSpLocks/>
              <a:stCxn id="72" idx="6"/>
              <a:endCxn id="74" idx="1"/>
            </p:cNvCxnSpPr>
            <p:nvPr/>
          </p:nvCxnSpPr>
          <p:spPr>
            <a:xfrm>
              <a:off x="10044188" y="5231232"/>
              <a:ext cx="65709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箭头连接符 76">
              <a:extLst>
                <a:ext uri="{FF2B5EF4-FFF2-40B4-BE49-F238E27FC236}">
                  <a16:creationId xmlns:a16="http://schemas.microsoft.com/office/drawing/2014/main" id="{8E5FC6DC-341D-4998-907A-414F2C0B6348}"/>
                </a:ext>
              </a:extLst>
            </p:cNvPr>
            <p:cNvCxnSpPr>
              <a:cxnSpLocks/>
              <a:stCxn id="73" idx="0"/>
              <a:endCxn id="72" idx="4"/>
            </p:cNvCxnSpPr>
            <p:nvPr/>
          </p:nvCxnSpPr>
          <p:spPr>
            <a:xfrm flipV="1">
              <a:off x="9741788" y="5533930"/>
              <a:ext cx="0" cy="38945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矩形 83">
                  <a:extLst>
                    <a:ext uri="{FF2B5EF4-FFF2-40B4-BE49-F238E27FC236}">
                      <a16:creationId xmlns:a16="http://schemas.microsoft.com/office/drawing/2014/main" id="{78BCF9CE-CB66-4DBE-BF44-080BE5669202}"/>
                    </a:ext>
                  </a:extLst>
                </p:cNvPr>
                <p:cNvSpPr/>
                <p:nvPr/>
              </p:nvSpPr>
              <p:spPr>
                <a:xfrm>
                  <a:off x="427464" y="1554420"/>
                  <a:ext cx="657518" cy="854466"/>
                </a:xfrm>
                <a:prstGeom prst="rect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𝑴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4" name="矩形 83">
                  <a:extLst>
                    <a:ext uri="{FF2B5EF4-FFF2-40B4-BE49-F238E27FC236}">
                      <a16:creationId xmlns:a16="http://schemas.microsoft.com/office/drawing/2014/main" id="{78BCF9CE-CB66-4DBE-BF44-080BE566920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464" y="1554420"/>
                  <a:ext cx="657518" cy="854466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椭圆 84">
                  <a:extLst>
                    <a:ext uri="{FF2B5EF4-FFF2-40B4-BE49-F238E27FC236}">
                      <a16:creationId xmlns:a16="http://schemas.microsoft.com/office/drawing/2014/main" id="{E2D9BFA0-7607-46C6-92FE-5FF9AE5F8AAA}"/>
                    </a:ext>
                  </a:extLst>
                </p:cNvPr>
                <p:cNvSpPr/>
                <p:nvPr/>
              </p:nvSpPr>
              <p:spPr>
                <a:xfrm>
                  <a:off x="3013722" y="1678955"/>
                  <a:ext cx="604800" cy="605396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𝑬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5" name="椭圆 84">
                  <a:extLst>
                    <a:ext uri="{FF2B5EF4-FFF2-40B4-BE49-F238E27FC236}">
                      <a16:creationId xmlns:a16="http://schemas.microsoft.com/office/drawing/2014/main" id="{E2D9BFA0-7607-46C6-92FE-5FF9AE5F8AA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13722" y="1678955"/>
                  <a:ext cx="604800" cy="605396"/>
                </a:xfrm>
                <a:prstGeom prst="ellipse">
                  <a:avLst/>
                </a:prstGeom>
                <a:blipFill>
                  <a:blip r:embed="rId2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F2C3A752-0DBC-49AD-A44D-CC8821AC175C}"/>
                </a:ext>
              </a:extLst>
            </p:cNvPr>
            <p:cNvSpPr/>
            <p:nvPr/>
          </p:nvSpPr>
          <p:spPr>
            <a:xfrm>
              <a:off x="5545519" y="1554420"/>
              <a:ext cx="657518" cy="854466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椭圆 86">
                  <a:extLst>
                    <a:ext uri="{FF2B5EF4-FFF2-40B4-BE49-F238E27FC236}">
                      <a16:creationId xmlns:a16="http://schemas.microsoft.com/office/drawing/2014/main" id="{0E64A3F6-677D-43B5-B035-56F911E1793B}"/>
                    </a:ext>
                  </a:extLst>
                </p:cNvPr>
                <p:cNvSpPr/>
                <p:nvPr/>
              </p:nvSpPr>
              <p:spPr>
                <a:xfrm>
                  <a:off x="8149760" y="1678955"/>
                  <a:ext cx="604800" cy="605396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𝑫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7" name="椭圆 86">
                  <a:extLst>
                    <a:ext uri="{FF2B5EF4-FFF2-40B4-BE49-F238E27FC236}">
                      <a16:creationId xmlns:a16="http://schemas.microsoft.com/office/drawing/2014/main" id="{0E64A3F6-677D-43B5-B035-56F911E179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49760" y="1678955"/>
                  <a:ext cx="604800" cy="605396"/>
                </a:xfrm>
                <a:prstGeom prst="ellipse">
                  <a:avLst/>
                </a:prstGeom>
                <a:blipFill>
                  <a:blip r:embed="rId2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0B444C30-A913-4542-B59A-A0995E1D8D1D}"/>
                    </a:ext>
                  </a:extLst>
                </p:cNvPr>
                <p:cNvSpPr txBox="1"/>
                <p:nvPr/>
              </p:nvSpPr>
              <p:spPr>
                <a:xfrm>
                  <a:off x="3049422" y="2673807"/>
                  <a:ext cx="5334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𝑃𝑈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0B444C30-A913-4542-B59A-A0995E1D8D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9422" y="2673807"/>
                  <a:ext cx="533400" cy="369332"/>
                </a:xfrm>
                <a:prstGeom prst="rect">
                  <a:avLst/>
                </a:prstGeom>
                <a:blipFill>
                  <a:blip r:embed="rId25"/>
                  <a:stretch>
                    <a:fillRect r="-11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文本框 88">
                  <a:extLst>
                    <a:ext uri="{FF2B5EF4-FFF2-40B4-BE49-F238E27FC236}">
                      <a16:creationId xmlns:a16="http://schemas.microsoft.com/office/drawing/2014/main" id="{3554114A-7608-4F44-A175-580BC4BAF111}"/>
                    </a:ext>
                  </a:extLst>
                </p:cNvPr>
                <p:cNvSpPr txBox="1"/>
                <p:nvPr/>
              </p:nvSpPr>
              <p:spPr>
                <a:xfrm>
                  <a:off x="5265398" y="2489141"/>
                  <a:ext cx="121776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𝑃𝑈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d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9" name="文本框 88">
                  <a:extLst>
                    <a:ext uri="{FF2B5EF4-FFF2-40B4-BE49-F238E27FC236}">
                      <a16:creationId xmlns:a16="http://schemas.microsoft.com/office/drawing/2014/main" id="{3554114A-7608-4F44-A175-580BC4BAF1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5398" y="2489141"/>
                  <a:ext cx="1217760" cy="36933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4294106A-0659-4D44-B4F0-08DF85EB65B7}"/>
                    </a:ext>
                  </a:extLst>
                </p:cNvPr>
                <p:cNvSpPr txBox="1"/>
                <p:nvPr/>
              </p:nvSpPr>
              <p:spPr>
                <a:xfrm>
                  <a:off x="8185460" y="2673807"/>
                  <a:ext cx="5334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𝑃𝑅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4294106A-0659-4D44-B4F0-08DF85EB65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85460" y="2673807"/>
                  <a:ext cx="533400" cy="369332"/>
                </a:xfrm>
                <a:prstGeom prst="rect">
                  <a:avLst/>
                </a:prstGeom>
                <a:blipFill>
                  <a:blip r:embed="rId27"/>
                  <a:stretch>
                    <a:fillRect r="-229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矩形 90">
                  <a:extLst>
                    <a:ext uri="{FF2B5EF4-FFF2-40B4-BE49-F238E27FC236}">
                      <a16:creationId xmlns:a16="http://schemas.microsoft.com/office/drawing/2014/main" id="{65138459-4B9C-4A77-973B-6F146F693DF5}"/>
                    </a:ext>
                  </a:extLst>
                </p:cNvPr>
                <p:cNvSpPr/>
                <p:nvPr/>
              </p:nvSpPr>
              <p:spPr>
                <a:xfrm>
                  <a:off x="10701283" y="1554420"/>
                  <a:ext cx="657518" cy="854466"/>
                </a:xfrm>
                <a:prstGeom prst="rect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𝑴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91" name="矩形 90">
                  <a:extLst>
                    <a:ext uri="{FF2B5EF4-FFF2-40B4-BE49-F238E27FC236}">
                      <a16:creationId xmlns:a16="http://schemas.microsoft.com/office/drawing/2014/main" id="{65138459-4B9C-4A77-973B-6F146F693DF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01283" y="1554420"/>
                  <a:ext cx="657518" cy="854466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2" name="直接箭头连接符 91">
              <a:extLst>
                <a:ext uri="{FF2B5EF4-FFF2-40B4-BE49-F238E27FC236}">
                  <a16:creationId xmlns:a16="http://schemas.microsoft.com/office/drawing/2014/main" id="{86840028-A741-4BA7-A6C9-8D9C15B49494}"/>
                </a:ext>
              </a:extLst>
            </p:cNvPr>
            <p:cNvCxnSpPr>
              <a:cxnSpLocks/>
              <a:stCxn id="84" idx="3"/>
              <a:endCxn id="85" idx="2"/>
            </p:cNvCxnSpPr>
            <p:nvPr/>
          </p:nvCxnSpPr>
          <p:spPr>
            <a:xfrm>
              <a:off x="1084982" y="1981653"/>
              <a:ext cx="192874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0DCC5EFF-229B-4042-A197-43795C75BD1E}"/>
                </a:ext>
              </a:extLst>
            </p:cNvPr>
            <p:cNvCxnSpPr>
              <a:cxnSpLocks/>
              <a:stCxn id="85" idx="6"/>
              <a:endCxn id="86" idx="1"/>
            </p:cNvCxnSpPr>
            <p:nvPr/>
          </p:nvCxnSpPr>
          <p:spPr>
            <a:xfrm>
              <a:off x="3618522" y="1981653"/>
              <a:ext cx="192699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箭头连接符 93">
              <a:extLst>
                <a:ext uri="{FF2B5EF4-FFF2-40B4-BE49-F238E27FC236}">
                  <a16:creationId xmlns:a16="http://schemas.microsoft.com/office/drawing/2014/main" id="{CC725EF4-66D9-4A9D-96EC-14DEA9CE0769}"/>
                </a:ext>
              </a:extLst>
            </p:cNvPr>
            <p:cNvCxnSpPr>
              <a:cxnSpLocks/>
              <a:stCxn id="86" idx="3"/>
              <a:endCxn id="87" idx="2"/>
            </p:cNvCxnSpPr>
            <p:nvPr/>
          </p:nvCxnSpPr>
          <p:spPr>
            <a:xfrm>
              <a:off x="6203037" y="1981653"/>
              <a:ext cx="194672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箭头连接符 94">
              <a:extLst>
                <a:ext uri="{FF2B5EF4-FFF2-40B4-BE49-F238E27FC236}">
                  <a16:creationId xmlns:a16="http://schemas.microsoft.com/office/drawing/2014/main" id="{8C578D85-A6B7-4126-B06B-27444486DFC7}"/>
                </a:ext>
              </a:extLst>
            </p:cNvPr>
            <p:cNvCxnSpPr>
              <a:cxnSpLocks/>
              <a:stCxn id="87" idx="6"/>
              <a:endCxn id="91" idx="1"/>
            </p:cNvCxnSpPr>
            <p:nvPr/>
          </p:nvCxnSpPr>
          <p:spPr>
            <a:xfrm>
              <a:off x="8754560" y="1981653"/>
              <a:ext cx="194672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箭头连接符 95">
              <a:extLst>
                <a:ext uri="{FF2B5EF4-FFF2-40B4-BE49-F238E27FC236}">
                  <a16:creationId xmlns:a16="http://schemas.microsoft.com/office/drawing/2014/main" id="{83F89012-5EAD-4199-9D5F-3966925B7561}"/>
                </a:ext>
              </a:extLst>
            </p:cNvPr>
            <p:cNvCxnSpPr>
              <a:cxnSpLocks/>
              <a:stCxn id="88" idx="0"/>
              <a:endCxn id="85" idx="4"/>
            </p:cNvCxnSpPr>
            <p:nvPr/>
          </p:nvCxnSpPr>
          <p:spPr>
            <a:xfrm flipV="1">
              <a:off x="3316122" y="2284351"/>
              <a:ext cx="0" cy="38945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箭头连接符 96">
              <a:extLst>
                <a:ext uri="{FF2B5EF4-FFF2-40B4-BE49-F238E27FC236}">
                  <a16:creationId xmlns:a16="http://schemas.microsoft.com/office/drawing/2014/main" id="{3A71C7A2-A089-4DCD-BA99-6B3949446676}"/>
                </a:ext>
              </a:extLst>
            </p:cNvPr>
            <p:cNvCxnSpPr>
              <a:cxnSpLocks/>
              <a:stCxn id="90" idx="0"/>
              <a:endCxn id="87" idx="4"/>
            </p:cNvCxnSpPr>
            <p:nvPr/>
          </p:nvCxnSpPr>
          <p:spPr>
            <a:xfrm flipV="1">
              <a:off x="8452160" y="2284351"/>
              <a:ext cx="0" cy="38945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矩形 113">
                  <a:extLst>
                    <a:ext uri="{FF2B5EF4-FFF2-40B4-BE49-F238E27FC236}">
                      <a16:creationId xmlns:a16="http://schemas.microsoft.com/office/drawing/2014/main" id="{1D833499-D081-4429-A988-38B012A36BF1}"/>
                    </a:ext>
                  </a:extLst>
                </p:cNvPr>
                <p:cNvSpPr/>
                <p:nvPr/>
              </p:nvSpPr>
              <p:spPr>
                <a:xfrm>
                  <a:off x="427464" y="3118936"/>
                  <a:ext cx="657518" cy="854466"/>
                </a:xfrm>
                <a:prstGeom prst="rect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𝑴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4" name="矩形 113">
                  <a:extLst>
                    <a:ext uri="{FF2B5EF4-FFF2-40B4-BE49-F238E27FC236}">
                      <a16:creationId xmlns:a16="http://schemas.microsoft.com/office/drawing/2014/main" id="{1D833499-D081-4429-A988-38B012A36B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464" y="3118936"/>
                  <a:ext cx="657518" cy="854466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椭圆 114">
                  <a:extLst>
                    <a:ext uri="{FF2B5EF4-FFF2-40B4-BE49-F238E27FC236}">
                      <a16:creationId xmlns:a16="http://schemas.microsoft.com/office/drawing/2014/main" id="{43D916F2-46AE-4D07-A2AB-AC74DEE9ECAB}"/>
                    </a:ext>
                  </a:extLst>
                </p:cNvPr>
                <p:cNvSpPr/>
                <p:nvPr/>
              </p:nvSpPr>
              <p:spPr>
                <a:xfrm>
                  <a:off x="3013722" y="3243471"/>
                  <a:ext cx="604800" cy="605396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𝑬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5" name="椭圆 114">
                  <a:extLst>
                    <a:ext uri="{FF2B5EF4-FFF2-40B4-BE49-F238E27FC236}">
                      <a16:creationId xmlns:a16="http://schemas.microsoft.com/office/drawing/2014/main" id="{43D916F2-46AE-4D07-A2AB-AC74DEE9ECA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13722" y="3243471"/>
                  <a:ext cx="604800" cy="605396"/>
                </a:xfrm>
                <a:prstGeom prst="ellipse">
                  <a:avLst/>
                </a:prstGeom>
                <a:blipFill>
                  <a:blip r:embed="rId3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F2398F99-7A7D-4256-8A27-A32D262798A8}"/>
                </a:ext>
              </a:extLst>
            </p:cNvPr>
            <p:cNvSpPr/>
            <p:nvPr/>
          </p:nvSpPr>
          <p:spPr>
            <a:xfrm>
              <a:off x="5545519" y="3118936"/>
              <a:ext cx="657518" cy="854466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椭圆 116">
                  <a:extLst>
                    <a:ext uri="{FF2B5EF4-FFF2-40B4-BE49-F238E27FC236}">
                      <a16:creationId xmlns:a16="http://schemas.microsoft.com/office/drawing/2014/main" id="{7FD9EC50-FE50-41F8-963D-D762E36C77AB}"/>
                    </a:ext>
                  </a:extLst>
                </p:cNvPr>
                <p:cNvSpPr/>
                <p:nvPr/>
              </p:nvSpPr>
              <p:spPr>
                <a:xfrm>
                  <a:off x="8149760" y="3243471"/>
                  <a:ext cx="604800" cy="605396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𝑫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7" name="椭圆 116">
                  <a:extLst>
                    <a:ext uri="{FF2B5EF4-FFF2-40B4-BE49-F238E27FC236}">
                      <a16:creationId xmlns:a16="http://schemas.microsoft.com/office/drawing/2014/main" id="{7FD9EC50-FE50-41F8-963D-D762E36C77A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49760" y="3243471"/>
                  <a:ext cx="604800" cy="605396"/>
                </a:xfrm>
                <a:prstGeom prst="ellipse">
                  <a:avLst/>
                </a:prstGeom>
                <a:blipFill>
                  <a:blip r:embed="rId3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0E0B7161-DD89-414C-9F0F-1DFA7B0F8217}"/>
                    </a:ext>
                  </a:extLst>
                </p:cNvPr>
                <p:cNvSpPr txBox="1"/>
                <p:nvPr/>
              </p:nvSpPr>
              <p:spPr>
                <a:xfrm>
                  <a:off x="3049422" y="4238323"/>
                  <a:ext cx="5334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𝑃𝑅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0E0B7161-DD89-414C-9F0F-1DFA7B0F82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9422" y="4238323"/>
                  <a:ext cx="533400" cy="369332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B526D389-E566-4643-B520-B54440DF0916}"/>
                    </a:ext>
                  </a:extLst>
                </p:cNvPr>
                <p:cNvSpPr txBox="1"/>
                <p:nvPr/>
              </p:nvSpPr>
              <p:spPr>
                <a:xfrm>
                  <a:off x="5265398" y="4053657"/>
                  <a:ext cx="121776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𝑃𝑅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d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B526D389-E566-4643-B520-B54440DF09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5398" y="4053657"/>
                  <a:ext cx="1217760" cy="369332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文本框 119">
                  <a:extLst>
                    <a:ext uri="{FF2B5EF4-FFF2-40B4-BE49-F238E27FC236}">
                      <a16:creationId xmlns:a16="http://schemas.microsoft.com/office/drawing/2014/main" id="{6D7A1EB9-A5F2-479C-862B-63DAA466B269}"/>
                    </a:ext>
                  </a:extLst>
                </p:cNvPr>
                <p:cNvSpPr txBox="1"/>
                <p:nvPr/>
              </p:nvSpPr>
              <p:spPr>
                <a:xfrm>
                  <a:off x="8185460" y="4238323"/>
                  <a:ext cx="5334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𝑃𝑈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0" name="文本框 119">
                  <a:extLst>
                    <a:ext uri="{FF2B5EF4-FFF2-40B4-BE49-F238E27FC236}">
                      <a16:creationId xmlns:a16="http://schemas.microsoft.com/office/drawing/2014/main" id="{6D7A1EB9-A5F2-479C-862B-63DAA466B2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85460" y="4238323"/>
                  <a:ext cx="533400" cy="369332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矩形 120">
                  <a:extLst>
                    <a:ext uri="{FF2B5EF4-FFF2-40B4-BE49-F238E27FC236}">
                      <a16:creationId xmlns:a16="http://schemas.microsoft.com/office/drawing/2014/main" id="{0E483A62-2939-408F-A59D-CF9793D3C5C8}"/>
                    </a:ext>
                  </a:extLst>
                </p:cNvPr>
                <p:cNvSpPr/>
                <p:nvPr/>
              </p:nvSpPr>
              <p:spPr>
                <a:xfrm>
                  <a:off x="10701283" y="3118936"/>
                  <a:ext cx="657518" cy="854466"/>
                </a:xfrm>
                <a:prstGeom prst="rect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𝑴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21" name="矩形 120">
                  <a:extLst>
                    <a:ext uri="{FF2B5EF4-FFF2-40B4-BE49-F238E27FC236}">
                      <a16:creationId xmlns:a16="http://schemas.microsoft.com/office/drawing/2014/main" id="{0E483A62-2939-408F-A59D-CF9793D3C5C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01283" y="3118936"/>
                  <a:ext cx="657518" cy="854466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2" name="直接箭头连接符 121">
              <a:extLst>
                <a:ext uri="{FF2B5EF4-FFF2-40B4-BE49-F238E27FC236}">
                  <a16:creationId xmlns:a16="http://schemas.microsoft.com/office/drawing/2014/main" id="{DE2573F1-B167-4B51-929D-668C0DE33112}"/>
                </a:ext>
              </a:extLst>
            </p:cNvPr>
            <p:cNvCxnSpPr>
              <a:cxnSpLocks/>
              <a:stCxn id="114" idx="3"/>
              <a:endCxn id="115" idx="2"/>
            </p:cNvCxnSpPr>
            <p:nvPr/>
          </p:nvCxnSpPr>
          <p:spPr>
            <a:xfrm>
              <a:off x="1084982" y="3546169"/>
              <a:ext cx="192874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箭头连接符 122">
              <a:extLst>
                <a:ext uri="{FF2B5EF4-FFF2-40B4-BE49-F238E27FC236}">
                  <a16:creationId xmlns:a16="http://schemas.microsoft.com/office/drawing/2014/main" id="{29C06739-7F3A-4FD1-BDAD-007B40B07DD6}"/>
                </a:ext>
              </a:extLst>
            </p:cNvPr>
            <p:cNvCxnSpPr>
              <a:cxnSpLocks/>
              <a:stCxn id="115" idx="6"/>
              <a:endCxn id="116" idx="1"/>
            </p:cNvCxnSpPr>
            <p:nvPr/>
          </p:nvCxnSpPr>
          <p:spPr>
            <a:xfrm>
              <a:off x="3618522" y="3546169"/>
              <a:ext cx="192699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箭头连接符 123">
              <a:extLst>
                <a:ext uri="{FF2B5EF4-FFF2-40B4-BE49-F238E27FC236}">
                  <a16:creationId xmlns:a16="http://schemas.microsoft.com/office/drawing/2014/main" id="{BB982779-D981-4497-87D4-B065AED37B98}"/>
                </a:ext>
              </a:extLst>
            </p:cNvPr>
            <p:cNvCxnSpPr>
              <a:cxnSpLocks/>
              <a:stCxn id="116" idx="3"/>
              <a:endCxn id="117" idx="2"/>
            </p:cNvCxnSpPr>
            <p:nvPr/>
          </p:nvCxnSpPr>
          <p:spPr>
            <a:xfrm>
              <a:off x="6203037" y="3546169"/>
              <a:ext cx="194672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箭头连接符 124">
              <a:extLst>
                <a:ext uri="{FF2B5EF4-FFF2-40B4-BE49-F238E27FC236}">
                  <a16:creationId xmlns:a16="http://schemas.microsoft.com/office/drawing/2014/main" id="{65CDE091-4BFD-4ACF-A579-454C8E6FE9CE}"/>
                </a:ext>
              </a:extLst>
            </p:cNvPr>
            <p:cNvCxnSpPr>
              <a:cxnSpLocks/>
              <a:stCxn id="117" idx="6"/>
              <a:endCxn id="121" idx="1"/>
            </p:cNvCxnSpPr>
            <p:nvPr/>
          </p:nvCxnSpPr>
          <p:spPr>
            <a:xfrm>
              <a:off x="8754560" y="3546169"/>
              <a:ext cx="194672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箭头连接符 125">
              <a:extLst>
                <a:ext uri="{FF2B5EF4-FFF2-40B4-BE49-F238E27FC236}">
                  <a16:creationId xmlns:a16="http://schemas.microsoft.com/office/drawing/2014/main" id="{5F3A7C48-E5E2-4D60-A74D-583009759F56}"/>
                </a:ext>
              </a:extLst>
            </p:cNvPr>
            <p:cNvCxnSpPr>
              <a:cxnSpLocks/>
              <a:stCxn id="118" idx="0"/>
              <a:endCxn id="115" idx="4"/>
            </p:cNvCxnSpPr>
            <p:nvPr/>
          </p:nvCxnSpPr>
          <p:spPr>
            <a:xfrm flipV="1">
              <a:off x="3316122" y="3848867"/>
              <a:ext cx="0" cy="38945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箭头连接符 126">
              <a:extLst>
                <a:ext uri="{FF2B5EF4-FFF2-40B4-BE49-F238E27FC236}">
                  <a16:creationId xmlns:a16="http://schemas.microsoft.com/office/drawing/2014/main" id="{661F33E4-4559-427F-84DC-6E76D8EC3AEA}"/>
                </a:ext>
              </a:extLst>
            </p:cNvPr>
            <p:cNvCxnSpPr>
              <a:cxnSpLocks/>
              <a:stCxn id="120" idx="0"/>
              <a:endCxn id="117" idx="4"/>
            </p:cNvCxnSpPr>
            <p:nvPr/>
          </p:nvCxnSpPr>
          <p:spPr>
            <a:xfrm flipV="1">
              <a:off x="8452160" y="3848867"/>
              <a:ext cx="0" cy="38945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401850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组合 59">
            <a:extLst>
              <a:ext uri="{FF2B5EF4-FFF2-40B4-BE49-F238E27FC236}">
                <a16:creationId xmlns:a16="http://schemas.microsoft.com/office/drawing/2014/main" id="{BABA87F4-B363-4BE6-BAC5-78F53B0A8FCB}"/>
              </a:ext>
            </a:extLst>
          </p:cNvPr>
          <p:cNvGrpSpPr/>
          <p:nvPr/>
        </p:nvGrpSpPr>
        <p:grpSpPr>
          <a:xfrm>
            <a:off x="-353786" y="-878189"/>
            <a:ext cx="12899571" cy="4843364"/>
            <a:chOff x="-25400" y="673100"/>
            <a:chExt cx="12899571" cy="4843364"/>
          </a:xfrm>
        </p:grpSpPr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AEF4AA10-ABD3-41D5-AF07-01FECE7D7816}"/>
                </a:ext>
              </a:extLst>
            </p:cNvPr>
            <p:cNvCxnSpPr>
              <a:cxnSpLocks/>
              <a:stCxn id="5" idx="3"/>
              <a:endCxn id="25" idx="1"/>
            </p:cNvCxnSpPr>
            <p:nvPr/>
          </p:nvCxnSpPr>
          <p:spPr>
            <a:xfrm>
              <a:off x="4806950" y="2560136"/>
              <a:ext cx="2578102" cy="0"/>
            </a:xfrm>
            <a:prstGeom prst="straightConnector1">
              <a:avLst/>
            </a:prstGeom>
            <a:ln w="25400">
              <a:solidFill>
                <a:srgbClr val="D7451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矩形 1">
                  <a:extLst>
                    <a:ext uri="{FF2B5EF4-FFF2-40B4-BE49-F238E27FC236}">
                      <a16:creationId xmlns:a16="http://schemas.microsoft.com/office/drawing/2014/main" id="{73519DF6-A1D5-43B9-BCAC-67C7B923F728}"/>
                    </a:ext>
                  </a:extLst>
                </p:cNvPr>
                <p:cNvSpPr/>
                <p:nvPr/>
              </p:nvSpPr>
              <p:spPr>
                <a:xfrm>
                  <a:off x="1303764" y="673100"/>
                  <a:ext cx="1617236" cy="1320800"/>
                </a:xfrm>
                <a:prstGeom prst="rect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b="1" dirty="0">
                      <a:solidFill>
                        <a:srgbClr val="D74514"/>
                      </a:solidFill>
                      <a:ea typeface="微软雅黑" panose="020B0503020204020204" pitchFamily="34" charset="-122"/>
                    </a:rPr>
                    <a:t>消息</a:t>
                  </a:r>
                  <a14:m>
                    <m:oMath xmlns:m="http://schemas.openxmlformats.org/officeDocument/2006/math">
                      <m:r>
                        <a:rPr lang="en-US" altLang="zh-CN" b="1" i="0" smtClean="0">
                          <a:solidFill>
                            <a:srgbClr val="D74514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a:rPr lang="en-US" altLang="zh-CN" b="1" i="1" smtClean="0">
                          <a:solidFill>
                            <a:srgbClr val="D74514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𝑴</m:t>
                      </m:r>
                    </m:oMath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" name="矩形 1">
                  <a:extLst>
                    <a:ext uri="{FF2B5EF4-FFF2-40B4-BE49-F238E27FC236}">
                      <a16:creationId xmlns:a16="http://schemas.microsoft.com/office/drawing/2014/main" id="{73519DF6-A1D5-43B9-BCAC-67C7B923F72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03764" y="673100"/>
                  <a:ext cx="1617236" cy="132080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BE7244CF-A9FE-4B45-B6D3-E4320E2A10E8}"/>
                </a:ext>
              </a:extLst>
            </p:cNvPr>
            <p:cNvSpPr/>
            <p:nvPr/>
          </p:nvSpPr>
          <p:spPr>
            <a:xfrm>
              <a:off x="1303764" y="2763336"/>
              <a:ext cx="1617236" cy="614864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ea typeface="微软雅黑" panose="020B0503020204020204" pitchFamily="34" charset="-122"/>
                </a:rPr>
                <a:t>MAC </a:t>
              </a:r>
              <a:r>
                <a:rPr lang="zh-CN" altLang="en-US" b="1" dirty="0">
                  <a:solidFill>
                    <a:schemeClr val="bg1"/>
                  </a:solidFill>
                  <a:ea typeface="微软雅黑" panose="020B0503020204020204" pitchFamily="34" charset="-122"/>
                </a:rPr>
                <a:t>函数</a:t>
              </a:r>
              <a:endPara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B9B2F1C3-AD9C-4793-B2B7-4D68C473F24F}"/>
                </a:ext>
              </a:extLst>
            </p:cNvPr>
            <p:cNvSpPr/>
            <p:nvPr/>
          </p:nvSpPr>
          <p:spPr>
            <a:xfrm>
              <a:off x="1303764" y="4287336"/>
              <a:ext cx="1617236" cy="614864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ea typeface="微软雅黑" panose="020B0503020204020204" pitchFamily="34" charset="-122"/>
                </a:rPr>
                <a:t>MAC </a:t>
              </a:r>
              <a:r>
                <a:rPr lang="zh-CN" altLang="en-US" b="1" dirty="0">
                  <a:solidFill>
                    <a:schemeClr val="bg1"/>
                  </a:solidFill>
                  <a:ea typeface="微软雅黑" panose="020B0503020204020204" pitchFamily="34" charset="-122"/>
                </a:rPr>
                <a:t>值</a:t>
              </a:r>
              <a:endPara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4822B777-D53C-46D5-A222-4E64F6A1E52B}"/>
                    </a:ext>
                  </a:extLst>
                </p:cNvPr>
                <p:cNvSpPr/>
                <p:nvPr/>
              </p:nvSpPr>
              <p:spPr>
                <a:xfrm>
                  <a:off x="3189714" y="1899736"/>
                  <a:ext cx="1617236" cy="1320800"/>
                </a:xfrm>
                <a:prstGeom prst="rect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b="1" dirty="0">
                      <a:solidFill>
                        <a:srgbClr val="D74514"/>
                      </a:solidFill>
                      <a:ea typeface="微软雅黑" panose="020B0503020204020204" pitchFamily="34" charset="-122"/>
                    </a:rPr>
                    <a:t>消息</a:t>
                  </a:r>
                  <a14:m>
                    <m:oMath xmlns:m="http://schemas.openxmlformats.org/officeDocument/2006/math">
                      <m:r>
                        <a:rPr lang="en-US" altLang="zh-CN" b="1" i="0" smtClean="0">
                          <a:solidFill>
                            <a:srgbClr val="D74514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a:rPr lang="en-US" altLang="zh-CN" b="1" i="1" smtClean="0">
                          <a:solidFill>
                            <a:srgbClr val="D74514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𝑴</m:t>
                      </m:r>
                    </m:oMath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4822B777-D53C-46D5-A222-4E64F6A1E52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89714" y="1899736"/>
                  <a:ext cx="1617236" cy="13208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1DEA3BC5-B4D4-4F1B-857C-910FBADA8714}"/>
                </a:ext>
              </a:extLst>
            </p:cNvPr>
            <p:cNvSpPr/>
            <p:nvPr/>
          </p:nvSpPr>
          <p:spPr>
            <a:xfrm>
              <a:off x="3189714" y="3220536"/>
              <a:ext cx="1617236" cy="614864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rgbClr val="D74514"/>
                  </a:solidFill>
                  <a:ea typeface="微软雅黑" panose="020B0503020204020204" pitchFamily="34" charset="-122"/>
                </a:rPr>
                <a:t>认证码</a:t>
              </a:r>
              <a:endParaRPr lang="en-US" altLang="zh-CN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7EE0FC17-37AD-4805-9F11-0BD13E2250C2}"/>
                    </a:ext>
                  </a:extLst>
                </p:cNvPr>
                <p:cNvSpPr txBox="1"/>
                <p:nvPr/>
              </p:nvSpPr>
              <p:spPr>
                <a:xfrm>
                  <a:off x="-25400" y="2886102"/>
                  <a:ext cx="919954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密钥</a:t>
                  </a:r>
                  <a:r>
                    <a:rPr lang="zh-CN" altLang="en-US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𝐾</m:t>
                      </m:r>
                    </m:oMath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7EE0FC17-37AD-4805-9F11-0BD13E2250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5400" y="2886102"/>
                  <a:ext cx="919954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2649" t="-8197" b="-245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CEEA4A6A-8F0A-4A45-A693-77DB27A04870}"/>
                </a:ext>
              </a:extLst>
            </p:cNvPr>
            <p:cNvCxnSpPr>
              <a:cxnSpLocks/>
              <a:stCxn id="7" idx="3"/>
              <a:endCxn id="3" idx="1"/>
            </p:cNvCxnSpPr>
            <p:nvPr/>
          </p:nvCxnSpPr>
          <p:spPr>
            <a:xfrm>
              <a:off x="894554" y="3070768"/>
              <a:ext cx="40921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350DFB25-3355-4907-B420-5E41C3491EEE}"/>
                </a:ext>
              </a:extLst>
            </p:cNvPr>
            <p:cNvCxnSpPr>
              <a:cxnSpLocks/>
              <a:stCxn id="2" idx="2"/>
              <a:endCxn id="3" idx="0"/>
            </p:cNvCxnSpPr>
            <p:nvPr/>
          </p:nvCxnSpPr>
          <p:spPr>
            <a:xfrm>
              <a:off x="2112382" y="1993900"/>
              <a:ext cx="0" cy="76943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02964EE8-9017-45B0-98A2-C038B6D4C965}"/>
                </a:ext>
              </a:extLst>
            </p:cNvPr>
            <p:cNvCxnSpPr>
              <a:cxnSpLocks/>
              <a:stCxn id="3" idx="2"/>
              <a:endCxn id="4" idx="0"/>
            </p:cNvCxnSpPr>
            <p:nvPr/>
          </p:nvCxnSpPr>
          <p:spPr>
            <a:xfrm>
              <a:off x="2112382" y="3378200"/>
              <a:ext cx="0" cy="90913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连接符: 肘形 16">
              <a:extLst>
                <a:ext uri="{FF2B5EF4-FFF2-40B4-BE49-F238E27FC236}">
                  <a16:creationId xmlns:a16="http://schemas.microsoft.com/office/drawing/2014/main" id="{9C7B9577-B486-4963-925F-1AE4DC1DB8E0}"/>
                </a:ext>
              </a:extLst>
            </p:cNvPr>
            <p:cNvCxnSpPr>
              <a:cxnSpLocks/>
              <a:stCxn id="4" idx="3"/>
              <a:endCxn id="6" idx="2"/>
            </p:cNvCxnSpPr>
            <p:nvPr/>
          </p:nvCxnSpPr>
          <p:spPr>
            <a:xfrm flipV="1">
              <a:off x="2921000" y="3835400"/>
              <a:ext cx="1077332" cy="759368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连接符: 肘形 19">
              <a:extLst>
                <a:ext uri="{FF2B5EF4-FFF2-40B4-BE49-F238E27FC236}">
                  <a16:creationId xmlns:a16="http://schemas.microsoft.com/office/drawing/2014/main" id="{28ED3936-10D2-45A0-B7E5-2A07128FC935}"/>
                </a:ext>
              </a:extLst>
            </p:cNvPr>
            <p:cNvCxnSpPr>
              <a:cxnSpLocks/>
              <a:stCxn id="2" idx="3"/>
              <a:endCxn id="5" idx="0"/>
            </p:cNvCxnSpPr>
            <p:nvPr/>
          </p:nvCxnSpPr>
          <p:spPr>
            <a:xfrm>
              <a:off x="2921000" y="1333500"/>
              <a:ext cx="1077332" cy="566236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矩形 24">
                  <a:extLst>
                    <a:ext uri="{FF2B5EF4-FFF2-40B4-BE49-F238E27FC236}">
                      <a16:creationId xmlns:a16="http://schemas.microsoft.com/office/drawing/2014/main" id="{52181E3E-2A3C-4F03-A74A-C7F56339BCB2}"/>
                    </a:ext>
                  </a:extLst>
                </p:cNvPr>
                <p:cNvSpPr/>
                <p:nvPr/>
              </p:nvSpPr>
              <p:spPr>
                <a:xfrm>
                  <a:off x="7385052" y="1899736"/>
                  <a:ext cx="1617236" cy="1320800"/>
                </a:xfrm>
                <a:prstGeom prst="rect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b="1" dirty="0">
                      <a:solidFill>
                        <a:srgbClr val="D74514"/>
                      </a:solidFill>
                      <a:ea typeface="微软雅黑" panose="020B0503020204020204" pitchFamily="34" charset="-122"/>
                    </a:rPr>
                    <a:t>消息</a:t>
                  </a:r>
                  <a14:m>
                    <m:oMath xmlns:m="http://schemas.openxmlformats.org/officeDocument/2006/math">
                      <m:r>
                        <a:rPr lang="en-US" altLang="zh-CN" b="1" i="0" smtClean="0">
                          <a:solidFill>
                            <a:srgbClr val="D74514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a:rPr lang="en-US" altLang="zh-CN" b="1" i="1" smtClean="0">
                          <a:solidFill>
                            <a:srgbClr val="D74514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𝑴</m:t>
                      </m:r>
                    </m:oMath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5" name="矩形 24">
                  <a:extLst>
                    <a:ext uri="{FF2B5EF4-FFF2-40B4-BE49-F238E27FC236}">
                      <a16:creationId xmlns:a16="http://schemas.microsoft.com/office/drawing/2014/main" id="{52181E3E-2A3C-4F03-A74A-C7F56339BCB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5052" y="1899736"/>
                  <a:ext cx="1617236" cy="13208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D008843E-D507-47A6-946B-E785E97E2B08}"/>
                </a:ext>
              </a:extLst>
            </p:cNvPr>
            <p:cNvSpPr/>
            <p:nvPr/>
          </p:nvSpPr>
          <p:spPr>
            <a:xfrm>
              <a:off x="7385052" y="3220536"/>
              <a:ext cx="1617236" cy="614864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rgbClr val="D74514"/>
                  </a:solidFill>
                  <a:ea typeface="微软雅黑" panose="020B0503020204020204" pitchFamily="34" charset="-122"/>
                </a:rPr>
                <a:t>认证码</a:t>
              </a:r>
              <a:endParaRPr lang="en-US" altLang="zh-CN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068C1848-7731-4094-AEE0-F31EA8A100BE}"/>
                </a:ext>
              </a:extLst>
            </p:cNvPr>
            <p:cNvSpPr/>
            <p:nvPr/>
          </p:nvSpPr>
          <p:spPr>
            <a:xfrm>
              <a:off x="9404190" y="1331284"/>
              <a:ext cx="1617236" cy="614864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ea typeface="微软雅黑" panose="020B0503020204020204" pitchFamily="34" charset="-122"/>
                </a:rPr>
                <a:t>MAC </a:t>
              </a:r>
              <a:r>
                <a:rPr lang="zh-CN" altLang="en-US" b="1" dirty="0">
                  <a:solidFill>
                    <a:schemeClr val="bg1"/>
                  </a:solidFill>
                  <a:ea typeface="微软雅黑" panose="020B0503020204020204" pitchFamily="34" charset="-122"/>
                </a:rPr>
                <a:t>函数</a:t>
              </a:r>
              <a:endPara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C097E0AD-6501-47F4-A851-CF65BD25EC26}"/>
                </a:ext>
              </a:extLst>
            </p:cNvPr>
            <p:cNvSpPr/>
            <p:nvPr/>
          </p:nvSpPr>
          <p:spPr>
            <a:xfrm>
              <a:off x="9404190" y="2605672"/>
              <a:ext cx="1617236" cy="614864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ea typeface="微软雅黑" panose="020B0503020204020204" pitchFamily="34" charset="-122"/>
                </a:rPr>
                <a:t>MAC </a:t>
              </a:r>
              <a:r>
                <a:rPr lang="zh-CN" altLang="en-US" b="1" dirty="0">
                  <a:solidFill>
                    <a:schemeClr val="bg1"/>
                  </a:solidFill>
                  <a:ea typeface="微软雅黑" panose="020B0503020204020204" pitchFamily="34" charset="-122"/>
                </a:rPr>
                <a:t>值</a:t>
              </a:r>
              <a:endPara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菱形 28">
              <a:extLst>
                <a:ext uri="{FF2B5EF4-FFF2-40B4-BE49-F238E27FC236}">
                  <a16:creationId xmlns:a16="http://schemas.microsoft.com/office/drawing/2014/main" id="{81BF5516-5BBA-4AEC-95B4-0BE597100041}"/>
                </a:ext>
              </a:extLst>
            </p:cNvPr>
            <p:cNvSpPr/>
            <p:nvPr/>
          </p:nvSpPr>
          <p:spPr>
            <a:xfrm>
              <a:off x="9427969" y="3812448"/>
              <a:ext cx="1617236" cy="614864"/>
            </a:xfrm>
            <a:prstGeom prst="diamond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相等</a:t>
              </a:r>
              <a:endPara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F38B1EA0-0D5C-46D4-A48F-4377D420D895}"/>
                </a:ext>
              </a:extLst>
            </p:cNvPr>
            <p:cNvSpPr/>
            <p:nvPr/>
          </p:nvSpPr>
          <p:spPr>
            <a:xfrm>
              <a:off x="9427969" y="4901600"/>
              <a:ext cx="1617236" cy="614864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ea typeface="微软雅黑" panose="020B0503020204020204" pitchFamily="34" charset="-122"/>
                </a:rPr>
                <a:t>认证有效</a:t>
              </a:r>
              <a:endPara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5827E8CD-AACA-4BCA-AB22-6FB12C8C6EDC}"/>
                </a:ext>
              </a:extLst>
            </p:cNvPr>
            <p:cNvSpPr/>
            <p:nvPr/>
          </p:nvSpPr>
          <p:spPr>
            <a:xfrm>
              <a:off x="11256935" y="4901600"/>
              <a:ext cx="1617236" cy="614864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ea typeface="微软雅黑" panose="020B0503020204020204" pitchFamily="34" charset="-122"/>
                </a:rPr>
                <a:t>认证无效</a:t>
              </a:r>
              <a:endPara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云形 31">
              <a:extLst>
                <a:ext uri="{FF2B5EF4-FFF2-40B4-BE49-F238E27FC236}">
                  <a16:creationId xmlns:a16="http://schemas.microsoft.com/office/drawing/2014/main" id="{DCB9242A-64BA-4F41-A34C-14882D2A3D9E}"/>
                </a:ext>
              </a:extLst>
            </p:cNvPr>
            <p:cNvSpPr/>
            <p:nvPr/>
          </p:nvSpPr>
          <p:spPr>
            <a:xfrm>
              <a:off x="5208851" y="2151104"/>
              <a:ext cx="1774299" cy="818064"/>
            </a:xfrm>
            <a:prstGeom prst="cloud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ea typeface="微软雅黑" panose="020B0503020204020204" pitchFamily="34" charset="-122"/>
                </a:rPr>
                <a:t>公开信道</a:t>
              </a:r>
              <a:endPara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F8CC1164-D423-4229-B6C0-1C2FCB2833CD}"/>
                    </a:ext>
                  </a:extLst>
                </p:cNvPr>
                <p:cNvSpPr txBox="1"/>
                <p:nvPr/>
              </p:nvSpPr>
              <p:spPr>
                <a:xfrm>
                  <a:off x="11605576" y="1454050"/>
                  <a:ext cx="919954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密钥</a:t>
                  </a:r>
                  <a:r>
                    <a:rPr lang="zh-CN" altLang="en-US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𝐾</m:t>
                      </m:r>
                    </m:oMath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F8CC1164-D423-4229-B6C0-1C2FCB2833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05576" y="1454050"/>
                  <a:ext cx="919954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3311" t="-8197" b="-245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158E6BE5-EAB3-44C9-9C8A-798217B3BB38}"/>
                </a:ext>
              </a:extLst>
            </p:cNvPr>
            <p:cNvCxnSpPr>
              <a:cxnSpLocks/>
              <a:stCxn id="33" idx="1"/>
              <a:endCxn id="27" idx="3"/>
            </p:cNvCxnSpPr>
            <p:nvPr/>
          </p:nvCxnSpPr>
          <p:spPr>
            <a:xfrm flipH="1">
              <a:off x="11021426" y="1638716"/>
              <a:ext cx="58415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9642EADA-9ADE-41D5-A7F0-C2BE99D142C1}"/>
                </a:ext>
              </a:extLst>
            </p:cNvPr>
            <p:cNvCxnSpPr>
              <a:cxnSpLocks/>
              <a:stCxn id="28" idx="2"/>
              <a:endCxn id="29" idx="0"/>
            </p:cNvCxnSpPr>
            <p:nvPr/>
          </p:nvCxnSpPr>
          <p:spPr>
            <a:xfrm>
              <a:off x="10212808" y="3220536"/>
              <a:ext cx="23779" cy="5919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6DFD596F-4408-4736-B96F-B74A42900D5C}"/>
                </a:ext>
              </a:extLst>
            </p:cNvPr>
            <p:cNvCxnSpPr>
              <a:cxnSpLocks/>
              <a:stCxn id="27" idx="2"/>
              <a:endCxn id="28" idx="0"/>
            </p:cNvCxnSpPr>
            <p:nvPr/>
          </p:nvCxnSpPr>
          <p:spPr>
            <a:xfrm>
              <a:off x="10212808" y="1946148"/>
              <a:ext cx="0" cy="65952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BCC56F71-3312-4316-AC43-93298ABDB929}"/>
                </a:ext>
              </a:extLst>
            </p:cNvPr>
            <p:cNvCxnSpPr>
              <a:cxnSpLocks/>
              <a:stCxn id="29" idx="2"/>
              <a:endCxn id="30" idx="0"/>
            </p:cNvCxnSpPr>
            <p:nvPr/>
          </p:nvCxnSpPr>
          <p:spPr>
            <a:xfrm>
              <a:off x="10236587" y="4427312"/>
              <a:ext cx="0" cy="4742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连接符: 肘形 45">
              <a:extLst>
                <a:ext uri="{FF2B5EF4-FFF2-40B4-BE49-F238E27FC236}">
                  <a16:creationId xmlns:a16="http://schemas.microsoft.com/office/drawing/2014/main" id="{111CA3F5-9F0A-4B96-A578-FCEE4D045B8C}"/>
                </a:ext>
              </a:extLst>
            </p:cNvPr>
            <p:cNvCxnSpPr>
              <a:cxnSpLocks/>
              <a:stCxn id="26" idx="2"/>
              <a:endCxn id="29" idx="1"/>
            </p:cNvCxnSpPr>
            <p:nvPr/>
          </p:nvCxnSpPr>
          <p:spPr>
            <a:xfrm rot="16200000" flipH="1">
              <a:off x="8668579" y="3360490"/>
              <a:ext cx="284480" cy="1234299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连接符: 肘形 48">
              <a:extLst>
                <a:ext uri="{FF2B5EF4-FFF2-40B4-BE49-F238E27FC236}">
                  <a16:creationId xmlns:a16="http://schemas.microsoft.com/office/drawing/2014/main" id="{4F5BC14B-5391-4060-8023-5C51A02842AF}"/>
                </a:ext>
              </a:extLst>
            </p:cNvPr>
            <p:cNvCxnSpPr>
              <a:cxnSpLocks/>
              <a:stCxn id="25" idx="0"/>
              <a:endCxn id="27" idx="1"/>
            </p:cNvCxnSpPr>
            <p:nvPr/>
          </p:nvCxnSpPr>
          <p:spPr>
            <a:xfrm rot="5400000" flipH="1" flipV="1">
              <a:off x="8668420" y="1163966"/>
              <a:ext cx="261020" cy="1210520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连接符: 肘形 51">
              <a:extLst>
                <a:ext uri="{FF2B5EF4-FFF2-40B4-BE49-F238E27FC236}">
                  <a16:creationId xmlns:a16="http://schemas.microsoft.com/office/drawing/2014/main" id="{DD2BA6E6-5E44-4C93-8783-7A150F0F2C84}"/>
                </a:ext>
              </a:extLst>
            </p:cNvPr>
            <p:cNvCxnSpPr>
              <a:cxnSpLocks/>
              <a:stCxn id="29" idx="3"/>
              <a:endCxn id="31" idx="0"/>
            </p:cNvCxnSpPr>
            <p:nvPr/>
          </p:nvCxnSpPr>
          <p:spPr>
            <a:xfrm>
              <a:off x="11045205" y="4119880"/>
              <a:ext cx="1020348" cy="781720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3F332F7B-D6C9-42C0-A8EA-528CA8507107}"/>
                </a:ext>
              </a:extLst>
            </p:cNvPr>
            <p:cNvSpPr txBox="1"/>
            <p:nvPr/>
          </p:nvSpPr>
          <p:spPr>
            <a:xfrm>
              <a:off x="11293451" y="3750548"/>
              <a:ext cx="56037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否</a:t>
              </a:r>
              <a:endPara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D44DECCF-7C3E-4F74-B6F0-CC18E082AC6A}"/>
                </a:ext>
              </a:extLst>
            </p:cNvPr>
            <p:cNvSpPr txBox="1"/>
            <p:nvPr/>
          </p:nvSpPr>
          <p:spPr>
            <a:xfrm>
              <a:off x="10212808" y="4401036"/>
              <a:ext cx="56037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是</a:t>
              </a:r>
              <a:endPara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3A38F11F-D529-4073-A60A-E12A9D55CD55}"/>
              </a:ext>
            </a:extLst>
          </p:cNvPr>
          <p:cNvGrpSpPr/>
          <p:nvPr/>
        </p:nvGrpSpPr>
        <p:grpSpPr>
          <a:xfrm>
            <a:off x="1156370" y="4226298"/>
            <a:ext cx="9879259" cy="3093747"/>
            <a:chOff x="622047" y="529804"/>
            <a:chExt cx="9879259" cy="3093747"/>
          </a:xfrm>
        </p:grpSpPr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6BC07515-7A43-4828-B45E-0953531D9B89}"/>
                </a:ext>
              </a:extLst>
            </p:cNvPr>
            <p:cNvGrpSpPr/>
            <p:nvPr/>
          </p:nvGrpSpPr>
          <p:grpSpPr>
            <a:xfrm>
              <a:off x="2058032" y="1484143"/>
              <a:ext cx="728097" cy="1944857"/>
              <a:chOff x="2631056" y="1719092"/>
              <a:chExt cx="728097" cy="1944857"/>
            </a:xfrm>
          </p:grpSpPr>
          <p:sp>
            <p:nvSpPr>
              <p:cNvPr id="107" name="流程图: 手动操作 106">
                <a:extLst>
                  <a:ext uri="{FF2B5EF4-FFF2-40B4-BE49-F238E27FC236}">
                    <a16:creationId xmlns:a16="http://schemas.microsoft.com/office/drawing/2014/main" id="{75932860-0316-466A-9E50-59E1127105A9}"/>
                  </a:ext>
                </a:extLst>
              </p:cNvPr>
              <p:cNvSpPr/>
              <p:nvPr/>
            </p:nvSpPr>
            <p:spPr>
              <a:xfrm rot="16200000">
                <a:off x="2022676" y="2327472"/>
                <a:ext cx="1944857" cy="728097"/>
              </a:xfrm>
              <a:prstGeom prst="flowChartManualOperation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8" name="文本框 107">
                    <a:extLst>
                      <a:ext uri="{FF2B5EF4-FFF2-40B4-BE49-F238E27FC236}">
                        <a16:creationId xmlns:a16="http://schemas.microsoft.com/office/drawing/2014/main" id="{E67C04B6-FE39-4CF3-A399-1E8DE8D1A91D}"/>
                      </a:ext>
                    </a:extLst>
                  </p:cNvPr>
                  <p:cNvSpPr txBox="1"/>
                  <p:nvPr/>
                </p:nvSpPr>
                <p:spPr>
                  <a:xfrm>
                    <a:off x="2631056" y="2506052"/>
                    <a:ext cx="728097" cy="370935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𝒇</m:t>
                          </m:r>
                        </m:oMath>
                      </m:oMathPara>
                    </a14:m>
                    <a:endParaRPr lang="en-US" altLang="zh-CN" b="1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08" name="文本框 107">
                    <a:extLst>
                      <a:ext uri="{FF2B5EF4-FFF2-40B4-BE49-F238E27FC236}">
                        <a16:creationId xmlns:a16="http://schemas.microsoft.com/office/drawing/2014/main" id="{E67C04B6-FE39-4CF3-A399-1E8DE8D1A91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31056" y="2506052"/>
                    <a:ext cx="728097" cy="37093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1475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4CF44339-69E3-4696-BD70-6B5D95F310BE}"/>
                </a:ext>
              </a:extLst>
            </p:cNvPr>
            <p:cNvGrpSpPr/>
            <p:nvPr/>
          </p:nvGrpSpPr>
          <p:grpSpPr>
            <a:xfrm>
              <a:off x="4222112" y="1484143"/>
              <a:ext cx="728097" cy="1944857"/>
              <a:chOff x="2631056" y="1719092"/>
              <a:chExt cx="728097" cy="1944857"/>
            </a:xfrm>
          </p:grpSpPr>
          <p:sp>
            <p:nvSpPr>
              <p:cNvPr id="105" name="流程图: 手动操作 104">
                <a:extLst>
                  <a:ext uri="{FF2B5EF4-FFF2-40B4-BE49-F238E27FC236}">
                    <a16:creationId xmlns:a16="http://schemas.microsoft.com/office/drawing/2014/main" id="{C3334715-B101-475F-9566-E999380470C1}"/>
                  </a:ext>
                </a:extLst>
              </p:cNvPr>
              <p:cNvSpPr/>
              <p:nvPr/>
            </p:nvSpPr>
            <p:spPr>
              <a:xfrm rot="16200000">
                <a:off x="2022676" y="2327472"/>
                <a:ext cx="1944857" cy="728097"/>
              </a:xfrm>
              <a:prstGeom prst="flowChartManualOperation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6" name="文本框 105">
                    <a:extLst>
                      <a:ext uri="{FF2B5EF4-FFF2-40B4-BE49-F238E27FC236}">
                        <a16:creationId xmlns:a16="http://schemas.microsoft.com/office/drawing/2014/main" id="{A77F5333-7AF2-4C53-A4F4-AAA04707417D}"/>
                      </a:ext>
                    </a:extLst>
                  </p:cNvPr>
                  <p:cNvSpPr txBox="1"/>
                  <p:nvPr/>
                </p:nvSpPr>
                <p:spPr>
                  <a:xfrm>
                    <a:off x="2631056" y="2506052"/>
                    <a:ext cx="728097" cy="370935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𝒇</m:t>
                          </m:r>
                        </m:oMath>
                      </m:oMathPara>
                    </a14:m>
                    <a:endParaRPr lang="en-US" altLang="zh-CN" b="1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06" name="文本框 105">
                    <a:extLst>
                      <a:ext uri="{FF2B5EF4-FFF2-40B4-BE49-F238E27FC236}">
                        <a16:creationId xmlns:a16="http://schemas.microsoft.com/office/drawing/2014/main" id="{A77F5333-7AF2-4C53-A4F4-AAA04707417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31056" y="2506052"/>
                    <a:ext cx="728097" cy="37093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1475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64" name="直接箭头连接符 63">
              <a:extLst>
                <a:ext uri="{FF2B5EF4-FFF2-40B4-BE49-F238E27FC236}">
                  <a16:creationId xmlns:a16="http://schemas.microsoft.com/office/drawing/2014/main" id="{73CC680A-EADF-4475-A464-20DF9701D5BB}"/>
                </a:ext>
              </a:extLst>
            </p:cNvPr>
            <p:cNvCxnSpPr>
              <a:cxnSpLocks/>
              <a:stCxn id="108" idx="3"/>
              <a:endCxn id="106" idx="1"/>
            </p:cNvCxnSpPr>
            <p:nvPr/>
          </p:nvCxnSpPr>
          <p:spPr>
            <a:xfrm>
              <a:off x="2786129" y="2456571"/>
              <a:ext cx="143598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箭头连接符 64">
              <a:extLst>
                <a:ext uri="{FF2B5EF4-FFF2-40B4-BE49-F238E27FC236}">
                  <a16:creationId xmlns:a16="http://schemas.microsoft.com/office/drawing/2014/main" id="{2F3F7178-4CD6-4E60-9A3E-EFCBF5A7AB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05175" y="2271103"/>
              <a:ext cx="323850" cy="37093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3AE22644-A61D-4C2A-9607-B37B7EC76AB3}"/>
                    </a:ext>
                  </a:extLst>
                </p:cNvPr>
                <p:cNvSpPr txBox="1"/>
                <p:nvPr/>
              </p:nvSpPr>
              <p:spPr>
                <a:xfrm>
                  <a:off x="3031678" y="1918427"/>
                  <a:ext cx="90196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3AE22644-A61D-4C2A-9607-B37B7EC76A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31678" y="1918427"/>
                  <a:ext cx="901960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1FD1A696-4080-4514-A39F-A28A87036B04}"/>
                    </a:ext>
                  </a:extLst>
                </p:cNvPr>
                <p:cNvSpPr txBox="1"/>
                <p:nvPr/>
              </p:nvSpPr>
              <p:spPr>
                <a:xfrm>
                  <a:off x="3053140" y="2636999"/>
                  <a:ext cx="90196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𝐶𝑉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1FD1A696-4080-4514-A39F-A28A87036B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3140" y="2636999"/>
                  <a:ext cx="901960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1830EE2A-C7E8-4B0B-B8BD-4B6FDA17C491}"/>
                    </a:ext>
                  </a:extLst>
                </p:cNvPr>
                <p:cNvSpPr txBox="1"/>
                <p:nvPr/>
              </p:nvSpPr>
              <p:spPr>
                <a:xfrm>
                  <a:off x="2724935" y="1200684"/>
                  <a:ext cx="90196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1830EE2A-C7E8-4B0B-B8BD-4B6FDA17C4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4935" y="1200684"/>
                  <a:ext cx="901960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13787258-8E1E-4EDE-9D3A-AB1EE60CFBD5}"/>
                    </a:ext>
                  </a:extLst>
                </p:cNvPr>
                <p:cNvSpPr txBox="1"/>
                <p:nvPr/>
              </p:nvSpPr>
              <p:spPr>
                <a:xfrm>
                  <a:off x="3016120" y="529804"/>
                  <a:ext cx="90196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13787258-8E1E-4EDE-9D3A-AB1EE60CFB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16120" y="529804"/>
                  <a:ext cx="901960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F899BC8E-B349-4D6F-8202-16FB89A4F98E}"/>
                </a:ext>
              </a:extLst>
            </p:cNvPr>
            <p:cNvSpPr/>
            <p:nvPr/>
          </p:nvSpPr>
          <p:spPr>
            <a:xfrm>
              <a:off x="4224634" y="1561643"/>
              <a:ext cx="141716" cy="323446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18765444-1A44-4045-9875-00FE52A62BD5}"/>
                </a:ext>
              </a:extLst>
            </p:cNvPr>
            <p:cNvSpPr/>
            <p:nvPr/>
          </p:nvSpPr>
          <p:spPr>
            <a:xfrm>
              <a:off x="4224633" y="3013797"/>
              <a:ext cx="141716" cy="323446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F39966E3-E447-4E23-96DB-B748B4F1796A}"/>
                </a:ext>
              </a:extLst>
            </p:cNvPr>
            <p:cNvSpPr/>
            <p:nvPr/>
          </p:nvSpPr>
          <p:spPr>
            <a:xfrm>
              <a:off x="2058031" y="1561643"/>
              <a:ext cx="141716" cy="323446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5BDF492E-FBC4-4C8B-B7A9-16CFC866DD2B}"/>
                </a:ext>
              </a:extLst>
            </p:cNvPr>
            <p:cNvSpPr/>
            <p:nvPr/>
          </p:nvSpPr>
          <p:spPr>
            <a:xfrm>
              <a:off x="2058030" y="3013797"/>
              <a:ext cx="141716" cy="323446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4" name="连接符: 肘形 73">
              <a:extLst>
                <a:ext uri="{FF2B5EF4-FFF2-40B4-BE49-F238E27FC236}">
                  <a16:creationId xmlns:a16="http://schemas.microsoft.com/office/drawing/2014/main" id="{ACC576CB-B2D2-481E-AA22-76F4F41812E2}"/>
                </a:ext>
              </a:extLst>
            </p:cNvPr>
            <p:cNvCxnSpPr>
              <a:cxnSpLocks/>
              <a:stCxn id="69" idx="2"/>
              <a:endCxn id="70" idx="1"/>
            </p:cNvCxnSpPr>
            <p:nvPr/>
          </p:nvCxnSpPr>
          <p:spPr>
            <a:xfrm rot="16200000" flipH="1">
              <a:off x="3433752" y="932484"/>
              <a:ext cx="824230" cy="757534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箭头连接符 74">
              <a:extLst>
                <a:ext uri="{FF2B5EF4-FFF2-40B4-BE49-F238E27FC236}">
                  <a16:creationId xmlns:a16="http://schemas.microsoft.com/office/drawing/2014/main" id="{F26E40EF-9620-42E6-98F3-E7401E429D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05175" y="1115342"/>
              <a:ext cx="323850" cy="37093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880303A7-440B-40E4-B05A-1BFC438E1D36}"/>
                    </a:ext>
                  </a:extLst>
                </p:cNvPr>
                <p:cNvSpPr txBox="1"/>
                <p:nvPr/>
              </p:nvSpPr>
              <p:spPr>
                <a:xfrm>
                  <a:off x="847387" y="532483"/>
                  <a:ext cx="90196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880303A7-440B-40E4-B05A-1BFC438E1D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7387" y="532483"/>
                  <a:ext cx="901960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7" name="连接符: 肘形 76">
              <a:extLst>
                <a:ext uri="{FF2B5EF4-FFF2-40B4-BE49-F238E27FC236}">
                  <a16:creationId xmlns:a16="http://schemas.microsoft.com/office/drawing/2014/main" id="{CD7252C4-C491-4E4F-8E24-831E1957F13E}"/>
                </a:ext>
              </a:extLst>
            </p:cNvPr>
            <p:cNvCxnSpPr>
              <a:cxnSpLocks/>
              <a:stCxn id="76" idx="2"/>
            </p:cNvCxnSpPr>
            <p:nvPr/>
          </p:nvCxnSpPr>
          <p:spPr>
            <a:xfrm rot="16200000" flipH="1">
              <a:off x="1265019" y="935163"/>
              <a:ext cx="824230" cy="757534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箭头连接符 77">
              <a:extLst>
                <a:ext uri="{FF2B5EF4-FFF2-40B4-BE49-F238E27FC236}">
                  <a16:creationId xmlns:a16="http://schemas.microsoft.com/office/drawing/2014/main" id="{4942CDBE-CE40-4E55-B73D-236EBDACEE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6442" y="1118021"/>
              <a:ext cx="323850" cy="37093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4F3D573C-5572-41EA-BA69-58B69F275DBA}"/>
                    </a:ext>
                  </a:extLst>
                </p:cNvPr>
                <p:cNvSpPr txBox="1"/>
                <p:nvPr/>
              </p:nvSpPr>
              <p:spPr>
                <a:xfrm>
                  <a:off x="933260" y="1200684"/>
                  <a:ext cx="29410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4F3D573C-5572-41EA-BA69-58B69F275D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3260" y="1200684"/>
                  <a:ext cx="294106" cy="369332"/>
                </a:xfrm>
                <a:prstGeom prst="rect">
                  <a:avLst/>
                </a:prstGeom>
                <a:blipFill>
                  <a:blip r:embed="rId13"/>
                  <a:stretch>
                    <a:fillRect r="-208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0" name="直接箭头连接符 79">
              <a:extLst>
                <a:ext uri="{FF2B5EF4-FFF2-40B4-BE49-F238E27FC236}">
                  <a16:creationId xmlns:a16="http://schemas.microsoft.com/office/drawing/2014/main" id="{3FD1B1C6-2DC5-496E-A724-CDD40F61CEBF}"/>
                </a:ext>
              </a:extLst>
            </p:cNvPr>
            <p:cNvCxnSpPr>
              <a:cxnSpLocks/>
            </p:cNvCxnSpPr>
            <p:nvPr/>
          </p:nvCxnSpPr>
          <p:spPr>
            <a:xfrm>
              <a:off x="622047" y="3073791"/>
              <a:ext cx="143598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箭头连接符 80">
              <a:extLst>
                <a:ext uri="{FF2B5EF4-FFF2-40B4-BE49-F238E27FC236}">
                  <a16:creationId xmlns:a16="http://schemas.microsoft.com/office/drawing/2014/main" id="{429A9B61-F020-4429-99D5-9CF5C042F6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1093" y="2888323"/>
              <a:ext cx="323850" cy="37093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F400C178-4B5C-4A77-B307-B38371AE80AD}"/>
                    </a:ext>
                  </a:extLst>
                </p:cNvPr>
                <p:cNvSpPr txBox="1"/>
                <p:nvPr/>
              </p:nvSpPr>
              <p:spPr>
                <a:xfrm>
                  <a:off x="867596" y="2535647"/>
                  <a:ext cx="90196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F400C178-4B5C-4A77-B307-B38371AE80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596" y="2535647"/>
                  <a:ext cx="901960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A07CAD4E-9F2E-4AB7-8179-A8BF5ED6DA48}"/>
                    </a:ext>
                  </a:extLst>
                </p:cNvPr>
                <p:cNvSpPr txBox="1"/>
                <p:nvPr/>
              </p:nvSpPr>
              <p:spPr>
                <a:xfrm>
                  <a:off x="708660" y="3254219"/>
                  <a:ext cx="108235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𝐼𝑉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𝐶𝑉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A07CAD4E-9F2E-4AB7-8179-A8BF5ED6DA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8660" y="3254219"/>
                  <a:ext cx="1082358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0833D9C3-667A-4D6F-ACE0-FA1CA9A50809}"/>
                </a:ext>
              </a:extLst>
            </p:cNvPr>
            <p:cNvGrpSpPr/>
            <p:nvPr/>
          </p:nvGrpSpPr>
          <p:grpSpPr>
            <a:xfrm>
              <a:off x="8070212" y="1489566"/>
              <a:ext cx="728097" cy="1944857"/>
              <a:chOff x="2631056" y="1719092"/>
              <a:chExt cx="728097" cy="1944857"/>
            </a:xfrm>
          </p:grpSpPr>
          <p:sp>
            <p:nvSpPr>
              <p:cNvPr id="103" name="流程图: 手动操作 102">
                <a:extLst>
                  <a:ext uri="{FF2B5EF4-FFF2-40B4-BE49-F238E27FC236}">
                    <a16:creationId xmlns:a16="http://schemas.microsoft.com/office/drawing/2014/main" id="{943C9FD5-9BBA-40D8-B539-906B8B6F217D}"/>
                  </a:ext>
                </a:extLst>
              </p:cNvPr>
              <p:cNvSpPr/>
              <p:nvPr/>
            </p:nvSpPr>
            <p:spPr>
              <a:xfrm rot="16200000">
                <a:off x="2022676" y="2327472"/>
                <a:ext cx="1944857" cy="728097"/>
              </a:xfrm>
              <a:prstGeom prst="flowChartManualOperation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4" name="文本框 103">
                    <a:extLst>
                      <a:ext uri="{FF2B5EF4-FFF2-40B4-BE49-F238E27FC236}">
                        <a16:creationId xmlns:a16="http://schemas.microsoft.com/office/drawing/2014/main" id="{C8D7148E-A5A0-46FF-B941-A23EFFDD2D6C}"/>
                      </a:ext>
                    </a:extLst>
                  </p:cNvPr>
                  <p:cNvSpPr txBox="1"/>
                  <p:nvPr/>
                </p:nvSpPr>
                <p:spPr>
                  <a:xfrm>
                    <a:off x="2631056" y="2506052"/>
                    <a:ext cx="728097" cy="370935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𝒇</m:t>
                          </m:r>
                        </m:oMath>
                      </m:oMathPara>
                    </a14:m>
                    <a:endParaRPr lang="en-US" altLang="zh-CN" b="1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04" name="文本框 103">
                    <a:extLst>
                      <a:ext uri="{FF2B5EF4-FFF2-40B4-BE49-F238E27FC236}">
                        <a16:creationId xmlns:a16="http://schemas.microsoft.com/office/drawing/2014/main" id="{C8D7148E-A5A0-46FF-B941-A23EFFDD2D6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31056" y="2506052"/>
                    <a:ext cx="728097" cy="370935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b="-1475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85" name="直接箭头连接符 84">
              <a:extLst>
                <a:ext uri="{FF2B5EF4-FFF2-40B4-BE49-F238E27FC236}">
                  <a16:creationId xmlns:a16="http://schemas.microsoft.com/office/drawing/2014/main" id="{EA701394-F42B-4BF4-A440-6488B89DC224}"/>
                </a:ext>
              </a:extLst>
            </p:cNvPr>
            <p:cNvCxnSpPr>
              <a:cxnSpLocks/>
              <a:endCxn id="104" idx="1"/>
            </p:cNvCxnSpPr>
            <p:nvPr/>
          </p:nvCxnSpPr>
          <p:spPr>
            <a:xfrm>
              <a:off x="6634229" y="2461994"/>
              <a:ext cx="143598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箭头连接符 85">
              <a:extLst>
                <a:ext uri="{FF2B5EF4-FFF2-40B4-BE49-F238E27FC236}">
                  <a16:creationId xmlns:a16="http://schemas.microsoft.com/office/drawing/2014/main" id="{0E573D9B-2E00-4CD5-A0C4-F566DDF991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53275" y="2276526"/>
              <a:ext cx="323850" cy="37093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6525D0F9-ED7F-4681-B573-A62189F083BA}"/>
                    </a:ext>
                  </a:extLst>
                </p:cNvPr>
                <p:cNvSpPr txBox="1"/>
                <p:nvPr/>
              </p:nvSpPr>
              <p:spPr>
                <a:xfrm>
                  <a:off x="6879778" y="1923850"/>
                  <a:ext cx="90196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6525D0F9-ED7F-4681-B573-A62189F083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778" y="1923850"/>
                  <a:ext cx="901960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0FC19D41-E4FE-4AB3-9DF0-6602B5267CBB}"/>
                    </a:ext>
                  </a:extLst>
                </p:cNvPr>
                <p:cNvSpPr txBox="1"/>
                <p:nvPr/>
              </p:nvSpPr>
              <p:spPr>
                <a:xfrm>
                  <a:off x="6901240" y="2642422"/>
                  <a:ext cx="90196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𝐶𝑉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0FC19D41-E4FE-4AB3-9DF0-6602B5267C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01240" y="2642422"/>
                  <a:ext cx="901960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文本框 88">
                  <a:extLst>
                    <a:ext uri="{FF2B5EF4-FFF2-40B4-BE49-F238E27FC236}">
                      <a16:creationId xmlns:a16="http://schemas.microsoft.com/office/drawing/2014/main" id="{AE5D2483-F50A-4788-BDAE-7C3DF4489347}"/>
                    </a:ext>
                  </a:extLst>
                </p:cNvPr>
                <p:cNvSpPr txBox="1"/>
                <p:nvPr/>
              </p:nvSpPr>
              <p:spPr>
                <a:xfrm>
                  <a:off x="6573035" y="1206107"/>
                  <a:ext cx="90196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9" name="文本框 88">
                  <a:extLst>
                    <a:ext uri="{FF2B5EF4-FFF2-40B4-BE49-F238E27FC236}">
                      <a16:creationId xmlns:a16="http://schemas.microsoft.com/office/drawing/2014/main" id="{AE5D2483-F50A-4788-BDAE-7C3DF44893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73035" y="1206107"/>
                  <a:ext cx="901960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96CF35F8-8A72-4482-A0B6-9D6A939E2EEF}"/>
                    </a:ext>
                  </a:extLst>
                </p:cNvPr>
                <p:cNvSpPr txBox="1"/>
                <p:nvPr/>
              </p:nvSpPr>
              <p:spPr>
                <a:xfrm>
                  <a:off x="6864220" y="535227"/>
                  <a:ext cx="90196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96CF35F8-8A72-4482-A0B6-9D6A939E2E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4220" y="535227"/>
                  <a:ext cx="901960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1A976073-3F69-4AD4-A429-DA39E4842C7E}"/>
                </a:ext>
              </a:extLst>
            </p:cNvPr>
            <p:cNvSpPr/>
            <p:nvPr/>
          </p:nvSpPr>
          <p:spPr>
            <a:xfrm>
              <a:off x="8072734" y="1567066"/>
              <a:ext cx="141716" cy="323446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76DE918E-B722-422E-9CFF-E6700780EF17}"/>
                </a:ext>
              </a:extLst>
            </p:cNvPr>
            <p:cNvSpPr/>
            <p:nvPr/>
          </p:nvSpPr>
          <p:spPr>
            <a:xfrm>
              <a:off x="8072733" y="3019220"/>
              <a:ext cx="141716" cy="323446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93" name="连接符: 肘形 92">
              <a:extLst>
                <a:ext uri="{FF2B5EF4-FFF2-40B4-BE49-F238E27FC236}">
                  <a16:creationId xmlns:a16="http://schemas.microsoft.com/office/drawing/2014/main" id="{79DFD482-0067-4403-A821-21CEBA04CCCE}"/>
                </a:ext>
              </a:extLst>
            </p:cNvPr>
            <p:cNvCxnSpPr>
              <a:cxnSpLocks/>
              <a:stCxn id="90" idx="2"/>
              <a:endCxn id="91" idx="1"/>
            </p:cNvCxnSpPr>
            <p:nvPr/>
          </p:nvCxnSpPr>
          <p:spPr>
            <a:xfrm rot="16200000" flipH="1">
              <a:off x="7281852" y="937907"/>
              <a:ext cx="824230" cy="757534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箭头连接符 93">
              <a:extLst>
                <a:ext uri="{FF2B5EF4-FFF2-40B4-BE49-F238E27FC236}">
                  <a16:creationId xmlns:a16="http://schemas.microsoft.com/office/drawing/2014/main" id="{F66605DE-F962-4ABC-B988-29E6BD565A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53275" y="1120765"/>
              <a:ext cx="323850" cy="37093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4548C2F2-B566-45B2-8A92-D904923CFFDA}"/>
                    </a:ext>
                  </a:extLst>
                </p:cNvPr>
                <p:cNvSpPr txBox="1"/>
                <p:nvPr/>
              </p:nvSpPr>
              <p:spPr>
                <a:xfrm>
                  <a:off x="6358018" y="2267667"/>
                  <a:ext cx="224152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⋯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4548C2F2-B566-45B2-8A92-D904923CFF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8018" y="2267667"/>
                  <a:ext cx="224152" cy="369332"/>
                </a:xfrm>
                <a:prstGeom prst="rect">
                  <a:avLst/>
                </a:prstGeom>
                <a:blipFill>
                  <a:blip r:embed="rId21"/>
                  <a:stretch>
                    <a:fillRect l="-30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6" name="直接箭头连接符 95">
              <a:extLst>
                <a:ext uri="{FF2B5EF4-FFF2-40B4-BE49-F238E27FC236}">
                  <a16:creationId xmlns:a16="http://schemas.microsoft.com/office/drawing/2014/main" id="{BB2785E3-621D-4138-A1F9-8D9821EA17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50210" y="2456571"/>
              <a:ext cx="1298190" cy="560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箭头连接符 96">
              <a:extLst>
                <a:ext uri="{FF2B5EF4-FFF2-40B4-BE49-F238E27FC236}">
                  <a16:creationId xmlns:a16="http://schemas.microsoft.com/office/drawing/2014/main" id="{AC397417-4BD9-4967-AA31-A0748AE02B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69256" y="2276703"/>
              <a:ext cx="323850" cy="37093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F00E7EF3-FBD4-4B05-ABAB-EFE2B1521518}"/>
                    </a:ext>
                  </a:extLst>
                </p:cNvPr>
                <p:cNvSpPr txBox="1"/>
                <p:nvPr/>
              </p:nvSpPr>
              <p:spPr>
                <a:xfrm>
                  <a:off x="5195759" y="1924027"/>
                  <a:ext cx="90196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F00E7EF3-FBD4-4B05-ABAB-EFE2B15215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5759" y="1924027"/>
                  <a:ext cx="901960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9" name="直接箭头连接符 98">
              <a:extLst>
                <a:ext uri="{FF2B5EF4-FFF2-40B4-BE49-F238E27FC236}">
                  <a16:creationId xmlns:a16="http://schemas.microsoft.com/office/drawing/2014/main" id="{A02424B6-1B94-43C6-BC81-821C261296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00523" y="2450971"/>
              <a:ext cx="1298190" cy="560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箭头连接符 99">
              <a:extLst>
                <a:ext uri="{FF2B5EF4-FFF2-40B4-BE49-F238E27FC236}">
                  <a16:creationId xmlns:a16="http://schemas.microsoft.com/office/drawing/2014/main" id="{1255E432-FDF5-4928-92BD-C23A30B0C7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19569" y="2271103"/>
              <a:ext cx="323850" cy="37093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10EA036A-3F48-482B-8C50-98AA217EA2ED}"/>
                    </a:ext>
                  </a:extLst>
                </p:cNvPr>
                <p:cNvSpPr txBox="1"/>
                <p:nvPr/>
              </p:nvSpPr>
              <p:spPr>
                <a:xfrm>
                  <a:off x="9046072" y="1918427"/>
                  <a:ext cx="90196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10EA036A-3F48-482B-8C50-98AA217EA2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46072" y="1918427"/>
                  <a:ext cx="901960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9F512239-518E-430A-8B00-A6345FDE1921}"/>
                    </a:ext>
                  </a:extLst>
                </p:cNvPr>
                <p:cNvSpPr txBox="1"/>
                <p:nvPr/>
              </p:nvSpPr>
              <p:spPr>
                <a:xfrm>
                  <a:off x="10016098" y="2265544"/>
                  <a:ext cx="48520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𝐶𝑉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9F512239-518E-430A-8B00-A6345FDE19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16098" y="2265544"/>
                  <a:ext cx="485208" cy="369332"/>
                </a:xfrm>
                <a:prstGeom prst="rect">
                  <a:avLst/>
                </a:prstGeom>
                <a:blipFill>
                  <a:blip r:embed="rId24"/>
                  <a:stretch>
                    <a:fillRect r="-25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563818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" name="组合 263">
            <a:extLst>
              <a:ext uri="{FF2B5EF4-FFF2-40B4-BE49-F238E27FC236}">
                <a16:creationId xmlns:a16="http://schemas.microsoft.com/office/drawing/2014/main" id="{8CA7250B-5919-4EC4-90A8-0E84B30F5094}"/>
              </a:ext>
            </a:extLst>
          </p:cNvPr>
          <p:cNvGrpSpPr/>
          <p:nvPr/>
        </p:nvGrpSpPr>
        <p:grpSpPr>
          <a:xfrm>
            <a:off x="582508" y="401751"/>
            <a:ext cx="9466146" cy="7177204"/>
            <a:chOff x="582508" y="401751"/>
            <a:chExt cx="9466146" cy="7177204"/>
          </a:xfrm>
        </p:grpSpPr>
        <p:grpSp>
          <p:nvGrpSpPr>
            <p:cNvPr id="181" name="组合 180">
              <a:extLst>
                <a:ext uri="{FF2B5EF4-FFF2-40B4-BE49-F238E27FC236}">
                  <a16:creationId xmlns:a16="http://schemas.microsoft.com/office/drawing/2014/main" id="{518518EF-42FB-4B5F-83FA-A91CB87D2E0C}"/>
                </a:ext>
              </a:extLst>
            </p:cNvPr>
            <p:cNvGrpSpPr/>
            <p:nvPr/>
          </p:nvGrpSpPr>
          <p:grpSpPr>
            <a:xfrm>
              <a:off x="582508" y="4990788"/>
              <a:ext cx="9265822" cy="2588167"/>
              <a:chOff x="461303" y="5562288"/>
              <a:chExt cx="9265822" cy="258816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6" name="矩形 135">
                    <a:extLst>
                      <a:ext uri="{FF2B5EF4-FFF2-40B4-BE49-F238E27FC236}">
                        <a16:creationId xmlns:a16="http://schemas.microsoft.com/office/drawing/2014/main" id="{A5312489-FC94-4086-A076-2F6878A12472}"/>
                      </a:ext>
                    </a:extLst>
                  </p:cNvPr>
                  <p:cNvSpPr/>
                  <p:nvPr/>
                </p:nvSpPr>
                <p:spPr>
                  <a:xfrm>
                    <a:off x="461303" y="6184377"/>
                    <a:ext cx="657518" cy="854466"/>
                  </a:xfrm>
                  <a:prstGeom prst="rect">
                    <a:avLst/>
                  </a:prstGeom>
                  <a:solidFill>
                    <a:srgbClr val="F8CCB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𝑴</m:t>
                          </m:r>
                        </m:oMath>
                      </m:oMathPara>
                    </a14:m>
                    <a:endParaRPr lang="en-US" altLang="zh-CN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36" name="矩形 135">
                    <a:extLst>
                      <a:ext uri="{FF2B5EF4-FFF2-40B4-BE49-F238E27FC236}">
                        <a16:creationId xmlns:a16="http://schemas.microsoft.com/office/drawing/2014/main" id="{A5312489-FC94-4086-A076-2F6878A1247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1303" y="6184377"/>
                    <a:ext cx="657518" cy="854466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7" name="椭圆 136">
                    <a:extLst>
                      <a:ext uri="{FF2B5EF4-FFF2-40B4-BE49-F238E27FC236}">
                        <a16:creationId xmlns:a16="http://schemas.microsoft.com/office/drawing/2014/main" id="{4923ABD0-40A8-4784-B1E9-5870CC1D2A96}"/>
                      </a:ext>
                    </a:extLst>
                  </p:cNvPr>
                  <p:cNvSpPr/>
                  <p:nvPr/>
                </p:nvSpPr>
                <p:spPr>
                  <a:xfrm>
                    <a:off x="2765708" y="7545059"/>
                    <a:ext cx="604800" cy="605396"/>
                  </a:xfrm>
                  <a:prstGeom prst="ellipse">
                    <a:avLst/>
                  </a:prstGeom>
                  <a:solidFill>
                    <a:srgbClr val="FDEFE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𝑪</m:t>
                          </m:r>
                        </m:oMath>
                      </m:oMathPara>
                    </a14:m>
                    <a:endParaRPr lang="en-US" altLang="zh-CN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37" name="椭圆 136">
                    <a:extLst>
                      <a:ext uri="{FF2B5EF4-FFF2-40B4-BE49-F238E27FC236}">
                        <a16:creationId xmlns:a16="http://schemas.microsoft.com/office/drawing/2014/main" id="{4923ABD0-40A8-4784-B1E9-5870CC1D2A9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65708" y="7545059"/>
                    <a:ext cx="604800" cy="605396"/>
                  </a:xfrm>
                  <a:prstGeom prst="ellipse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8" name="椭圆 137">
                    <a:extLst>
                      <a:ext uri="{FF2B5EF4-FFF2-40B4-BE49-F238E27FC236}">
                        <a16:creationId xmlns:a16="http://schemas.microsoft.com/office/drawing/2014/main" id="{F6BF93FD-A6A4-47D9-AECA-C4013DF115AF}"/>
                      </a:ext>
                    </a:extLst>
                  </p:cNvPr>
                  <p:cNvSpPr/>
                  <p:nvPr/>
                </p:nvSpPr>
                <p:spPr>
                  <a:xfrm>
                    <a:off x="3529936" y="6290872"/>
                    <a:ext cx="604800" cy="605396"/>
                  </a:xfrm>
                  <a:prstGeom prst="ellipse">
                    <a:avLst/>
                  </a:prstGeom>
                  <a:solidFill>
                    <a:srgbClr val="FDEFE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∥</m:t>
                          </m:r>
                        </m:oMath>
                      </m:oMathPara>
                    </a14:m>
                    <a:endParaRPr lang="en-US" altLang="zh-CN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38" name="椭圆 137">
                    <a:extLst>
                      <a:ext uri="{FF2B5EF4-FFF2-40B4-BE49-F238E27FC236}">
                        <a16:creationId xmlns:a16="http://schemas.microsoft.com/office/drawing/2014/main" id="{F6BF93FD-A6A4-47D9-AECA-C4013DF115A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29936" y="6290872"/>
                    <a:ext cx="604800" cy="605396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0" name="矩形 139">
                <a:extLst>
                  <a:ext uri="{FF2B5EF4-FFF2-40B4-BE49-F238E27FC236}">
                    <a16:creationId xmlns:a16="http://schemas.microsoft.com/office/drawing/2014/main" id="{7CDBE81D-2B5A-4C12-87B4-C75AB7AE8B9D}"/>
                  </a:ext>
                </a:extLst>
              </p:cNvPr>
              <p:cNvSpPr/>
              <p:nvPr/>
            </p:nvSpPr>
            <p:spPr>
              <a:xfrm>
                <a:off x="4634749" y="5967271"/>
                <a:ext cx="657518" cy="854466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1" name="矩形 140">
                <a:extLst>
                  <a:ext uri="{FF2B5EF4-FFF2-40B4-BE49-F238E27FC236}">
                    <a16:creationId xmlns:a16="http://schemas.microsoft.com/office/drawing/2014/main" id="{04555261-23B6-4B06-B2BF-2719F24E336C}"/>
                  </a:ext>
                </a:extLst>
              </p:cNvPr>
              <p:cNvSpPr/>
              <p:nvPr/>
            </p:nvSpPr>
            <p:spPr>
              <a:xfrm>
                <a:off x="4634749" y="6854324"/>
                <a:ext cx="657518" cy="402764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2" name="椭圆 141">
                    <a:extLst>
                      <a:ext uri="{FF2B5EF4-FFF2-40B4-BE49-F238E27FC236}">
                        <a16:creationId xmlns:a16="http://schemas.microsoft.com/office/drawing/2014/main" id="{91CFB032-56C6-4C83-980F-1F007B740B02}"/>
                      </a:ext>
                    </a:extLst>
                  </p:cNvPr>
                  <p:cNvSpPr/>
                  <p:nvPr/>
                </p:nvSpPr>
                <p:spPr>
                  <a:xfrm>
                    <a:off x="5767287" y="6308912"/>
                    <a:ext cx="604800" cy="605396"/>
                  </a:xfrm>
                  <a:prstGeom prst="ellipse">
                    <a:avLst/>
                  </a:prstGeom>
                  <a:solidFill>
                    <a:srgbClr val="FDEFE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𝑪</m:t>
                          </m:r>
                        </m:oMath>
                      </m:oMathPara>
                    </a14:m>
                    <a:endParaRPr lang="en-US" altLang="zh-CN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42" name="椭圆 141">
                    <a:extLst>
                      <a:ext uri="{FF2B5EF4-FFF2-40B4-BE49-F238E27FC236}">
                        <a16:creationId xmlns:a16="http://schemas.microsoft.com/office/drawing/2014/main" id="{91CFB032-56C6-4C83-980F-1F007B740B0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67287" y="6308912"/>
                    <a:ext cx="604800" cy="605396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3" name="文本框 142">
                    <a:extLst>
                      <a:ext uri="{FF2B5EF4-FFF2-40B4-BE49-F238E27FC236}">
                        <a16:creationId xmlns:a16="http://schemas.microsoft.com/office/drawing/2014/main" id="{487E71EC-629A-439D-A554-AC264002196D}"/>
                      </a:ext>
                    </a:extLst>
                  </p:cNvPr>
                  <p:cNvSpPr txBox="1"/>
                  <p:nvPr/>
                </p:nvSpPr>
                <p:spPr>
                  <a:xfrm>
                    <a:off x="6512274" y="7193767"/>
                    <a:ext cx="1203066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𝐶𝑜𝑚𝑝𝑎𝑟𝑒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3" name="文本框 142">
                    <a:extLst>
                      <a:ext uri="{FF2B5EF4-FFF2-40B4-BE49-F238E27FC236}">
                        <a16:creationId xmlns:a16="http://schemas.microsoft.com/office/drawing/2014/main" id="{487E71EC-629A-439D-A554-AC264002196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12274" y="7193767"/>
                    <a:ext cx="1203066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11475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44" name="直接箭头连接符 143">
                <a:extLst>
                  <a:ext uri="{FF2B5EF4-FFF2-40B4-BE49-F238E27FC236}">
                    <a16:creationId xmlns:a16="http://schemas.microsoft.com/office/drawing/2014/main" id="{69EB922C-511D-48C3-AD72-1288F9B8411A}"/>
                  </a:ext>
                </a:extLst>
              </p:cNvPr>
              <p:cNvCxnSpPr>
                <a:cxnSpLocks/>
                <a:stCxn id="136" idx="3"/>
                <a:endCxn id="149" idx="2"/>
              </p:cNvCxnSpPr>
              <p:nvPr/>
            </p:nvCxnSpPr>
            <p:spPr>
              <a:xfrm>
                <a:off x="1118821" y="6611610"/>
                <a:ext cx="364954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5" name="文本框 144">
                    <a:extLst>
                      <a:ext uri="{FF2B5EF4-FFF2-40B4-BE49-F238E27FC236}">
                        <a16:creationId xmlns:a16="http://schemas.microsoft.com/office/drawing/2014/main" id="{EA560F06-6F04-4CFE-92ED-674FE9A218E2}"/>
                      </a:ext>
                    </a:extLst>
                  </p:cNvPr>
                  <p:cNvSpPr txBox="1"/>
                  <p:nvPr/>
                </p:nvSpPr>
                <p:spPr>
                  <a:xfrm>
                    <a:off x="2801408" y="6729642"/>
                    <a:ext cx="53340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5" name="文本框 144">
                    <a:extLst>
                      <a:ext uri="{FF2B5EF4-FFF2-40B4-BE49-F238E27FC236}">
                        <a16:creationId xmlns:a16="http://schemas.microsoft.com/office/drawing/2014/main" id="{EA560F06-6F04-4CFE-92ED-674FE9A218E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01408" y="6729642"/>
                    <a:ext cx="533400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46" name="直接箭头连接符 145">
                <a:extLst>
                  <a:ext uri="{FF2B5EF4-FFF2-40B4-BE49-F238E27FC236}">
                    <a16:creationId xmlns:a16="http://schemas.microsoft.com/office/drawing/2014/main" id="{137DC49E-D92E-4B56-A5EC-0C89AD142334}"/>
                  </a:ext>
                </a:extLst>
              </p:cNvPr>
              <p:cNvCxnSpPr>
                <a:cxnSpLocks/>
                <a:stCxn id="145" idx="2"/>
                <a:endCxn id="137" idx="0"/>
              </p:cNvCxnSpPr>
              <p:nvPr/>
            </p:nvCxnSpPr>
            <p:spPr>
              <a:xfrm>
                <a:off x="3068108" y="7098974"/>
                <a:ext cx="0" cy="44608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连接符: 肘形 146">
                <a:extLst>
                  <a:ext uri="{FF2B5EF4-FFF2-40B4-BE49-F238E27FC236}">
                    <a16:creationId xmlns:a16="http://schemas.microsoft.com/office/drawing/2014/main" id="{526C0430-3193-4357-9C75-C769D023972F}"/>
                  </a:ext>
                </a:extLst>
              </p:cNvPr>
              <p:cNvCxnSpPr>
                <a:cxnSpLocks/>
                <a:stCxn id="149" idx="6"/>
                <a:endCxn id="137" idx="2"/>
              </p:cNvCxnSpPr>
              <p:nvPr/>
            </p:nvCxnSpPr>
            <p:spPr>
              <a:xfrm>
                <a:off x="2088575" y="6611610"/>
                <a:ext cx="677133" cy="1236147"/>
              </a:xfrm>
              <a:prstGeom prst="bentConnector3">
                <a:avLst>
                  <a:gd name="adj1" fmla="val 50000"/>
                </a:avLst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连接符: 肘形 147">
                <a:extLst>
                  <a:ext uri="{FF2B5EF4-FFF2-40B4-BE49-F238E27FC236}">
                    <a16:creationId xmlns:a16="http://schemas.microsoft.com/office/drawing/2014/main" id="{299F97C0-E609-49F7-85A6-34DD0B5ABDCF}"/>
                  </a:ext>
                </a:extLst>
              </p:cNvPr>
              <p:cNvCxnSpPr>
                <a:cxnSpLocks/>
                <a:stCxn id="137" idx="6"/>
                <a:endCxn id="138" idx="4"/>
              </p:cNvCxnSpPr>
              <p:nvPr/>
            </p:nvCxnSpPr>
            <p:spPr>
              <a:xfrm flipV="1">
                <a:off x="3370508" y="6896268"/>
                <a:ext cx="461828" cy="951489"/>
              </a:xfrm>
              <a:prstGeom prst="bentConnector2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9" name="椭圆 148">
                    <a:extLst>
                      <a:ext uri="{FF2B5EF4-FFF2-40B4-BE49-F238E27FC236}">
                        <a16:creationId xmlns:a16="http://schemas.microsoft.com/office/drawing/2014/main" id="{CB516B54-5FC3-4800-B771-932194AA693C}"/>
                      </a:ext>
                    </a:extLst>
                  </p:cNvPr>
                  <p:cNvSpPr/>
                  <p:nvPr/>
                </p:nvSpPr>
                <p:spPr>
                  <a:xfrm>
                    <a:off x="1483775" y="6308912"/>
                    <a:ext cx="604800" cy="605396"/>
                  </a:xfrm>
                  <a:prstGeom prst="ellipse">
                    <a:avLst/>
                  </a:prstGeom>
                  <a:solidFill>
                    <a:srgbClr val="FDEFE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𝑬</m:t>
                          </m:r>
                        </m:oMath>
                      </m:oMathPara>
                    </a14:m>
                    <a:endParaRPr lang="en-US" altLang="zh-CN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49" name="椭圆 148">
                    <a:extLst>
                      <a:ext uri="{FF2B5EF4-FFF2-40B4-BE49-F238E27FC236}">
                        <a16:creationId xmlns:a16="http://schemas.microsoft.com/office/drawing/2014/main" id="{CB516B54-5FC3-4800-B771-932194AA693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83775" y="6308912"/>
                    <a:ext cx="604800" cy="605396"/>
                  </a:xfrm>
                  <a:prstGeom prst="ellipse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0" name="文本框 149">
                    <a:extLst>
                      <a:ext uri="{FF2B5EF4-FFF2-40B4-BE49-F238E27FC236}">
                        <a16:creationId xmlns:a16="http://schemas.microsoft.com/office/drawing/2014/main" id="{6E41BDBC-71F7-4B0A-932E-29959D1A94ED}"/>
                      </a:ext>
                    </a:extLst>
                  </p:cNvPr>
                  <p:cNvSpPr txBox="1"/>
                  <p:nvPr/>
                </p:nvSpPr>
                <p:spPr>
                  <a:xfrm>
                    <a:off x="1521636" y="7193767"/>
                    <a:ext cx="53340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50" name="文本框 149">
                    <a:extLst>
                      <a:ext uri="{FF2B5EF4-FFF2-40B4-BE49-F238E27FC236}">
                        <a16:creationId xmlns:a16="http://schemas.microsoft.com/office/drawing/2014/main" id="{6E41BDBC-71F7-4B0A-932E-29959D1A94E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21636" y="7193767"/>
                    <a:ext cx="533400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51" name="直接箭头连接符 150">
                <a:extLst>
                  <a:ext uri="{FF2B5EF4-FFF2-40B4-BE49-F238E27FC236}">
                    <a16:creationId xmlns:a16="http://schemas.microsoft.com/office/drawing/2014/main" id="{883E7D8D-9A2D-46B4-A01A-1B43F04649BA}"/>
                  </a:ext>
                </a:extLst>
              </p:cNvPr>
              <p:cNvCxnSpPr>
                <a:cxnSpLocks/>
                <a:stCxn id="150" idx="0"/>
                <a:endCxn id="149" idx="4"/>
              </p:cNvCxnSpPr>
              <p:nvPr/>
            </p:nvCxnSpPr>
            <p:spPr>
              <a:xfrm flipH="1" flipV="1">
                <a:off x="1786175" y="6914308"/>
                <a:ext cx="2161" cy="27945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直接箭头连接符 151">
                <a:extLst>
                  <a:ext uri="{FF2B5EF4-FFF2-40B4-BE49-F238E27FC236}">
                    <a16:creationId xmlns:a16="http://schemas.microsoft.com/office/drawing/2014/main" id="{AE26E401-E24C-4D07-A728-B5C1E3135110}"/>
                  </a:ext>
                </a:extLst>
              </p:cNvPr>
              <p:cNvCxnSpPr>
                <a:cxnSpLocks/>
                <a:stCxn id="138" idx="6"/>
              </p:cNvCxnSpPr>
              <p:nvPr/>
            </p:nvCxnSpPr>
            <p:spPr>
              <a:xfrm>
                <a:off x="4134736" y="6593570"/>
                <a:ext cx="500013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直接箭头连接符 152">
                <a:extLst>
                  <a:ext uri="{FF2B5EF4-FFF2-40B4-BE49-F238E27FC236}">
                    <a16:creationId xmlns:a16="http://schemas.microsoft.com/office/drawing/2014/main" id="{88993670-B1CA-4DC8-A173-0CDAABD9828F}"/>
                  </a:ext>
                </a:extLst>
              </p:cNvPr>
              <p:cNvCxnSpPr>
                <a:cxnSpLocks/>
                <a:stCxn id="149" idx="6"/>
                <a:endCxn id="138" idx="2"/>
              </p:cNvCxnSpPr>
              <p:nvPr/>
            </p:nvCxnSpPr>
            <p:spPr>
              <a:xfrm flipV="1">
                <a:off x="2088575" y="6593570"/>
                <a:ext cx="1441361" cy="1804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4" name="文本框 153">
                    <a:extLst>
                      <a:ext uri="{FF2B5EF4-FFF2-40B4-BE49-F238E27FC236}">
                        <a16:creationId xmlns:a16="http://schemas.microsoft.com/office/drawing/2014/main" id="{047A8903-B4D9-48F4-8B40-5C2D74B24063}"/>
                      </a:ext>
                    </a:extLst>
                  </p:cNvPr>
                  <p:cNvSpPr txBox="1"/>
                  <p:nvPr/>
                </p:nvSpPr>
                <p:spPr>
                  <a:xfrm>
                    <a:off x="5802987" y="7193767"/>
                    <a:ext cx="53340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54" name="文本框 153">
                    <a:extLst>
                      <a:ext uri="{FF2B5EF4-FFF2-40B4-BE49-F238E27FC236}">
                        <a16:creationId xmlns:a16="http://schemas.microsoft.com/office/drawing/2014/main" id="{047A8903-B4D9-48F4-8B40-5C2D74B2406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02987" y="7193767"/>
                    <a:ext cx="533400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55" name="直接箭头连接符 154">
                <a:extLst>
                  <a:ext uri="{FF2B5EF4-FFF2-40B4-BE49-F238E27FC236}">
                    <a16:creationId xmlns:a16="http://schemas.microsoft.com/office/drawing/2014/main" id="{6FCA5DA4-F5F5-4D4F-B186-07B3A01AC1FB}"/>
                  </a:ext>
                </a:extLst>
              </p:cNvPr>
              <p:cNvCxnSpPr>
                <a:cxnSpLocks/>
                <a:stCxn id="154" idx="0"/>
                <a:endCxn id="142" idx="4"/>
              </p:cNvCxnSpPr>
              <p:nvPr/>
            </p:nvCxnSpPr>
            <p:spPr>
              <a:xfrm flipV="1">
                <a:off x="6069687" y="6914308"/>
                <a:ext cx="0" cy="27945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连接符: 肘形 155">
                <a:extLst>
                  <a:ext uri="{FF2B5EF4-FFF2-40B4-BE49-F238E27FC236}">
                    <a16:creationId xmlns:a16="http://schemas.microsoft.com/office/drawing/2014/main" id="{52C1EF1A-89AA-424B-8ABA-C04EE9561AD5}"/>
                  </a:ext>
                </a:extLst>
              </p:cNvPr>
              <p:cNvCxnSpPr>
                <a:cxnSpLocks/>
                <a:stCxn id="142" idx="6"/>
                <a:endCxn id="143" idx="0"/>
              </p:cNvCxnSpPr>
              <p:nvPr/>
            </p:nvCxnSpPr>
            <p:spPr>
              <a:xfrm>
                <a:off x="6372087" y="6611610"/>
                <a:ext cx="741720" cy="582157"/>
              </a:xfrm>
              <a:prstGeom prst="bentConnector2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连接符: 肘形 156">
                <a:extLst>
                  <a:ext uri="{FF2B5EF4-FFF2-40B4-BE49-F238E27FC236}">
                    <a16:creationId xmlns:a16="http://schemas.microsoft.com/office/drawing/2014/main" id="{B29E438D-7B02-4431-92E9-01228137462C}"/>
                  </a:ext>
                </a:extLst>
              </p:cNvPr>
              <p:cNvCxnSpPr>
                <a:cxnSpLocks/>
                <a:stCxn id="141" idx="3"/>
                <a:endCxn id="143" idx="2"/>
              </p:cNvCxnSpPr>
              <p:nvPr/>
            </p:nvCxnSpPr>
            <p:spPr>
              <a:xfrm>
                <a:off x="5292267" y="7055706"/>
                <a:ext cx="1821540" cy="507393"/>
              </a:xfrm>
              <a:prstGeom prst="bentConnector4">
                <a:avLst>
                  <a:gd name="adj1" fmla="val 14245"/>
                  <a:gd name="adj2" fmla="val 145054"/>
                </a:avLst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8" name="椭圆 157">
                    <a:extLst>
                      <a:ext uri="{FF2B5EF4-FFF2-40B4-BE49-F238E27FC236}">
                        <a16:creationId xmlns:a16="http://schemas.microsoft.com/office/drawing/2014/main" id="{73A03BEF-04D6-4664-A341-CF7D4D39AB8D}"/>
                      </a:ext>
                    </a:extLst>
                  </p:cNvPr>
                  <p:cNvSpPr/>
                  <p:nvPr/>
                </p:nvSpPr>
                <p:spPr>
                  <a:xfrm>
                    <a:off x="7715340" y="6326952"/>
                    <a:ext cx="604800" cy="605396"/>
                  </a:xfrm>
                  <a:prstGeom prst="ellipse">
                    <a:avLst/>
                  </a:prstGeom>
                  <a:solidFill>
                    <a:srgbClr val="FDEFE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𝑫</m:t>
                          </m:r>
                        </m:oMath>
                      </m:oMathPara>
                    </a14:m>
                    <a:endParaRPr lang="en-US" altLang="zh-CN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58" name="椭圆 157">
                    <a:extLst>
                      <a:ext uri="{FF2B5EF4-FFF2-40B4-BE49-F238E27FC236}">
                        <a16:creationId xmlns:a16="http://schemas.microsoft.com/office/drawing/2014/main" id="{73A03BEF-04D6-4664-A341-CF7D4D39AB8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15340" y="6326952"/>
                    <a:ext cx="604800" cy="605396"/>
                  </a:xfrm>
                  <a:prstGeom prst="ellipse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59" name="连接符: 肘形 158">
                <a:extLst>
                  <a:ext uri="{FF2B5EF4-FFF2-40B4-BE49-F238E27FC236}">
                    <a16:creationId xmlns:a16="http://schemas.microsoft.com/office/drawing/2014/main" id="{B4324436-F814-4252-A9A9-3F2E043D1ED7}"/>
                  </a:ext>
                </a:extLst>
              </p:cNvPr>
              <p:cNvCxnSpPr>
                <a:cxnSpLocks/>
                <a:stCxn id="140" idx="3"/>
                <a:endCxn id="158" idx="0"/>
              </p:cNvCxnSpPr>
              <p:nvPr/>
            </p:nvCxnSpPr>
            <p:spPr>
              <a:xfrm flipV="1">
                <a:off x="5292267" y="6326952"/>
                <a:ext cx="2725473" cy="67552"/>
              </a:xfrm>
              <a:prstGeom prst="bentConnector4">
                <a:avLst>
                  <a:gd name="adj1" fmla="val 9504"/>
                  <a:gd name="adj2" fmla="val 598610"/>
                </a:avLst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0" name="文本框 159">
                    <a:extLst>
                      <a:ext uri="{FF2B5EF4-FFF2-40B4-BE49-F238E27FC236}">
                        <a16:creationId xmlns:a16="http://schemas.microsoft.com/office/drawing/2014/main" id="{BF1C5690-0964-4D2B-AC17-5596A195904C}"/>
                      </a:ext>
                    </a:extLst>
                  </p:cNvPr>
                  <p:cNvSpPr txBox="1"/>
                  <p:nvPr/>
                </p:nvSpPr>
                <p:spPr>
                  <a:xfrm>
                    <a:off x="7751040" y="7193767"/>
                    <a:ext cx="53340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60" name="文本框 159">
                    <a:extLst>
                      <a:ext uri="{FF2B5EF4-FFF2-40B4-BE49-F238E27FC236}">
                        <a16:creationId xmlns:a16="http://schemas.microsoft.com/office/drawing/2014/main" id="{BF1C5690-0964-4D2B-AC17-5596A195904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51040" y="7193767"/>
                    <a:ext cx="533400" cy="3693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61" name="直接箭头连接符 160">
                <a:extLst>
                  <a:ext uri="{FF2B5EF4-FFF2-40B4-BE49-F238E27FC236}">
                    <a16:creationId xmlns:a16="http://schemas.microsoft.com/office/drawing/2014/main" id="{72AEF6F3-21D8-4785-872F-DA0A741D6D6D}"/>
                  </a:ext>
                </a:extLst>
              </p:cNvPr>
              <p:cNvCxnSpPr>
                <a:cxnSpLocks/>
                <a:stCxn id="160" idx="0"/>
                <a:endCxn id="158" idx="4"/>
              </p:cNvCxnSpPr>
              <p:nvPr/>
            </p:nvCxnSpPr>
            <p:spPr>
              <a:xfrm flipV="1">
                <a:off x="8017740" y="6932348"/>
                <a:ext cx="0" cy="26141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2" name="矩形 161">
                    <a:extLst>
                      <a:ext uri="{FF2B5EF4-FFF2-40B4-BE49-F238E27FC236}">
                        <a16:creationId xmlns:a16="http://schemas.microsoft.com/office/drawing/2014/main" id="{47D73575-8B09-49AC-A772-E389B0E00A8E}"/>
                      </a:ext>
                    </a:extLst>
                  </p:cNvPr>
                  <p:cNvSpPr/>
                  <p:nvPr/>
                </p:nvSpPr>
                <p:spPr>
                  <a:xfrm>
                    <a:off x="9069607" y="6208591"/>
                    <a:ext cx="657518" cy="854466"/>
                  </a:xfrm>
                  <a:prstGeom prst="rect">
                    <a:avLst/>
                  </a:prstGeom>
                  <a:solidFill>
                    <a:srgbClr val="F8CCB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𝑴</m:t>
                          </m:r>
                        </m:oMath>
                      </m:oMathPara>
                    </a14:m>
                    <a:endParaRPr lang="en-US" altLang="zh-CN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62" name="矩形 161">
                    <a:extLst>
                      <a:ext uri="{FF2B5EF4-FFF2-40B4-BE49-F238E27FC236}">
                        <a16:creationId xmlns:a16="http://schemas.microsoft.com/office/drawing/2014/main" id="{47D73575-8B09-49AC-A772-E389B0E00A8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69607" y="6208591"/>
                    <a:ext cx="657518" cy="854466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63" name="直接箭头连接符 162">
                <a:extLst>
                  <a:ext uri="{FF2B5EF4-FFF2-40B4-BE49-F238E27FC236}">
                    <a16:creationId xmlns:a16="http://schemas.microsoft.com/office/drawing/2014/main" id="{5E9A9E5B-7425-4DE3-95EB-CC35A9AA916A}"/>
                  </a:ext>
                </a:extLst>
              </p:cNvPr>
              <p:cNvCxnSpPr>
                <a:cxnSpLocks/>
                <a:stCxn id="158" idx="6"/>
                <a:endCxn id="162" idx="1"/>
              </p:cNvCxnSpPr>
              <p:nvPr/>
            </p:nvCxnSpPr>
            <p:spPr>
              <a:xfrm>
                <a:off x="8320140" y="6629650"/>
                <a:ext cx="749467" cy="617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直接箭头连接符 172">
                <a:extLst>
                  <a:ext uri="{FF2B5EF4-FFF2-40B4-BE49-F238E27FC236}">
                    <a16:creationId xmlns:a16="http://schemas.microsoft.com/office/drawing/2014/main" id="{9F07DBDA-B082-471B-A9F0-76BB30F3FFBE}"/>
                  </a:ext>
                </a:extLst>
              </p:cNvPr>
              <p:cNvCxnSpPr>
                <a:cxnSpLocks/>
                <a:endCxn id="142" idx="2"/>
              </p:cNvCxnSpPr>
              <p:nvPr/>
            </p:nvCxnSpPr>
            <p:spPr>
              <a:xfrm>
                <a:off x="5292267" y="6611610"/>
                <a:ext cx="47502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6" name="文本框 175">
                    <a:extLst>
                      <a:ext uri="{FF2B5EF4-FFF2-40B4-BE49-F238E27FC236}">
                        <a16:creationId xmlns:a16="http://schemas.microsoft.com/office/drawing/2014/main" id="{93F86B62-CE5D-4A44-8B6E-1A5F6F2D732A}"/>
                      </a:ext>
                    </a:extLst>
                  </p:cNvPr>
                  <p:cNvSpPr txBox="1"/>
                  <p:nvPr/>
                </p:nvSpPr>
                <p:spPr>
                  <a:xfrm>
                    <a:off x="4203791" y="7290592"/>
                    <a:ext cx="1622242" cy="40498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solidFill>
                                    <a:srgbClr val="D7451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solidFill>
                                        <a:srgbClr val="D7451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D74514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rgbClr val="D74514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solidFill>
                                    <a:srgbClr val="D74514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b="0" i="1" smtClean="0">
                                  <a:solidFill>
                                    <a:srgbClr val="D74514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solidFill>
                                        <a:srgbClr val="D7451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solidFill>
                                            <a:srgbClr val="D7451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solidFill>
                                            <a:srgbClr val="D7451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solidFill>
                                            <a:srgbClr val="D7451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solidFill>
                                        <a:srgbClr val="D74514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CN" b="0" i="1" smtClean="0">
                                      <a:solidFill>
                                        <a:srgbClr val="D74514"/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</m:d>
                            </m:e>
                          </m:d>
                        </m:oMath>
                      </m:oMathPara>
                    </a14:m>
                    <a:endParaRPr lang="zh-CN" altLang="en-US" dirty="0">
                      <a:solidFill>
                        <a:srgbClr val="D74514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6" name="文本框 175">
                    <a:extLst>
                      <a:ext uri="{FF2B5EF4-FFF2-40B4-BE49-F238E27FC236}">
                        <a16:creationId xmlns:a16="http://schemas.microsoft.com/office/drawing/2014/main" id="{93F86B62-CE5D-4A44-8B6E-1A5F6F2D732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03791" y="7290592"/>
                    <a:ext cx="1622242" cy="404983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r="-74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7" name="文本框 176">
                    <a:extLst>
                      <a:ext uri="{FF2B5EF4-FFF2-40B4-BE49-F238E27FC236}">
                        <a16:creationId xmlns:a16="http://schemas.microsoft.com/office/drawing/2014/main" id="{A3C26D3F-908F-4253-8CBD-708657FE2AD5}"/>
                      </a:ext>
                    </a:extLst>
                  </p:cNvPr>
                  <p:cNvSpPr txBox="1"/>
                  <p:nvPr/>
                </p:nvSpPr>
                <p:spPr>
                  <a:xfrm>
                    <a:off x="4118548" y="5562288"/>
                    <a:ext cx="1622242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altLang="zh-CN" i="1">
                                  <a:solidFill>
                                    <a:srgbClr val="D7451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rgbClr val="D7451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rgbClr val="D74514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rgbClr val="D74514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i="1">
                                  <a:solidFill>
                                    <a:srgbClr val="D74514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i="1">
                                  <a:solidFill>
                                    <a:srgbClr val="D74514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</m:d>
                        </m:oMath>
                      </m:oMathPara>
                    </a14:m>
                    <a:endParaRPr lang="zh-CN" altLang="en-US" dirty="0">
                      <a:solidFill>
                        <a:srgbClr val="D74514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7" name="文本框 176">
                    <a:extLst>
                      <a:ext uri="{FF2B5EF4-FFF2-40B4-BE49-F238E27FC236}">
                        <a16:creationId xmlns:a16="http://schemas.microsoft.com/office/drawing/2014/main" id="{A3C26D3F-908F-4253-8CBD-708657FE2AD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18548" y="5562288"/>
                    <a:ext cx="1622242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63" name="组合 262">
              <a:extLst>
                <a:ext uri="{FF2B5EF4-FFF2-40B4-BE49-F238E27FC236}">
                  <a16:creationId xmlns:a16="http://schemas.microsoft.com/office/drawing/2014/main" id="{435FDD6B-534C-452D-AB5F-F13A1B893FC7}"/>
                </a:ext>
              </a:extLst>
            </p:cNvPr>
            <p:cNvGrpSpPr/>
            <p:nvPr/>
          </p:nvGrpSpPr>
          <p:grpSpPr>
            <a:xfrm>
              <a:off x="587892" y="2694125"/>
              <a:ext cx="9460762" cy="2193321"/>
              <a:chOff x="587892" y="2743015"/>
              <a:chExt cx="9460762" cy="21933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0" name="矩形 209">
                    <a:extLst>
                      <a:ext uri="{FF2B5EF4-FFF2-40B4-BE49-F238E27FC236}">
                        <a16:creationId xmlns:a16="http://schemas.microsoft.com/office/drawing/2014/main" id="{F28BE426-3BE0-4B17-8863-89CC76A36435}"/>
                      </a:ext>
                    </a:extLst>
                  </p:cNvPr>
                  <p:cNvSpPr/>
                  <p:nvPr/>
                </p:nvSpPr>
                <p:spPr>
                  <a:xfrm>
                    <a:off x="587892" y="2952218"/>
                    <a:ext cx="657518" cy="854466"/>
                  </a:xfrm>
                  <a:prstGeom prst="rect">
                    <a:avLst/>
                  </a:prstGeom>
                  <a:solidFill>
                    <a:srgbClr val="F8CCB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𝑴</m:t>
                          </m:r>
                        </m:oMath>
                      </m:oMathPara>
                    </a14:m>
                    <a:endParaRPr lang="en-US" altLang="zh-CN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210" name="矩形 209">
                    <a:extLst>
                      <a:ext uri="{FF2B5EF4-FFF2-40B4-BE49-F238E27FC236}">
                        <a16:creationId xmlns:a16="http://schemas.microsoft.com/office/drawing/2014/main" id="{F28BE426-3BE0-4B17-8863-89CC76A3643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7892" y="2952218"/>
                    <a:ext cx="657518" cy="854466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1" name="椭圆 210">
                    <a:extLst>
                      <a:ext uri="{FF2B5EF4-FFF2-40B4-BE49-F238E27FC236}">
                        <a16:creationId xmlns:a16="http://schemas.microsoft.com/office/drawing/2014/main" id="{30DFC680-BDFE-4F95-B586-91A72BDD6905}"/>
                      </a:ext>
                    </a:extLst>
                  </p:cNvPr>
                  <p:cNvSpPr/>
                  <p:nvPr/>
                </p:nvSpPr>
                <p:spPr>
                  <a:xfrm>
                    <a:off x="1604980" y="4330940"/>
                    <a:ext cx="604800" cy="605396"/>
                  </a:xfrm>
                  <a:prstGeom prst="ellipse">
                    <a:avLst/>
                  </a:prstGeom>
                  <a:solidFill>
                    <a:srgbClr val="FDEFE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𝑪</m:t>
                          </m:r>
                        </m:oMath>
                      </m:oMathPara>
                    </a14:m>
                    <a:endParaRPr lang="en-US" altLang="zh-CN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211" name="椭圆 210">
                    <a:extLst>
                      <a:ext uri="{FF2B5EF4-FFF2-40B4-BE49-F238E27FC236}">
                        <a16:creationId xmlns:a16="http://schemas.microsoft.com/office/drawing/2014/main" id="{30DFC680-BDFE-4F95-B586-91A72BDD690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04980" y="4330940"/>
                    <a:ext cx="604800" cy="605396"/>
                  </a:xfrm>
                  <a:prstGeom prst="ellipse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2" name="椭圆 211">
                    <a:extLst>
                      <a:ext uri="{FF2B5EF4-FFF2-40B4-BE49-F238E27FC236}">
                        <a16:creationId xmlns:a16="http://schemas.microsoft.com/office/drawing/2014/main" id="{29FE4B89-1EC6-4154-9062-183D61631960}"/>
                      </a:ext>
                    </a:extLst>
                  </p:cNvPr>
                  <p:cNvSpPr/>
                  <p:nvPr/>
                </p:nvSpPr>
                <p:spPr>
                  <a:xfrm>
                    <a:off x="2369208" y="3076753"/>
                    <a:ext cx="604800" cy="605396"/>
                  </a:xfrm>
                  <a:prstGeom prst="ellipse">
                    <a:avLst/>
                  </a:prstGeom>
                  <a:solidFill>
                    <a:srgbClr val="FDEFE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∥</m:t>
                          </m:r>
                        </m:oMath>
                      </m:oMathPara>
                    </a14:m>
                    <a:endParaRPr lang="en-US" altLang="zh-CN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212" name="椭圆 211">
                    <a:extLst>
                      <a:ext uri="{FF2B5EF4-FFF2-40B4-BE49-F238E27FC236}">
                        <a16:creationId xmlns:a16="http://schemas.microsoft.com/office/drawing/2014/main" id="{29FE4B89-1EC6-4154-9062-183D6163196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69208" y="3076753"/>
                    <a:ext cx="604800" cy="605396"/>
                  </a:xfrm>
                  <a:prstGeom prst="ellipse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13" name="组合 212">
                <a:extLst>
                  <a:ext uri="{FF2B5EF4-FFF2-40B4-BE49-F238E27FC236}">
                    <a16:creationId xmlns:a16="http://schemas.microsoft.com/office/drawing/2014/main" id="{8A76F508-DB56-4774-BB03-3F3A1DE0C489}"/>
                  </a:ext>
                </a:extLst>
              </p:cNvPr>
              <p:cNvGrpSpPr/>
              <p:nvPr/>
            </p:nvGrpSpPr>
            <p:grpSpPr>
              <a:xfrm>
                <a:off x="6968063" y="2747304"/>
                <a:ext cx="657518" cy="1265433"/>
                <a:chOff x="4389864" y="3001767"/>
                <a:chExt cx="657518" cy="126543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4" name="矩形 213">
                      <a:extLst>
                        <a:ext uri="{FF2B5EF4-FFF2-40B4-BE49-F238E27FC236}">
                          <a16:creationId xmlns:a16="http://schemas.microsoft.com/office/drawing/2014/main" id="{887D7827-AD00-480D-9D3E-79413B4C01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89864" y="3001767"/>
                      <a:ext cx="657518" cy="854466"/>
                    </a:xfrm>
                    <a:prstGeom prst="rect">
                      <a:avLst/>
                    </a:prstGeom>
                    <a:solidFill>
                      <a:srgbClr val="F8CCB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 </m:t>
                            </m:r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𝑴</m:t>
                            </m:r>
                          </m:oMath>
                        </m:oMathPara>
                      </a14:m>
                      <a:endParaRPr lang="en-US" altLang="zh-CN" b="1" dirty="0">
                        <a:solidFill>
                          <a:srgbClr val="D7451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214" name="矩形 213">
                      <a:extLst>
                        <a:ext uri="{FF2B5EF4-FFF2-40B4-BE49-F238E27FC236}">
                          <a16:creationId xmlns:a16="http://schemas.microsoft.com/office/drawing/2014/main" id="{887D7827-AD00-480D-9D3E-79413B4C013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89864" y="3001767"/>
                      <a:ext cx="657518" cy="854466"/>
                    </a:xfrm>
                    <a:prstGeom prst="rect">
                      <a:avLst/>
                    </a:prstGeom>
                    <a:blipFill>
                      <a:blip r:embed="rId19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15" name="矩形 214">
                  <a:extLst>
                    <a:ext uri="{FF2B5EF4-FFF2-40B4-BE49-F238E27FC236}">
                      <a16:creationId xmlns:a16="http://schemas.microsoft.com/office/drawing/2014/main" id="{FDE76830-99EC-4F8C-9978-9E54C57C846D}"/>
                    </a:ext>
                  </a:extLst>
                </p:cNvPr>
                <p:cNvSpPr/>
                <p:nvPr/>
              </p:nvSpPr>
              <p:spPr>
                <a:xfrm>
                  <a:off x="4389864" y="3864436"/>
                  <a:ext cx="657518" cy="402764"/>
                </a:xfrm>
                <a:prstGeom prst="rect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6" name="椭圆 215">
                    <a:extLst>
                      <a:ext uri="{FF2B5EF4-FFF2-40B4-BE49-F238E27FC236}">
                        <a16:creationId xmlns:a16="http://schemas.microsoft.com/office/drawing/2014/main" id="{258844A8-6543-4269-B8F7-532925BA2B4F}"/>
                      </a:ext>
                    </a:extLst>
                  </p:cNvPr>
                  <p:cNvSpPr/>
                  <p:nvPr/>
                </p:nvSpPr>
                <p:spPr>
                  <a:xfrm>
                    <a:off x="8100601" y="3076753"/>
                    <a:ext cx="604800" cy="605396"/>
                  </a:xfrm>
                  <a:prstGeom prst="ellipse">
                    <a:avLst/>
                  </a:prstGeom>
                  <a:solidFill>
                    <a:srgbClr val="FDEFE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𝑪</m:t>
                          </m:r>
                        </m:oMath>
                      </m:oMathPara>
                    </a14:m>
                    <a:endParaRPr lang="en-US" altLang="zh-CN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216" name="椭圆 215">
                    <a:extLst>
                      <a:ext uri="{FF2B5EF4-FFF2-40B4-BE49-F238E27FC236}">
                        <a16:creationId xmlns:a16="http://schemas.microsoft.com/office/drawing/2014/main" id="{258844A8-6543-4269-B8F7-532925BA2B4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00601" y="3076753"/>
                    <a:ext cx="604800" cy="605396"/>
                  </a:xfrm>
                  <a:prstGeom prst="ellipse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7" name="文本框 216">
                    <a:extLst>
                      <a:ext uri="{FF2B5EF4-FFF2-40B4-BE49-F238E27FC236}">
                        <a16:creationId xmlns:a16="http://schemas.microsoft.com/office/drawing/2014/main" id="{4EF9FB53-99B4-46A6-9D03-3EB518E7D580}"/>
                      </a:ext>
                    </a:extLst>
                  </p:cNvPr>
                  <p:cNvSpPr txBox="1"/>
                  <p:nvPr/>
                </p:nvSpPr>
                <p:spPr>
                  <a:xfrm>
                    <a:off x="8845588" y="3961608"/>
                    <a:ext cx="1203066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𝐶𝑜𝑚𝑝𝑎𝑟𝑒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7" name="文本框 216">
                    <a:extLst>
                      <a:ext uri="{FF2B5EF4-FFF2-40B4-BE49-F238E27FC236}">
                        <a16:creationId xmlns:a16="http://schemas.microsoft.com/office/drawing/2014/main" id="{4EF9FB53-99B4-46A6-9D03-3EB518E7D58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45588" y="3961608"/>
                    <a:ext cx="1203066" cy="369332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b="-13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18" name="直接箭头连接符 217">
                <a:extLst>
                  <a:ext uri="{FF2B5EF4-FFF2-40B4-BE49-F238E27FC236}">
                    <a16:creationId xmlns:a16="http://schemas.microsoft.com/office/drawing/2014/main" id="{F8524AFB-7B12-4C66-BE82-BBE81ABBAF6E}"/>
                  </a:ext>
                </a:extLst>
              </p:cNvPr>
              <p:cNvCxnSpPr>
                <a:cxnSpLocks/>
                <a:stCxn id="210" idx="3"/>
                <a:endCxn id="212" idx="2"/>
              </p:cNvCxnSpPr>
              <p:nvPr/>
            </p:nvCxnSpPr>
            <p:spPr>
              <a:xfrm>
                <a:off x="1245410" y="3379451"/>
                <a:ext cx="1123798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9" name="文本框 218">
                    <a:extLst>
                      <a:ext uri="{FF2B5EF4-FFF2-40B4-BE49-F238E27FC236}">
                        <a16:creationId xmlns:a16="http://schemas.microsoft.com/office/drawing/2014/main" id="{1612C269-E442-4A7F-8CE9-878299F81013}"/>
                      </a:ext>
                    </a:extLst>
                  </p:cNvPr>
                  <p:cNvSpPr txBox="1"/>
                  <p:nvPr/>
                </p:nvSpPr>
                <p:spPr>
                  <a:xfrm>
                    <a:off x="1640680" y="3515523"/>
                    <a:ext cx="53340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9" name="文本框 218">
                    <a:extLst>
                      <a:ext uri="{FF2B5EF4-FFF2-40B4-BE49-F238E27FC236}">
                        <a16:creationId xmlns:a16="http://schemas.microsoft.com/office/drawing/2014/main" id="{1612C269-E442-4A7F-8CE9-878299F8101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40680" y="3515523"/>
                    <a:ext cx="533400" cy="369332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20" name="直接箭头连接符 219">
                <a:extLst>
                  <a:ext uri="{FF2B5EF4-FFF2-40B4-BE49-F238E27FC236}">
                    <a16:creationId xmlns:a16="http://schemas.microsoft.com/office/drawing/2014/main" id="{F5F98821-A7A3-4793-B7A5-592A946543FF}"/>
                  </a:ext>
                </a:extLst>
              </p:cNvPr>
              <p:cNvCxnSpPr>
                <a:cxnSpLocks/>
                <a:stCxn id="219" idx="2"/>
                <a:endCxn id="211" idx="0"/>
              </p:cNvCxnSpPr>
              <p:nvPr/>
            </p:nvCxnSpPr>
            <p:spPr>
              <a:xfrm>
                <a:off x="1907380" y="3884855"/>
                <a:ext cx="0" cy="44608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连接符: 肘形 220">
                <a:extLst>
                  <a:ext uri="{FF2B5EF4-FFF2-40B4-BE49-F238E27FC236}">
                    <a16:creationId xmlns:a16="http://schemas.microsoft.com/office/drawing/2014/main" id="{2E7C6914-C44D-4EFF-8F35-B816C2D732A2}"/>
                  </a:ext>
                </a:extLst>
              </p:cNvPr>
              <p:cNvCxnSpPr>
                <a:cxnSpLocks/>
                <a:stCxn id="210" idx="2"/>
                <a:endCxn id="211" idx="2"/>
              </p:cNvCxnSpPr>
              <p:nvPr/>
            </p:nvCxnSpPr>
            <p:spPr>
              <a:xfrm rot="16200000" flipH="1">
                <a:off x="847338" y="3875996"/>
                <a:ext cx="826954" cy="688329"/>
              </a:xfrm>
              <a:prstGeom prst="bentConnector2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连接符: 肘形 221">
                <a:extLst>
                  <a:ext uri="{FF2B5EF4-FFF2-40B4-BE49-F238E27FC236}">
                    <a16:creationId xmlns:a16="http://schemas.microsoft.com/office/drawing/2014/main" id="{44FDC822-2D89-4ADC-8C82-2E908E44309A}"/>
                  </a:ext>
                </a:extLst>
              </p:cNvPr>
              <p:cNvCxnSpPr>
                <a:cxnSpLocks/>
                <a:stCxn id="211" idx="6"/>
                <a:endCxn id="212" idx="4"/>
              </p:cNvCxnSpPr>
              <p:nvPr/>
            </p:nvCxnSpPr>
            <p:spPr>
              <a:xfrm flipV="1">
                <a:off x="2209780" y="3682149"/>
                <a:ext cx="461828" cy="951489"/>
              </a:xfrm>
              <a:prstGeom prst="bentConnector2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3" name="椭圆 222">
                    <a:extLst>
                      <a:ext uri="{FF2B5EF4-FFF2-40B4-BE49-F238E27FC236}">
                        <a16:creationId xmlns:a16="http://schemas.microsoft.com/office/drawing/2014/main" id="{9FBC1DC3-199B-4659-A2E6-F8B1052FAD22}"/>
                      </a:ext>
                    </a:extLst>
                  </p:cNvPr>
                  <p:cNvSpPr/>
                  <p:nvPr/>
                </p:nvSpPr>
                <p:spPr>
                  <a:xfrm>
                    <a:off x="3392892" y="3076753"/>
                    <a:ext cx="604800" cy="605396"/>
                  </a:xfrm>
                  <a:prstGeom prst="ellipse">
                    <a:avLst/>
                  </a:prstGeom>
                  <a:solidFill>
                    <a:srgbClr val="FDEFE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𝑬</m:t>
                          </m:r>
                        </m:oMath>
                      </m:oMathPara>
                    </a14:m>
                    <a:endParaRPr lang="en-US" altLang="zh-CN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223" name="椭圆 222">
                    <a:extLst>
                      <a:ext uri="{FF2B5EF4-FFF2-40B4-BE49-F238E27FC236}">
                        <a16:creationId xmlns:a16="http://schemas.microsoft.com/office/drawing/2014/main" id="{9FBC1DC3-199B-4659-A2E6-F8B1052FAD2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92892" y="3076753"/>
                    <a:ext cx="604800" cy="605396"/>
                  </a:xfrm>
                  <a:prstGeom prst="ellipse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4" name="文本框 223">
                    <a:extLst>
                      <a:ext uri="{FF2B5EF4-FFF2-40B4-BE49-F238E27FC236}">
                        <a16:creationId xmlns:a16="http://schemas.microsoft.com/office/drawing/2014/main" id="{A7A64C45-3A5C-4C74-AAE1-8CB928C9092F}"/>
                      </a:ext>
                    </a:extLst>
                  </p:cNvPr>
                  <p:cNvSpPr txBox="1"/>
                  <p:nvPr/>
                </p:nvSpPr>
                <p:spPr>
                  <a:xfrm>
                    <a:off x="3430753" y="3961608"/>
                    <a:ext cx="53340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4" name="文本框 223">
                    <a:extLst>
                      <a:ext uri="{FF2B5EF4-FFF2-40B4-BE49-F238E27FC236}">
                        <a16:creationId xmlns:a16="http://schemas.microsoft.com/office/drawing/2014/main" id="{A7A64C45-3A5C-4C74-AAE1-8CB928C9092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30753" y="3961608"/>
                    <a:ext cx="533400" cy="369332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25" name="直接箭头连接符 224">
                <a:extLst>
                  <a:ext uri="{FF2B5EF4-FFF2-40B4-BE49-F238E27FC236}">
                    <a16:creationId xmlns:a16="http://schemas.microsoft.com/office/drawing/2014/main" id="{903E487A-053F-4609-A635-E491E7707F74}"/>
                  </a:ext>
                </a:extLst>
              </p:cNvPr>
              <p:cNvCxnSpPr>
                <a:cxnSpLocks/>
                <a:stCxn id="224" idx="0"/>
                <a:endCxn id="223" idx="4"/>
              </p:cNvCxnSpPr>
              <p:nvPr/>
            </p:nvCxnSpPr>
            <p:spPr>
              <a:xfrm flipH="1" flipV="1">
                <a:off x="3695292" y="3682149"/>
                <a:ext cx="2161" cy="27945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直接箭头连接符 225">
                <a:extLst>
                  <a:ext uri="{FF2B5EF4-FFF2-40B4-BE49-F238E27FC236}">
                    <a16:creationId xmlns:a16="http://schemas.microsoft.com/office/drawing/2014/main" id="{BDB5925F-C095-4363-ACF4-3172CA63F3EE}"/>
                  </a:ext>
                </a:extLst>
              </p:cNvPr>
              <p:cNvCxnSpPr>
                <a:cxnSpLocks/>
                <a:stCxn id="212" idx="6"/>
                <a:endCxn id="223" idx="2"/>
              </p:cNvCxnSpPr>
              <p:nvPr/>
            </p:nvCxnSpPr>
            <p:spPr>
              <a:xfrm>
                <a:off x="2974008" y="3379451"/>
                <a:ext cx="418884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直接箭头连接符 226">
                <a:extLst>
                  <a:ext uri="{FF2B5EF4-FFF2-40B4-BE49-F238E27FC236}">
                    <a16:creationId xmlns:a16="http://schemas.microsoft.com/office/drawing/2014/main" id="{7FEC20AA-524D-4536-9B9C-BA070CD49116}"/>
                  </a:ext>
                </a:extLst>
              </p:cNvPr>
              <p:cNvCxnSpPr>
                <a:cxnSpLocks/>
                <a:stCxn id="223" idx="6"/>
                <a:endCxn id="238" idx="1"/>
              </p:cNvCxnSpPr>
              <p:nvPr/>
            </p:nvCxnSpPr>
            <p:spPr>
              <a:xfrm flipV="1">
                <a:off x="3997692" y="3377876"/>
                <a:ext cx="724423" cy="157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8" name="文本框 227">
                    <a:extLst>
                      <a:ext uri="{FF2B5EF4-FFF2-40B4-BE49-F238E27FC236}">
                        <a16:creationId xmlns:a16="http://schemas.microsoft.com/office/drawing/2014/main" id="{E13C6E7F-58A4-46A3-A702-167B2EE92D48}"/>
                      </a:ext>
                    </a:extLst>
                  </p:cNvPr>
                  <p:cNvSpPr txBox="1"/>
                  <p:nvPr/>
                </p:nvSpPr>
                <p:spPr>
                  <a:xfrm>
                    <a:off x="8136301" y="3961608"/>
                    <a:ext cx="53340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8" name="文本框 227">
                    <a:extLst>
                      <a:ext uri="{FF2B5EF4-FFF2-40B4-BE49-F238E27FC236}">
                        <a16:creationId xmlns:a16="http://schemas.microsoft.com/office/drawing/2014/main" id="{E13C6E7F-58A4-46A3-A702-167B2EE92D4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36301" y="3961608"/>
                    <a:ext cx="533400" cy="369332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29" name="直接箭头连接符 228">
                <a:extLst>
                  <a:ext uri="{FF2B5EF4-FFF2-40B4-BE49-F238E27FC236}">
                    <a16:creationId xmlns:a16="http://schemas.microsoft.com/office/drawing/2014/main" id="{FAE8B08C-4566-45AD-BFD8-D667863A61F2}"/>
                  </a:ext>
                </a:extLst>
              </p:cNvPr>
              <p:cNvCxnSpPr>
                <a:cxnSpLocks/>
                <a:stCxn id="228" idx="0"/>
                <a:endCxn id="216" idx="4"/>
              </p:cNvCxnSpPr>
              <p:nvPr/>
            </p:nvCxnSpPr>
            <p:spPr>
              <a:xfrm flipV="1">
                <a:off x="8403001" y="3682149"/>
                <a:ext cx="0" cy="27945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连接符: 肘形 229">
                <a:extLst>
                  <a:ext uri="{FF2B5EF4-FFF2-40B4-BE49-F238E27FC236}">
                    <a16:creationId xmlns:a16="http://schemas.microsoft.com/office/drawing/2014/main" id="{6D699909-3D2B-453E-938B-BDCAC3DCCADC}"/>
                  </a:ext>
                </a:extLst>
              </p:cNvPr>
              <p:cNvCxnSpPr>
                <a:cxnSpLocks/>
                <a:stCxn id="216" idx="6"/>
                <a:endCxn id="217" idx="0"/>
              </p:cNvCxnSpPr>
              <p:nvPr/>
            </p:nvCxnSpPr>
            <p:spPr>
              <a:xfrm>
                <a:off x="8705401" y="3379451"/>
                <a:ext cx="741720" cy="582157"/>
              </a:xfrm>
              <a:prstGeom prst="bentConnector2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连接符: 肘形 230">
                <a:extLst>
                  <a:ext uri="{FF2B5EF4-FFF2-40B4-BE49-F238E27FC236}">
                    <a16:creationId xmlns:a16="http://schemas.microsoft.com/office/drawing/2014/main" id="{683A2FF8-2D46-444D-B6BE-422C45D5BE10}"/>
                  </a:ext>
                </a:extLst>
              </p:cNvPr>
              <p:cNvCxnSpPr>
                <a:cxnSpLocks/>
                <a:stCxn id="215" idx="3"/>
                <a:endCxn id="217" idx="2"/>
              </p:cNvCxnSpPr>
              <p:nvPr/>
            </p:nvCxnSpPr>
            <p:spPr>
              <a:xfrm>
                <a:off x="7625581" y="3811355"/>
                <a:ext cx="1821540" cy="519585"/>
              </a:xfrm>
              <a:prstGeom prst="bentConnector4">
                <a:avLst>
                  <a:gd name="adj1" fmla="val 17424"/>
                  <a:gd name="adj2" fmla="val 143997"/>
                </a:avLst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8" name="矩形 237">
                <a:extLst>
                  <a:ext uri="{FF2B5EF4-FFF2-40B4-BE49-F238E27FC236}">
                    <a16:creationId xmlns:a16="http://schemas.microsoft.com/office/drawing/2014/main" id="{868E9838-11C6-4DB5-BCD0-696607CEC592}"/>
                  </a:ext>
                </a:extLst>
              </p:cNvPr>
              <p:cNvSpPr/>
              <p:nvPr/>
            </p:nvSpPr>
            <p:spPr>
              <a:xfrm>
                <a:off x="4722115" y="2743015"/>
                <a:ext cx="657518" cy="1269722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1" name="椭圆 240">
                    <a:extLst>
                      <a:ext uri="{FF2B5EF4-FFF2-40B4-BE49-F238E27FC236}">
                        <a16:creationId xmlns:a16="http://schemas.microsoft.com/office/drawing/2014/main" id="{E820EAB2-20A1-4A19-BE00-697D1BEA7461}"/>
                      </a:ext>
                    </a:extLst>
                  </p:cNvPr>
                  <p:cNvSpPr/>
                  <p:nvPr/>
                </p:nvSpPr>
                <p:spPr>
                  <a:xfrm>
                    <a:off x="5845913" y="3075065"/>
                    <a:ext cx="604800" cy="605396"/>
                  </a:xfrm>
                  <a:prstGeom prst="ellipse">
                    <a:avLst/>
                  </a:prstGeom>
                  <a:solidFill>
                    <a:srgbClr val="FDEFE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𝑫</m:t>
                          </m:r>
                        </m:oMath>
                      </m:oMathPara>
                    </a14:m>
                    <a:endParaRPr lang="en-US" altLang="zh-CN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241" name="椭圆 240">
                    <a:extLst>
                      <a:ext uri="{FF2B5EF4-FFF2-40B4-BE49-F238E27FC236}">
                        <a16:creationId xmlns:a16="http://schemas.microsoft.com/office/drawing/2014/main" id="{E820EAB2-20A1-4A19-BE00-697D1BEA746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45913" y="3075065"/>
                    <a:ext cx="604800" cy="605396"/>
                  </a:xfrm>
                  <a:prstGeom prst="ellipse">
                    <a:avLst/>
                  </a:prstGeom>
                  <a:blipFill>
                    <a:blip r:embed="rId2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2" name="文本框 241">
                    <a:extLst>
                      <a:ext uri="{FF2B5EF4-FFF2-40B4-BE49-F238E27FC236}">
                        <a16:creationId xmlns:a16="http://schemas.microsoft.com/office/drawing/2014/main" id="{70948811-199D-4725-B46E-ED47B9B8A9CE}"/>
                      </a:ext>
                    </a:extLst>
                  </p:cNvPr>
                  <p:cNvSpPr txBox="1"/>
                  <p:nvPr/>
                </p:nvSpPr>
                <p:spPr>
                  <a:xfrm>
                    <a:off x="5881613" y="3941880"/>
                    <a:ext cx="53340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42" name="文本框 241">
                    <a:extLst>
                      <a:ext uri="{FF2B5EF4-FFF2-40B4-BE49-F238E27FC236}">
                        <a16:creationId xmlns:a16="http://schemas.microsoft.com/office/drawing/2014/main" id="{70948811-199D-4725-B46E-ED47B9B8A9C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81613" y="3941880"/>
                    <a:ext cx="533400" cy="369332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43" name="直接箭头连接符 242">
                <a:extLst>
                  <a:ext uri="{FF2B5EF4-FFF2-40B4-BE49-F238E27FC236}">
                    <a16:creationId xmlns:a16="http://schemas.microsoft.com/office/drawing/2014/main" id="{14F5E5EA-CCD1-437C-B77F-0E94B89F455C}"/>
                  </a:ext>
                </a:extLst>
              </p:cNvPr>
              <p:cNvCxnSpPr>
                <a:cxnSpLocks/>
                <a:stCxn id="242" idx="0"/>
                <a:endCxn id="241" idx="4"/>
              </p:cNvCxnSpPr>
              <p:nvPr/>
            </p:nvCxnSpPr>
            <p:spPr>
              <a:xfrm flipV="1">
                <a:off x="6148313" y="3680461"/>
                <a:ext cx="0" cy="26141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直接箭头连接符 243">
                <a:extLst>
                  <a:ext uri="{FF2B5EF4-FFF2-40B4-BE49-F238E27FC236}">
                    <a16:creationId xmlns:a16="http://schemas.microsoft.com/office/drawing/2014/main" id="{F106099C-8D5E-4C56-91F4-6536E539CFF7}"/>
                  </a:ext>
                </a:extLst>
              </p:cNvPr>
              <p:cNvCxnSpPr>
                <a:cxnSpLocks/>
                <a:stCxn id="238" idx="3"/>
                <a:endCxn id="241" idx="2"/>
              </p:cNvCxnSpPr>
              <p:nvPr/>
            </p:nvCxnSpPr>
            <p:spPr>
              <a:xfrm flipV="1">
                <a:off x="5379633" y="3377763"/>
                <a:ext cx="466280" cy="11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直接箭头连接符 246">
                <a:extLst>
                  <a:ext uri="{FF2B5EF4-FFF2-40B4-BE49-F238E27FC236}">
                    <a16:creationId xmlns:a16="http://schemas.microsoft.com/office/drawing/2014/main" id="{937E36DE-72ED-4D38-A2A8-E1002728CC29}"/>
                  </a:ext>
                </a:extLst>
              </p:cNvPr>
              <p:cNvCxnSpPr>
                <a:cxnSpLocks/>
                <a:stCxn id="241" idx="6"/>
              </p:cNvCxnSpPr>
              <p:nvPr/>
            </p:nvCxnSpPr>
            <p:spPr>
              <a:xfrm>
                <a:off x="6450713" y="3377763"/>
                <a:ext cx="51735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1" name="文本框 250">
                    <a:extLst>
                      <a:ext uri="{FF2B5EF4-FFF2-40B4-BE49-F238E27FC236}">
                        <a16:creationId xmlns:a16="http://schemas.microsoft.com/office/drawing/2014/main" id="{6F262EE2-024F-4398-9AAB-B5B19BFA30CA}"/>
                      </a:ext>
                    </a:extLst>
                  </p:cNvPr>
                  <p:cNvSpPr txBox="1"/>
                  <p:nvPr/>
                </p:nvSpPr>
                <p:spPr>
                  <a:xfrm>
                    <a:off x="3742305" y="4297395"/>
                    <a:ext cx="2428764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solidFill>
                                    <a:srgbClr val="D7451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solidFill>
                                        <a:srgbClr val="D7451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D74514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rgbClr val="D74514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solidFill>
                                    <a:srgbClr val="D74514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b="0" i="1" smtClean="0">
                                      <a:solidFill>
                                        <a:srgbClr val="D7451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D74514"/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r>
                                    <a:rPr lang="en-US" altLang="zh-CN" b="0" i="1" smtClean="0">
                                      <a:solidFill>
                                        <a:srgbClr val="D74514"/>
                                      </a:solidFill>
                                      <a:latin typeface="Cambria Math" panose="02040503050406030204" pitchFamily="18" charset="0"/>
                                    </a:rPr>
                                    <m:t> ∥</m:t>
                                  </m:r>
                                  <m:r>
                                    <a:rPr lang="en-US" altLang="zh-CN" b="0" i="1" smtClean="0">
                                      <a:solidFill>
                                        <a:srgbClr val="D74514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  <m:d>
                                    <m:dPr>
                                      <m:ctrlPr>
                                        <a:rPr lang="en-US" altLang="zh-CN" b="0" i="1" smtClean="0">
                                          <a:solidFill>
                                            <a:srgbClr val="D74514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solidFill>
                                                <a:srgbClr val="D74514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solidFill>
                                                <a:srgbClr val="D74514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solidFill>
                                                <a:srgbClr val="D74514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altLang="zh-CN" b="0" i="1" smtClean="0">
                                          <a:solidFill>
                                            <a:srgbClr val="D74514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altLang="zh-CN" b="0" i="1" smtClean="0">
                                          <a:solidFill>
                                            <a:srgbClr val="D74514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oMath>
                      </m:oMathPara>
                    </a14:m>
                    <a:endParaRPr lang="zh-CN" altLang="en-US" dirty="0">
                      <a:solidFill>
                        <a:srgbClr val="D74514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51" name="文本框 250">
                    <a:extLst>
                      <a:ext uri="{FF2B5EF4-FFF2-40B4-BE49-F238E27FC236}">
                        <a16:creationId xmlns:a16="http://schemas.microsoft.com/office/drawing/2014/main" id="{6F262EE2-024F-4398-9AAB-B5B19BFA30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42305" y="4297395"/>
                    <a:ext cx="2428764" cy="369332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52" name="直接箭头连接符 251">
                <a:extLst>
                  <a:ext uri="{FF2B5EF4-FFF2-40B4-BE49-F238E27FC236}">
                    <a16:creationId xmlns:a16="http://schemas.microsoft.com/office/drawing/2014/main" id="{B60B8CA8-00FD-4850-9D09-01DB889B648A}"/>
                  </a:ext>
                </a:extLst>
              </p:cNvPr>
              <p:cNvCxnSpPr>
                <a:cxnSpLocks/>
                <a:endCxn id="216" idx="2"/>
              </p:cNvCxnSpPr>
              <p:nvPr/>
            </p:nvCxnSpPr>
            <p:spPr>
              <a:xfrm>
                <a:off x="7625581" y="3379451"/>
                <a:ext cx="47502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6" name="文本框 255">
                    <a:extLst>
                      <a:ext uri="{FF2B5EF4-FFF2-40B4-BE49-F238E27FC236}">
                        <a16:creationId xmlns:a16="http://schemas.microsoft.com/office/drawing/2014/main" id="{EAC82567-F4C8-424F-B0F0-8F4863483C97}"/>
                      </a:ext>
                    </a:extLst>
                  </p:cNvPr>
                  <p:cNvSpPr txBox="1"/>
                  <p:nvPr/>
                </p:nvSpPr>
                <p:spPr>
                  <a:xfrm>
                    <a:off x="6765646" y="4019099"/>
                    <a:ext cx="1048989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e>
                          </m:d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56" name="文本框 255">
                    <a:extLst>
                      <a:ext uri="{FF2B5EF4-FFF2-40B4-BE49-F238E27FC236}">
                        <a16:creationId xmlns:a16="http://schemas.microsoft.com/office/drawing/2014/main" id="{EAC82567-F4C8-424F-B0F0-8F4863483C9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65646" y="4019099"/>
                    <a:ext cx="1048989" cy="369332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62" name="组合 261">
              <a:extLst>
                <a:ext uri="{FF2B5EF4-FFF2-40B4-BE49-F238E27FC236}">
                  <a16:creationId xmlns:a16="http://schemas.microsoft.com/office/drawing/2014/main" id="{7D293E88-BF67-46C0-BF1D-3A8BEAA7B2BE}"/>
                </a:ext>
              </a:extLst>
            </p:cNvPr>
            <p:cNvGrpSpPr/>
            <p:nvPr/>
          </p:nvGrpSpPr>
          <p:grpSpPr>
            <a:xfrm>
              <a:off x="582508" y="401751"/>
              <a:ext cx="9463837" cy="2189032"/>
              <a:chOff x="582508" y="401751"/>
              <a:chExt cx="9463837" cy="21890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8" name="矩形 77">
                    <a:extLst>
                      <a:ext uri="{FF2B5EF4-FFF2-40B4-BE49-F238E27FC236}">
                        <a16:creationId xmlns:a16="http://schemas.microsoft.com/office/drawing/2014/main" id="{D4D15A60-F1ED-48FF-8535-A5E46C63A3BF}"/>
                      </a:ext>
                    </a:extLst>
                  </p:cNvPr>
                  <p:cNvSpPr/>
                  <p:nvPr/>
                </p:nvSpPr>
                <p:spPr>
                  <a:xfrm>
                    <a:off x="582508" y="606665"/>
                    <a:ext cx="657518" cy="854466"/>
                  </a:xfrm>
                  <a:prstGeom prst="rect">
                    <a:avLst/>
                  </a:prstGeom>
                  <a:solidFill>
                    <a:srgbClr val="F8CCB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𝑴</m:t>
                          </m:r>
                        </m:oMath>
                      </m:oMathPara>
                    </a14:m>
                    <a:endParaRPr lang="en-US" altLang="zh-CN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78" name="矩形 77">
                    <a:extLst>
                      <a:ext uri="{FF2B5EF4-FFF2-40B4-BE49-F238E27FC236}">
                        <a16:creationId xmlns:a16="http://schemas.microsoft.com/office/drawing/2014/main" id="{D4D15A60-F1ED-48FF-8535-A5E46C63A3B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2508" y="606665"/>
                    <a:ext cx="657518" cy="854466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9" name="椭圆 78">
                    <a:extLst>
                      <a:ext uri="{FF2B5EF4-FFF2-40B4-BE49-F238E27FC236}">
                        <a16:creationId xmlns:a16="http://schemas.microsoft.com/office/drawing/2014/main" id="{ACA92F96-56F7-4E1F-9BB9-85BB2E495A19}"/>
                      </a:ext>
                    </a:extLst>
                  </p:cNvPr>
                  <p:cNvSpPr/>
                  <p:nvPr/>
                </p:nvSpPr>
                <p:spPr>
                  <a:xfrm>
                    <a:off x="1599596" y="1985387"/>
                    <a:ext cx="604800" cy="605396"/>
                  </a:xfrm>
                  <a:prstGeom prst="ellipse">
                    <a:avLst/>
                  </a:prstGeom>
                  <a:solidFill>
                    <a:srgbClr val="FDEFE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𝑪</m:t>
                          </m:r>
                        </m:oMath>
                      </m:oMathPara>
                    </a14:m>
                    <a:endParaRPr lang="en-US" altLang="zh-CN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79" name="椭圆 78">
                    <a:extLst>
                      <a:ext uri="{FF2B5EF4-FFF2-40B4-BE49-F238E27FC236}">
                        <a16:creationId xmlns:a16="http://schemas.microsoft.com/office/drawing/2014/main" id="{ACA92F96-56F7-4E1F-9BB9-85BB2E495A1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99596" y="1985387"/>
                    <a:ext cx="604800" cy="605396"/>
                  </a:xfrm>
                  <a:prstGeom prst="ellipse">
                    <a:avLst/>
                  </a:prstGeom>
                  <a:blipFill>
                    <a:blip r:embed="rId31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椭圆 79">
                    <a:extLst>
                      <a:ext uri="{FF2B5EF4-FFF2-40B4-BE49-F238E27FC236}">
                        <a16:creationId xmlns:a16="http://schemas.microsoft.com/office/drawing/2014/main" id="{280BF594-0240-4BB8-9DFC-9882158D9391}"/>
                      </a:ext>
                    </a:extLst>
                  </p:cNvPr>
                  <p:cNvSpPr/>
                  <p:nvPr/>
                </p:nvSpPr>
                <p:spPr>
                  <a:xfrm>
                    <a:off x="2363824" y="731200"/>
                    <a:ext cx="604800" cy="605396"/>
                  </a:xfrm>
                  <a:prstGeom prst="ellipse">
                    <a:avLst/>
                  </a:prstGeom>
                  <a:solidFill>
                    <a:srgbClr val="FDEFE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∥</m:t>
                          </m:r>
                        </m:oMath>
                      </m:oMathPara>
                    </a14:m>
                    <a:endParaRPr lang="en-US" altLang="zh-CN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80" name="椭圆 79">
                    <a:extLst>
                      <a:ext uri="{FF2B5EF4-FFF2-40B4-BE49-F238E27FC236}">
                        <a16:creationId xmlns:a16="http://schemas.microsoft.com/office/drawing/2014/main" id="{280BF594-0240-4BB8-9DFC-9882158D939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63824" y="731200"/>
                    <a:ext cx="604800" cy="605396"/>
                  </a:xfrm>
                  <a:prstGeom prst="ellipse">
                    <a:avLst/>
                  </a:prstGeom>
                  <a:blipFill>
                    <a:blip r:embed="rId32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1" name="组合 10">
                <a:extLst>
                  <a:ext uri="{FF2B5EF4-FFF2-40B4-BE49-F238E27FC236}">
                    <a16:creationId xmlns:a16="http://schemas.microsoft.com/office/drawing/2014/main" id="{93170FFA-844B-4F0C-BB41-46E3E957654B}"/>
                  </a:ext>
                </a:extLst>
              </p:cNvPr>
              <p:cNvGrpSpPr/>
              <p:nvPr/>
            </p:nvGrpSpPr>
            <p:grpSpPr>
              <a:xfrm>
                <a:off x="4755954" y="401751"/>
                <a:ext cx="657518" cy="1265433"/>
                <a:chOff x="4389864" y="3001767"/>
                <a:chExt cx="657518" cy="126543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1" name="矩形 80">
                      <a:extLst>
                        <a:ext uri="{FF2B5EF4-FFF2-40B4-BE49-F238E27FC236}">
                          <a16:creationId xmlns:a16="http://schemas.microsoft.com/office/drawing/2014/main" id="{A877494D-8F78-4D4E-944B-394D1F7C44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89864" y="3001767"/>
                      <a:ext cx="657518" cy="854466"/>
                    </a:xfrm>
                    <a:prstGeom prst="rect">
                      <a:avLst/>
                    </a:prstGeom>
                    <a:solidFill>
                      <a:srgbClr val="F8CCB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 </m:t>
                            </m:r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𝑴</m:t>
                            </m:r>
                          </m:oMath>
                        </m:oMathPara>
                      </a14:m>
                      <a:endParaRPr lang="en-US" altLang="zh-CN" b="1" dirty="0">
                        <a:solidFill>
                          <a:srgbClr val="D7451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81" name="矩形 80">
                      <a:extLst>
                        <a:ext uri="{FF2B5EF4-FFF2-40B4-BE49-F238E27FC236}">
                          <a16:creationId xmlns:a16="http://schemas.microsoft.com/office/drawing/2014/main" id="{A877494D-8F78-4D4E-944B-394D1F7C4499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89864" y="3001767"/>
                      <a:ext cx="657518" cy="854466"/>
                    </a:xfrm>
                    <a:prstGeom prst="rect">
                      <a:avLst/>
                    </a:prstGeom>
                    <a:blipFill>
                      <a:blip r:embed="rId33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82" name="矩形 81">
                  <a:extLst>
                    <a:ext uri="{FF2B5EF4-FFF2-40B4-BE49-F238E27FC236}">
                      <a16:creationId xmlns:a16="http://schemas.microsoft.com/office/drawing/2014/main" id="{1AA4B704-E794-4E56-8CAD-063007240B24}"/>
                    </a:ext>
                  </a:extLst>
                </p:cNvPr>
                <p:cNvSpPr/>
                <p:nvPr/>
              </p:nvSpPr>
              <p:spPr>
                <a:xfrm>
                  <a:off x="4389864" y="3864436"/>
                  <a:ext cx="657518" cy="402764"/>
                </a:xfrm>
                <a:prstGeom prst="rect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椭圆 82">
                    <a:extLst>
                      <a:ext uri="{FF2B5EF4-FFF2-40B4-BE49-F238E27FC236}">
                        <a16:creationId xmlns:a16="http://schemas.microsoft.com/office/drawing/2014/main" id="{BFFC8740-0E5C-4922-850B-E974821E011C}"/>
                      </a:ext>
                    </a:extLst>
                  </p:cNvPr>
                  <p:cNvSpPr/>
                  <p:nvPr/>
                </p:nvSpPr>
                <p:spPr>
                  <a:xfrm>
                    <a:off x="8098292" y="731200"/>
                    <a:ext cx="604800" cy="605396"/>
                  </a:xfrm>
                  <a:prstGeom prst="ellipse">
                    <a:avLst/>
                  </a:prstGeom>
                  <a:solidFill>
                    <a:srgbClr val="FDEFE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𝑪</m:t>
                          </m:r>
                        </m:oMath>
                      </m:oMathPara>
                    </a14:m>
                    <a:endParaRPr lang="en-US" altLang="zh-CN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83" name="椭圆 82">
                    <a:extLst>
                      <a:ext uri="{FF2B5EF4-FFF2-40B4-BE49-F238E27FC236}">
                        <a16:creationId xmlns:a16="http://schemas.microsoft.com/office/drawing/2014/main" id="{BFFC8740-0E5C-4922-850B-E974821E011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98292" y="731200"/>
                    <a:ext cx="604800" cy="605396"/>
                  </a:xfrm>
                  <a:prstGeom prst="ellipse">
                    <a:avLst/>
                  </a:prstGeom>
                  <a:blipFill>
                    <a:blip r:embed="rId34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8" name="文本框 97">
                    <a:extLst>
                      <a:ext uri="{FF2B5EF4-FFF2-40B4-BE49-F238E27FC236}">
                        <a16:creationId xmlns:a16="http://schemas.microsoft.com/office/drawing/2014/main" id="{1311B6F4-F625-49A5-82ED-0EC756DD19C2}"/>
                      </a:ext>
                    </a:extLst>
                  </p:cNvPr>
                  <p:cNvSpPr txBox="1"/>
                  <p:nvPr/>
                </p:nvSpPr>
                <p:spPr>
                  <a:xfrm>
                    <a:off x="8843279" y="1616055"/>
                    <a:ext cx="1203066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𝐶𝑜𝑚𝑝𝑎𝑟𝑒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8" name="文本框 97">
                    <a:extLst>
                      <a:ext uri="{FF2B5EF4-FFF2-40B4-BE49-F238E27FC236}">
                        <a16:creationId xmlns:a16="http://schemas.microsoft.com/office/drawing/2014/main" id="{1311B6F4-F625-49A5-82ED-0EC756DD19C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43279" y="1616055"/>
                    <a:ext cx="1203066" cy="369332"/>
                  </a:xfrm>
                  <a:prstGeom prst="rect">
                    <a:avLst/>
                  </a:prstGeom>
                  <a:blipFill>
                    <a:blip r:embed="rId35"/>
                    <a:stretch>
                      <a:fillRect b="-11475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9" name="直接箭头连接符 98">
                <a:extLst>
                  <a:ext uri="{FF2B5EF4-FFF2-40B4-BE49-F238E27FC236}">
                    <a16:creationId xmlns:a16="http://schemas.microsoft.com/office/drawing/2014/main" id="{0C1D5D98-741F-4565-A123-BA89C5C2607F}"/>
                  </a:ext>
                </a:extLst>
              </p:cNvPr>
              <p:cNvCxnSpPr>
                <a:cxnSpLocks/>
                <a:stCxn id="78" idx="3"/>
                <a:endCxn id="80" idx="2"/>
              </p:cNvCxnSpPr>
              <p:nvPr/>
            </p:nvCxnSpPr>
            <p:spPr>
              <a:xfrm>
                <a:off x="1240026" y="1033898"/>
                <a:ext cx="1123798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0" name="文本框 99">
                    <a:extLst>
                      <a:ext uri="{FF2B5EF4-FFF2-40B4-BE49-F238E27FC236}">
                        <a16:creationId xmlns:a16="http://schemas.microsoft.com/office/drawing/2014/main" id="{851DEEDB-54D6-40B4-9CB2-A3613A34817D}"/>
                      </a:ext>
                    </a:extLst>
                  </p:cNvPr>
                  <p:cNvSpPr txBox="1"/>
                  <p:nvPr/>
                </p:nvSpPr>
                <p:spPr>
                  <a:xfrm>
                    <a:off x="1635296" y="1169970"/>
                    <a:ext cx="53340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0" name="文本框 99">
                    <a:extLst>
                      <a:ext uri="{FF2B5EF4-FFF2-40B4-BE49-F238E27FC236}">
                        <a16:creationId xmlns:a16="http://schemas.microsoft.com/office/drawing/2014/main" id="{851DEEDB-54D6-40B4-9CB2-A3613A34817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35296" y="1169970"/>
                    <a:ext cx="533400" cy="369332"/>
                  </a:xfrm>
                  <a:prstGeom prst="rect">
                    <a:avLst/>
                  </a:prstGeom>
                  <a:blipFill>
                    <a:blip r:embed="rId3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01" name="直接箭头连接符 100">
                <a:extLst>
                  <a:ext uri="{FF2B5EF4-FFF2-40B4-BE49-F238E27FC236}">
                    <a16:creationId xmlns:a16="http://schemas.microsoft.com/office/drawing/2014/main" id="{DDBF6B87-283C-4A51-A0D9-70D7CA5DD2A4}"/>
                  </a:ext>
                </a:extLst>
              </p:cNvPr>
              <p:cNvCxnSpPr>
                <a:cxnSpLocks/>
                <a:stCxn id="100" idx="2"/>
                <a:endCxn id="79" idx="0"/>
              </p:cNvCxnSpPr>
              <p:nvPr/>
            </p:nvCxnSpPr>
            <p:spPr>
              <a:xfrm>
                <a:off x="1901996" y="1539302"/>
                <a:ext cx="0" cy="44608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连接符: 肘形 101">
                <a:extLst>
                  <a:ext uri="{FF2B5EF4-FFF2-40B4-BE49-F238E27FC236}">
                    <a16:creationId xmlns:a16="http://schemas.microsoft.com/office/drawing/2014/main" id="{A1594F1A-DE28-4DBC-A367-82E9435BDAFE}"/>
                  </a:ext>
                </a:extLst>
              </p:cNvPr>
              <p:cNvCxnSpPr>
                <a:cxnSpLocks/>
                <a:stCxn id="78" idx="2"/>
                <a:endCxn id="79" idx="2"/>
              </p:cNvCxnSpPr>
              <p:nvPr/>
            </p:nvCxnSpPr>
            <p:spPr>
              <a:xfrm rot="16200000" flipH="1">
                <a:off x="841954" y="1530443"/>
                <a:ext cx="826954" cy="688329"/>
              </a:xfrm>
              <a:prstGeom prst="bentConnector2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连接符: 肘形 102">
                <a:extLst>
                  <a:ext uri="{FF2B5EF4-FFF2-40B4-BE49-F238E27FC236}">
                    <a16:creationId xmlns:a16="http://schemas.microsoft.com/office/drawing/2014/main" id="{8D8500E6-685C-4875-A087-1E5E518CCE49}"/>
                  </a:ext>
                </a:extLst>
              </p:cNvPr>
              <p:cNvCxnSpPr>
                <a:cxnSpLocks/>
                <a:stCxn id="79" idx="6"/>
                <a:endCxn id="80" idx="4"/>
              </p:cNvCxnSpPr>
              <p:nvPr/>
            </p:nvCxnSpPr>
            <p:spPr>
              <a:xfrm flipV="1">
                <a:off x="2204396" y="1336596"/>
                <a:ext cx="461828" cy="951489"/>
              </a:xfrm>
              <a:prstGeom prst="bentConnector2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接箭头连接符 107">
                <a:extLst>
                  <a:ext uri="{FF2B5EF4-FFF2-40B4-BE49-F238E27FC236}">
                    <a16:creationId xmlns:a16="http://schemas.microsoft.com/office/drawing/2014/main" id="{F474F7DD-264A-4B8A-A65C-170B99C06273}"/>
                  </a:ext>
                </a:extLst>
              </p:cNvPr>
              <p:cNvCxnSpPr>
                <a:cxnSpLocks/>
                <a:stCxn id="80" idx="6"/>
              </p:cNvCxnSpPr>
              <p:nvPr/>
            </p:nvCxnSpPr>
            <p:spPr>
              <a:xfrm>
                <a:off x="2968624" y="1033898"/>
                <a:ext cx="17684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9" name="文本框 108">
                    <a:extLst>
                      <a:ext uri="{FF2B5EF4-FFF2-40B4-BE49-F238E27FC236}">
                        <a16:creationId xmlns:a16="http://schemas.microsoft.com/office/drawing/2014/main" id="{78CDB93D-F4C8-4227-8C79-D77CAA6360E8}"/>
                      </a:ext>
                    </a:extLst>
                  </p:cNvPr>
                  <p:cNvSpPr txBox="1"/>
                  <p:nvPr/>
                </p:nvSpPr>
                <p:spPr>
                  <a:xfrm>
                    <a:off x="8133992" y="1616055"/>
                    <a:ext cx="53340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9" name="文本框 108">
                    <a:extLst>
                      <a:ext uri="{FF2B5EF4-FFF2-40B4-BE49-F238E27FC236}">
                        <a16:creationId xmlns:a16="http://schemas.microsoft.com/office/drawing/2014/main" id="{78CDB93D-F4C8-4227-8C79-D77CAA6360E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33992" y="1616055"/>
                    <a:ext cx="533400" cy="369332"/>
                  </a:xfrm>
                  <a:prstGeom prst="rect">
                    <a:avLst/>
                  </a:prstGeom>
                  <a:blipFill>
                    <a:blip r:embed="rId3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10" name="直接箭头连接符 109">
                <a:extLst>
                  <a:ext uri="{FF2B5EF4-FFF2-40B4-BE49-F238E27FC236}">
                    <a16:creationId xmlns:a16="http://schemas.microsoft.com/office/drawing/2014/main" id="{A6D9C38B-9196-45F5-879B-0B08E62DA36F}"/>
                  </a:ext>
                </a:extLst>
              </p:cNvPr>
              <p:cNvCxnSpPr>
                <a:cxnSpLocks/>
                <a:stCxn id="109" idx="0"/>
                <a:endCxn id="83" idx="4"/>
              </p:cNvCxnSpPr>
              <p:nvPr/>
            </p:nvCxnSpPr>
            <p:spPr>
              <a:xfrm flipV="1">
                <a:off x="8400692" y="1336596"/>
                <a:ext cx="0" cy="27945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连接符: 肘形 110">
                <a:extLst>
                  <a:ext uri="{FF2B5EF4-FFF2-40B4-BE49-F238E27FC236}">
                    <a16:creationId xmlns:a16="http://schemas.microsoft.com/office/drawing/2014/main" id="{4DD871DB-4490-4B15-BA8A-018D0B4976F5}"/>
                  </a:ext>
                </a:extLst>
              </p:cNvPr>
              <p:cNvCxnSpPr>
                <a:cxnSpLocks/>
                <a:stCxn id="83" idx="6"/>
                <a:endCxn id="98" idx="0"/>
              </p:cNvCxnSpPr>
              <p:nvPr/>
            </p:nvCxnSpPr>
            <p:spPr>
              <a:xfrm>
                <a:off x="8703092" y="1033898"/>
                <a:ext cx="741720" cy="582157"/>
              </a:xfrm>
              <a:prstGeom prst="bentConnector2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连接符: 肘形 128">
                <a:extLst>
                  <a:ext uri="{FF2B5EF4-FFF2-40B4-BE49-F238E27FC236}">
                    <a16:creationId xmlns:a16="http://schemas.microsoft.com/office/drawing/2014/main" id="{8F0522B3-7869-4666-B22E-5CFA7AE2D8CE}"/>
                  </a:ext>
                </a:extLst>
              </p:cNvPr>
              <p:cNvCxnSpPr>
                <a:cxnSpLocks/>
                <a:stCxn id="82" idx="3"/>
                <a:endCxn id="98" idx="2"/>
              </p:cNvCxnSpPr>
              <p:nvPr/>
            </p:nvCxnSpPr>
            <p:spPr>
              <a:xfrm>
                <a:off x="5413472" y="1465802"/>
                <a:ext cx="4031340" cy="519585"/>
              </a:xfrm>
              <a:prstGeom prst="bentConnector4">
                <a:avLst>
                  <a:gd name="adj1" fmla="val 42539"/>
                  <a:gd name="adj2" fmla="val 143997"/>
                </a:avLst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7" name="文本框 256">
                    <a:extLst>
                      <a:ext uri="{FF2B5EF4-FFF2-40B4-BE49-F238E27FC236}">
                        <a16:creationId xmlns:a16="http://schemas.microsoft.com/office/drawing/2014/main" id="{B43785B0-8604-49A0-BF02-46913951EF70}"/>
                      </a:ext>
                    </a:extLst>
                  </p:cNvPr>
                  <p:cNvSpPr txBox="1"/>
                  <p:nvPr/>
                </p:nvSpPr>
                <p:spPr>
                  <a:xfrm>
                    <a:off x="4530665" y="1683900"/>
                    <a:ext cx="1048989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e>
                          </m:d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57" name="文本框 256">
                    <a:extLst>
                      <a:ext uri="{FF2B5EF4-FFF2-40B4-BE49-F238E27FC236}">
                        <a16:creationId xmlns:a16="http://schemas.microsoft.com/office/drawing/2014/main" id="{B43785B0-8604-49A0-BF02-46913951EF7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30665" y="1683900"/>
                    <a:ext cx="1048989" cy="369332"/>
                  </a:xfrm>
                  <a:prstGeom prst="rect">
                    <a:avLst/>
                  </a:prstGeom>
                  <a:blipFill>
                    <a:blip r:embed="rId3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59" name="直接箭头连接符 258">
                <a:extLst>
                  <a:ext uri="{FF2B5EF4-FFF2-40B4-BE49-F238E27FC236}">
                    <a16:creationId xmlns:a16="http://schemas.microsoft.com/office/drawing/2014/main" id="{C02A0F34-45F2-4C8D-8FB6-45409CBF9F1C}"/>
                  </a:ext>
                </a:extLst>
              </p:cNvPr>
              <p:cNvCxnSpPr>
                <a:cxnSpLocks/>
                <a:endCxn id="83" idx="2"/>
              </p:cNvCxnSpPr>
              <p:nvPr/>
            </p:nvCxnSpPr>
            <p:spPr>
              <a:xfrm>
                <a:off x="5413472" y="1032211"/>
                <a:ext cx="2684820" cy="168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7597187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组合 89">
            <a:extLst>
              <a:ext uri="{FF2B5EF4-FFF2-40B4-BE49-F238E27FC236}">
                <a16:creationId xmlns:a16="http://schemas.microsoft.com/office/drawing/2014/main" id="{F75B8927-2520-4772-B5E5-BD5C3A31D650}"/>
              </a:ext>
            </a:extLst>
          </p:cNvPr>
          <p:cNvGrpSpPr/>
          <p:nvPr/>
        </p:nvGrpSpPr>
        <p:grpSpPr>
          <a:xfrm>
            <a:off x="141722" y="351446"/>
            <a:ext cx="6184768" cy="3278072"/>
            <a:chOff x="1602222" y="173646"/>
            <a:chExt cx="6184768" cy="3278072"/>
          </a:xfrm>
        </p:grpSpPr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CF30B020-4440-41A1-8B19-83507BF4010A}"/>
                </a:ext>
              </a:extLst>
            </p:cNvPr>
            <p:cNvSpPr/>
            <p:nvPr/>
          </p:nvSpPr>
          <p:spPr>
            <a:xfrm>
              <a:off x="2074024" y="1689504"/>
              <a:ext cx="1198121" cy="901700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DES</a:t>
              </a:r>
            </a:p>
            <a:p>
              <a:pPr algn="ctr"/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加密</a:t>
              </a:r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965D6C7C-28C2-43C4-9C45-B5AC34335E5C}"/>
                    </a:ext>
                  </a:extLst>
                </p:cNvPr>
                <p:cNvSpPr txBox="1"/>
                <p:nvPr/>
              </p:nvSpPr>
              <p:spPr>
                <a:xfrm>
                  <a:off x="2363343" y="173646"/>
                  <a:ext cx="613653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965D6C7C-28C2-43C4-9C45-B5AC34335E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63343" y="173646"/>
                  <a:ext cx="613653" cy="370294"/>
                </a:xfrm>
                <a:prstGeom prst="rect">
                  <a:avLst/>
                </a:prstGeom>
                <a:blipFill>
                  <a:blip r:embed="rId2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0B46E1A1-EF5D-43A2-A93B-874BCE2D64D9}"/>
                </a:ext>
              </a:extLst>
            </p:cNvPr>
            <p:cNvCxnSpPr>
              <a:cxnSpLocks/>
              <a:stCxn id="50" idx="2"/>
              <a:endCxn id="47" idx="0"/>
            </p:cNvCxnSpPr>
            <p:nvPr/>
          </p:nvCxnSpPr>
          <p:spPr>
            <a:xfrm>
              <a:off x="2670170" y="543940"/>
              <a:ext cx="2915" cy="114556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61C18BD0-42B4-4011-9CA0-1666DA5DCEA5}"/>
                    </a:ext>
                  </a:extLst>
                </p:cNvPr>
                <p:cNvSpPr txBox="1"/>
                <p:nvPr/>
              </p:nvSpPr>
              <p:spPr>
                <a:xfrm>
                  <a:off x="2363343" y="3081424"/>
                  <a:ext cx="613653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𝑂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61C18BD0-42B4-4011-9CA0-1666DA5DCE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63343" y="3081424"/>
                  <a:ext cx="613653" cy="370294"/>
                </a:xfrm>
                <a:prstGeom prst="rect">
                  <a:avLst/>
                </a:prstGeom>
                <a:blipFill>
                  <a:blip r:embed="rId3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721B2FA3-3134-4651-B9A0-F67CB1A14CC2}"/>
                </a:ext>
              </a:extLst>
            </p:cNvPr>
            <p:cNvCxnSpPr>
              <a:cxnSpLocks/>
              <a:stCxn id="47" idx="2"/>
              <a:endCxn id="52" idx="0"/>
            </p:cNvCxnSpPr>
            <p:nvPr/>
          </p:nvCxnSpPr>
          <p:spPr>
            <a:xfrm flipH="1">
              <a:off x="2670170" y="2591204"/>
              <a:ext cx="2915" cy="49022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296CD646-F8BE-47D8-8CB9-92C1D671777A}"/>
                </a:ext>
              </a:extLst>
            </p:cNvPr>
            <p:cNvCxnSpPr>
              <a:cxnSpLocks/>
              <a:stCxn id="55" idx="3"/>
              <a:endCxn id="47" idx="1"/>
            </p:cNvCxnSpPr>
            <p:nvPr/>
          </p:nvCxnSpPr>
          <p:spPr>
            <a:xfrm>
              <a:off x="1826374" y="2140354"/>
              <a:ext cx="24765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4671AD7D-1564-4EEC-8667-C6DCE39F25ED}"/>
                    </a:ext>
                  </a:extLst>
                </p:cNvPr>
                <p:cNvSpPr txBox="1"/>
                <p:nvPr/>
              </p:nvSpPr>
              <p:spPr>
                <a:xfrm>
                  <a:off x="1602222" y="1955207"/>
                  <a:ext cx="22415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𝐾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4671AD7D-1564-4EEC-8667-C6DCE39F25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2222" y="1955207"/>
                  <a:ext cx="224152" cy="370294"/>
                </a:xfrm>
                <a:prstGeom prst="rect">
                  <a:avLst/>
                </a:prstGeom>
                <a:blipFill>
                  <a:blip r:embed="rId4"/>
                  <a:stretch>
                    <a:fillRect l="-37838" r="-81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BDAE1DD2-89C7-4A57-9996-FC698A18C1AA}"/>
                </a:ext>
              </a:extLst>
            </p:cNvPr>
            <p:cNvSpPr/>
            <p:nvPr/>
          </p:nvSpPr>
          <p:spPr>
            <a:xfrm>
              <a:off x="3943345" y="1689504"/>
              <a:ext cx="1198121" cy="901700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DES</a:t>
              </a:r>
            </a:p>
            <a:p>
              <a:pPr algn="ctr"/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加密</a:t>
              </a:r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818071F5-115D-46C0-B752-C9BC8BDB0EF4}"/>
                </a:ext>
              </a:extLst>
            </p:cNvPr>
            <p:cNvGrpSpPr/>
            <p:nvPr/>
          </p:nvGrpSpPr>
          <p:grpSpPr>
            <a:xfrm>
              <a:off x="4334265" y="912408"/>
              <a:ext cx="410453" cy="410453"/>
              <a:chOff x="2440697" y="1704484"/>
              <a:chExt cx="445378" cy="445378"/>
            </a:xfrm>
          </p:grpSpPr>
          <p:sp>
            <p:nvSpPr>
              <p:cNvPr id="83" name="椭圆 82">
                <a:extLst>
                  <a:ext uri="{FF2B5EF4-FFF2-40B4-BE49-F238E27FC236}">
                    <a16:creationId xmlns:a16="http://schemas.microsoft.com/office/drawing/2014/main" id="{EA003E8A-7783-4D16-9DFB-F98405214413}"/>
                  </a:ext>
                </a:extLst>
              </p:cNvPr>
              <p:cNvSpPr/>
              <p:nvPr/>
            </p:nvSpPr>
            <p:spPr>
              <a:xfrm>
                <a:off x="2440697" y="1704484"/>
                <a:ext cx="445378" cy="445378"/>
              </a:xfrm>
              <a:prstGeom prst="ellipse">
                <a:avLst/>
              </a:prstGeom>
              <a:noFill/>
              <a:ln w="254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84" name="直接连接符 83">
                <a:extLst>
                  <a:ext uri="{FF2B5EF4-FFF2-40B4-BE49-F238E27FC236}">
                    <a16:creationId xmlns:a16="http://schemas.microsoft.com/office/drawing/2014/main" id="{4FECB7B0-6446-48C4-BFD8-54F071618342}"/>
                  </a:ext>
                </a:extLst>
              </p:cNvPr>
              <p:cNvCxnSpPr>
                <a:cxnSpLocks/>
                <a:stCxn id="83" idx="6"/>
                <a:endCxn id="83" idx="2"/>
              </p:cNvCxnSpPr>
              <p:nvPr/>
            </p:nvCxnSpPr>
            <p:spPr>
              <a:xfrm flipH="1">
                <a:off x="2440697" y="1927173"/>
                <a:ext cx="445378" cy="0"/>
              </a:xfrm>
              <a:prstGeom prst="line">
                <a:avLst/>
              </a:prstGeom>
              <a:ln w="2540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84">
                <a:extLst>
                  <a:ext uri="{FF2B5EF4-FFF2-40B4-BE49-F238E27FC236}">
                    <a16:creationId xmlns:a16="http://schemas.microsoft.com/office/drawing/2014/main" id="{E66FE6AD-E331-4264-8E8E-15B009D006B4}"/>
                  </a:ext>
                </a:extLst>
              </p:cNvPr>
              <p:cNvCxnSpPr>
                <a:cxnSpLocks/>
                <a:stCxn id="83" idx="4"/>
                <a:endCxn id="83" idx="0"/>
              </p:cNvCxnSpPr>
              <p:nvPr/>
            </p:nvCxnSpPr>
            <p:spPr>
              <a:xfrm flipV="1">
                <a:off x="2663386" y="1704484"/>
                <a:ext cx="0" cy="445378"/>
              </a:xfrm>
              <a:prstGeom prst="line">
                <a:avLst/>
              </a:prstGeom>
              <a:ln w="2540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099CB217-B733-4299-B584-6934A2E5909E}"/>
                </a:ext>
              </a:extLst>
            </p:cNvPr>
            <p:cNvCxnSpPr>
              <a:cxnSpLocks/>
              <a:stCxn id="83" idx="4"/>
              <a:endCxn id="56" idx="0"/>
            </p:cNvCxnSpPr>
            <p:nvPr/>
          </p:nvCxnSpPr>
          <p:spPr>
            <a:xfrm>
              <a:off x="4539492" y="1322861"/>
              <a:ext cx="2914" cy="36664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929B9320-BE25-48AC-8C02-1D00F6AF82CE}"/>
                    </a:ext>
                  </a:extLst>
                </p:cNvPr>
                <p:cNvSpPr txBox="1"/>
                <p:nvPr/>
              </p:nvSpPr>
              <p:spPr>
                <a:xfrm>
                  <a:off x="4232664" y="173646"/>
                  <a:ext cx="613653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929B9320-BE25-48AC-8C02-1D00F6AF82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2664" y="173646"/>
                  <a:ext cx="613653" cy="370294"/>
                </a:xfrm>
                <a:prstGeom prst="rect">
                  <a:avLst/>
                </a:prstGeom>
                <a:blipFill>
                  <a:blip r:embed="rId5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3DAE545A-CCB4-42A2-926A-92072C957BB3}"/>
                </a:ext>
              </a:extLst>
            </p:cNvPr>
            <p:cNvCxnSpPr>
              <a:cxnSpLocks/>
              <a:stCxn id="59" idx="2"/>
              <a:endCxn id="83" idx="0"/>
            </p:cNvCxnSpPr>
            <p:nvPr/>
          </p:nvCxnSpPr>
          <p:spPr>
            <a:xfrm>
              <a:off x="4539491" y="543940"/>
              <a:ext cx="1" cy="36846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B9DC0C58-F7E0-41FF-A267-E47040DBA86F}"/>
                    </a:ext>
                  </a:extLst>
                </p:cNvPr>
                <p:cNvSpPr txBox="1"/>
                <p:nvPr/>
              </p:nvSpPr>
              <p:spPr>
                <a:xfrm>
                  <a:off x="4232664" y="3081424"/>
                  <a:ext cx="613653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𝑂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B9DC0C58-F7E0-41FF-A267-E47040DBA8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2664" y="3081424"/>
                  <a:ext cx="613653" cy="370294"/>
                </a:xfrm>
                <a:prstGeom prst="rect">
                  <a:avLst/>
                </a:prstGeom>
                <a:blipFill>
                  <a:blip r:embed="rId6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06788918-DA82-42F0-8B82-7C59B1B67D50}"/>
                </a:ext>
              </a:extLst>
            </p:cNvPr>
            <p:cNvCxnSpPr>
              <a:cxnSpLocks/>
              <a:stCxn id="56" idx="2"/>
              <a:endCxn id="61" idx="0"/>
            </p:cNvCxnSpPr>
            <p:nvPr/>
          </p:nvCxnSpPr>
          <p:spPr>
            <a:xfrm flipH="1">
              <a:off x="4539491" y="2591204"/>
              <a:ext cx="2915" cy="49022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42CD0B49-6A5A-4039-A655-58469D502779}"/>
                </a:ext>
              </a:extLst>
            </p:cNvPr>
            <p:cNvCxnSpPr>
              <a:cxnSpLocks/>
              <a:stCxn id="64" idx="3"/>
              <a:endCxn id="56" idx="1"/>
            </p:cNvCxnSpPr>
            <p:nvPr/>
          </p:nvCxnSpPr>
          <p:spPr>
            <a:xfrm>
              <a:off x="3695695" y="2140354"/>
              <a:ext cx="24765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7947DD21-E3B1-4248-8F7F-E0FF29126272}"/>
                    </a:ext>
                  </a:extLst>
                </p:cNvPr>
                <p:cNvSpPr txBox="1"/>
                <p:nvPr/>
              </p:nvSpPr>
              <p:spPr>
                <a:xfrm>
                  <a:off x="3471543" y="1955207"/>
                  <a:ext cx="22415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𝐾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7947DD21-E3B1-4248-8F7F-E0FF291262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71543" y="1955207"/>
                  <a:ext cx="224152" cy="370294"/>
                </a:xfrm>
                <a:prstGeom prst="rect">
                  <a:avLst/>
                </a:prstGeom>
                <a:blipFill>
                  <a:blip r:embed="rId7"/>
                  <a:stretch>
                    <a:fillRect l="-40541" r="-54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5" name="连接符: 肘形 64">
              <a:extLst>
                <a:ext uri="{FF2B5EF4-FFF2-40B4-BE49-F238E27FC236}">
                  <a16:creationId xmlns:a16="http://schemas.microsoft.com/office/drawing/2014/main" id="{70212128-993D-4757-BE83-2687DE54A197}"/>
                </a:ext>
              </a:extLst>
            </p:cNvPr>
            <p:cNvCxnSpPr>
              <a:cxnSpLocks/>
              <a:stCxn id="47" idx="2"/>
              <a:endCxn id="83" idx="2"/>
            </p:cNvCxnSpPr>
            <p:nvPr/>
          </p:nvCxnSpPr>
          <p:spPr>
            <a:xfrm rot="5400000" flipH="1" flipV="1">
              <a:off x="2766890" y="1023830"/>
              <a:ext cx="1473569" cy="1661180"/>
            </a:xfrm>
            <a:prstGeom prst="bentConnector4">
              <a:avLst>
                <a:gd name="adj1" fmla="val -15513"/>
                <a:gd name="adj2" fmla="val 43949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7537BE1C-E035-4595-B004-1964A35B7507}"/>
                </a:ext>
              </a:extLst>
            </p:cNvPr>
            <p:cNvSpPr/>
            <p:nvPr/>
          </p:nvSpPr>
          <p:spPr>
            <a:xfrm>
              <a:off x="6588869" y="1689504"/>
              <a:ext cx="1198121" cy="901700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DES</a:t>
              </a:r>
            </a:p>
            <a:p>
              <a:pPr algn="ctr"/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加密</a:t>
              </a:r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22E1F551-003B-4505-8057-A116EC08E46A}"/>
                </a:ext>
              </a:extLst>
            </p:cNvPr>
            <p:cNvGrpSpPr/>
            <p:nvPr/>
          </p:nvGrpSpPr>
          <p:grpSpPr>
            <a:xfrm>
              <a:off x="6979789" y="912408"/>
              <a:ext cx="410453" cy="410453"/>
              <a:chOff x="2440697" y="1704484"/>
              <a:chExt cx="445378" cy="445378"/>
            </a:xfrm>
          </p:grpSpPr>
          <p:sp>
            <p:nvSpPr>
              <p:cNvPr id="80" name="椭圆 79">
                <a:extLst>
                  <a:ext uri="{FF2B5EF4-FFF2-40B4-BE49-F238E27FC236}">
                    <a16:creationId xmlns:a16="http://schemas.microsoft.com/office/drawing/2014/main" id="{FFEB0E7F-6B00-4772-99C6-6F4B8D5F728B}"/>
                  </a:ext>
                </a:extLst>
              </p:cNvPr>
              <p:cNvSpPr/>
              <p:nvPr/>
            </p:nvSpPr>
            <p:spPr>
              <a:xfrm>
                <a:off x="2440697" y="1704484"/>
                <a:ext cx="445378" cy="445378"/>
              </a:xfrm>
              <a:prstGeom prst="ellipse">
                <a:avLst/>
              </a:prstGeom>
              <a:noFill/>
              <a:ln w="254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81" name="直接连接符 80">
                <a:extLst>
                  <a:ext uri="{FF2B5EF4-FFF2-40B4-BE49-F238E27FC236}">
                    <a16:creationId xmlns:a16="http://schemas.microsoft.com/office/drawing/2014/main" id="{C2D7C05B-E106-4DC6-B607-BCE75BE82F58}"/>
                  </a:ext>
                </a:extLst>
              </p:cNvPr>
              <p:cNvCxnSpPr>
                <a:cxnSpLocks/>
                <a:stCxn id="80" idx="6"/>
                <a:endCxn id="80" idx="2"/>
              </p:cNvCxnSpPr>
              <p:nvPr/>
            </p:nvCxnSpPr>
            <p:spPr>
              <a:xfrm flipH="1">
                <a:off x="2440697" y="1927173"/>
                <a:ext cx="445378" cy="0"/>
              </a:xfrm>
              <a:prstGeom prst="line">
                <a:avLst/>
              </a:prstGeom>
              <a:ln w="2540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接连接符 81">
                <a:extLst>
                  <a:ext uri="{FF2B5EF4-FFF2-40B4-BE49-F238E27FC236}">
                    <a16:creationId xmlns:a16="http://schemas.microsoft.com/office/drawing/2014/main" id="{0F9DBB83-5456-45C4-98B9-E8878DD2A021}"/>
                  </a:ext>
                </a:extLst>
              </p:cNvPr>
              <p:cNvCxnSpPr>
                <a:cxnSpLocks/>
                <a:stCxn id="80" idx="4"/>
                <a:endCxn id="80" idx="0"/>
              </p:cNvCxnSpPr>
              <p:nvPr/>
            </p:nvCxnSpPr>
            <p:spPr>
              <a:xfrm flipV="1">
                <a:off x="2663386" y="1704484"/>
                <a:ext cx="0" cy="445378"/>
              </a:xfrm>
              <a:prstGeom prst="line">
                <a:avLst/>
              </a:prstGeom>
              <a:ln w="2540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8" name="直接箭头连接符 67">
              <a:extLst>
                <a:ext uri="{FF2B5EF4-FFF2-40B4-BE49-F238E27FC236}">
                  <a16:creationId xmlns:a16="http://schemas.microsoft.com/office/drawing/2014/main" id="{9E63AA73-64C6-40D1-BE4D-FF708A2C0613}"/>
                </a:ext>
              </a:extLst>
            </p:cNvPr>
            <p:cNvCxnSpPr>
              <a:cxnSpLocks/>
              <a:stCxn id="80" idx="4"/>
              <a:endCxn id="66" idx="0"/>
            </p:cNvCxnSpPr>
            <p:nvPr/>
          </p:nvCxnSpPr>
          <p:spPr>
            <a:xfrm>
              <a:off x="7185016" y="1322861"/>
              <a:ext cx="2914" cy="36664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64C2A3BE-3322-4D02-86F8-260AC39008E4}"/>
                    </a:ext>
                  </a:extLst>
                </p:cNvPr>
                <p:cNvSpPr txBox="1"/>
                <p:nvPr/>
              </p:nvSpPr>
              <p:spPr>
                <a:xfrm>
                  <a:off x="6878188" y="173646"/>
                  <a:ext cx="613653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𝑁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64C2A3BE-3322-4D02-86F8-260AC39008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8188" y="173646"/>
                  <a:ext cx="613653" cy="370294"/>
                </a:xfrm>
                <a:prstGeom prst="rect">
                  <a:avLst/>
                </a:prstGeom>
                <a:blipFill>
                  <a:blip r:embed="rId8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0" name="直接箭头连接符 69">
              <a:extLst>
                <a:ext uri="{FF2B5EF4-FFF2-40B4-BE49-F238E27FC236}">
                  <a16:creationId xmlns:a16="http://schemas.microsoft.com/office/drawing/2014/main" id="{8799F807-6042-4664-8894-0885AD6FC25E}"/>
                </a:ext>
              </a:extLst>
            </p:cNvPr>
            <p:cNvCxnSpPr>
              <a:cxnSpLocks/>
              <a:stCxn id="69" idx="2"/>
              <a:endCxn id="80" idx="0"/>
            </p:cNvCxnSpPr>
            <p:nvPr/>
          </p:nvCxnSpPr>
          <p:spPr>
            <a:xfrm>
              <a:off x="7185015" y="543940"/>
              <a:ext cx="1" cy="36846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AE115DBB-2A13-4127-835B-3A6297F741F2}"/>
                    </a:ext>
                  </a:extLst>
                </p:cNvPr>
                <p:cNvSpPr txBox="1"/>
                <p:nvPr/>
              </p:nvSpPr>
              <p:spPr>
                <a:xfrm>
                  <a:off x="6878188" y="3081424"/>
                  <a:ext cx="613653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𝑂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𝑁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AE115DBB-2A13-4127-835B-3A6297F741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8188" y="3081424"/>
                  <a:ext cx="613653" cy="370294"/>
                </a:xfrm>
                <a:prstGeom prst="rect">
                  <a:avLst/>
                </a:prstGeom>
                <a:blipFill>
                  <a:blip r:embed="rId9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2" name="直接箭头连接符 71">
              <a:extLst>
                <a:ext uri="{FF2B5EF4-FFF2-40B4-BE49-F238E27FC236}">
                  <a16:creationId xmlns:a16="http://schemas.microsoft.com/office/drawing/2014/main" id="{7700256F-2147-4C33-AA18-B59811118288}"/>
                </a:ext>
              </a:extLst>
            </p:cNvPr>
            <p:cNvCxnSpPr>
              <a:cxnSpLocks/>
              <a:stCxn id="66" idx="2"/>
              <a:endCxn id="71" idx="0"/>
            </p:cNvCxnSpPr>
            <p:nvPr/>
          </p:nvCxnSpPr>
          <p:spPr>
            <a:xfrm flipH="1">
              <a:off x="7185015" y="2591204"/>
              <a:ext cx="2915" cy="49022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箭头连接符 72">
              <a:extLst>
                <a:ext uri="{FF2B5EF4-FFF2-40B4-BE49-F238E27FC236}">
                  <a16:creationId xmlns:a16="http://schemas.microsoft.com/office/drawing/2014/main" id="{BCB83732-719F-450D-83B6-C3BF2CAF08F9}"/>
                </a:ext>
              </a:extLst>
            </p:cNvPr>
            <p:cNvCxnSpPr>
              <a:cxnSpLocks/>
              <a:stCxn id="74" idx="3"/>
              <a:endCxn id="66" idx="1"/>
            </p:cNvCxnSpPr>
            <p:nvPr/>
          </p:nvCxnSpPr>
          <p:spPr>
            <a:xfrm>
              <a:off x="6341219" y="2140354"/>
              <a:ext cx="24765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B472C67F-2D0B-472D-8BC9-16B761E90FAF}"/>
                    </a:ext>
                  </a:extLst>
                </p:cNvPr>
                <p:cNvSpPr txBox="1"/>
                <p:nvPr/>
              </p:nvSpPr>
              <p:spPr>
                <a:xfrm>
                  <a:off x="6117067" y="1955207"/>
                  <a:ext cx="22415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𝐾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B472C67F-2D0B-472D-8BC9-16B761E90F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17067" y="1955207"/>
                  <a:ext cx="224152" cy="370294"/>
                </a:xfrm>
                <a:prstGeom prst="rect">
                  <a:avLst/>
                </a:prstGeom>
                <a:blipFill>
                  <a:blip r:embed="rId10"/>
                  <a:stretch>
                    <a:fillRect l="-40541" r="-54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6C148D83-AFBA-4FBA-A160-067B53B5912A}"/>
                    </a:ext>
                  </a:extLst>
                </p:cNvPr>
                <p:cNvSpPr txBox="1"/>
                <p:nvPr/>
              </p:nvSpPr>
              <p:spPr>
                <a:xfrm>
                  <a:off x="5528939" y="1955688"/>
                  <a:ext cx="224152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⋯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6C148D83-AFBA-4FBA-A160-067B53B591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8939" y="1955688"/>
                  <a:ext cx="224152" cy="369332"/>
                </a:xfrm>
                <a:prstGeom prst="rect">
                  <a:avLst/>
                </a:prstGeom>
                <a:blipFill>
                  <a:blip r:embed="rId11"/>
                  <a:stretch>
                    <a:fillRect l="-2702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113224A2-6D33-40E1-93AA-798CAD9E2188}"/>
                    </a:ext>
                  </a:extLst>
                </p:cNvPr>
                <p:cNvSpPr txBox="1"/>
                <p:nvPr/>
              </p:nvSpPr>
              <p:spPr>
                <a:xfrm>
                  <a:off x="5922316" y="932487"/>
                  <a:ext cx="613653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𝑂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𝑁</m:t>
                            </m:r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113224A2-6D33-40E1-93AA-798CAD9E21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2316" y="932487"/>
                  <a:ext cx="613653" cy="370294"/>
                </a:xfrm>
                <a:prstGeom prst="rect">
                  <a:avLst/>
                </a:prstGeom>
                <a:blipFill>
                  <a:blip r:embed="rId12"/>
                  <a:stretch>
                    <a:fillRect l="-9901" b="-16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9" name="直接箭头连接符 78">
              <a:extLst>
                <a:ext uri="{FF2B5EF4-FFF2-40B4-BE49-F238E27FC236}">
                  <a16:creationId xmlns:a16="http://schemas.microsoft.com/office/drawing/2014/main" id="{23FC5D5E-2665-456E-89AB-543222184CF3}"/>
                </a:ext>
              </a:extLst>
            </p:cNvPr>
            <p:cNvCxnSpPr>
              <a:cxnSpLocks/>
              <a:stCxn id="78" idx="3"/>
              <a:endCxn id="80" idx="2"/>
            </p:cNvCxnSpPr>
            <p:nvPr/>
          </p:nvCxnSpPr>
          <p:spPr>
            <a:xfrm>
              <a:off x="6535969" y="1117634"/>
              <a:ext cx="443820" cy="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9E6F3291-09C7-4429-9D38-77CEA5A6B9E7}"/>
              </a:ext>
            </a:extLst>
          </p:cNvPr>
          <p:cNvGrpSpPr/>
          <p:nvPr/>
        </p:nvGrpSpPr>
        <p:grpSpPr>
          <a:xfrm>
            <a:off x="4349252" y="3186517"/>
            <a:ext cx="7915275" cy="5162550"/>
            <a:chOff x="1095375" y="361950"/>
            <a:chExt cx="7915275" cy="5162550"/>
          </a:xfrm>
        </p:grpSpPr>
        <p:sp>
          <p:nvSpPr>
            <p:cNvPr id="92" name="椭圆 91">
              <a:extLst>
                <a:ext uri="{FF2B5EF4-FFF2-40B4-BE49-F238E27FC236}">
                  <a16:creationId xmlns:a16="http://schemas.microsoft.com/office/drawing/2014/main" id="{30EA6E76-8F04-47D4-8BA3-FDA506B97158}"/>
                </a:ext>
              </a:extLst>
            </p:cNvPr>
            <p:cNvSpPr/>
            <p:nvPr/>
          </p:nvSpPr>
          <p:spPr>
            <a:xfrm>
              <a:off x="3848100" y="361950"/>
              <a:ext cx="5162550" cy="5162550"/>
            </a:xfrm>
            <a:prstGeom prst="ellipse">
              <a:avLst/>
            </a:prstGeom>
            <a:solidFill>
              <a:srgbClr val="D74514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5EB9F0C1-2FAC-40BC-9228-1BBF8B96FD49}"/>
                </a:ext>
              </a:extLst>
            </p:cNvPr>
            <p:cNvSpPr/>
            <p:nvPr/>
          </p:nvSpPr>
          <p:spPr>
            <a:xfrm>
              <a:off x="4276725" y="1333500"/>
              <a:ext cx="3295650" cy="3295650"/>
            </a:xfrm>
            <a:prstGeom prst="ellipse">
              <a:avLst/>
            </a:prstGeom>
            <a:solidFill>
              <a:srgbClr val="D74514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椭圆 93">
              <a:extLst>
                <a:ext uri="{FF2B5EF4-FFF2-40B4-BE49-F238E27FC236}">
                  <a16:creationId xmlns:a16="http://schemas.microsoft.com/office/drawing/2014/main" id="{AF8DB81E-F0A7-4109-AEA1-05CA29DA9F6C}"/>
                </a:ext>
              </a:extLst>
            </p:cNvPr>
            <p:cNvSpPr/>
            <p:nvPr/>
          </p:nvSpPr>
          <p:spPr>
            <a:xfrm>
              <a:off x="1095375" y="823912"/>
              <a:ext cx="4314825" cy="4314825"/>
            </a:xfrm>
            <a:prstGeom prst="ellipse">
              <a:avLst/>
            </a:prstGeom>
            <a:solidFill>
              <a:srgbClr val="D74514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91AB8EAA-46C8-4B54-9164-F9E6ECC8D19D}"/>
                    </a:ext>
                  </a:extLst>
                </p:cNvPr>
                <p:cNvSpPr txBox="1"/>
                <p:nvPr/>
              </p:nvSpPr>
              <p:spPr>
                <a:xfrm>
                  <a:off x="1486090" y="2796658"/>
                  <a:ext cx="2147697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zh-CN" altLang="en-US" b="1" i="1" dirty="0" smtClean="0">
                          <a:solidFill>
                            <a:srgbClr val="D74514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抗</m:t>
                      </m:r>
                    </m:oMath>
                  </a14:m>
                  <a:r>
                    <a:rPr lang="zh-CN" altLang="en-US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原像攻击</a:t>
                  </a:r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91AB8EAA-46C8-4B54-9164-F9E6ECC8D1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6090" y="2796658"/>
                  <a:ext cx="2147697" cy="369332"/>
                </a:xfrm>
                <a:prstGeom prst="rect">
                  <a:avLst/>
                </a:prstGeom>
                <a:blipFill>
                  <a:blip r:embed="rId13"/>
                  <a:stretch>
                    <a:fillRect t="-8197" b="-245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9F126E50-9466-40B5-BAC4-722E9CAB27B9}"/>
                    </a:ext>
                  </a:extLst>
                </p:cNvPr>
                <p:cNvSpPr txBox="1"/>
                <p:nvPr/>
              </p:nvSpPr>
              <p:spPr>
                <a:xfrm>
                  <a:off x="5355526" y="2796658"/>
                  <a:ext cx="2147697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zh-CN" altLang="en-US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抗</m:t>
                      </m:r>
                    </m:oMath>
                  </a14:m>
                  <a:r>
                    <a:rPr lang="zh-CN" altLang="en-US" b="1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强碰撞攻击</a:t>
                  </a:r>
                  <a:endParaRPr lang="en-US" altLang="zh-CN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9F126E50-9466-40B5-BAC4-722E9CAB27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55526" y="2796658"/>
                  <a:ext cx="2147697" cy="369332"/>
                </a:xfrm>
                <a:prstGeom prst="rect">
                  <a:avLst/>
                </a:prstGeom>
                <a:blipFill>
                  <a:blip r:embed="rId14"/>
                  <a:stretch>
                    <a:fillRect t="-8197" b="-245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文本框 96">
                  <a:extLst>
                    <a:ext uri="{FF2B5EF4-FFF2-40B4-BE49-F238E27FC236}">
                      <a16:creationId xmlns:a16="http://schemas.microsoft.com/office/drawing/2014/main" id="{357D15AD-E192-4C7C-A1DB-3C255AC60AB3}"/>
                    </a:ext>
                  </a:extLst>
                </p:cNvPr>
                <p:cNvSpPr txBox="1"/>
                <p:nvPr/>
              </p:nvSpPr>
              <p:spPr>
                <a:xfrm>
                  <a:off x="5424678" y="709374"/>
                  <a:ext cx="2147697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zh-CN" altLang="en-US" b="1" i="1" dirty="0" smtClean="0">
                          <a:solidFill>
                            <a:srgbClr val="D74514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抗</m:t>
                      </m:r>
                      <m:r>
                        <a:rPr lang="zh-CN" altLang="en-US" b="1" i="1" dirty="0">
                          <a:solidFill>
                            <a:srgbClr val="D74514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弱</m:t>
                      </m:r>
                    </m:oMath>
                  </a14:m>
                  <a:r>
                    <a:rPr lang="zh-CN" altLang="en-US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碰撞攻击</a:t>
                  </a:r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97" name="文本框 96">
                  <a:extLst>
                    <a:ext uri="{FF2B5EF4-FFF2-40B4-BE49-F238E27FC236}">
                      <a16:creationId xmlns:a16="http://schemas.microsoft.com/office/drawing/2014/main" id="{357D15AD-E192-4C7C-A1DB-3C255AC60A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24678" y="709374"/>
                  <a:ext cx="2147697" cy="369332"/>
                </a:xfrm>
                <a:prstGeom prst="rect">
                  <a:avLst/>
                </a:prstGeom>
                <a:blipFill>
                  <a:blip r:embed="rId15"/>
                  <a:stretch>
                    <a:fillRect t="-10000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264118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1CCDA446-1587-490E-912F-BD0B30D362ED}"/>
              </a:ext>
            </a:extLst>
          </p:cNvPr>
          <p:cNvGrpSpPr/>
          <p:nvPr/>
        </p:nvGrpSpPr>
        <p:grpSpPr>
          <a:xfrm>
            <a:off x="462886" y="-8022064"/>
            <a:ext cx="9460762" cy="2193321"/>
            <a:chOff x="587892" y="2743015"/>
            <a:chExt cx="9460762" cy="21933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9E8FB7D4-7BEF-47FE-AECC-AB21F7E8D3C5}"/>
                    </a:ext>
                  </a:extLst>
                </p:cNvPr>
                <p:cNvSpPr/>
                <p:nvPr/>
              </p:nvSpPr>
              <p:spPr>
                <a:xfrm>
                  <a:off x="587892" y="2952218"/>
                  <a:ext cx="657518" cy="854466"/>
                </a:xfrm>
                <a:prstGeom prst="rect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𝑴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9E8FB7D4-7BEF-47FE-AECC-AB21F7E8D3C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7892" y="2952218"/>
                  <a:ext cx="657518" cy="854466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椭圆 26">
                  <a:extLst>
                    <a:ext uri="{FF2B5EF4-FFF2-40B4-BE49-F238E27FC236}">
                      <a16:creationId xmlns:a16="http://schemas.microsoft.com/office/drawing/2014/main" id="{8E896013-FD08-4031-A592-EB099A4F6456}"/>
                    </a:ext>
                  </a:extLst>
                </p:cNvPr>
                <p:cNvSpPr/>
                <p:nvPr/>
              </p:nvSpPr>
              <p:spPr>
                <a:xfrm>
                  <a:off x="1604980" y="4330940"/>
                  <a:ext cx="604800" cy="605396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𝑯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7" name="椭圆 26">
                  <a:extLst>
                    <a:ext uri="{FF2B5EF4-FFF2-40B4-BE49-F238E27FC236}">
                      <a16:creationId xmlns:a16="http://schemas.microsoft.com/office/drawing/2014/main" id="{8E896013-FD08-4031-A592-EB099A4F645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4980" y="4330940"/>
                  <a:ext cx="604800" cy="605396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椭圆 27">
                  <a:extLst>
                    <a:ext uri="{FF2B5EF4-FFF2-40B4-BE49-F238E27FC236}">
                      <a16:creationId xmlns:a16="http://schemas.microsoft.com/office/drawing/2014/main" id="{0F5B68C9-B97E-448B-A3AB-E12C179A0A75}"/>
                    </a:ext>
                  </a:extLst>
                </p:cNvPr>
                <p:cNvSpPr/>
                <p:nvPr/>
              </p:nvSpPr>
              <p:spPr>
                <a:xfrm>
                  <a:off x="2369208" y="3076753"/>
                  <a:ext cx="604800" cy="605396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∥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8" name="椭圆 27">
                  <a:extLst>
                    <a:ext uri="{FF2B5EF4-FFF2-40B4-BE49-F238E27FC236}">
                      <a16:creationId xmlns:a16="http://schemas.microsoft.com/office/drawing/2014/main" id="{0F5B68C9-B97E-448B-A3AB-E12C179A0A7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69208" y="3076753"/>
                  <a:ext cx="604800" cy="605396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6D1A54E4-E7B5-4C08-BC3A-8E97F535729E}"/>
                </a:ext>
              </a:extLst>
            </p:cNvPr>
            <p:cNvGrpSpPr/>
            <p:nvPr/>
          </p:nvGrpSpPr>
          <p:grpSpPr>
            <a:xfrm>
              <a:off x="6968063" y="2747304"/>
              <a:ext cx="657518" cy="1265433"/>
              <a:chOff x="4389864" y="3001767"/>
              <a:chExt cx="657518" cy="126543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矩形 54">
                    <a:extLst>
                      <a:ext uri="{FF2B5EF4-FFF2-40B4-BE49-F238E27FC236}">
                        <a16:creationId xmlns:a16="http://schemas.microsoft.com/office/drawing/2014/main" id="{8CE85211-E26A-4613-B566-81177C6CA13D}"/>
                      </a:ext>
                    </a:extLst>
                  </p:cNvPr>
                  <p:cNvSpPr/>
                  <p:nvPr/>
                </p:nvSpPr>
                <p:spPr>
                  <a:xfrm>
                    <a:off x="4389864" y="3001767"/>
                    <a:ext cx="657518" cy="854466"/>
                  </a:xfrm>
                  <a:prstGeom prst="rect">
                    <a:avLst/>
                  </a:prstGeom>
                  <a:solidFill>
                    <a:srgbClr val="F8CCB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𝑴</m:t>
                          </m:r>
                        </m:oMath>
                      </m:oMathPara>
                    </a14:m>
                    <a:endParaRPr lang="en-US" altLang="zh-CN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55" name="矩形 54">
                    <a:extLst>
                      <a:ext uri="{FF2B5EF4-FFF2-40B4-BE49-F238E27FC236}">
                        <a16:creationId xmlns:a16="http://schemas.microsoft.com/office/drawing/2014/main" id="{8CE85211-E26A-4613-B566-81177C6CA13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89864" y="3001767"/>
                    <a:ext cx="657518" cy="854466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65256586-00B8-42C7-8E1F-20EE9BFBB0E1}"/>
                  </a:ext>
                </a:extLst>
              </p:cNvPr>
              <p:cNvSpPr/>
              <p:nvPr/>
            </p:nvSpPr>
            <p:spPr>
              <a:xfrm>
                <a:off x="4389864" y="3864436"/>
                <a:ext cx="657518" cy="402764"/>
              </a:xfrm>
              <a:prstGeom prst="rect">
                <a:avLst/>
              </a:prstGeom>
              <a:solidFill>
                <a:srgbClr val="FDEFE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椭圆 29">
                  <a:extLst>
                    <a:ext uri="{FF2B5EF4-FFF2-40B4-BE49-F238E27FC236}">
                      <a16:creationId xmlns:a16="http://schemas.microsoft.com/office/drawing/2014/main" id="{A956E5EA-D793-4F9E-BAF2-0EBD0F60C46E}"/>
                    </a:ext>
                  </a:extLst>
                </p:cNvPr>
                <p:cNvSpPr/>
                <p:nvPr/>
              </p:nvSpPr>
              <p:spPr>
                <a:xfrm>
                  <a:off x="8100601" y="3076753"/>
                  <a:ext cx="604800" cy="605396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𝑫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0" name="椭圆 29">
                  <a:extLst>
                    <a:ext uri="{FF2B5EF4-FFF2-40B4-BE49-F238E27FC236}">
                      <a16:creationId xmlns:a16="http://schemas.microsoft.com/office/drawing/2014/main" id="{A956E5EA-D793-4F9E-BAF2-0EBD0F60C46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0601" y="3076753"/>
                  <a:ext cx="604800" cy="605396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C7617044-86C3-460A-9F97-90A00FC8FE3D}"/>
                    </a:ext>
                  </a:extLst>
                </p:cNvPr>
                <p:cNvSpPr txBox="1"/>
                <p:nvPr/>
              </p:nvSpPr>
              <p:spPr>
                <a:xfrm>
                  <a:off x="8845588" y="3961608"/>
                  <a:ext cx="120306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𝐶𝑜𝑚𝑝𝑎𝑟𝑒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C7617044-86C3-460A-9F97-90A00FC8FE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45588" y="3961608"/>
                  <a:ext cx="1203066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86FF5C96-387E-4968-A085-999C6E659511}"/>
                </a:ext>
              </a:extLst>
            </p:cNvPr>
            <p:cNvCxnSpPr>
              <a:cxnSpLocks/>
              <a:stCxn id="26" idx="3"/>
              <a:endCxn id="28" idx="2"/>
            </p:cNvCxnSpPr>
            <p:nvPr/>
          </p:nvCxnSpPr>
          <p:spPr>
            <a:xfrm>
              <a:off x="1245410" y="3379451"/>
              <a:ext cx="112379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连接符: 肘形 34">
              <a:extLst>
                <a:ext uri="{FF2B5EF4-FFF2-40B4-BE49-F238E27FC236}">
                  <a16:creationId xmlns:a16="http://schemas.microsoft.com/office/drawing/2014/main" id="{3F980E00-E270-4C44-B867-E9608330D068}"/>
                </a:ext>
              </a:extLst>
            </p:cNvPr>
            <p:cNvCxnSpPr>
              <a:cxnSpLocks/>
              <a:stCxn id="26" idx="2"/>
              <a:endCxn id="27" idx="2"/>
            </p:cNvCxnSpPr>
            <p:nvPr/>
          </p:nvCxnSpPr>
          <p:spPr>
            <a:xfrm rot="16200000" flipH="1">
              <a:off x="847338" y="3875996"/>
              <a:ext cx="826954" cy="688329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连接符: 肘形 35">
              <a:extLst>
                <a:ext uri="{FF2B5EF4-FFF2-40B4-BE49-F238E27FC236}">
                  <a16:creationId xmlns:a16="http://schemas.microsoft.com/office/drawing/2014/main" id="{A220DEE6-826A-46B4-9A86-B15F71584105}"/>
                </a:ext>
              </a:extLst>
            </p:cNvPr>
            <p:cNvCxnSpPr>
              <a:cxnSpLocks/>
              <a:stCxn id="27" idx="6"/>
              <a:endCxn id="28" idx="4"/>
            </p:cNvCxnSpPr>
            <p:nvPr/>
          </p:nvCxnSpPr>
          <p:spPr>
            <a:xfrm flipV="1">
              <a:off x="2209780" y="3682149"/>
              <a:ext cx="461828" cy="951489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椭圆 36">
                  <a:extLst>
                    <a:ext uri="{FF2B5EF4-FFF2-40B4-BE49-F238E27FC236}">
                      <a16:creationId xmlns:a16="http://schemas.microsoft.com/office/drawing/2014/main" id="{6A5E412A-E30D-4F69-9A33-BAFC4532D1EC}"/>
                    </a:ext>
                  </a:extLst>
                </p:cNvPr>
                <p:cNvSpPr/>
                <p:nvPr/>
              </p:nvSpPr>
              <p:spPr>
                <a:xfrm>
                  <a:off x="3392892" y="3076753"/>
                  <a:ext cx="604800" cy="605396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𝑬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7" name="椭圆 36">
                  <a:extLst>
                    <a:ext uri="{FF2B5EF4-FFF2-40B4-BE49-F238E27FC236}">
                      <a16:creationId xmlns:a16="http://schemas.microsoft.com/office/drawing/2014/main" id="{6A5E412A-E30D-4F69-9A33-BAFC4532D1E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92892" y="3076753"/>
                  <a:ext cx="604800" cy="605396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4B43A761-9EB0-4BF2-B546-81A942BB1B4A}"/>
                    </a:ext>
                  </a:extLst>
                </p:cNvPr>
                <p:cNvSpPr txBox="1"/>
                <p:nvPr/>
              </p:nvSpPr>
              <p:spPr>
                <a:xfrm>
                  <a:off x="3430753" y="3961608"/>
                  <a:ext cx="5334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4B43A761-9EB0-4BF2-B546-81A942BB1B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0753" y="3961608"/>
                  <a:ext cx="533400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2D257074-C744-4845-95E3-971375B4DB74}"/>
                </a:ext>
              </a:extLst>
            </p:cNvPr>
            <p:cNvCxnSpPr>
              <a:cxnSpLocks/>
              <a:stCxn id="38" idx="0"/>
              <a:endCxn id="37" idx="4"/>
            </p:cNvCxnSpPr>
            <p:nvPr/>
          </p:nvCxnSpPr>
          <p:spPr>
            <a:xfrm flipH="1" flipV="1">
              <a:off x="3695292" y="3682149"/>
              <a:ext cx="2161" cy="27945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42AA8F10-B1B6-4982-B05F-982FCFAC1DB1}"/>
                </a:ext>
              </a:extLst>
            </p:cNvPr>
            <p:cNvCxnSpPr>
              <a:cxnSpLocks/>
              <a:stCxn id="28" idx="6"/>
              <a:endCxn id="37" idx="2"/>
            </p:cNvCxnSpPr>
            <p:nvPr/>
          </p:nvCxnSpPr>
          <p:spPr>
            <a:xfrm>
              <a:off x="2974008" y="3379451"/>
              <a:ext cx="41888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FA0C1DAF-2469-4264-B3D6-5072974EA412}"/>
                </a:ext>
              </a:extLst>
            </p:cNvPr>
            <p:cNvCxnSpPr>
              <a:cxnSpLocks/>
              <a:stCxn id="37" idx="6"/>
              <a:endCxn id="46" idx="1"/>
            </p:cNvCxnSpPr>
            <p:nvPr/>
          </p:nvCxnSpPr>
          <p:spPr>
            <a:xfrm flipV="1">
              <a:off x="3997692" y="3377876"/>
              <a:ext cx="724423" cy="157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连接符: 肘形 43">
              <a:extLst>
                <a:ext uri="{FF2B5EF4-FFF2-40B4-BE49-F238E27FC236}">
                  <a16:creationId xmlns:a16="http://schemas.microsoft.com/office/drawing/2014/main" id="{11948CC3-0561-475D-82EA-9657B247699C}"/>
                </a:ext>
              </a:extLst>
            </p:cNvPr>
            <p:cNvCxnSpPr>
              <a:cxnSpLocks/>
              <a:stCxn id="30" idx="6"/>
              <a:endCxn id="31" idx="0"/>
            </p:cNvCxnSpPr>
            <p:nvPr/>
          </p:nvCxnSpPr>
          <p:spPr>
            <a:xfrm>
              <a:off x="8705401" y="3379451"/>
              <a:ext cx="741720" cy="582157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连接符: 肘形 44">
              <a:extLst>
                <a:ext uri="{FF2B5EF4-FFF2-40B4-BE49-F238E27FC236}">
                  <a16:creationId xmlns:a16="http://schemas.microsoft.com/office/drawing/2014/main" id="{EF5E28FF-80D6-4647-BB40-CE996A4B4499}"/>
                </a:ext>
              </a:extLst>
            </p:cNvPr>
            <p:cNvCxnSpPr>
              <a:cxnSpLocks/>
              <a:stCxn id="56" idx="3"/>
              <a:endCxn id="31" idx="2"/>
            </p:cNvCxnSpPr>
            <p:nvPr/>
          </p:nvCxnSpPr>
          <p:spPr>
            <a:xfrm>
              <a:off x="7625581" y="3811355"/>
              <a:ext cx="1821540" cy="519585"/>
            </a:xfrm>
            <a:prstGeom prst="bentConnector4">
              <a:avLst>
                <a:gd name="adj1" fmla="val 17424"/>
                <a:gd name="adj2" fmla="val 143997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115E1F38-47DB-470C-B31A-7D88B795A205}"/>
                </a:ext>
              </a:extLst>
            </p:cNvPr>
            <p:cNvSpPr/>
            <p:nvPr/>
          </p:nvSpPr>
          <p:spPr>
            <a:xfrm>
              <a:off x="4722115" y="2743015"/>
              <a:ext cx="657518" cy="1269722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椭圆 46">
                  <a:extLst>
                    <a:ext uri="{FF2B5EF4-FFF2-40B4-BE49-F238E27FC236}">
                      <a16:creationId xmlns:a16="http://schemas.microsoft.com/office/drawing/2014/main" id="{554FB51F-8E1C-42FD-B514-3EF7E2F0901C}"/>
                    </a:ext>
                  </a:extLst>
                </p:cNvPr>
                <p:cNvSpPr/>
                <p:nvPr/>
              </p:nvSpPr>
              <p:spPr>
                <a:xfrm>
                  <a:off x="5845913" y="3075065"/>
                  <a:ext cx="604800" cy="605396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𝑫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7" name="椭圆 46">
                  <a:extLst>
                    <a:ext uri="{FF2B5EF4-FFF2-40B4-BE49-F238E27FC236}">
                      <a16:creationId xmlns:a16="http://schemas.microsoft.com/office/drawing/2014/main" id="{554FB51F-8E1C-42FD-B514-3EF7E2F0901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45913" y="3075065"/>
                  <a:ext cx="604800" cy="605396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5405AF11-06D4-4F8C-B955-0D934165443F}"/>
                    </a:ext>
                  </a:extLst>
                </p:cNvPr>
                <p:cNvSpPr txBox="1"/>
                <p:nvPr/>
              </p:nvSpPr>
              <p:spPr>
                <a:xfrm>
                  <a:off x="5881613" y="3941880"/>
                  <a:ext cx="5334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5405AF11-06D4-4F8C-B955-0D93416544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81613" y="3941880"/>
                  <a:ext cx="533400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32D3B123-27AA-456E-A0BA-5A3D45C05BFD}"/>
                </a:ext>
              </a:extLst>
            </p:cNvPr>
            <p:cNvCxnSpPr>
              <a:cxnSpLocks/>
              <a:stCxn id="48" idx="0"/>
              <a:endCxn id="47" idx="4"/>
            </p:cNvCxnSpPr>
            <p:nvPr/>
          </p:nvCxnSpPr>
          <p:spPr>
            <a:xfrm flipV="1">
              <a:off x="6148313" y="3680461"/>
              <a:ext cx="0" cy="26141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5BD2D738-A826-4924-AAC9-982444B374CD}"/>
                </a:ext>
              </a:extLst>
            </p:cNvPr>
            <p:cNvCxnSpPr>
              <a:cxnSpLocks/>
              <a:stCxn id="46" idx="3"/>
              <a:endCxn id="47" idx="2"/>
            </p:cNvCxnSpPr>
            <p:nvPr/>
          </p:nvCxnSpPr>
          <p:spPr>
            <a:xfrm flipV="1">
              <a:off x="5379633" y="3377763"/>
              <a:ext cx="466280" cy="11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B0AE7C30-75C5-4485-BC6B-125A34C07AC3}"/>
                </a:ext>
              </a:extLst>
            </p:cNvPr>
            <p:cNvCxnSpPr>
              <a:cxnSpLocks/>
              <a:stCxn id="47" idx="6"/>
            </p:cNvCxnSpPr>
            <p:nvPr/>
          </p:nvCxnSpPr>
          <p:spPr>
            <a:xfrm>
              <a:off x="6450713" y="3377763"/>
              <a:ext cx="51735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60344719-FEE5-46E0-A641-B0F321353B06}"/>
                    </a:ext>
                  </a:extLst>
                </p:cNvPr>
                <p:cNvSpPr txBox="1"/>
                <p:nvPr/>
              </p:nvSpPr>
              <p:spPr>
                <a:xfrm>
                  <a:off x="3742305" y="4297395"/>
                  <a:ext cx="242876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altLang="zh-CN" i="1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</a:rPr>
                              <m:t> ∥</m:t>
                            </m:r>
                            <m:r>
                              <a:rPr lang="en-US" altLang="zh-CN" i="1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</m:t>
                            </m:r>
                            <m:d>
                              <m:dPr>
                                <m:ctrlPr>
                                  <a:rPr lang="en-US" altLang="zh-CN" i="1">
                                    <a:solidFill>
                                      <a:srgbClr val="D74514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solidFill>
                                      <a:srgbClr val="D74514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zh-CN" altLang="en-US" dirty="0">
                    <a:solidFill>
                      <a:srgbClr val="D74514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60344719-FEE5-46E0-A641-B0F321353B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2305" y="4297395"/>
                  <a:ext cx="2428764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6C39055F-E598-40E6-96EB-273EEBD5BDE5}"/>
                </a:ext>
              </a:extLst>
            </p:cNvPr>
            <p:cNvCxnSpPr>
              <a:cxnSpLocks/>
              <a:endCxn id="30" idx="2"/>
            </p:cNvCxnSpPr>
            <p:nvPr/>
          </p:nvCxnSpPr>
          <p:spPr>
            <a:xfrm>
              <a:off x="7625581" y="3379451"/>
              <a:ext cx="47502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7D7D7723-1FE7-490A-9AAF-A8A6F52B28B9}"/>
                    </a:ext>
                  </a:extLst>
                </p:cNvPr>
                <p:cNvSpPr txBox="1"/>
                <p:nvPr/>
              </p:nvSpPr>
              <p:spPr>
                <a:xfrm>
                  <a:off x="6765646" y="4019099"/>
                  <a:ext cx="104898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</m:t>
                            </m:r>
                          </m:e>
                        </m:d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7D7D7723-1FE7-490A-9AAF-A8A6F52B28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5646" y="4019099"/>
                  <a:ext cx="1048989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63B88A82-98B2-48E2-B8A7-2832977CD219}"/>
              </a:ext>
            </a:extLst>
          </p:cNvPr>
          <p:cNvGrpSpPr/>
          <p:nvPr/>
        </p:nvGrpSpPr>
        <p:grpSpPr>
          <a:xfrm>
            <a:off x="480903" y="-5652822"/>
            <a:ext cx="9463837" cy="2189032"/>
            <a:chOff x="582508" y="401751"/>
            <a:chExt cx="9463837" cy="21890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B447B5FA-DCEA-4D9B-9095-D0FD4D22EC29}"/>
                    </a:ext>
                  </a:extLst>
                </p:cNvPr>
                <p:cNvSpPr/>
                <p:nvPr/>
              </p:nvSpPr>
              <p:spPr>
                <a:xfrm>
                  <a:off x="582508" y="606665"/>
                  <a:ext cx="657518" cy="854466"/>
                </a:xfrm>
                <a:prstGeom prst="rect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𝑴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B447B5FA-DCEA-4D9B-9095-D0FD4D22EC2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508" y="606665"/>
                  <a:ext cx="657518" cy="854466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椭圆 6">
                  <a:extLst>
                    <a:ext uri="{FF2B5EF4-FFF2-40B4-BE49-F238E27FC236}">
                      <a16:creationId xmlns:a16="http://schemas.microsoft.com/office/drawing/2014/main" id="{EFF32731-7078-460B-9B1E-E2C52156C1B2}"/>
                    </a:ext>
                  </a:extLst>
                </p:cNvPr>
                <p:cNvSpPr/>
                <p:nvPr/>
              </p:nvSpPr>
              <p:spPr>
                <a:xfrm>
                  <a:off x="2513996" y="1985387"/>
                  <a:ext cx="604800" cy="605396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𝑬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" name="椭圆 6">
                  <a:extLst>
                    <a:ext uri="{FF2B5EF4-FFF2-40B4-BE49-F238E27FC236}">
                      <a16:creationId xmlns:a16="http://schemas.microsoft.com/office/drawing/2014/main" id="{EFF32731-7078-460B-9B1E-E2C52156C1B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3996" y="1985387"/>
                  <a:ext cx="604800" cy="605396"/>
                </a:xfrm>
                <a:prstGeom prst="ellipse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椭圆 7">
                  <a:extLst>
                    <a:ext uri="{FF2B5EF4-FFF2-40B4-BE49-F238E27FC236}">
                      <a16:creationId xmlns:a16="http://schemas.microsoft.com/office/drawing/2014/main" id="{90C32B10-DA93-4C8F-93F0-6DD8C1F7C9AF}"/>
                    </a:ext>
                  </a:extLst>
                </p:cNvPr>
                <p:cNvSpPr/>
                <p:nvPr/>
              </p:nvSpPr>
              <p:spPr>
                <a:xfrm>
                  <a:off x="3278224" y="731200"/>
                  <a:ext cx="604800" cy="605396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∥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" name="椭圆 7">
                  <a:extLst>
                    <a:ext uri="{FF2B5EF4-FFF2-40B4-BE49-F238E27FC236}">
                      <a16:creationId xmlns:a16="http://schemas.microsoft.com/office/drawing/2014/main" id="{90C32B10-DA93-4C8F-93F0-6DD8C1F7C9A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8224" y="731200"/>
                  <a:ext cx="604800" cy="605396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00921F3E-732D-42B5-8893-F819CFDDDFD9}"/>
                </a:ext>
              </a:extLst>
            </p:cNvPr>
            <p:cNvGrpSpPr/>
            <p:nvPr/>
          </p:nvGrpSpPr>
          <p:grpSpPr>
            <a:xfrm>
              <a:off x="4755954" y="401751"/>
              <a:ext cx="657518" cy="1265433"/>
              <a:chOff x="4389864" y="3001767"/>
              <a:chExt cx="657518" cy="126543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矩形 23">
                    <a:extLst>
                      <a:ext uri="{FF2B5EF4-FFF2-40B4-BE49-F238E27FC236}">
                        <a16:creationId xmlns:a16="http://schemas.microsoft.com/office/drawing/2014/main" id="{EB4EAC8D-6DE2-48F0-8673-CEC63D7598BB}"/>
                      </a:ext>
                    </a:extLst>
                  </p:cNvPr>
                  <p:cNvSpPr/>
                  <p:nvPr/>
                </p:nvSpPr>
                <p:spPr>
                  <a:xfrm>
                    <a:off x="4389864" y="3001767"/>
                    <a:ext cx="657518" cy="854466"/>
                  </a:xfrm>
                  <a:prstGeom prst="rect">
                    <a:avLst/>
                  </a:prstGeom>
                  <a:solidFill>
                    <a:srgbClr val="F8CCB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𝑴</m:t>
                          </m:r>
                        </m:oMath>
                      </m:oMathPara>
                    </a14:m>
                    <a:endParaRPr lang="en-US" altLang="zh-CN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24" name="矩形 23">
                    <a:extLst>
                      <a:ext uri="{FF2B5EF4-FFF2-40B4-BE49-F238E27FC236}">
                        <a16:creationId xmlns:a16="http://schemas.microsoft.com/office/drawing/2014/main" id="{EB4EAC8D-6DE2-48F0-8673-CEC63D7598B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89864" y="3001767"/>
                    <a:ext cx="657518" cy="854466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219F0064-0610-474F-AEDD-CFBCCBFAB32A}"/>
                  </a:ext>
                </a:extLst>
              </p:cNvPr>
              <p:cNvSpPr/>
              <p:nvPr/>
            </p:nvSpPr>
            <p:spPr>
              <a:xfrm>
                <a:off x="4389864" y="3864436"/>
                <a:ext cx="657518" cy="402764"/>
              </a:xfrm>
              <a:prstGeom prst="rect">
                <a:avLst/>
              </a:prstGeom>
              <a:solidFill>
                <a:srgbClr val="FDEFE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id="{61AA95E3-A83F-4670-B7F3-B0E74288F3CC}"/>
                    </a:ext>
                  </a:extLst>
                </p:cNvPr>
                <p:cNvSpPr/>
                <p:nvPr/>
              </p:nvSpPr>
              <p:spPr>
                <a:xfrm>
                  <a:off x="8098292" y="731200"/>
                  <a:ext cx="604800" cy="605396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𝑫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id="{61AA95E3-A83F-4670-B7F3-B0E74288F3C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98292" y="731200"/>
                  <a:ext cx="604800" cy="605396"/>
                </a:xfrm>
                <a:prstGeom prst="ellipse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092930A1-E680-452E-9565-3B209C50AE07}"/>
                    </a:ext>
                  </a:extLst>
                </p:cNvPr>
                <p:cNvSpPr txBox="1"/>
                <p:nvPr/>
              </p:nvSpPr>
              <p:spPr>
                <a:xfrm>
                  <a:off x="8843279" y="1616055"/>
                  <a:ext cx="120306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𝐶𝑜𝑚𝑝𝑎𝑟𝑒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092930A1-E680-452E-9565-3B209C50AE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43279" y="1616055"/>
                  <a:ext cx="1203066" cy="369332"/>
                </a:xfrm>
                <a:prstGeom prst="rect">
                  <a:avLst/>
                </a:prstGeom>
                <a:blipFill>
                  <a:blip r:embed="rId18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250C2204-D6E2-4708-A82C-AFD78F8AB9DD}"/>
                </a:ext>
              </a:extLst>
            </p:cNvPr>
            <p:cNvCxnSpPr>
              <a:cxnSpLocks/>
              <a:stCxn id="6" idx="3"/>
              <a:endCxn id="8" idx="2"/>
            </p:cNvCxnSpPr>
            <p:nvPr/>
          </p:nvCxnSpPr>
          <p:spPr>
            <a:xfrm>
              <a:off x="1240026" y="1033898"/>
              <a:ext cx="203819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8AD17DCF-74F9-4FCE-9395-736906B8FCA1}"/>
                    </a:ext>
                  </a:extLst>
                </p:cNvPr>
                <p:cNvSpPr txBox="1"/>
                <p:nvPr/>
              </p:nvSpPr>
              <p:spPr>
                <a:xfrm>
                  <a:off x="2549696" y="1169970"/>
                  <a:ext cx="5334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8AD17DCF-74F9-4FCE-9395-736906B8FC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49696" y="1169970"/>
                  <a:ext cx="533400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5B3CE343-D864-4A62-82A6-968816BBECC1}"/>
                </a:ext>
              </a:extLst>
            </p:cNvPr>
            <p:cNvCxnSpPr>
              <a:cxnSpLocks/>
              <a:stCxn id="13" idx="2"/>
              <a:endCxn id="7" idx="0"/>
            </p:cNvCxnSpPr>
            <p:nvPr/>
          </p:nvCxnSpPr>
          <p:spPr>
            <a:xfrm>
              <a:off x="2816396" y="1539302"/>
              <a:ext cx="0" cy="44608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连接符: 肘形 14">
              <a:extLst>
                <a:ext uri="{FF2B5EF4-FFF2-40B4-BE49-F238E27FC236}">
                  <a16:creationId xmlns:a16="http://schemas.microsoft.com/office/drawing/2014/main" id="{E86EBAED-E355-461F-BB59-9D9E6336A51E}"/>
                </a:ext>
              </a:extLst>
            </p:cNvPr>
            <p:cNvCxnSpPr>
              <a:cxnSpLocks/>
              <a:stCxn id="6" idx="2"/>
              <a:endCxn id="88" idx="2"/>
            </p:cNvCxnSpPr>
            <p:nvPr/>
          </p:nvCxnSpPr>
          <p:spPr>
            <a:xfrm rot="16200000" flipH="1">
              <a:off x="776053" y="1596345"/>
              <a:ext cx="826954" cy="556526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连接符: 肘形 15">
              <a:extLst>
                <a:ext uri="{FF2B5EF4-FFF2-40B4-BE49-F238E27FC236}">
                  <a16:creationId xmlns:a16="http://schemas.microsoft.com/office/drawing/2014/main" id="{01879E0B-6032-4A96-BF77-43ACF047A9FB}"/>
                </a:ext>
              </a:extLst>
            </p:cNvPr>
            <p:cNvCxnSpPr>
              <a:cxnSpLocks/>
              <a:stCxn id="7" idx="6"/>
              <a:endCxn id="8" idx="4"/>
            </p:cNvCxnSpPr>
            <p:nvPr/>
          </p:nvCxnSpPr>
          <p:spPr>
            <a:xfrm flipV="1">
              <a:off x="3118796" y="1336596"/>
              <a:ext cx="461828" cy="951489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391C8417-22B0-48FE-89BD-60843DE5216B}"/>
                </a:ext>
              </a:extLst>
            </p:cNvPr>
            <p:cNvCxnSpPr>
              <a:cxnSpLocks/>
              <a:stCxn id="8" idx="6"/>
            </p:cNvCxnSpPr>
            <p:nvPr/>
          </p:nvCxnSpPr>
          <p:spPr>
            <a:xfrm flipV="1">
              <a:off x="3883024" y="1032211"/>
              <a:ext cx="891507" cy="168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173CF398-A712-4EA3-9132-15FD1AF2E2E5}"/>
                    </a:ext>
                  </a:extLst>
                </p:cNvPr>
                <p:cNvSpPr txBox="1"/>
                <p:nvPr/>
              </p:nvSpPr>
              <p:spPr>
                <a:xfrm>
                  <a:off x="8133992" y="1616055"/>
                  <a:ext cx="5334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173CF398-A712-4EA3-9132-15FD1AF2E2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33992" y="1616055"/>
                  <a:ext cx="533400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11A56588-6622-43C6-98F5-0F634966BE41}"/>
                </a:ext>
              </a:extLst>
            </p:cNvPr>
            <p:cNvCxnSpPr>
              <a:cxnSpLocks/>
              <a:stCxn id="18" idx="0"/>
              <a:endCxn id="10" idx="4"/>
            </p:cNvCxnSpPr>
            <p:nvPr/>
          </p:nvCxnSpPr>
          <p:spPr>
            <a:xfrm flipV="1">
              <a:off x="8400692" y="1336596"/>
              <a:ext cx="0" cy="27945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连接符: 肘形 19">
              <a:extLst>
                <a:ext uri="{FF2B5EF4-FFF2-40B4-BE49-F238E27FC236}">
                  <a16:creationId xmlns:a16="http://schemas.microsoft.com/office/drawing/2014/main" id="{D84F5A09-74C2-4203-B467-B9590132CE17}"/>
                </a:ext>
              </a:extLst>
            </p:cNvPr>
            <p:cNvCxnSpPr>
              <a:cxnSpLocks/>
              <a:stCxn id="10" idx="6"/>
              <a:endCxn id="11" idx="0"/>
            </p:cNvCxnSpPr>
            <p:nvPr/>
          </p:nvCxnSpPr>
          <p:spPr>
            <a:xfrm>
              <a:off x="8703092" y="1033898"/>
              <a:ext cx="741720" cy="582157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连接符: 肘形 20">
              <a:extLst>
                <a:ext uri="{FF2B5EF4-FFF2-40B4-BE49-F238E27FC236}">
                  <a16:creationId xmlns:a16="http://schemas.microsoft.com/office/drawing/2014/main" id="{2F81862D-16FC-4448-ADBE-7A7BCCE7DD41}"/>
                </a:ext>
              </a:extLst>
            </p:cNvPr>
            <p:cNvCxnSpPr>
              <a:cxnSpLocks/>
              <a:stCxn id="25" idx="3"/>
              <a:endCxn id="96" idx="2"/>
            </p:cNvCxnSpPr>
            <p:nvPr/>
          </p:nvCxnSpPr>
          <p:spPr>
            <a:xfrm>
              <a:off x="5413472" y="1465802"/>
              <a:ext cx="1372435" cy="745902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D10B9F57-65BF-4725-B657-0C00FFB7830E}"/>
                    </a:ext>
                  </a:extLst>
                </p:cNvPr>
                <p:cNvSpPr txBox="1"/>
                <p:nvPr/>
              </p:nvSpPr>
              <p:spPr>
                <a:xfrm>
                  <a:off x="4014320" y="1683900"/>
                  <a:ext cx="20816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</m:t>
                            </m:r>
                            <m:d>
                              <m:dPr>
                                <m:ctrlP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D10B9F57-65BF-4725-B657-0C00FFB783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4320" y="1683900"/>
                  <a:ext cx="2081680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C16E4998-DCCD-4818-8BD5-9E11ED6983D7}"/>
                </a:ext>
              </a:extLst>
            </p:cNvPr>
            <p:cNvCxnSpPr>
              <a:cxnSpLocks/>
              <a:endCxn id="10" idx="2"/>
            </p:cNvCxnSpPr>
            <p:nvPr/>
          </p:nvCxnSpPr>
          <p:spPr>
            <a:xfrm>
              <a:off x="5413472" y="1032211"/>
              <a:ext cx="2684820" cy="168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椭圆 87">
                  <a:extLst>
                    <a:ext uri="{FF2B5EF4-FFF2-40B4-BE49-F238E27FC236}">
                      <a16:creationId xmlns:a16="http://schemas.microsoft.com/office/drawing/2014/main" id="{5D728B1C-555B-422E-9883-FC3BBD6BEDE5}"/>
                    </a:ext>
                  </a:extLst>
                </p:cNvPr>
                <p:cNvSpPr/>
                <p:nvPr/>
              </p:nvSpPr>
              <p:spPr>
                <a:xfrm>
                  <a:off x="1467793" y="1985387"/>
                  <a:ext cx="604800" cy="605396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𝑯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8" name="椭圆 87">
                  <a:extLst>
                    <a:ext uri="{FF2B5EF4-FFF2-40B4-BE49-F238E27FC236}">
                      <a16:creationId xmlns:a16="http://schemas.microsoft.com/office/drawing/2014/main" id="{5D728B1C-555B-422E-9883-FC3BBD6BEDE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7793" y="1985387"/>
                  <a:ext cx="604800" cy="605396"/>
                </a:xfrm>
                <a:prstGeom prst="ellipse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0" name="直接箭头连接符 89">
              <a:extLst>
                <a:ext uri="{FF2B5EF4-FFF2-40B4-BE49-F238E27FC236}">
                  <a16:creationId xmlns:a16="http://schemas.microsoft.com/office/drawing/2014/main" id="{B9D4470A-9A22-4BE4-A6D0-009E08AFAEB4}"/>
                </a:ext>
              </a:extLst>
            </p:cNvPr>
            <p:cNvCxnSpPr>
              <a:cxnSpLocks/>
              <a:stCxn id="88" idx="6"/>
              <a:endCxn id="7" idx="2"/>
            </p:cNvCxnSpPr>
            <p:nvPr/>
          </p:nvCxnSpPr>
          <p:spPr>
            <a:xfrm>
              <a:off x="2072593" y="2288085"/>
              <a:ext cx="44140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椭圆 95">
                  <a:extLst>
                    <a:ext uri="{FF2B5EF4-FFF2-40B4-BE49-F238E27FC236}">
                      <a16:creationId xmlns:a16="http://schemas.microsoft.com/office/drawing/2014/main" id="{D043A312-CF7F-4B06-AB47-311519E3D1E3}"/>
                    </a:ext>
                  </a:extLst>
                </p:cNvPr>
                <p:cNvSpPr/>
                <p:nvPr/>
              </p:nvSpPr>
              <p:spPr>
                <a:xfrm>
                  <a:off x="6785907" y="1909006"/>
                  <a:ext cx="604800" cy="605396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𝑯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96" name="椭圆 95">
                  <a:extLst>
                    <a:ext uri="{FF2B5EF4-FFF2-40B4-BE49-F238E27FC236}">
                      <a16:creationId xmlns:a16="http://schemas.microsoft.com/office/drawing/2014/main" id="{D043A312-CF7F-4B06-AB47-311519E3D1E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5907" y="1909006"/>
                  <a:ext cx="604800" cy="605396"/>
                </a:xfrm>
                <a:prstGeom prst="ellipse">
                  <a:avLst/>
                </a:prstGeom>
                <a:blipFill>
                  <a:blip r:embed="rId2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8" name="连接符: 肘形 97">
              <a:extLst>
                <a:ext uri="{FF2B5EF4-FFF2-40B4-BE49-F238E27FC236}">
                  <a16:creationId xmlns:a16="http://schemas.microsoft.com/office/drawing/2014/main" id="{AC48238D-3BA7-4943-8A5A-5F179943F069}"/>
                </a:ext>
              </a:extLst>
            </p:cNvPr>
            <p:cNvCxnSpPr>
              <a:cxnSpLocks/>
              <a:stCxn id="96" idx="6"/>
              <a:endCxn id="11" idx="2"/>
            </p:cNvCxnSpPr>
            <p:nvPr/>
          </p:nvCxnSpPr>
          <p:spPr>
            <a:xfrm flipV="1">
              <a:off x="7390707" y="1985387"/>
              <a:ext cx="2054105" cy="226317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37D45EE3-F029-4D95-A13B-CD554A64EAF1}"/>
              </a:ext>
            </a:extLst>
          </p:cNvPr>
          <p:cNvGrpSpPr/>
          <p:nvPr/>
        </p:nvGrpSpPr>
        <p:grpSpPr>
          <a:xfrm>
            <a:off x="480903" y="-3287869"/>
            <a:ext cx="9463837" cy="2189032"/>
            <a:chOff x="582508" y="401751"/>
            <a:chExt cx="9463837" cy="21890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矩形 102">
                  <a:extLst>
                    <a:ext uri="{FF2B5EF4-FFF2-40B4-BE49-F238E27FC236}">
                      <a16:creationId xmlns:a16="http://schemas.microsoft.com/office/drawing/2014/main" id="{00FE56D4-E088-4CAB-A50D-A96DE649513B}"/>
                    </a:ext>
                  </a:extLst>
                </p:cNvPr>
                <p:cNvSpPr/>
                <p:nvPr/>
              </p:nvSpPr>
              <p:spPr>
                <a:xfrm>
                  <a:off x="582508" y="606665"/>
                  <a:ext cx="657518" cy="854466"/>
                </a:xfrm>
                <a:prstGeom prst="rect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𝑴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3" name="矩形 102">
                  <a:extLst>
                    <a:ext uri="{FF2B5EF4-FFF2-40B4-BE49-F238E27FC236}">
                      <a16:creationId xmlns:a16="http://schemas.microsoft.com/office/drawing/2014/main" id="{00FE56D4-E088-4CAB-A50D-A96DE64951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508" y="606665"/>
                  <a:ext cx="657518" cy="854466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椭圆 103">
                  <a:extLst>
                    <a:ext uri="{FF2B5EF4-FFF2-40B4-BE49-F238E27FC236}">
                      <a16:creationId xmlns:a16="http://schemas.microsoft.com/office/drawing/2014/main" id="{9458DD42-EA0A-4CE6-B6C9-AC69EB67D46C}"/>
                    </a:ext>
                  </a:extLst>
                </p:cNvPr>
                <p:cNvSpPr/>
                <p:nvPr/>
              </p:nvSpPr>
              <p:spPr>
                <a:xfrm>
                  <a:off x="2513996" y="1985387"/>
                  <a:ext cx="604800" cy="605396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𝑬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4" name="椭圆 103">
                  <a:extLst>
                    <a:ext uri="{FF2B5EF4-FFF2-40B4-BE49-F238E27FC236}">
                      <a16:creationId xmlns:a16="http://schemas.microsoft.com/office/drawing/2014/main" id="{9458DD42-EA0A-4CE6-B6C9-AC69EB67D46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3996" y="1985387"/>
                  <a:ext cx="604800" cy="605396"/>
                </a:xfrm>
                <a:prstGeom prst="ellipse">
                  <a:avLst/>
                </a:prstGeom>
                <a:blipFill>
                  <a:blip r:embed="rId2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椭圆 104">
                  <a:extLst>
                    <a:ext uri="{FF2B5EF4-FFF2-40B4-BE49-F238E27FC236}">
                      <a16:creationId xmlns:a16="http://schemas.microsoft.com/office/drawing/2014/main" id="{7DAE518C-3F12-44F7-8E23-D44527507175}"/>
                    </a:ext>
                  </a:extLst>
                </p:cNvPr>
                <p:cNvSpPr/>
                <p:nvPr/>
              </p:nvSpPr>
              <p:spPr>
                <a:xfrm>
                  <a:off x="3278224" y="731200"/>
                  <a:ext cx="604800" cy="605396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∥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5" name="椭圆 104">
                  <a:extLst>
                    <a:ext uri="{FF2B5EF4-FFF2-40B4-BE49-F238E27FC236}">
                      <a16:creationId xmlns:a16="http://schemas.microsoft.com/office/drawing/2014/main" id="{7DAE518C-3F12-44F7-8E23-D4452750717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8224" y="731200"/>
                  <a:ext cx="604800" cy="605396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6" name="组合 105">
              <a:extLst>
                <a:ext uri="{FF2B5EF4-FFF2-40B4-BE49-F238E27FC236}">
                  <a16:creationId xmlns:a16="http://schemas.microsoft.com/office/drawing/2014/main" id="{99C955D8-C4BD-42CC-928E-AEFF93E68963}"/>
                </a:ext>
              </a:extLst>
            </p:cNvPr>
            <p:cNvGrpSpPr/>
            <p:nvPr/>
          </p:nvGrpSpPr>
          <p:grpSpPr>
            <a:xfrm>
              <a:off x="4755954" y="401751"/>
              <a:ext cx="657518" cy="1265433"/>
              <a:chOff x="4389864" y="3001767"/>
              <a:chExt cx="657518" cy="126543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5" name="矩形 124">
                    <a:extLst>
                      <a:ext uri="{FF2B5EF4-FFF2-40B4-BE49-F238E27FC236}">
                        <a16:creationId xmlns:a16="http://schemas.microsoft.com/office/drawing/2014/main" id="{584C2495-D0F3-4D3C-AA36-1A9F9EB994C2}"/>
                      </a:ext>
                    </a:extLst>
                  </p:cNvPr>
                  <p:cNvSpPr/>
                  <p:nvPr/>
                </p:nvSpPr>
                <p:spPr>
                  <a:xfrm>
                    <a:off x="4389864" y="3001767"/>
                    <a:ext cx="657518" cy="854466"/>
                  </a:xfrm>
                  <a:prstGeom prst="rect">
                    <a:avLst/>
                  </a:prstGeom>
                  <a:solidFill>
                    <a:srgbClr val="F8CCB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𝑴</m:t>
                          </m:r>
                        </m:oMath>
                      </m:oMathPara>
                    </a14:m>
                    <a:endParaRPr lang="en-US" altLang="zh-CN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25" name="矩形 124">
                    <a:extLst>
                      <a:ext uri="{FF2B5EF4-FFF2-40B4-BE49-F238E27FC236}">
                        <a16:creationId xmlns:a16="http://schemas.microsoft.com/office/drawing/2014/main" id="{584C2495-D0F3-4D3C-AA36-1A9F9EB994C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89864" y="3001767"/>
                    <a:ext cx="657518" cy="854466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6" name="矩形 125">
                <a:extLst>
                  <a:ext uri="{FF2B5EF4-FFF2-40B4-BE49-F238E27FC236}">
                    <a16:creationId xmlns:a16="http://schemas.microsoft.com/office/drawing/2014/main" id="{867970BE-FC22-49E0-931A-D039D6E799B0}"/>
                  </a:ext>
                </a:extLst>
              </p:cNvPr>
              <p:cNvSpPr/>
              <p:nvPr/>
            </p:nvSpPr>
            <p:spPr>
              <a:xfrm>
                <a:off x="4389864" y="3864436"/>
                <a:ext cx="657518" cy="402764"/>
              </a:xfrm>
              <a:prstGeom prst="rect">
                <a:avLst/>
              </a:prstGeom>
              <a:solidFill>
                <a:srgbClr val="FDEFE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椭圆 106">
                  <a:extLst>
                    <a:ext uri="{FF2B5EF4-FFF2-40B4-BE49-F238E27FC236}">
                      <a16:creationId xmlns:a16="http://schemas.microsoft.com/office/drawing/2014/main" id="{59B88DFD-C0F3-4B96-BFA8-36D33FFBA48E}"/>
                    </a:ext>
                  </a:extLst>
                </p:cNvPr>
                <p:cNvSpPr/>
                <p:nvPr/>
              </p:nvSpPr>
              <p:spPr>
                <a:xfrm>
                  <a:off x="8098292" y="731200"/>
                  <a:ext cx="604800" cy="605396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𝑫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7" name="椭圆 106">
                  <a:extLst>
                    <a:ext uri="{FF2B5EF4-FFF2-40B4-BE49-F238E27FC236}">
                      <a16:creationId xmlns:a16="http://schemas.microsoft.com/office/drawing/2014/main" id="{59B88DFD-C0F3-4B96-BFA8-36D33FFBA48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98292" y="731200"/>
                  <a:ext cx="604800" cy="605396"/>
                </a:xfrm>
                <a:prstGeom prst="ellipse">
                  <a:avLst/>
                </a:prstGeom>
                <a:blipFill>
                  <a:blip r:embed="rId2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09FD37AC-E958-4A2A-B5ED-A0BFF99DE0CF}"/>
                    </a:ext>
                  </a:extLst>
                </p:cNvPr>
                <p:cNvSpPr txBox="1"/>
                <p:nvPr/>
              </p:nvSpPr>
              <p:spPr>
                <a:xfrm>
                  <a:off x="8843279" y="1616055"/>
                  <a:ext cx="120306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𝐶𝑜𝑚𝑝𝑎𝑟𝑒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09FD37AC-E958-4A2A-B5ED-A0BFF99DE0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43279" y="1616055"/>
                  <a:ext cx="1203066" cy="369332"/>
                </a:xfrm>
                <a:prstGeom prst="rect">
                  <a:avLst/>
                </a:prstGeom>
                <a:blipFill>
                  <a:blip r:embed="rId28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9" name="直接箭头连接符 108">
              <a:extLst>
                <a:ext uri="{FF2B5EF4-FFF2-40B4-BE49-F238E27FC236}">
                  <a16:creationId xmlns:a16="http://schemas.microsoft.com/office/drawing/2014/main" id="{42D09744-D991-49A5-AD6A-D7ACDAE4C648}"/>
                </a:ext>
              </a:extLst>
            </p:cNvPr>
            <p:cNvCxnSpPr>
              <a:cxnSpLocks/>
              <a:stCxn id="103" idx="3"/>
              <a:endCxn id="105" idx="2"/>
            </p:cNvCxnSpPr>
            <p:nvPr/>
          </p:nvCxnSpPr>
          <p:spPr>
            <a:xfrm>
              <a:off x="1240026" y="1033898"/>
              <a:ext cx="203819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文本框 109">
                  <a:extLst>
                    <a:ext uri="{FF2B5EF4-FFF2-40B4-BE49-F238E27FC236}">
                      <a16:creationId xmlns:a16="http://schemas.microsoft.com/office/drawing/2014/main" id="{BB1A6C2A-F7F1-4F22-972F-A45B845950DD}"/>
                    </a:ext>
                  </a:extLst>
                </p:cNvPr>
                <p:cNvSpPr txBox="1"/>
                <p:nvPr/>
              </p:nvSpPr>
              <p:spPr>
                <a:xfrm>
                  <a:off x="2549696" y="1169970"/>
                  <a:ext cx="5334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𝑆𝐾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0" name="文本框 109">
                  <a:extLst>
                    <a:ext uri="{FF2B5EF4-FFF2-40B4-BE49-F238E27FC236}">
                      <a16:creationId xmlns:a16="http://schemas.microsoft.com/office/drawing/2014/main" id="{BB1A6C2A-F7F1-4F22-972F-A45B845950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49696" y="1169970"/>
                  <a:ext cx="533400" cy="369332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1" name="直接箭头连接符 110">
              <a:extLst>
                <a:ext uri="{FF2B5EF4-FFF2-40B4-BE49-F238E27FC236}">
                  <a16:creationId xmlns:a16="http://schemas.microsoft.com/office/drawing/2014/main" id="{84563EBF-07BE-416E-8836-15846EE0EAD8}"/>
                </a:ext>
              </a:extLst>
            </p:cNvPr>
            <p:cNvCxnSpPr>
              <a:cxnSpLocks/>
              <a:stCxn id="110" idx="2"/>
              <a:endCxn id="104" idx="0"/>
            </p:cNvCxnSpPr>
            <p:nvPr/>
          </p:nvCxnSpPr>
          <p:spPr>
            <a:xfrm>
              <a:off x="2816396" y="1539302"/>
              <a:ext cx="0" cy="44608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连接符: 肘形 111">
              <a:extLst>
                <a:ext uri="{FF2B5EF4-FFF2-40B4-BE49-F238E27FC236}">
                  <a16:creationId xmlns:a16="http://schemas.microsoft.com/office/drawing/2014/main" id="{400E8A77-E01C-439F-9F7A-19F5A73F6E4D}"/>
                </a:ext>
              </a:extLst>
            </p:cNvPr>
            <p:cNvCxnSpPr>
              <a:cxnSpLocks/>
              <a:stCxn id="103" idx="2"/>
              <a:endCxn id="121" idx="2"/>
            </p:cNvCxnSpPr>
            <p:nvPr/>
          </p:nvCxnSpPr>
          <p:spPr>
            <a:xfrm rot="16200000" flipH="1">
              <a:off x="776053" y="1596345"/>
              <a:ext cx="826954" cy="556526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连接符: 肘形 112">
              <a:extLst>
                <a:ext uri="{FF2B5EF4-FFF2-40B4-BE49-F238E27FC236}">
                  <a16:creationId xmlns:a16="http://schemas.microsoft.com/office/drawing/2014/main" id="{8A70C6ED-453C-44FF-B5BF-70621DE335CA}"/>
                </a:ext>
              </a:extLst>
            </p:cNvPr>
            <p:cNvCxnSpPr>
              <a:cxnSpLocks/>
              <a:stCxn id="104" idx="6"/>
              <a:endCxn id="105" idx="4"/>
            </p:cNvCxnSpPr>
            <p:nvPr/>
          </p:nvCxnSpPr>
          <p:spPr>
            <a:xfrm flipV="1">
              <a:off x="3118796" y="1336596"/>
              <a:ext cx="461828" cy="951489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箭头连接符 113">
              <a:extLst>
                <a:ext uri="{FF2B5EF4-FFF2-40B4-BE49-F238E27FC236}">
                  <a16:creationId xmlns:a16="http://schemas.microsoft.com/office/drawing/2014/main" id="{EEAE84D1-06F3-4B90-A2B7-E5E508CB2919}"/>
                </a:ext>
              </a:extLst>
            </p:cNvPr>
            <p:cNvCxnSpPr>
              <a:cxnSpLocks/>
              <a:stCxn id="105" idx="6"/>
            </p:cNvCxnSpPr>
            <p:nvPr/>
          </p:nvCxnSpPr>
          <p:spPr>
            <a:xfrm flipV="1">
              <a:off x="3883024" y="1032211"/>
              <a:ext cx="891507" cy="168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DAC6FB5B-2970-4AA8-A137-CE420BEA2357}"/>
                    </a:ext>
                  </a:extLst>
                </p:cNvPr>
                <p:cNvSpPr txBox="1"/>
                <p:nvPr/>
              </p:nvSpPr>
              <p:spPr>
                <a:xfrm>
                  <a:off x="8133992" y="1616055"/>
                  <a:ext cx="5334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𝑃𝐾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DAC6FB5B-2970-4AA8-A137-CE420BEA23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33992" y="1616055"/>
                  <a:ext cx="533400" cy="369332"/>
                </a:xfrm>
                <a:prstGeom prst="rect">
                  <a:avLst/>
                </a:prstGeom>
                <a:blipFill>
                  <a:blip r:embed="rId30"/>
                  <a:stretch>
                    <a:fillRect r="-114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6" name="直接箭头连接符 115">
              <a:extLst>
                <a:ext uri="{FF2B5EF4-FFF2-40B4-BE49-F238E27FC236}">
                  <a16:creationId xmlns:a16="http://schemas.microsoft.com/office/drawing/2014/main" id="{E8D78265-D03D-447F-98A9-F626C18A7253}"/>
                </a:ext>
              </a:extLst>
            </p:cNvPr>
            <p:cNvCxnSpPr>
              <a:cxnSpLocks/>
              <a:stCxn id="115" idx="0"/>
              <a:endCxn id="107" idx="4"/>
            </p:cNvCxnSpPr>
            <p:nvPr/>
          </p:nvCxnSpPr>
          <p:spPr>
            <a:xfrm flipV="1">
              <a:off x="8400692" y="1336596"/>
              <a:ext cx="0" cy="27945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连接符: 肘形 116">
              <a:extLst>
                <a:ext uri="{FF2B5EF4-FFF2-40B4-BE49-F238E27FC236}">
                  <a16:creationId xmlns:a16="http://schemas.microsoft.com/office/drawing/2014/main" id="{239EE6ED-D7CA-45F9-A248-35B6EA747699}"/>
                </a:ext>
              </a:extLst>
            </p:cNvPr>
            <p:cNvCxnSpPr>
              <a:cxnSpLocks/>
              <a:stCxn id="107" idx="6"/>
              <a:endCxn id="108" idx="0"/>
            </p:cNvCxnSpPr>
            <p:nvPr/>
          </p:nvCxnSpPr>
          <p:spPr>
            <a:xfrm>
              <a:off x="8703092" y="1033898"/>
              <a:ext cx="741720" cy="582157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连接符: 肘形 117">
              <a:extLst>
                <a:ext uri="{FF2B5EF4-FFF2-40B4-BE49-F238E27FC236}">
                  <a16:creationId xmlns:a16="http://schemas.microsoft.com/office/drawing/2014/main" id="{08717129-5BD4-491C-A8E1-D17886B1E404}"/>
                </a:ext>
              </a:extLst>
            </p:cNvPr>
            <p:cNvCxnSpPr>
              <a:cxnSpLocks/>
              <a:stCxn id="126" idx="3"/>
              <a:endCxn id="123" idx="2"/>
            </p:cNvCxnSpPr>
            <p:nvPr/>
          </p:nvCxnSpPr>
          <p:spPr>
            <a:xfrm>
              <a:off x="5413472" y="1465802"/>
              <a:ext cx="1372435" cy="745902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61382AC7-9B76-4509-8D7F-ADF71287F154}"/>
                    </a:ext>
                  </a:extLst>
                </p:cNvPr>
                <p:cNvSpPr txBox="1"/>
                <p:nvPr/>
              </p:nvSpPr>
              <p:spPr>
                <a:xfrm>
                  <a:off x="4014320" y="1683900"/>
                  <a:ext cx="2081680" cy="40421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𝑆𝐾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</m:t>
                            </m:r>
                            <m:d>
                              <m:dPr>
                                <m:ctrlP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61382AC7-9B76-4509-8D7F-ADF71287F1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4320" y="1683900"/>
                  <a:ext cx="2081680" cy="404213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0" name="直接箭头连接符 119">
              <a:extLst>
                <a:ext uri="{FF2B5EF4-FFF2-40B4-BE49-F238E27FC236}">
                  <a16:creationId xmlns:a16="http://schemas.microsoft.com/office/drawing/2014/main" id="{C7BAF82A-5990-46A0-8D30-757D3E55B03C}"/>
                </a:ext>
              </a:extLst>
            </p:cNvPr>
            <p:cNvCxnSpPr>
              <a:cxnSpLocks/>
              <a:endCxn id="107" idx="2"/>
            </p:cNvCxnSpPr>
            <p:nvPr/>
          </p:nvCxnSpPr>
          <p:spPr>
            <a:xfrm>
              <a:off x="5413472" y="1032211"/>
              <a:ext cx="2684820" cy="168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椭圆 120">
                  <a:extLst>
                    <a:ext uri="{FF2B5EF4-FFF2-40B4-BE49-F238E27FC236}">
                      <a16:creationId xmlns:a16="http://schemas.microsoft.com/office/drawing/2014/main" id="{46DA8236-C9DB-44A3-B3F9-DFF0C125BA50}"/>
                    </a:ext>
                  </a:extLst>
                </p:cNvPr>
                <p:cNvSpPr/>
                <p:nvPr/>
              </p:nvSpPr>
              <p:spPr>
                <a:xfrm>
                  <a:off x="1467793" y="1985387"/>
                  <a:ext cx="604800" cy="605396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𝑯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21" name="椭圆 120">
                  <a:extLst>
                    <a:ext uri="{FF2B5EF4-FFF2-40B4-BE49-F238E27FC236}">
                      <a16:creationId xmlns:a16="http://schemas.microsoft.com/office/drawing/2014/main" id="{46DA8236-C9DB-44A3-B3F9-DFF0C125BA5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7793" y="1985387"/>
                  <a:ext cx="604800" cy="605396"/>
                </a:xfrm>
                <a:prstGeom prst="ellipse">
                  <a:avLst/>
                </a:prstGeom>
                <a:blipFill>
                  <a:blip r:embed="rId3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2" name="直接箭头连接符 121">
              <a:extLst>
                <a:ext uri="{FF2B5EF4-FFF2-40B4-BE49-F238E27FC236}">
                  <a16:creationId xmlns:a16="http://schemas.microsoft.com/office/drawing/2014/main" id="{F831333A-F200-4B17-9F7E-BD1AC58DE327}"/>
                </a:ext>
              </a:extLst>
            </p:cNvPr>
            <p:cNvCxnSpPr>
              <a:cxnSpLocks/>
              <a:stCxn id="121" idx="6"/>
              <a:endCxn id="104" idx="2"/>
            </p:cNvCxnSpPr>
            <p:nvPr/>
          </p:nvCxnSpPr>
          <p:spPr>
            <a:xfrm>
              <a:off x="2072593" y="2288085"/>
              <a:ext cx="44140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椭圆 122">
                  <a:extLst>
                    <a:ext uri="{FF2B5EF4-FFF2-40B4-BE49-F238E27FC236}">
                      <a16:creationId xmlns:a16="http://schemas.microsoft.com/office/drawing/2014/main" id="{496A64F2-C919-4046-946D-3511A553AF93}"/>
                    </a:ext>
                  </a:extLst>
                </p:cNvPr>
                <p:cNvSpPr/>
                <p:nvPr/>
              </p:nvSpPr>
              <p:spPr>
                <a:xfrm>
                  <a:off x="6785907" y="1909006"/>
                  <a:ext cx="604800" cy="605396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𝑯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23" name="椭圆 122">
                  <a:extLst>
                    <a:ext uri="{FF2B5EF4-FFF2-40B4-BE49-F238E27FC236}">
                      <a16:creationId xmlns:a16="http://schemas.microsoft.com/office/drawing/2014/main" id="{496A64F2-C919-4046-946D-3511A553AF9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5907" y="1909006"/>
                  <a:ext cx="604800" cy="605396"/>
                </a:xfrm>
                <a:prstGeom prst="ellipse">
                  <a:avLst/>
                </a:prstGeom>
                <a:blipFill>
                  <a:blip r:embed="rId3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4" name="连接符: 肘形 123">
              <a:extLst>
                <a:ext uri="{FF2B5EF4-FFF2-40B4-BE49-F238E27FC236}">
                  <a16:creationId xmlns:a16="http://schemas.microsoft.com/office/drawing/2014/main" id="{A0213CAE-45DA-4B9C-A471-87EE54D58D67}"/>
                </a:ext>
              </a:extLst>
            </p:cNvPr>
            <p:cNvCxnSpPr>
              <a:cxnSpLocks/>
              <a:stCxn id="123" idx="6"/>
              <a:endCxn id="108" idx="2"/>
            </p:cNvCxnSpPr>
            <p:nvPr/>
          </p:nvCxnSpPr>
          <p:spPr>
            <a:xfrm flipV="1">
              <a:off x="7390707" y="1985387"/>
              <a:ext cx="2054105" cy="226317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组合 251">
            <a:extLst>
              <a:ext uri="{FF2B5EF4-FFF2-40B4-BE49-F238E27FC236}">
                <a16:creationId xmlns:a16="http://schemas.microsoft.com/office/drawing/2014/main" id="{A7D54F15-80DF-4B7B-A905-A2E2458B3D32}"/>
              </a:ext>
            </a:extLst>
          </p:cNvPr>
          <p:cNvGrpSpPr/>
          <p:nvPr/>
        </p:nvGrpSpPr>
        <p:grpSpPr>
          <a:xfrm>
            <a:off x="463408" y="-922916"/>
            <a:ext cx="9463837" cy="2189032"/>
            <a:chOff x="463408" y="-823448"/>
            <a:chExt cx="9463837" cy="21890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矩形 127">
                  <a:extLst>
                    <a:ext uri="{FF2B5EF4-FFF2-40B4-BE49-F238E27FC236}">
                      <a16:creationId xmlns:a16="http://schemas.microsoft.com/office/drawing/2014/main" id="{C201AEB0-5F67-4DEB-A278-451A4BCB82A1}"/>
                    </a:ext>
                  </a:extLst>
                </p:cNvPr>
                <p:cNvSpPr/>
                <p:nvPr/>
              </p:nvSpPr>
              <p:spPr>
                <a:xfrm>
                  <a:off x="463408" y="-618534"/>
                  <a:ext cx="657518" cy="854466"/>
                </a:xfrm>
                <a:prstGeom prst="rect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𝑴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28" name="矩形 127">
                  <a:extLst>
                    <a:ext uri="{FF2B5EF4-FFF2-40B4-BE49-F238E27FC236}">
                      <a16:creationId xmlns:a16="http://schemas.microsoft.com/office/drawing/2014/main" id="{C201AEB0-5F67-4DEB-A278-451A4BCB82A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3408" y="-618534"/>
                  <a:ext cx="657518" cy="854466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椭圆 128">
                  <a:extLst>
                    <a:ext uri="{FF2B5EF4-FFF2-40B4-BE49-F238E27FC236}">
                      <a16:creationId xmlns:a16="http://schemas.microsoft.com/office/drawing/2014/main" id="{A77C52D0-78AA-4F68-94D3-1B3154F9DC88}"/>
                    </a:ext>
                  </a:extLst>
                </p:cNvPr>
                <p:cNvSpPr/>
                <p:nvPr/>
              </p:nvSpPr>
              <p:spPr>
                <a:xfrm>
                  <a:off x="2001196" y="760188"/>
                  <a:ext cx="604800" cy="605396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𝑬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29" name="椭圆 128">
                  <a:extLst>
                    <a:ext uri="{FF2B5EF4-FFF2-40B4-BE49-F238E27FC236}">
                      <a16:creationId xmlns:a16="http://schemas.microsoft.com/office/drawing/2014/main" id="{A77C52D0-78AA-4F68-94D3-1B3154F9DC8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1196" y="760188"/>
                  <a:ext cx="604800" cy="605396"/>
                </a:xfrm>
                <a:prstGeom prst="ellipse">
                  <a:avLst/>
                </a:prstGeom>
                <a:blipFill>
                  <a:blip r:embed="rId3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椭圆 129">
                  <a:extLst>
                    <a:ext uri="{FF2B5EF4-FFF2-40B4-BE49-F238E27FC236}">
                      <a16:creationId xmlns:a16="http://schemas.microsoft.com/office/drawing/2014/main" id="{1B9B45AD-2615-424E-BDEC-1EEF5BBBFD53}"/>
                    </a:ext>
                  </a:extLst>
                </p:cNvPr>
                <p:cNvSpPr/>
                <p:nvPr/>
              </p:nvSpPr>
              <p:spPr>
                <a:xfrm>
                  <a:off x="2536824" y="-493999"/>
                  <a:ext cx="604800" cy="605396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∥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30" name="椭圆 129">
                  <a:extLst>
                    <a:ext uri="{FF2B5EF4-FFF2-40B4-BE49-F238E27FC236}">
                      <a16:creationId xmlns:a16="http://schemas.microsoft.com/office/drawing/2014/main" id="{1B9B45AD-2615-424E-BDEC-1EEF5BBBFD5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6824" y="-493999"/>
                  <a:ext cx="604800" cy="605396"/>
                </a:xfrm>
                <a:prstGeom prst="ellipse">
                  <a:avLst/>
                </a:prstGeom>
                <a:blipFill>
                  <a:blip r:embed="rId3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31" name="组合 130">
              <a:extLst>
                <a:ext uri="{FF2B5EF4-FFF2-40B4-BE49-F238E27FC236}">
                  <a16:creationId xmlns:a16="http://schemas.microsoft.com/office/drawing/2014/main" id="{E56784EC-27E6-4FBC-8ABF-4BE4A660208A}"/>
                </a:ext>
              </a:extLst>
            </p:cNvPr>
            <p:cNvGrpSpPr/>
            <p:nvPr/>
          </p:nvGrpSpPr>
          <p:grpSpPr>
            <a:xfrm>
              <a:off x="6706954" y="-823448"/>
              <a:ext cx="657518" cy="1265433"/>
              <a:chOff x="4389864" y="3001767"/>
              <a:chExt cx="657518" cy="126543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0" name="矩形 149">
                    <a:extLst>
                      <a:ext uri="{FF2B5EF4-FFF2-40B4-BE49-F238E27FC236}">
                        <a16:creationId xmlns:a16="http://schemas.microsoft.com/office/drawing/2014/main" id="{B3E51BD6-7098-4700-9745-35ECC5552B81}"/>
                      </a:ext>
                    </a:extLst>
                  </p:cNvPr>
                  <p:cNvSpPr/>
                  <p:nvPr/>
                </p:nvSpPr>
                <p:spPr>
                  <a:xfrm>
                    <a:off x="4389864" y="3001767"/>
                    <a:ext cx="657518" cy="854466"/>
                  </a:xfrm>
                  <a:prstGeom prst="rect">
                    <a:avLst/>
                  </a:prstGeom>
                  <a:solidFill>
                    <a:srgbClr val="F8CCB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𝑴</m:t>
                          </m:r>
                        </m:oMath>
                      </m:oMathPara>
                    </a14:m>
                    <a:endParaRPr lang="en-US" altLang="zh-CN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50" name="矩形 149">
                    <a:extLst>
                      <a:ext uri="{FF2B5EF4-FFF2-40B4-BE49-F238E27FC236}">
                        <a16:creationId xmlns:a16="http://schemas.microsoft.com/office/drawing/2014/main" id="{B3E51BD6-7098-4700-9745-35ECC5552B8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89864" y="3001767"/>
                    <a:ext cx="657518" cy="854466"/>
                  </a:xfrm>
                  <a:prstGeom prst="rect">
                    <a:avLst/>
                  </a:prstGeom>
                  <a:blipFill>
                    <a:blip r:embed="rId37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51" name="矩形 150">
                <a:extLst>
                  <a:ext uri="{FF2B5EF4-FFF2-40B4-BE49-F238E27FC236}">
                    <a16:creationId xmlns:a16="http://schemas.microsoft.com/office/drawing/2014/main" id="{E50EBB43-03D3-41A6-91BC-C8504997D3E3}"/>
                  </a:ext>
                </a:extLst>
              </p:cNvPr>
              <p:cNvSpPr/>
              <p:nvPr/>
            </p:nvSpPr>
            <p:spPr>
              <a:xfrm>
                <a:off x="4389864" y="3864436"/>
                <a:ext cx="657518" cy="402764"/>
              </a:xfrm>
              <a:prstGeom prst="rect">
                <a:avLst/>
              </a:prstGeom>
              <a:solidFill>
                <a:srgbClr val="FDEFE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椭圆 131">
                  <a:extLst>
                    <a:ext uri="{FF2B5EF4-FFF2-40B4-BE49-F238E27FC236}">
                      <a16:creationId xmlns:a16="http://schemas.microsoft.com/office/drawing/2014/main" id="{95BDFAAA-B5CA-4CF4-81F1-36D28211C235}"/>
                    </a:ext>
                  </a:extLst>
                </p:cNvPr>
                <p:cNvSpPr/>
                <p:nvPr/>
              </p:nvSpPr>
              <p:spPr>
                <a:xfrm>
                  <a:off x="8233192" y="-493999"/>
                  <a:ext cx="604800" cy="605396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𝑫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32" name="椭圆 131">
                  <a:extLst>
                    <a:ext uri="{FF2B5EF4-FFF2-40B4-BE49-F238E27FC236}">
                      <a16:creationId xmlns:a16="http://schemas.microsoft.com/office/drawing/2014/main" id="{95BDFAAA-B5CA-4CF4-81F1-36D28211C23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3192" y="-493999"/>
                  <a:ext cx="604800" cy="605396"/>
                </a:xfrm>
                <a:prstGeom prst="ellipse">
                  <a:avLst/>
                </a:prstGeom>
                <a:blipFill>
                  <a:blip r:embed="rId3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A0F79057-242F-42C0-ACEA-7119ED3BD1E2}"/>
                    </a:ext>
                  </a:extLst>
                </p:cNvPr>
                <p:cNvSpPr txBox="1"/>
                <p:nvPr/>
              </p:nvSpPr>
              <p:spPr>
                <a:xfrm>
                  <a:off x="8724179" y="390856"/>
                  <a:ext cx="120306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𝐶𝑜𝑚𝑝𝑎𝑟𝑒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A0F79057-242F-42C0-ACEA-7119ED3BD1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24179" y="390856"/>
                  <a:ext cx="1203066" cy="369332"/>
                </a:xfrm>
                <a:prstGeom prst="rect">
                  <a:avLst/>
                </a:prstGeom>
                <a:blipFill>
                  <a:blip r:embed="rId39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4" name="直接箭头连接符 133">
              <a:extLst>
                <a:ext uri="{FF2B5EF4-FFF2-40B4-BE49-F238E27FC236}">
                  <a16:creationId xmlns:a16="http://schemas.microsoft.com/office/drawing/2014/main" id="{CA1822F7-295F-41F0-ADED-FE4A2D3D46BF}"/>
                </a:ext>
              </a:extLst>
            </p:cNvPr>
            <p:cNvCxnSpPr>
              <a:cxnSpLocks/>
              <a:stCxn id="128" idx="3"/>
              <a:endCxn id="130" idx="2"/>
            </p:cNvCxnSpPr>
            <p:nvPr/>
          </p:nvCxnSpPr>
          <p:spPr>
            <a:xfrm>
              <a:off x="1120926" y="-191301"/>
              <a:ext cx="141589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1F123FC0-A49E-45CB-AB7E-1FE2DABC5ED9}"/>
                    </a:ext>
                  </a:extLst>
                </p:cNvPr>
                <p:cNvSpPr txBox="1"/>
                <p:nvPr/>
              </p:nvSpPr>
              <p:spPr>
                <a:xfrm>
                  <a:off x="2036896" y="-55229"/>
                  <a:ext cx="5334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𝑆𝐾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1F123FC0-A49E-45CB-AB7E-1FE2DABC5E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6896" y="-55229"/>
                  <a:ext cx="533400" cy="369332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6" name="直接箭头连接符 135">
              <a:extLst>
                <a:ext uri="{FF2B5EF4-FFF2-40B4-BE49-F238E27FC236}">
                  <a16:creationId xmlns:a16="http://schemas.microsoft.com/office/drawing/2014/main" id="{64906A57-2AEA-4EF4-A7E4-F7C0A5034DD5}"/>
                </a:ext>
              </a:extLst>
            </p:cNvPr>
            <p:cNvCxnSpPr>
              <a:cxnSpLocks/>
              <a:stCxn id="135" idx="2"/>
              <a:endCxn id="129" idx="0"/>
            </p:cNvCxnSpPr>
            <p:nvPr/>
          </p:nvCxnSpPr>
          <p:spPr>
            <a:xfrm>
              <a:off x="2303596" y="314103"/>
              <a:ext cx="0" cy="44608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连接符: 肘形 136">
              <a:extLst>
                <a:ext uri="{FF2B5EF4-FFF2-40B4-BE49-F238E27FC236}">
                  <a16:creationId xmlns:a16="http://schemas.microsoft.com/office/drawing/2014/main" id="{A5681DBE-70D0-4D09-9969-41DC08BCCCE5}"/>
                </a:ext>
              </a:extLst>
            </p:cNvPr>
            <p:cNvCxnSpPr>
              <a:cxnSpLocks/>
              <a:stCxn id="128" idx="2"/>
              <a:endCxn id="146" idx="2"/>
            </p:cNvCxnSpPr>
            <p:nvPr/>
          </p:nvCxnSpPr>
          <p:spPr>
            <a:xfrm rot="16200000" flipH="1">
              <a:off x="517253" y="510846"/>
              <a:ext cx="826954" cy="277126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连接符: 肘形 137">
              <a:extLst>
                <a:ext uri="{FF2B5EF4-FFF2-40B4-BE49-F238E27FC236}">
                  <a16:creationId xmlns:a16="http://schemas.microsoft.com/office/drawing/2014/main" id="{3164E14A-27DE-4C98-AF7C-3B862C0380AC}"/>
                </a:ext>
              </a:extLst>
            </p:cNvPr>
            <p:cNvCxnSpPr>
              <a:cxnSpLocks/>
              <a:stCxn id="129" idx="6"/>
              <a:endCxn id="130" idx="4"/>
            </p:cNvCxnSpPr>
            <p:nvPr/>
          </p:nvCxnSpPr>
          <p:spPr>
            <a:xfrm flipV="1">
              <a:off x="2605996" y="111397"/>
              <a:ext cx="233228" cy="951489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箭头连接符 138">
              <a:extLst>
                <a:ext uri="{FF2B5EF4-FFF2-40B4-BE49-F238E27FC236}">
                  <a16:creationId xmlns:a16="http://schemas.microsoft.com/office/drawing/2014/main" id="{B2AD995A-7E43-4FF4-AFAA-C9940FEDD799}"/>
                </a:ext>
              </a:extLst>
            </p:cNvPr>
            <p:cNvCxnSpPr>
              <a:cxnSpLocks/>
              <a:stCxn id="130" idx="6"/>
              <a:endCxn id="152" idx="2"/>
            </p:cNvCxnSpPr>
            <p:nvPr/>
          </p:nvCxnSpPr>
          <p:spPr>
            <a:xfrm flipV="1">
              <a:off x="3141624" y="-192988"/>
              <a:ext cx="369249" cy="168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59BE66C7-3568-4AA0-8E89-0BAB8D615522}"/>
                    </a:ext>
                  </a:extLst>
                </p:cNvPr>
                <p:cNvSpPr txBox="1"/>
                <p:nvPr/>
              </p:nvSpPr>
              <p:spPr>
                <a:xfrm>
                  <a:off x="8268892" y="390856"/>
                  <a:ext cx="5334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𝑃𝐾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59BE66C7-3568-4AA0-8E89-0BAB8D6155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68892" y="390856"/>
                  <a:ext cx="533400" cy="369332"/>
                </a:xfrm>
                <a:prstGeom prst="rect">
                  <a:avLst/>
                </a:prstGeom>
                <a:blipFill>
                  <a:blip r:embed="rId41"/>
                  <a:stretch>
                    <a:fillRect r="-11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1" name="直接箭头连接符 140">
              <a:extLst>
                <a:ext uri="{FF2B5EF4-FFF2-40B4-BE49-F238E27FC236}">
                  <a16:creationId xmlns:a16="http://schemas.microsoft.com/office/drawing/2014/main" id="{D00C7D6E-ADA7-48F5-AAB8-389455241226}"/>
                </a:ext>
              </a:extLst>
            </p:cNvPr>
            <p:cNvCxnSpPr>
              <a:cxnSpLocks/>
              <a:stCxn id="140" idx="0"/>
              <a:endCxn id="132" idx="4"/>
            </p:cNvCxnSpPr>
            <p:nvPr/>
          </p:nvCxnSpPr>
          <p:spPr>
            <a:xfrm flipV="1">
              <a:off x="8535592" y="111397"/>
              <a:ext cx="0" cy="27945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连接符: 肘形 141">
              <a:extLst>
                <a:ext uri="{FF2B5EF4-FFF2-40B4-BE49-F238E27FC236}">
                  <a16:creationId xmlns:a16="http://schemas.microsoft.com/office/drawing/2014/main" id="{12EED2D3-F539-4C82-81B4-3D8055797165}"/>
                </a:ext>
              </a:extLst>
            </p:cNvPr>
            <p:cNvCxnSpPr>
              <a:cxnSpLocks/>
              <a:stCxn id="132" idx="6"/>
              <a:endCxn id="133" idx="0"/>
            </p:cNvCxnSpPr>
            <p:nvPr/>
          </p:nvCxnSpPr>
          <p:spPr>
            <a:xfrm>
              <a:off x="8837992" y="-191301"/>
              <a:ext cx="487720" cy="582157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连接符: 肘形 142">
              <a:extLst>
                <a:ext uri="{FF2B5EF4-FFF2-40B4-BE49-F238E27FC236}">
                  <a16:creationId xmlns:a16="http://schemas.microsoft.com/office/drawing/2014/main" id="{7AC0C270-C628-4907-A5CE-CCEA0E5926A1}"/>
                </a:ext>
              </a:extLst>
            </p:cNvPr>
            <p:cNvCxnSpPr>
              <a:cxnSpLocks/>
              <a:stCxn id="151" idx="3"/>
              <a:endCxn id="148" idx="2"/>
            </p:cNvCxnSpPr>
            <p:nvPr/>
          </p:nvCxnSpPr>
          <p:spPr>
            <a:xfrm>
              <a:off x="7364472" y="240603"/>
              <a:ext cx="432635" cy="745902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文本框 143">
                  <a:extLst>
                    <a:ext uri="{FF2B5EF4-FFF2-40B4-BE49-F238E27FC236}">
                      <a16:creationId xmlns:a16="http://schemas.microsoft.com/office/drawing/2014/main" id="{EAC271F5-6579-4403-A0C6-35681DE13206}"/>
                    </a:ext>
                  </a:extLst>
                </p:cNvPr>
                <p:cNvSpPr txBox="1"/>
                <p:nvPr/>
              </p:nvSpPr>
              <p:spPr>
                <a:xfrm>
                  <a:off x="5915007" y="484811"/>
                  <a:ext cx="2081680" cy="40421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𝑆𝐾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</m:t>
                            </m:r>
                            <m:d>
                              <m:dPr>
                                <m:ctrlP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4" name="文本框 143">
                  <a:extLst>
                    <a:ext uri="{FF2B5EF4-FFF2-40B4-BE49-F238E27FC236}">
                      <a16:creationId xmlns:a16="http://schemas.microsoft.com/office/drawing/2014/main" id="{EAC271F5-6579-4403-A0C6-35681DE132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15007" y="484811"/>
                  <a:ext cx="2081680" cy="404213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5" name="直接箭头连接符 144">
              <a:extLst>
                <a:ext uri="{FF2B5EF4-FFF2-40B4-BE49-F238E27FC236}">
                  <a16:creationId xmlns:a16="http://schemas.microsoft.com/office/drawing/2014/main" id="{FE7C9378-DBFB-4F14-953E-614EAE1B9A6C}"/>
                </a:ext>
              </a:extLst>
            </p:cNvPr>
            <p:cNvCxnSpPr>
              <a:cxnSpLocks/>
              <a:endCxn id="132" idx="2"/>
            </p:cNvCxnSpPr>
            <p:nvPr/>
          </p:nvCxnSpPr>
          <p:spPr>
            <a:xfrm flipV="1">
              <a:off x="7364472" y="-191301"/>
              <a:ext cx="868720" cy="807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椭圆 145">
                  <a:extLst>
                    <a:ext uri="{FF2B5EF4-FFF2-40B4-BE49-F238E27FC236}">
                      <a16:creationId xmlns:a16="http://schemas.microsoft.com/office/drawing/2014/main" id="{002AFC4C-AA84-42EB-B8F8-04102936EF6F}"/>
                    </a:ext>
                  </a:extLst>
                </p:cNvPr>
                <p:cNvSpPr/>
                <p:nvPr/>
              </p:nvSpPr>
              <p:spPr>
                <a:xfrm>
                  <a:off x="1069293" y="760188"/>
                  <a:ext cx="604800" cy="605396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𝑯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46" name="椭圆 145">
                  <a:extLst>
                    <a:ext uri="{FF2B5EF4-FFF2-40B4-BE49-F238E27FC236}">
                      <a16:creationId xmlns:a16="http://schemas.microsoft.com/office/drawing/2014/main" id="{002AFC4C-AA84-42EB-B8F8-04102936EF6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9293" y="760188"/>
                  <a:ext cx="604800" cy="605396"/>
                </a:xfrm>
                <a:prstGeom prst="ellipse">
                  <a:avLst/>
                </a:prstGeom>
                <a:blipFill>
                  <a:blip r:embed="rId4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7" name="直接箭头连接符 146">
              <a:extLst>
                <a:ext uri="{FF2B5EF4-FFF2-40B4-BE49-F238E27FC236}">
                  <a16:creationId xmlns:a16="http://schemas.microsoft.com/office/drawing/2014/main" id="{CAC27F20-2DC3-4673-804C-F7E29B1BFDBB}"/>
                </a:ext>
              </a:extLst>
            </p:cNvPr>
            <p:cNvCxnSpPr>
              <a:cxnSpLocks/>
              <a:stCxn id="146" idx="6"/>
              <a:endCxn id="129" idx="2"/>
            </p:cNvCxnSpPr>
            <p:nvPr/>
          </p:nvCxnSpPr>
          <p:spPr>
            <a:xfrm>
              <a:off x="1674093" y="1062886"/>
              <a:ext cx="32710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椭圆 147">
                  <a:extLst>
                    <a:ext uri="{FF2B5EF4-FFF2-40B4-BE49-F238E27FC236}">
                      <a16:creationId xmlns:a16="http://schemas.microsoft.com/office/drawing/2014/main" id="{FB946A3F-4772-4136-86A4-588E7CFDA933}"/>
                    </a:ext>
                  </a:extLst>
                </p:cNvPr>
                <p:cNvSpPr/>
                <p:nvPr/>
              </p:nvSpPr>
              <p:spPr>
                <a:xfrm>
                  <a:off x="7797107" y="683807"/>
                  <a:ext cx="604800" cy="605396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𝑯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48" name="椭圆 147">
                  <a:extLst>
                    <a:ext uri="{FF2B5EF4-FFF2-40B4-BE49-F238E27FC236}">
                      <a16:creationId xmlns:a16="http://schemas.microsoft.com/office/drawing/2014/main" id="{FB946A3F-4772-4136-86A4-588E7CFDA93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97107" y="683807"/>
                  <a:ext cx="604800" cy="605396"/>
                </a:xfrm>
                <a:prstGeom prst="ellipse">
                  <a:avLst/>
                </a:prstGeom>
                <a:blipFill>
                  <a:blip r:embed="rId4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9" name="连接符: 肘形 148">
              <a:extLst>
                <a:ext uri="{FF2B5EF4-FFF2-40B4-BE49-F238E27FC236}">
                  <a16:creationId xmlns:a16="http://schemas.microsoft.com/office/drawing/2014/main" id="{A12918A9-7CEB-45C2-BF71-79EDC1B73539}"/>
                </a:ext>
              </a:extLst>
            </p:cNvPr>
            <p:cNvCxnSpPr>
              <a:cxnSpLocks/>
              <a:stCxn id="148" idx="6"/>
              <a:endCxn id="133" idx="2"/>
            </p:cNvCxnSpPr>
            <p:nvPr/>
          </p:nvCxnSpPr>
          <p:spPr>
            <a:xfrm flipV="1">
              <a:off x="8401907" y="760188"/>
              <a:ext cx="923805" cy="226317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椭圆 151">
                  <a:extLst>
                    <a:ext uri="{FF2B5EF4-FFF2-40B4-BE49-F238E27FC236}">
                      <a16:creationId xmlns:a16="http://schemas.microsoft.com/office/drawing/2014/main" id="{A62BB0A3-54A1-4413-A8AA-7BF073EAE27D}"/>
                    </a:ext>
                  </a:extLst>
                </p:cNvPr>
                <p:cNvSpPr/>
                <p:nvPr/>
              </p:nvSpPr>
              <p:spPr>
                <a:xfrm>
                  <a:off x="3510873" y="-495686"/>
                  <a:ext cx="604800" cy="605396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𝑬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52" name="椭圆 151">
                  <a:extLst>
                    <a:ext uri="{FF2B5EF4-FFF2-40B4-BE49-F238E27FC236}">
                      <a16:creationId xmlns:a16="http://schemas.microsoft.com/office/drawing/2014/main" id="{A62BB0A3-54A1-4413-A8AA-7BF073EAE27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0873" y="-495686"/>
                  <a:ext cx="604800" cy="605396"/>
                </a:xfrm>
                <a:prstGeom prst="ellipse">
                  <a:avLst/>
                </a:prstGeom>
                <a:blipFill>
                  <a:blip r:embed="rId4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文本框 153">
                  <a:extLst>
                    <a:ext uri="{FF2B5EF4-FFF2-40B4-BE49-F238E27FC236}">
                      <a16:creationId xmlns:a16="http://schemas.microsoft.com/office/drawing/2014/main" id="{1EA7C9D5-A39C-442C-A35D-1E010180970E}"/>
                    </a:ext>
                  </a:extLst>
                </p:cNvPr>
                <p:cNvSpPr txBox="1"/>
                <p:nvPr/>
              </p:nvSpPr>
              <p:spPr>
                <a:xfrm>
                  <a:off x="3540577" y="390856"/>
                  <a:ext cx="5334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4" name="文本框 153">
                  <a:extLst>
                    <a:ext uri="{FF2B5EF4-FFF2-40B4-BE49-F238E27FC236}">
                      <a16:creationId xmlns:a16="http://schemas.microsoft.com/office/drawing/2014/main" id="{1EA7C9D5-A39C-442C-A35D-1E01018097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0577" y="390856"/>
                  <a:ext cx="533400" cy="369332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5" name="直接箭头连接符 154">
              <a:extLst>
                <a:ext uri="{FF2B5EF4-FFF2-40B4-BE49-F238E27FC236}">
                  <a16:creationId xmlns:a16="http://schemas.microsoft.com/office/drawing/2014/main" id="{B629FFC4-D6EF-4DF3-B481-4D6CDBED2EE3}"/>
                </a:ext>
              </a:extLst>
            </p:cNvPr>
            <p:cNvCxnSpPr>
              <a:cxnSpLocks/>
              <a:stCxn id="154" idx="0"/>
            </p:cNvCxnSpPr>
            <p:nvPr/>
          </p:nvCxnSpPr>
          <p:spPr>
            <a:xfrm flipV="1">
              <a:off x="3807277" y="111398"/>
              <a:ext cx="0" cy="27945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箭头连接符 155">
              <a:extLst>
                <a:ext uri="{FF2B5EF4-FFF2-40B4-BE49-F238E27FC236}">
                  <a16:creationId xmlns:a16="http://schemas.microsoft.com/office/drawing/2014/main" id="{09963629-F099-4C85-B566-984180A00372}"/>
                </a:ext>
              </a:extLst>
            </p:cNvPr>
            <p:cNvCxnSpPr>
              <a:cxnSpLocks/>
              <a:stCxn id="152" idx="6"/>
            </p:cNvCxnSpPr>
            <p:nvPr/>
          </p:nvCxnSpPr>
          <p:spPr>
            <a:xfrm>
              <a:off x="4115673" y="-192988"/>
              <a:ext cx="51141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椭圆 161">
                  <a:extLst>
                    <a:ext uri="{FF2B5EF4-FFF2-40B4-BE49-F238E27FC236}">
                      <a16:creationId xmlns:a16="http://schemas.microsoft.com/office/drawing/2014/main" id="{5AE11FB3-8047-4340-B7AD-22810697D566}"/>
                    </a:ext>
                  </a:extLst>
                </p:cNvPr>
                <p:cNvSpPr/>
                <p:nvPr/>
              </p:nvSpPr>
              <p:spPr>
                <a:xfrm>
                  <a:off x="5682788" y="-495686"/>
                  <a:ext cx="604800" cy="605396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𝑫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62" name="椭圆 161">
                  <a:extLst>
                    <a:ext uri="{FF2B5EF4-FFF2-40B4-BE49-F238E27FC236}">
                      <a16:creationId xmlns:a16="http://schemas.microsoft.com/office/drawing/2014/main" id="{5AE11FB3-8047-4340-B7AD-22810697D56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2788" y="-495686"/>
                  <a:ext cx="604800" cy="605396"/>
                </a:xfrm>
                <a:prstGeom prst="ellipse">
                  <a:avLst/>
                </a:prstGeom>
                <a:blipFill>
                  <a:blip r:embed="rId4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3" name="直接箭头连接符 162">
              <a:extLst>
                <a:ext uri="{FF2B5EF4-FFF2-40B4-BE49-F238E27FC236}">
                  <a16:creationId xmlns:a16="http://schemas.microsoft.com/office/drawing/2014/main" id="{06DC0828-82F1-48CC-AF44-396C17D78DCB}"/>
                </a:ext>
              </a:extLst>
            </p:cNvPr>
            <p:cNvCxnSpPr>
              <a:cxnSpLocks/>
              <a:endCxn id="162" idx="4"/>
            </p:cNvCxnSpPr>
            <p:nvPr/>
          </p:nvCxnSpPr>
          <p:spPr>
            <a:xfrm flipV="1">
              <a:off x="5985188" y="109710"/>
              <a:ext cx="0" cy="27945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矩形 163">
              <a:extLst>
                <a:ext uri="{FF2B5EF4-FFF2-40B4-BE49-F238E27FC236}">
                  <a16:creationId xmlns:a16="http://schemas.microsoft.com/office/drawing/2014/main" id="{88EEACD2-0819-4F25-88E4-CBB091CBCD93}"/>
                </a:ext>
              </a:extLst>
            </p:cNvPr>
            <p:cNvSpPr/>
            <p:nvPr/>
          </p:nvSpPr>
          <p:spPr>
            <a:xfrm>
              <a:off x="4627083" y="-823448"/>
              <a:ext cx="657518" cy="1269722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E81EC246-853B-4A60-B668-9E7BCF6F2153}"/>
                    </a:ext>
                  </a:extLst>
                </p:cNvPr>
                <p:cNvSpPr txBox="1"/>
                <p:nvPr/>
              </p:nvSpPr>
              <p:spPr>
                <a:xfrm>
                  <a:off x="3647273" y="730932"/>
                  <a:ext cx="2428764" cy="5048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altLang="zh-CN" i="1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</a:rPr>
                              <m:t> ∥</m:t>
                            </m:r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rgbClr val="D74514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rgbClr val="D74514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rgbClr val="D7451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rgbClr val="D7451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𝑆𝐾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rgbClr val="D7451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i="1">
                                    <a:solidFill>
                                      <a:srgbClr val="D74514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solidFill>
                                      <a:srgbClr val="D74514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  <m:d>
                                  <m:dPr>
                                    <m:ctrlPr>
                                      <a:rPr lang="en-US" altLang="zh-CN" i="1">
                                        <a:solidFill>
                                          <a:srgbClr val="D74514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solidFill>
                                          <a:srgbClr val="D74514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</m:oMath>
                    </m:oMathPara>
                  </a14:m>
                  <a:endParaRPr lang="zh-CN" altLang="en-US" dirty="0">
                    <a:solidFill>
                      <a:srgbClr val="D74514"/>
                    </a:solidFill>
                  </a:endParaRPr>
                </a:p>
              </p:txBody>
            </p:sp>
          </mc:Choice>
          <mc:Fallback xmlns="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E81EC246-853B-4A60-B668-9E7BCF6F21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7273" y="730932"/>
                  <a:ext cx="2428764" cy="504818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A51C1B14-57B0-42DC-A4BB-52A820B504D6}"/>
                    </a:ext>
                  </a:extLst>
                </p:cNvPr>
                <p:cNvSpPr txBox="1"/>
                <p:nvPr/>
              </p:nvSpPr>
              <p:spPr>
                <a:xfrm>
                  <a:off x="5727695" y="390856"/>
                  <a:ext cx="5334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A51C1B14-57B0-42DC-A4BB-52A820B504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27695" y="390856"/>
                  <a:ext cx="533400" cy="369332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7" name="直接箭头连接符 166">
              <a:extLst>
                <a:ext uri="{FF2B5EF4-FFF2-40B4-BE49-F238E27FC236}">
                  <a16:creationId xmlns:a16="http://schemas.microsoft.com/office/drawing/2014/main" id="{F1863E69-6C81-44E1-B036-C8D860A43D2C}"/>
                </a:ext>
              </a:extLst>
            </p:cNvPr>
            <p:cNvCxnSpPr>
              <a:cxnSpLocks/>
              <a:stCxn id="164" idx="3"/>
              <a:endCxn id="162" idx="2"/>
            </p:cNvCxnSpPr>
            <p:nvPr/>
          </p:nvCxnSpPr>
          <p:spPr>
            <a:xfrm flipV="1">
              <a:off x="5284601" y="-192988"/>
              <a:ext cx="398187" cy="440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直接箭头连接符 169">
              <a:extLst>
                <a:ext uri="{FF2B5EF4-FFF2-40B4-BE49-F238E27FC236}">
                  <a16:creationId xmlns:a16="http://schemas.microsoft.com/office/drawing/2014/main" id="{14FED5FA-24F7-43C0-BD27-5E29005E0DA8}"/>
                </a:ext>
              </a:extLst>
            </p:cNvPr>
            <p:cNvCxnSpPr>
              <a:cxnSpLocks/>
              <a:stCxn id="162" idx="6"/>
            </p:cNvCxnSpPr>
            <p:nvPr/>
          </p:nvCxnSpPr>
          <p:spPr>
            <a:xfrm flipV="1">
              <a:off x="6287588" y="-193387"/>
              <a:ext cx="396714" cy="39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组合 208">
            <a:extLst>
              <a:ext uri="{FF2B5EF4-FFF2-40B4-BE49-F238E27FC236}">
                <a16:creationId xmlns:a16="http://schemas.microsoft.com/office/drawing/2014/main" id="{C2D656AE-2EE4-4D16-8754-064C19B55B4D}"/>
              </a:ext>
            </a:extLst>
          </p:cNvPr>
          <p:cNvGrpSpPr/>
          <p:nvPr/>
        </p:nvGrpSpPr>
        <p:grpSpPr>
          <a:xfrm>
            <a:off x="480903" y="1442037"/>
            <a:ext cx="9463837" cy="2189032"/>
            <a:chOff x="461853" y="3102554"/>
            <a:chExt cx="9463837" cy="21890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5" name="矩形 174">
                  <a:extLst>
                    <a:ext uri="{FF2B5EF4-FFF2-40B4-BE49-F238E27FC236}">
                      <a16:creationId xmlns:a16="http://schemas.microsoft.com/office/drawing/2014/main" id="{9C33BCDD-EDF7-4875-9551-2E11E109FA60}"/>
                    </a:ext>
                  </a:extLst>
                </p:cNvPr>
                <p:cNvSpPr/>
                <p:nvPr/>
              </p:nvSpPr>
              <p:spPr>
                <a:xfrm>
                  <a:off x="461853" y="3307468"/>
                  <a:ext cx="657518" cy="854466"/>
                </a:xfrm>
                <a:prstGeom prst="rect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𝑴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75" name="矩形 174">
                  <a:extLst>
                    <a:ext uri="{FF2B5EF4-FFF2-40B4-BE49-F238E27FC236}">
                      <a16:creationId xmlns:a16="http://schemas.microsoft.com/office/drawing/2014/main" id="{9C33BCDD-EDF7-4875-9551-2E11E109FA6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1853" y="3307468"/>
                  <a:ext cx="657518" cy="854466"/>
                </a:xfrm>
                <a:prstGeom prst="rect">
                  <a:avLst/>
                </a:prstGeom>
                <a:blipFill>
                  <a:blip r:embed="rId5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椭圆 175">
                  <a:extLst>
                    <a:ext uri="{FF2B5EF4-FFF2-40B4-BE49-F238E27FC236}">
                      <a16:creationId xmlns:a16="http://schemas.microsoft.com/office/drawing/2014/main" id="{4FB71378-D407-4B7A-8616-98631E620E1E}"/>
                    </a:ext>
                  </a:extLst>
                </p:cNvPr>
                <p:cNvSpPr/>
                <p:nvPr/>
              </p:nvSpPr>
              <p:spPr>
                <a:xfrm>
                  <a:off x="2393341" y="4686190"/>
                  <a:ext cx="604800" cy="605396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𝑯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76" name="椭圆 175">
                  <a:extLst>
                    <a:ext uri="{FF2B5EF4-FFF2-40B4-BE49-F238E27FC236}">
                      <a16:creationId xmlns:a16="http://schemas.microsoft.com/office/drawing/2014/main" id="{4FB71378-D407-4B7A-8616-98631E620E1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3341" y="4686190"/>
                  <a:ext cx="604800" cy="605396"/>
                </a:xfrm>
                <a:prstGeom prst="ellipse">
                  <a:avLst/>
                </a:prstGeom>
                <a:blipFill>
                  <a:blip r:embed="rId5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椭圆 176">
                  <a:extLst>
                    <a:ext uri="{FF2B5EF4-FFF2-40B4-BE49-F238E27FC236}">
                      <a16:creationId xmlns:a16="http://schemas.microsoft.com/office/drawing/2014/main" id="{E16D598D-E674-4871-9193-A34140C399C8}"/>
                    </a:ext>
                  </a:extLst>
                </p:cNvPr>
                <p:cNvSpPr/>
                <p:nvPr/>
              </p:nvSpPr>
              <p:spPr>
                <a:xfrm>
                  <a:off x="3157569" y="3432003"/>
                  <a:ext cx="604800" cy="605396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∥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77" name="椭圆 176">
                  <a:extLst>
                    <a:ext uri="{FF2B5EF4-FFF2-40B4-BE49-F238E27FC236}">
                      <a16:creationId xmlns:a16="http://schemas.microsoft.com/office/drawing/2014/main" id="{E16D598D-E674-4871-9193-A34140C399C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7569" y="3432003"/>
                  <a:ext cx="604800" cy="605396"/>
                </a:xfrm>
                <a:prstGeom prst="ellipse">
                  <a:avLst/>
                </a:prstGeom>
                <a:blipFill>
                  <a:blip r:embed="rId5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8" name="组合 177">
              <a:extLst>
                <a:ext uri="{FF2B5EF4-FFF2-40B4-BE49-F238E27FC236}">
                  <a16:creationId xmlns:a16="http://schemas.microsoft.com/office/drawing/2014/main" id="{6CE536CB-2AB8-4615-9F41-D83A163FF97C}"/>
                </a:ext>
              </a:extLst>
            </p:cNvPr>
            <p:cNvGrpSpPr/>
            <p:nvPr/>
          </p:nvGrpSpPr>
          <p:grpSpPr>
            <a:xfrm>
              <a:off x="4635299" y="3102554"/>
              <a:ext cx="657518" cy="1265433"/>
              <a:chOff x="4389864" y="3001767"/>
              <a:chExt cx="657518" cy="126543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7" name="矩形 196">
                    <a:extLst>
                      <a:ext uri="{FF2B5EF4-FFF2-40B4-BE49-F238E27FC236}">
                        <a16:creationId xmlns:a16="http://schemas.microsoft.com/office/drawing/2014/main" id="{99A027DC-4E86-4CF3-953D-43EDBA4B5E91}"/>
                      </a:ext>
                    </a:extLst>
                  </p:cNvPr>
                  <p:cNvSpPr/>
                  <p:nvPr/>
                </p:nvSpPr>
                <p:spPr>
                  <a:xfrm>
                    <a:off x="4389864" y="3001767"/>
                    <a:ext cx="657518" cy="854466"/>
                  </a:xfrm>
                  <a:prstGeom prst="rect">
                    <a:avLst/>
                  </a:prstGeom>
                  <a:solidFill>
                    <a:srgbClr val="F8CCB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𝑴</m:t>
                          </m:r>
                        </m:oMath>
                      </m:oMathPara>
                    </a14:m>
                    <a:endParaRPr lang="en-US" altLang="zh-CN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97" name="矩形 196">
                    <a:extLst>
                      <a:ext uri="{FF2B5EF4-FFF2-40B4-BE49-F238E27FC236}">
                        <a16:creationId xmlns:a16="http://schemas.microsoft.com/office/drawing/2014/main" id="{99A027DC-4E86-4CF3-953D-43EDBA4B5E9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89864" y="3001767"/>
                    <a:ext cx="657518" cy="854466"/>
                  </a:xfrm>
                  <a:prstGeom prst="rect">
                    <a:avLst/>
                  </a:prstGeom>
                  <a:blipFill>
                    <a:blip r:embed="rId53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8" name="矩形 197">
                <a:extLst>
                  <a:ext uri="{FF2B5EF4-FFF2-40B4-BE49-F238E27FC236}">
                    <a16:creationId xmlns:a16="http://schemas.microsoft.com/office/drawing/2014/main" id="{F51F7DE3-2193-426F-9203-C8896A19635A}"/>
                  </a:ext>
                </a:extLst>
              </p:cNvPr>
              <p:cNvSpPr/>
              <p:nvPr/>
            </p:nvSpPr>
            <p:spPr>
              <a:xfrm>
                <a:off x="4389864" y="3864436"/>
                <a:ext cx="657518" cy="402764"/>
              </a:xfrm>
              <a:prstGeom prst="rect">
                <a:avLst/>
              </a:prstGeom>
              <a:solidFill>
                <a:srgbClr val="FDEFE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9" name="椭圆 178">
                  <a:extLst>
                    <a:ext uri="{FF2B5EF4-FFF2-40B4-BE49-F238E27FC236}">
                      <a16:creationId xmlns:a16="http://schemas.microsoft.com/office/drawing/2014/main" id="{ECAE85CD-4338-4C16-A78D-5D65E3BB7E77}"/>
                    </a:ext>
                  </a:extLst>
                </p:cNvPr>
                <p:cNvSpPr/>
                <p:nvPr/>
              </p:nvSpPr>
              <p:spPr>
                <a:xfrm>
                  <a:off x="7977637" y="3432003"/>
                  <a:ext cx="604800" cy="605396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𝑯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79" name="椭圆 178">
                  <a:extLst>
                    <a:ext uri="{FF2B5EF4-FFF2-40B4-BE49-F238E27FC236}">
                      <a16:creationId xmlns:a16="http://schemas.microsoft.com/office/drawing/2014/main" id="{ECAE85CD-4338-4C16-A78D-5D65E3BB7E7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77637" y="3432003"/>
                  <a:ext cx="604800" cy="605396"/>
                </a:xfrm>
                <a:prstGeom prst="ellipse">
                  <a:avLst/>
                </a:prstGeom>
                <a:blipFill>
                  <a:blip r:embed="rId5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0" name="文本框 179">
                  <a:extLst>
                    <a:ext uri="{FF2B5EF4-FFF2-40B4-BE49-F238E27FC236}">
                      <a16:creationId xmlns:a16="http://schemas.microsoft.com/office/drawing/2014/main" id="{5F3B6B1A-AD48-4597-9FB4-AF939C01E9A1}"/>
                    </a:ext>
                  </a:extLst>
                </p:cNvPr>
                <p:cNvSpPr txBox="1"/>
                <p:nvPr/>
              </p:nvSpPr>
              <p:spPr>
                <a:xfrm>
                  <a:off x="8722624" y="4316858"/>
                  <a:ext cx="120306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𝐶𝑜𝑚𝑝𝑎𝑟𝑒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0" name="文本框 179">
                  <a:extLst>
                    <a:ext uri="{FF2B5EF4-FFF2-40B4-BE49-F238E27FC236}">
                      <a16:creationId xmlns:a16="http://schemas.microsoft.com/office/drawing/2014/main" id="{5F3B6B1A-AD48-4597-9FB4-AF939C01E9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22624" y="4316858"/>
                  <a:ext cx="1203066" cy="369332"/>
                </a:xfrm>
                <a:prstGeom prst="rect">
                  <a:avLst/>
                </a:prstGeom>
                <a:blipFill>
                  <a:blip r:embed="rId55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1" name="直接箭头连接符 180">
              <a:extLst>
                <a:ext uri="{FF2B5EF4-FFF2-40B4-BE49-F238E27FC236}">
                  <a16:creationId xmlns:a16="http://schemas.microsoft.com/office/drawing/2014/main" id="{182A394D-ED8A-4057-9E3A-383D46EEE579}"/>
                </a:ext>
              </a:extLst>
            </p:cNvPr>
            <p:cNvCxnSpPr>
              <a:cxnSpLocks/>
              <a:stCxn id="175" idx="3"/>
              <a:endCxn id="177" idx="2"/>
            </p:cNvCxnSpPr>
            <p:nvPr/>
          </p:nvCxnSpPr>
          <p:spPr>
            <a:xfrm>
              <a:off x="1119371" y="3734701"/>
              <a:ext cx="203819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文本框 181">
                  <a:extLst>
                    <a:ext uri="{FF2B5EF4-FFF2-40B4-BE49-F238E27FC236}">
                      <a16:creationId xmlns:a16="http://schemas.microsoft.com/office/drawing/2014/main" id="{E7271869-F268-4911-8E5B-264BE6B79BE4}"/>
                    </a:ext>
                  </a:extLst>
                </p:cNvPr>
                <p:cNvSpPr txBox="1"/>
                <p:nvPr/>
              </p:nvSpPr>
              <p:spPr>
                <a:xfrm>
                  <a:off x="1381379" y="3862532"/>
                  <a:ext cx="5334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2" name="文本框 181">
                  <a:extLst>
                    <a:ext uri="{FF2B5EF4-FFF2-40B4-BE49-F238E27FC236}">
                      <a16:creationId xmlns:a16="http://schemas.microsoft.com/office/drawing/2014/main" id="{E7271869-F268-4911-8E5B-264BE6B79B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81379" y="3862532"/>
                  <a:ext cx="533400" cy="369332"/>
                </a:xfrm>
                <a:prstGeom prst="rect">
                  <a:avLst/>
                </a:prstGeom>
                <a:blipFill>
                  <a:blip r:embed="rId5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3" name="直接箭头连接符 182">
              <a:extLst>
                <a:ext uri="{FF2B5EF4-FFF2-40B4-BE49-F238E27FC236}">
                  <a16:creationId xmlns:a16="http://schemas.microsoft.com/office/drawing/2014/main" id="{6EBA77E4-BD8F-4686-A8F3-78AE0840E553}"/>
                </a:ext>
              </a:extLst>
            </p:cNvPr>
            <p:cNvCxnSpPr>
              <a:cxnSpLocks/>
              <a:stCxn id="182" idx="2"/>
            </p:cNvCxnSpPr>
            <p:nvPr/>
          </p:nvCxnSpPr>
          <p:spPr>
            <a:xfrm>
              <a:off x="1648079" y="4231864"/>
              <a:ext cx="0" cy="44608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连接符: 肘形 183">
              <a:extLst>
                <a:ext uri="{FF2B5EF4-FFF2-40B4-BE49-F238E27FC236}">
                  <a16:creationId xmlns:a16="http://schemas.microsoft.com/office/drawing/2014/main" id="{863895E5-E300-4CE7-92FB-2E4B20D42EB6}"/>
                </a:ext>
              </a:extLst>
            </p:cNvPr>
            <p:cNvCxnSpPr>
              <a:cxnSpLocks/>
              <a:stCxn id="175" idx="2"/>
              <a:endCxn id="193" idx="2"/>
            </p:cNvCxnSpPr>
            <p:nvPr/>
          </p:nvCxnSpPr>
          <p:spPr>
            <a:xfrm rot="16200000" flipH="1">
              <a:off x="655398" y="4297148"/>
              <a:ext cx="826954" cy="556526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连接符: 肘形 184">
              <a:extLst>
                <a:ext uri="{FF2B5EF4-FFF2-40B4-BE49-F238E27FC236}">
                  <a16:creationId xmlns:a16="http://schemas.microsoft.com/office/drawing/2014/main" id="{7BE82606-56FD-4F0B-BE21-FD1916416AF2}"/>
                </a:ext>
              </a:extLst>
            </p:cNvPr>
            <p:cNvCxnSpPr>
              <a:cxnSpLocks/>
              <a:stCxn id="176" idx="6"/>
              <a:endCxn id="177" idx="4"/>
            </p:cNvCxnSpPr>
            <p:nvPr/>
          </p:nvCxnSpPr>
          <p:spPr>
            <a:xfrm flipV="1">
              <a:off x="2998141" y="4037399"/>
              <a:ext cx="461828" cy="951489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直接箭头连接符 185">
              <a:extLst>
                <a:ext uri="{FF2B5EF4-FFF2-40B4-BE49-F238E27FC236}">
                  <a16:creationId xmlns:a16="http://schemas.microsoft.com/office/drawing/2014/main" id="{6BB784C8-C3B3-4047-9789-A6C8A52F5982}"/>
                </a:ext>
              </a:extLst>
            </p:cNvPr>
            <p:cNvCxnSpPr>
              <a:cxnSpLocks/>
              <a:stCxn id="177" idx="6"/>
            </p:cNvCxnSpPr>
            <p:nvPr/>
          </p:nvCxnSpPr>
          <p:spPr>
            <a:xfrm flipV="1">
              <a:off x="3762369" y="3733014"/>
              <a:ext cx="891507" cy="168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7" name="文本框 186">
                  <a:extLst>
                    <a:ext uri="{FF2B5EF4-FFF2-40B4-BE49-F238E27FC236}">
                      <a16:creationId xmlns:a16="http://schemas.microsoft.com/office/drawing/2014/main" id="{635B3BEB-1D5B-4C95-A515-543EE0AD8D0F}"/>
                    </a:ext>
                  </a:extLst>
                </p:cNvPr>
                <p:cNvSpPr txBox="1"/>
                <p:nvPr/>
              </p:nvSpPr>
              <p:spPr>
                <a:xfrm>
                  <a:off x="6705237" y="4316858"/>
                  <a:ext cx="5334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7" name="文本框 186">
                  <a:extLst>
                    <a:ext uri="{FF2B5EF4-FFF2-40B4-BE49-F238E27FC236}">
                      <a16:creationId xmlns:a16="http://schemas.microsoft.com/office/drawing/2014/main" id="{635B3BEB-1D5B-4C95-A515-543EE0AD8D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05237" y="4316858"/>
                  <a:ext cx="533400" cy="369332"/>
                </a:xfrm>
                <a:prstGeom prst="rect">
                  <a:avLst/>
                </a:prstGeom>
                <a:blipFill>
                  <a:blip r:embed="rId5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8" name="直接箭头连接符 187">
              <a:extLst>
                <a:ext uri="{FF2B5EF4-FFF2-40B4-BE49-F238E27FC236}">
                  <a16:creationId xmlns:a16="http://schemas.microsoft.com/office/drawing/2014/main" id="{E8FA0DDE-28AA-4578-B84E-46E259C3A652}"/>
                </a:ext>
              </a:extLst>
            </p:cNvPr>
            <p:cNvCxnSpPr>
              <a:cxnSpLocks/>
              <a:stCxn id="187" idx="0"/>
            </p:cNvCxnSpPr>
            <p:nvPr/>
          </p:nvCxnSpPr>
          <p:spPr>
            <a:xfrm flipV="1">
              <a:off x="6971937" y="4037400"/>
              <a:ext cx="0" cy="27945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连接符: 肘形 188">
              <a:extLst>
                <a:ext uri="{FF2B5EF4-FFF2-40B4-BE49-F238E27FC236}">
                  <a16:creationId xmlns:a16="http://schemas.microsoft.com/office/drawing/2014/main" id="{E889ABEA-888F-4149-8C7E-6FCF2FEED913}"/>
                </a:ext>
              </a:extLst>
            </p:cNvPr>
            <p:cNvCxnSpPr>
              <a:cxnSpLocks/>
              <a:stCxn id="179" idx="6"/>
              <a:endCxn id="180" idx="0"/>
            </p:cNvCxnSpPr>
            <p:nvPr/>
          </p:nvCxnSpPr>
          <p:spPr>
            <a:xfrm>
              <a:off x="8582437" y="3734701"/>
              <a:ext cx="741720" cy="582157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连接符: 肘形 189">
              <a:extLst>
                <a:ext uri="{FF2B5EF4-FFF2-40B4-BE49-F238E27FC236}">
                  <a16:creationId xmlns:a16="http://schemas.microsoft.com/office/drawing/2014/main" id="{A8340DEB-3ADC-4198-B643-380800A28462}"/>
                </a:ext>
              </a:extLst>
            </p:cNvPr>
            <p:cNvCxnSpPr>
              <a:cxnSpLocks/>
              <a:stCxn id="198" idx="3"/>
              <a:endCxn id="180" idx="2"/>
            </p:cNvCxnSpPr>
            <p:nvPr/>
          </p:nvCxnSpPr>
          <p:spPr>
            <a:xfrm>
              <a:off x="5292817" y="4166605"/>
              <a:ext cx="4031340" cy="519585"/>
            </a:xfrm>
            <a:prstGeom prst="bentConnector4">
              <a:avLst>
                <a:gd name="adj1" fmla="val 21747"/>
                <a:gd name="adj2" fmla="val 143997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1" name="文本框 190">
                  <a:extLst>
                    <a:ext uri="{FF2B5EF4-FFF2-40B4-BE49-F238E27FC236}">
                      <a16:creationId xmlns:a16="http://schemas.microsoft.com/office/drawing/2014/main" id="{EB95D133-2C65-439F-81B3-22984AC2D6E0}"/>
                    </a:ext>
                  </a:extLst>
                </p:cNvPr>
                <p:cNvSpPr txBox="1"/>
                <p:nvPr/>
              </p:nvSpPr>
              <p:spPr>
                <a:xfrm>
                  <a:off x="3893665" y="4384703"/>
                  <a:ext cx="20816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</m:t>
                            </m:r>
                            <m:d>
                              <m:dPr>
                                <m:ctrlP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1" name="文本框 190">
                  <a:extLst>
                    <a:ext uri="{FF2B5EF4-FFF2-40B4-BE49-F238E27FC236}">
                      <a16:creationId xmlns:a16="http://schemas.microsoft.com/office/drawing/2014/main" id="{EB95D133-2C65-439F-81B3-22984AC2D6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93665" y="4384703"/>
                  <a:ext cx="2081680" cy="369332"/>
                </a:xfrm>
                <a:prstGeom prst="rect">
                  <a:avLst/>
                </a:prstGeom>
                <a:blipFill>
                  <a:blip r:embed="rId5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2" name="直接箭头连接符 191">
              <a:extLst>
                <a:ext uri="{FF2B5EF4-FFF2-40B4-BE49-F238E27FC236}">
                  <a16:creationId xmlns:a16="http://schemas.microsoft.com/office/drawing/2014/main" id="{68FC1C0C-9EE2-443C-883D-AEC9710129D0}"/>
                </a:ext>
              </a:extLst>
            </p:cNvPr>
            <p:cNvCxnSpPr>
              <a:cxnSpLocks/>
              <a:endCxn id="202" idx="2"/>
            </p:cNvCxnSpPr>
            <p:nvPr/>
          </p:nvCxnSpPr>
          <p:spPr>
            <a:xfrm flipV="1">
              <a:off x="5292817" y="3735781"/>
              <a:ext cx="1372435" cy="993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3" name="椭圆 192">
                  <a:extLst>
                    <a:ext uri="{FF2B5EF4-FFF2-40B4-BE49-F238E27FC236}">
                      <a16:creationId xmlns:a16="http://schemas.microsoft.com/office/drawing/2014/main" id="{D113CA84-707F-4138-BB79-4939A92A28CC}"/>
                    </a:ext>
                  </a:extLst>
                </p:cNvPr>
                <p:cNvSpPr/>
                <p:nvPr/>
              </p:nvSpPr>
              <p:spPr>
                <a:xfrm>
                  <a:off x="1347138" y="4686190"/>
                  <a:ext cx="604800" cy="605396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1" i="1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∥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93" name="椭圆 192">
                  <a:extLst>
                    <a:ext uri="{FF2B5EF4-FFF2-40B4-BE49-F238E27FC236}">
                      <a16:creationId xmlns:a16="http://schemas.microsoft.com/office/drawing/2014/main" id="{D113CA84-707F-4138-BB79-4939A92A28C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47138" y="4686190"/>
                  <a:ext cx="604800" cy="605396"/>
                </a:xfrm>
                <a:prstGeom prst="ellipse">
                  <a:avLst/>
                </a:prstGeom>
                <a:blipFill>
                  <a:blip r:embed="rId5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4" name="直接箭头连接符 193">
              <a:extLst>
                <a:ext uri="{FF2B5EF4-FFF2-40B4-BE49-F238E27FC236}">
                  <a16:creationId xmlns:a16="http://schemas.microsoft.com/office/drawing/2014/main" id="{6E6008EE-E4D3-4BB7-A104-4700456052A8}"/>
                </a:ext>
              </a:extLst>
            </p:cNvPr>
            <p:cNvCxnSpPr>
              <a:cxnSpLocks/>
              <a:stCxn id="193" idx="6"/>
              <a:endCxn id="176" idx="2"/>
            </p:cNvCxnSpPr>
            <p:nvPr/>
          </p:nvCxnSpPr>
          <p:spPr>
            <a:xfrm>
              <a:off x="1951938" y="4988888"/>
              <a:ext cx="44140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2" name="椭圆 201">
                  <a:extLst>
                    <a:ext uri="{FF2B5EF4-FFF2-40B4-BE49-F238E27FC236}">
                      <a16:creationId xmlns:a16="http://schemas.microsoft.com/office/drawing/2014/main" id="{D0D7B42C-4BCF-438A-AFEF-7B8F62CE2C5C}"/>
                    </a:ext>
                  </a:extLst>
                </p:cNvPr>
                <p:cNvSpPr/>
                <p:nvPr/>
              </p:nvSpPr>
              <p:spPr>
                <a:xfrm>
                  <a:off x="6665252" y="3433083"/>
                  <a:ext cx="604800" cy="605396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∥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02" name="椭圆 201">
                  <a:extLst>
                    <a:ext uri="{FF2B5EF4-FFF2-40B4-BE49-F238E27FC236}">
                      <a16:creationId xmlns:a16="http://schemas.microsoft.com/office/drawing/2014/main" id="{D0D7B42C-4BCF-438A-AFEF-7B8F62CE2C5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5252" y="3433083"/>
                  <a:ext cx="604800" cy="605396"/>
                </a:xfrm>
                <a:prstGeom prst="ellipse">
                  <a:avLst/>
                </a:prstGeom>
                <a:blipFill>
                  <a:blip r:embed="rId6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3" name="直接箭头连接符 202">
              <a:extLst>
                <a:ext uri="{FF2B5EF4-FFF2-40B4-BE49-F238E27FC236}">
                  <a16:creationId xmlns:a16="http://schemas.microsoft.com/office/drawing/2014/main" id="{DD98C532-1230-4353-A71F-B09B0D2C27DC}"/>
                </a:ext>
              </a:extLst>
            </p:cNvPr>
            <p:cNvCxnSpPr>
              <a:cxnSpLocks/>
              <a:stCxn id="202" idx="6"/>
              <a:endCxn id="179" idx="2"/>
            </p:cNvCxnSpPr>
            <p:nvPr/>
          </p:nvCxnSpPr>
          <p:spPr>
            <a:xfrm flipV="1">
              <a:off x="7270052" y="3734701"/>
              <a:ext cx="707585" cy="10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组合 250">
            <a:extLst>
              <a:ext uri="{FF2B5EF4-FFF2-40B4-BE49-F238E27FC236}">
                <a16:creationId xmlns:a16="http://schemas.microsoft.com/office/drawing/2014/main" id="{7F244F85-DD09-47D3-BE50-ADA46229A8E3}"/>
              </a:ext>
            </a:extLst>
          </p:cNvPr>
          <p:cNvGrpSpPr/>
          <p:nvPr/>
        </p:nvGrpSpPr>
        <p:grpSpPr>
          <a:xfrm>
            <a:off x="459811" y="3806989"/>
            <a:ext cx="9463837" cy="2189032"/>
            <a:chOff x="459811" y="3806989"/>
            <a:chExt cx="9463837" cy="21890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1" name="矩形 210">
                  <a:extLst>
                    <a:ext uri="{FF2B5EF4-FFF2-40B4-BE49-F238E27FC236}">
                      <a16:creationId xmlns:a16="http://schemas.microsoft.com/office/drawing/2014/main" id="{5DC0DDB8-23C2-4224-A864-8230F7256A25}"/>
                    </a:ext>
                  </a:extLst>
                </p:cNvPr>
                <p:cNvSpPr/>
                <p:nvPr/>
              </p:nvSpPr>
              <p:spPr>
                <a:xfrm>
                  <a:off x="459811" y="4011903"/>
                  <a:ext cx="657518" cy="854466"/>
                </a:xfrm>
                <a:prstGeom prst="rect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𝑴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11" name="矩形 210">
                  <a:extLst>
                    <a:ext uri="{FF2B5EF4-FFF2-40B4-BE49-F238E27FC236}">
                      <a16:creationId xmlns:a16="http://schemas.microsoft.com/office/drawing/2014/main" id="{5DC0DDB8-23C2-4224-A864-8230F7256A2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811" y="4011903"/>
                  <a:ext cx="657518" cy="854466"/>
                </a:xfrm>
                <a:prstGeom prst="rect">
                  <a:avLst/>
                </a:prstGeom>
                <a:blipFill>
                  <a:blip r:embed="rId6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2" name="椭圆 211">
                  <a:extLst>
                    <a:ext uri="{FF2B5EF4-FFF2-40B4-BE49-F238E27FC236}">
                      <a16:creationId xmlns:a16="http://schemas.microsoft.com/office/drawing/2014/main" id="{A3A2F799-47F7-4B82-8E0B-3370828B2E21}"/>
                    </a:ext>
                  </a:extLst>
                </p:cNvPr>
                <p:cNvSpPr/>
                <p:nvPr/>
              </p:nvSpPr>
              <p:spPr>
                <a:xfrm>
                  <a:off x="2086499" y="5390625"/>
                  <a:ext cx="604800" cy="605396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𝑯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12" name="椭圆 211">
                  <a:extLst>
                    <a:ext uri="{FF2B5EF4-FFF2-40B4-BE49-F238E27FC236}">
                      <a16:creationId xmlns:a16="http://schemas.microsoft.com/office/drawing/2014/main" id="{A3A2F799-47F7-4B82-8E0B-3370828B2E2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86499" y="5390625"/>
                  <a:ext cx="604800" cy="605396"/>
                </a:xfrm>
                <a:prstGeom prst="ellipse">
                  <a:avLst/>
                </a:prstGeom>
                <a:blipFill>
                  <a:blip r:embed="rId6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3" name="椭圆 212">
                  <a:extLst>
                    <a:ext uri="{FF2B5EF4-FFF2-40B4-BE49-F238E27FC236}">
                      <a16:creationId xmlns:a16="http://schemas.microsoft.com/office/drawing/2014/main" id="{5E827CFB-972F-43CD-99A4-11BF5A4325C2}"/>
                    </a:ext>
                  </a:extLst>
                </p:cNvPr>
                <p:cNvSpPr/>
                <p:nvPr/>
              </p:nvSpPr>
              <p:spPr>
                <a:xfrm>
                  <a:off x="2643463" y="4136438"/>
                  <a:ext cx="604800" cy="605396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∥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13" name="椭圆 212">
                  <a:extLst>
                    <a:ext uri="{FF2B5EF4-FFF2-40B4-BE49-F238E27FC236}">
                      <a16:creationId xmlns:a16="http://schemas.microsoft.com/office/drawing/2014/main" id="{5E827CFB-972F-43CD-99A4-11BF5A4325C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3463" y="4136438"/>
                  <a:ext cx="604800" cy="605396"/>
                </a:xfrm>
                <a:prstGeom prst="ellipse">
                  <a:avLst/>
                </a:prstGeom>
                <a:blipFill>
                  <a:blip r:embed="rId6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14" name="组合 213">
              <a:extLst>
                <a:ext uri="{FF2B5EF4-FFF2-40B4-BE49-F238E27FC236}">
                  <a16:creationId xmlns:a16="http://schemas.microsoft.com/office/drawing/2014/main" id="{B02A522E-47B5-4CD2-90EE-7E16F67A6D95}"/>
                </a:ext>
              </a:extLst>
            </p:cNvPr>
            <p:cNvGrpSpPr/>
            <p:nvPr/>
          </p:nvGrpSpPr>
          <p:grpSpPr>
            <a:xfrm>
              <a:off x="6705897" y="3806989"/>
              <a:ext cx="657518" cy="1265433"/>
              <a:chOff x="4389864" y="3001767"/>
              <a:chExt cx="657518" cy="126543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3" name="矩形 232">
                    <a:extLst>
                      <a:ext uri="{FF2B5EF4-FFF2-40B4-BE49-F238E27FC236}">
                        <a16:creationId xmlns:a16="http://schemas.microsoft.com/office/drawing/2014/main" id="{37D14BFE-7DF5-4BEC-A653-420266C7A99F}"/>
                      </a:ext>
                    </a:extLst>
                  </p:cNvPr>
                  <p:cNvSpPr/>
                  <p:nvPr/>
                </p:nvSpPr>
                <p:spPr>
                  <a:xfrm>
                    <a:off x="4389864" y="3001767"/>
                    <a:ext cx="657518" cy="854466"/>
                  </a:xfrm>
                  <a:prstGeom prst="rect">
                    <a:avLst/>
                  </a:prstGeom>
                  <a:solidFill>
                    <a:srgbClr val="F8CCB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𝑴</m:t>
                          </m:r>
                        </m:oMath>
                      </m:oMathPara>
                    </a14:m>
                    <a:endParaRPr lang="en-US" altLang="zh-CN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233" name="矩形 232">
                    <a:extLst>
                      <a:ext uri="{FF2B5EF4-FFF2-40B4-BE49-F238E27FC236}">
                        <a16:creationId xmlns:a16="http://schemas.microsoft.com/office/drawing/2014/main" id="{37D14BFE-7DF5-4BEC-A653-420266C7A99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89864" y="3001767"/>
                    <a:ext cx="657518" cy="854466"/>
                  </a:xfrm>
                  <a:prstGeom prst="rect">
                    <a:avLst/>
                  </a:prstGeom>
                  <a:blipFill>
                    <a:blip r:embed="rId64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34" name="矩形 233">
                <a:extLst>
                  <a:ext uri="{FF2B5EF4-FFF2-40B4-BE49-F238E27FC236}">
                    <a16:creationId xmlns:a16="http://schemas.microsoft.com/office/drawing/2014/main" id="{64E6F20B-8F9D-4A1A-B789-9E4B810A8597}"/>
                  </a:ext>
                </a:extLst>
              </p:cNvPr>
              <p:cNvSpPr/>
              <p:nvPr/>
            </p:nvSpPr>
            <p:spPr>
              <a:xfrm>
                <a:off x="4389864" y="3864436"/>
                <a:ext cx="657518" cy="402764"/>
              </a:xfrm>
              <a:prstGeom prst="rect">
                <a:avLst/>
              </a:prstGeom>
              <a:solidFill>
                <a:srgbClr val="FDEFE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" name="椭圆 214">
                  <a:extLst>
                    <a:ext uri="{FF2B5EF4-FFF2-40B4-BE49-F238E27FC236}">
                      <a16:creationId xmlns:a16="http://schemas.microsoft.com/office/drawing/2014/main" id="{6E41D5F8-6FE9-45A6-87B3-29A01807234A}"/>
                    </a:ext>
                  </a:extLst>
                </p:cNvPr>
                <p:cNvSpPr/>
                <p:nvPr/>
              </p:nvSpPr>
              <p:spPr>
                <a:xfrm>
                  <a:off x="8597387" y="4136438"/>
                  <a:ext cx="604800" cy="605396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𝑯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15" name="椭圆 214">
                  <a:extLst>
                    <a:ext uri="{FF2B5EF4-FFF2-40B4-BE49-F238E27FC236}">
                      <a16:creationId xmlns:a16="http://schemas.microsoft.com/office/drawing/2014/main" id="{6E41D5F8-6FE9-45A6-87B3-29A01807234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7387" y="4136438"/>
                  <a:ext cx="604800" cy="605396"/>
                </a:xfrm>
                <a:prstGeom prst="ellipse">
                  <a:avLst/>
                </a:prstGeom>
                <a:blipFill>
                  <a:blip r:embed="rId6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6" name="文本框 215">
                  <a:extLst>
                    <a:ext uri="{FF2B5EF4-FFF2-40B4-BE49-F238E27FC236}">
                      <a16:creationId xmlns:a16="http://schemas.microsoft.com/office/drawing/2014/main" id="{ED80BEA5-32D5-4211-96CE-497DC42ADD0F}"/>
                    </a:ext>
                  </a:extLst>
                </p:cNvPr>
                <p:cNvSpPr txBox="1"/>
                <p:nvPr/>
              </p:nvSpPr>
              <p:spPr>
                <a:xfrm>
                  <a:off x="8720582" y="5021293"/>
                  <a:ext cx="120306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𝐶𝑜𝑚𝑝𝑎𝑟𝑒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6" name="文本框 215">
                  <a:extLst>
                    <a:ext uri="{FF2B5EF4-FFF2-40B4-BE49-F238E27FC236}">
                      <a16:creationId xmlns:a16="http://schemas.microsoft.com/office/drawing/2014/main" id="{ED80BEA5-32D5-4211-96CE-497DC42ADD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20582" y="5021293"/>
                  <a:ext cx="1203066" cy="369332"/>
                </a:xfrm>
                <a:prstGeom prst="rect">
                  <a:avLst/>
                </a:prstGeom>
                <a:blipFill>
                  <a:blip r:embed="rId66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7" name="直接箭头连接符 216">
              <a:extLst>
                <a:ext uri="{FF2B5EF4-FFF2-40B4-BE49-F238E27FC236}">
                  <a16:creationId xmlns:a16="http://schemas.microsoft.com/office/drawing/2014/main" id="{EEF6B0F8-535C-4456-BF3E-487B59E7F836}"/>
                </a:ext>
              </a:extLst>
            </p:cNvPr>
            <p:cNvCxnSpPr>
              <a:cxnSpLocks/>
              <a:stCxn id="211" idx="3"/>
              <a:endCxn id="213" idx="2"/>
            </p:cNvCxnSpPr>
            <p:nvPr/>
          </p:nvCxnSpPr>
          <p:spPr>
            <a:xfrm>
              <a:off x="1117329" y="4439136"/>
              <a:ext cx="152613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8" name="文本框 217">
                  <a:extLst>
                    <a:ext uri="{FF2B5EF4-FFF2-40B4-BE49-F238E27FC236}">
                      <a16:creationId xmlns:a16="http://schemas.microsoft.com/office/drawing/2014/main" id="{9C1DCE3B-3215-46F2-B2DC-B678313F3E08}"/>
                    </a:ext>
                  </a:extLst>
                </p:cNvPr>
                <p:cNvSpPr txBox="1"/>
                <p:nvPr/>
              </p:nvSpPr>
              <p:spPr>
                <a:xfrm>
                  <a:off x="1172073" y="4566967"/>
                  <a:ext cx="5334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8" name="文本框 217">
                  <a:extLst>
                    <a:ext uri="{FF2B5EF4-FFF2-40B4-BE49-F238E27FC236}">
                      <a16:creationId xmlns:a16="http://schemas.microsoft.com/office/drawing/2014/main" id="{9C1DCE3B-3215-46F2-B2DC-B678313F3E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2073" y="4566967"/>
                  <a:ext cx="533400" cy="369332"/>
                </a:xfrm>
                <a:prstGeom prst="rect">
                  <a:avLst/>
                </a:prstGeom>
                <a:blipFill>
                  <a:blip r:embed="rId6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9" name="直接箭头连接符 218">
              <a:extLst>
                <a:ext uri="{FF2B5EF4-FFF2-40B4-BE49-F238E27FC236}">
                  <a16:creationId xmlns:a16="http://schemas.microsoft.com/office/drawing/2014/main" id="{AD078895-BAD9-4283-9A25-29B8E56B99E3}"/>
                </a:ext>
              </a:extLst>
            </p:cNvPr>
            <p:cNvCxnSpPr>
              <a:cxnSpLocks/>
              <a:stCxn id="218" idx="2"/>
            </p:cNvCxnSpPr>
            <p:nvPr/>
          </p:nvCxnSpPr>
          <p:spPr>
            <a:xfrm>
              <a:off x="1438773" y="4936299"/>
              <a:ext cx="0" cy="44608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连接符: 肘形 219">
              <a:extLst>
                <a:ext uri="{FF2B5EF4-FFF2-40B4-BE49-F238E27FC236}">
                  <a16:creationId xmlns:a16="http://schemas.microsoft.com/office/drawing/2014/main" id="{8A9FC4AF-261B-4831-B52B-8EFEC0681E51}"/>
                </a:ext>
              </a:extLst>
            </p:cNvPr>
            <p:cNvCxnSpPr>
              <a:cxnSpLocks/>
              <a:stCxn id="211" idx="2"/>
              <a:endCxn id="229" idx="2"/>
            </p:cNvCxnSpPr>
            <p:nvPr/>
          </p:nvCxnSpPr>
          <p:spPr>
            <a:xfrm rot="16200000" flipH="1">
              <a:off x="549724" y="5105215"/>
              <a:ext cx="826954" cy="349262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连接符: 肘形 220">
              <a:extLst>
                <a:ext uri="{FF2B5EF4-FFF2-40B4-BE49-F238E27FC236}">
                  <a16:creationId xmlns:a16="http://schemas.microsoft.com/office/drawing/2014/main" id="{6EBC9F3A-170D-4A33-A4BC-E012CB97FCED}"/>
                </a:ext>
              </a:extLst>
            </p:cNvPr>
            <p:cNvCxnSpPr>
              <a:cxnSpLocks/>
              <a:stCxn id="212" idx="6"/>
              <a:endCxn id="213" idx="4"/>
            </p:cNvCxnSpPr>
            <p:nvPr/>
          </p:nvCxnSpPr>
          <p:spPr>
            <a:xfrm flipV="1">
              <a:off x="2691299" y="4741834"/>
              <a:ext cx="254564" cy="951489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3" name="文本框 222">
                  <a:extLst>
                    <a:ext uri="{FF2B5EF4-FFF2-40B4-BE49-F238E27FC236}">
                      <a16:creationId xmlns:a16="http://schemas.microsoft.com/office/drawing/2014/main" id="{FE9476F6-F19D-420E-ACA8-1AD98ACA0753}"/>
                    </a:ext>
                  </a:extLst>
                </p:cNvPr>
                <p:cNvSpPr txBox="1"/>
                <p:nvPr/>
              </p:nvSpPr>
              <p:spPr>
                <a:xfrm>
                  <a:off x="7776091" y="5021293"/>
                  <a:ext cx="5334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3" name="文本框 222">
                  <a:extLst>
                    <a:ext uri="{FF2B5EF4-FFF2-40B4-BE49-F238E27FC236}">
                      <a16:creationId xmlns:a16="http://schemas.microsoft.com/office/drawing/2014/main" id="{FE9476F6-F19D-420E-ACA8-1AD98ACA07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6091" y="5021293"/>
                  <a:ext cx="533400" cy="369332"/>
                </a:xfrm>
                <a:prstGeom prst="rect">
                  <a:avLst/>
                </a:prstGeom>
                <a:blipFill>
                  <a:blip r:embed="rId6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4" name="直接箭头连接符 223">
              <a:extLst>
                <a:ext uri="{FF2B5EF4-FFF2-40B4-BE49-F238E27FC236}">
                  <a16:creationId xmlns:a16="http://schemas.microsoft.com/office/drawing/2014/main" id="{10F8403E-E478-4DA4-8932-C876D996660E}"/>
                </a:ext>
              </a:extLst>
            </p:cNvPr>
            <p:cNvCxnSpPr>
              <a:cxnSpLocks/>
              <a:stCxn id="223" idx="0"/>
            </p:cNvCxnSpPr>
            <p:nvPr/>
          </p:nvCxnSpPr>
          <p:spPr>
            <a:xfrm flipV="1">
              <a:off x="8042791" y="4741835"/>
              <a:ext cx="0" cy="27945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连接符: 肘形 224">
              <a:extLst>
                <a:ext uri="{FF2B5EF4-FFF2-40B4-BE49-F238E27FC236}">
                  <a16:creationId xmlns:a16="http://schemas.microsoft.com/office/drawing/2014/main" id="{34A1D585-987D-4C72-9975-A5B85FDA1E95}"/>
                </a:ext>
              </a:extLst>
            </p:cNvPr>
            <p:cNvCxnSpPr>
              <a:cxnSpLocks/>
              <a:stCxn id="215" idx="6"/>
              <a:endCxn id="216" idx="0"/>
            </p:cNvCxnSpPr>
            <p:nvPr/>
          </p:nvCxnSpPr>
          <p:spPr>
            <a:xfrm>
              <a:off x="9202187" y="4439136"/>
              <a:ext cx="119928" cy="582157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连接符: 肘形 225">
              <a:extLst>
                <a:ext uri="{FF2B5EF4-FFF2-40B4-BE49-F238E27FC236}">
                  <a16:creationId xmlns:a16="http://schemas.microsoft.com/office/drawing/2014/main" id="{CC465EA9-4163-4763-908A-F91741F65EC3}"/>
                </a:ext>
              </a:extLst>
            </p:cNvPr>
            <p:cNvCxnSpPr>
              <a:cxnSpLocks/>
              <a:stCxn id="234" idx="3"/>
              <a:endCxn id="216" idx="2"/>
            </p:cNvCxnSpPr>
            <p:nvPr/>
          </p:nvCxnSpPr>
          <p:spPr>
            <a:xfrm>
              <a:off x="7363415" y="4871040"/>
              <a:ext cx="1958700" cy="519585"/>
            </a:xfrm>
            <a:prstGeom prst="bentConnector4">
              <a:avLst>
                <a:gd name="adj1" fmla="val 34645"/>
                <a:gd name="adj2" fmla="val 143997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7" name="文本框 226">
                  <a:extLst>
                    <a:ext uri="{FF2B5EF4-FFF2-40B4-BE49-F238E27FC236}">
                      <a16:creationId xmlns:a16="http://schemas.microsoft.com/office/drawing/2014/main" id="{BAAD6FC4-2B19-469F-BCFF-95E27FC5F79F}"/>
                    </a:ext>
                  </a:extLst>
                </p:cNvPr>
                <p:cNvSpPr txBox="1"/>
                <p:nvPr/>
              </p:nvSpPr>
              <p:spPr>
                <a:xfrm>
                  <a:off x="5996587" y="5089138"/>
                  <a:ext cx="20816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∥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</m:d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7" name="文本框 226">
                  <a:extLst>
                    <a:ext uri="{FF2B5EF4-FFF2-40B4-BE49-F238E27FC236}">
                      <a16:creationId xmlns:a16="http://schemas.microsoft.com/office/drawing/2014/main" id="{BAAD6FC4-2B19-469F-BCFF-95E27FC5F7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6587" y="5089138"/>
                  <a:ext cx="2081680" cy="369332"/>
                </a:xfrm>
                <a:prstGeom prst="rect">
                  <a:avLst/>
                </a:prstGeom>
                <a:blipFill>
                  <a:blip r:embed="rId6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8" name="直接箭头连接符 227">
              <a:extLst>
                <a:ext uri="{FF2B5EF4-FFF2-40B4-BE49-F238E27FC236}">
                  <a16:creationId xmlns:a16="http://schemas.microsoft.com/office/drawing/2014/main" id="{09457B72-4D44-430E-9886-0497C4EAB157}"/>
                </a:ext>
              </a:extLst>
            </p:cNvPr>
            <p:cNvCxnSpPr>
              <a:cxnSpLocks/>
              <a:endCxn id="231" idx="2"/>
            </p:cNvCxnSpPr>
            <p:nvPr/>
          </p:nvCxnSpPr>
          <p:spPr>
            <a:xfrm flipV="1">
              <a:off x="7363415" y="4440216"/>
              <a:ext cx="372691" cy="852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9" name="椭圆 228">
                  <a:extLst>
                    <a:ext uri="{FF2B5EF4-FFF2-40B4-BE49-F238E27FC236}">
                      <a16:creationId xmlns:a16="http://schemas.microsoft.com/office/drawing/2014/main" id="{6A7BA95A-6E50-4904-81CE-0C93D8287C94}"/>
                    </a:ext>
                  </a:extLst>
                </p:cNvPr>
                <p:cNvSpPr/>
                <p:nvPr/>
              </p:nvSpPr>
              <p:spPr>
                <a:xfrm>
                  <a:off x="1137832" y="5390625"/>
                  <a:ext cx="604800" cy="605396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1" i="1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∥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29" name="椭圆 228">
                  <a:extLst>
                    <a:ext uri="{FF2B5EF4-FFF2-40B4-BE49-F238E27FC236}">
                      <a16:creationId xmlns:a16="http://schemas.microsoft.com/office/drawing/2014/main" id="{6A7BA95A-6E50-4904-81CE-0C93D8287C9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7832" y="5390625"/>
                  <a:ext cx="604800" cy="605396"/>
                </a:xfrm>
                <a:prstGeom prst="ellipse">
                  <a:avLst/>
                </a:prstGeom>
                <a:blipFill>
                  <a:blip r:embed="rId7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0" name="直接箭头连接符 229">
              <a:extLst>
                <a:ext uri="{FF2B5EF4-FFF2-40B4-BE49-F238E27FC236}">
                  <a16:creationId xmlns:a16="http://schemas.microsoft.com/office/drawing/2014/main" id="{0D879AD6-C7D4-4934-9DAA-65EF6FED494D}"/>
                </a:ext>
              </a:extLst>
            </p:cNvPr>
            <p:cNvCxnSpPr>
              <a:cxnSpLocks/>
              <a:stCxn id="229" idx="6"/>
              <a:endCxn id="212" idx="2"/>
            </p:cNvCxnSpPr>
            <p:nvPr/>
          </p:nvCxnSpPr>
          <p:spPr>
            <a:xfrm>
              <a:off x="1742632" y="5693323"/>
              <a:ext cx="34386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1" name="椭圆 230">
                  <a:extLst>
                    <a:ext uri="{FF2B5EF4-FFF2-40B4-BE49-F238E27FC236}">
                      <a16:creationId xmlns:a16="http://schemas.microsoft.com/office/drawing/2014/main" id="{95887A91-6BE4-4BA9-95FE-B232812DF74D}"/>
                    </a:ext>
                  </a:extLst>
                </p:cNvPr>
                <p:cNvSpPr/>
                <p:nvPr/>
              </p:nvSpPr>
              <p:spPr>
                <a:xfrm>
                  <a:off x="7736106" y="4137518"/>
                  <a:ext cx="604800" cy="605396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∥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31" name="椭圆 230">
                  <a:extLst>
                    <a:ext uri="{FF2B5EF4-FFF2-40B4-BE49-F238E27FC236}">
                      <a16:creationId xmlns:a16="http://schemas.microsoft.com/office/drawing/2014/main" id="{95887A91-6BE4-4BA9-95FE-B232812DF74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6106" y="4137518"/>
                  <a:ext cx="604800" cy="605396"/>
                </a:xfrm>
                <a:prstGeom prst="ellipse">
                  <a:avLst/>
                </a:prstGeom>
                <a:blipFill>
                  <a:blip r:embed="rId7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2" name="直接箭头连接符 231">
              <a:extLst>
                <a:ext uri="{FF2B5EF4-FFF2-40B4-BE49-F238E27FC236}">
                  <a16:creationId xmlns:a16="http://schemas.microsoft.com/office/drawing/2014/main" id="{15CCC3B0-A865-4E0D-A70D-8AE266E29AF6}"/>
                </a:ext>
              </a:extLst>
            </p:cNvPr>
            <p:cNvCxnSpPr>
              <a:cxnSpLocks/>
              <a:stCxn id="231" idx="6"/>
              <a:endCxn id="215" idx="2"/>
            </p:cNvCxnSpPr>
            <p:nvPr/>
          </p:nvCxnSpPr>
          <p:spPr>
            <a:xfrm flipV="1">
              <a:off x="8340906" y="4439136"/>
              <a:ext cx="256481" cy="10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直接箭头连接符 234">
              <a:extLst>
                <a:ext uri="{FF2B5EF4-FFF2-40B4-BE49-F238E27FC236}">
                  <a16:creationId xmlns:a16="http://schemas.microsoft.com/office/drawing/2014/main" id="{DB367BD3-D86F-4693-9EAA-8CD68D436CBC}"/>
                </a:ext>
              </a:extLst>
            </p:cNvPr>
            <p:cNvCxnSpPr>
              <a:cxnSpLocks/>
              <a:endCxn id="236" idx="2"/>
            </p:cNvCxnSpPr>
            <p:nvPr/>
          </p:nvCxnSpPr>
          <p:spPr>
            <a:xfrm flipV="1">
              <a:off x="3243500" y="4438626"/>
              <a:ext cx="369249" cy="168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6" name="椭圆 235">
                  <a:extLst>
                    <a:ext uri="{FF2B5EF4-FFF2-40B4-BE49-F238E27FC236}">
                      <a16:creationId xmlns:a16="http://schemas.microsoft.com/office/drawing/2014/main" id="{69447EF3-84AA-4F69-8D58-F5B18B93132B}"/>
                    </a:ext>
                  </a:extLst>
                </p:cNvPr>
                <p:cNvSpPr/>
                <p:nvPr/>
              </p:nvSpPr>
              <p:spPr>
                <a:xfrm>
                  <a:off x="3612749" y="4135928"/>
                  <a:ext cx="604800" cy="605396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𝑬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36" name="椭圆 235">
                  <a:extLst>
                    <a:ext uri="{FF2B5EF4-FFF2-40B4-BE49-F238E27FC236}">
                      <a16:creationId xmlns:a16="http://schemas.microsoft.com/office/drawing/2014/main" id="{69447EF3-84AA-4F69-8D58-F5B18B93132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2749" y="4135928"/>
                  <a:ext cx="604800" cy="605396"/>
                </a:xfrm>
                <a:prstGeom prst="ellipse">
                  <a:avLst/>
                </a:prstGeom>
                <a:blipFill>
                  <a:blip r:embed="rId7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7" name="文本框 236">
                  <a:extLst>
                    <a:ext uri="{FF2B5EF4-FFF2-40B4-BE49-F238E27FC236}">
                      <a16:creationId xmlns:a16="http://schemas.microsoft.com/office/drawing/2014/main" id="{A35F565E-403B-451B-B6DF-0AB29CA88EEF}"/>
                    </a:ext>
                  </a:extLst>
                </p:cNvPr>
                <p:cNvSpPr txBox="1"/>
                <p:nvPr/>
              </p:nvSpPr>
              <p:spPr>
                <a:xfrm>
                  <a:off x="3642453" y="5022470"/>
                  <a:ext cx="5334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7" name="文本框 236">
                  <a:extLst>
                    <a:ext uri="{FF2B5EF4-FFF2-40B4-BE49-F238E27FC236}">
                      <a16:creationId xmlns:a16="http://schemas.microsoft.com/office/drawing/2014/main" id="{A35F565E-403B-451B-B6DF-0AB29CA88E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2453" y="5022470"/>
                  <a:ext cx="533400" cy="369332"/>
                </a:xfrm>
                <a:prstGeom prst="rect">
                  <a:avLst/>
                </a:prstGeom>
                <a:blipFill>
                  <a:blip r:embed="rId7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8" name="直接箭头连接符 237">
              <a:extLst>
                <a:ext uri="{FF2B5EF4-FFF2-40B4-BE49-F238E27FC236}">
                  <a16:creationId xmlns:a16="http://schemas.microsoft.com/office/drawing/2014/main" id="{3B8CACE6-CE6A-4F1D-93FB-70A617356B42}"/>
                </a:ext>
              </a:extLst>
            </p:cNvPr>
            <p:cNvCxnSpPr>
              <a:cxnSpLocks/>
              <a:stCxn id="237" idx="0"/>
            </p:cNvCxnSpPr>
            <p:nvPr/>
          </p:nvCxnSpPr>
          <p:spPr>
            <a:xfrm flipV="1">
              <a:off x="3909153" y="4743012"/>
              <a:ext cx="0" cy="27945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直接箭头连接符 238">
              <a:extLst>
                <a:ext uri="{FF2B5EF4-FFF2-40B4-BE49-F238E27FC236}">
                  <a16:creationId xmlns:a16="http://schemas.microsoft.com/office/drawing/2014/main" id="{7ADF6484-8F27-4504-9003-7BF928DE4D3E}"/>
                </a:ext>
              </a:extLst>
            </p:cNvPr>
            <p:cNvCxnSpPr>
              <a:cxnSpLocks/>
              <a:stCxn id="236" idx="6"/>
            </p:cNvCxnSpPr>
            <p:nvPr/>
          </p:nvCxnSpPr>
          <p:spPr>
            <a:xfrm>
              <a:off x="4217549" y="4438626"/>
              <a:ext cx="51141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0" name="椭圆 239">
                  <a:extLst>
                    <a:ext uri="{FF2B5EF4-FFF2-40B4-BE49-F238E27FC236}">
                      <a16:creationId xmlns:a16="http://schemas.microsoft.com/office/drawing/2014/main" id="{12FDC220-ACD2-4D2E-A129-8D35D4C92F1F}"/>
                    </a:ext>
                  </a:extLst>
                </p:cNvPr>
                <p:cNvSpPr/>
                <p:nvPr/>
              </p:nvSpPr>
              <p:spPr>
                <a:xfrm>
                  <a:off x="5784664" y="4135928"/>
                  <a:ext cx="604800" cy="605396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𝑫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40" name="椭圆 239">
                  <a:extLst>
                    <a:ext uri="{FF2B5EF4-FFF2-40B4-BE49-F238E27FC236}">
                      <a16:creationId xmlns:a16="http://schemas.microsoft.com/office/drawing/2014/main" id="{12FDC220-ACD2-4D2E-A129-8D35D4C92F1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4664" y="4135928"/>
                  <a:ext cx="604800" cy="605396"/>
                </a:xfrm>
                <a:prstGeom prst="ellipse">
                  <a:avLst/>
                </a:prstGeom>
                <a:blipFill>
                  <a:blip r:embed="rId7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1" name="直接箭头连接符 240">
              <a:extLst>
                <a:ext uri="{FF2B5EF4-FFF2-40B4-BE49-F238E27FC236}">
                  <a16:creationId xmlns:a16="http://schemas.microsoft.com/office/drawing/2014/main" id="{9600FFCA-84CC-47F1-8FC2-E9A46D2FE692}"/>
                </a:ext>
              </a:extLst>
            </p:cNvPr>
            <p:cNvCxnSpPr>
              <a:cxnSpLocks/>
              <a:endCxn id="240" idx="4"/>
            </p:cNvCxnSpPr>
            <p:nvPr/>
          </p:nvCxnSpPr>
          <p:spPr>
            <a:xfrm flipV="1">
              <a:off x="6087064" y="4741324"/>
              <a:ext cx="0" cy="27945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2" name="矩形 241">
              <a:extLst>
                <a:ext uri="{FF2B5EF4-FFF2-40B4-BE49-F238E27FC236}">
                  <a16:creationId xmlns:a16="http://schemas.microsoft.com/office/drawing/2014/main" id="{8332C969-A1AA-467A-B9F0-84B1B6C54854}"/>
                </a:ext>
              </a:extLst>
            </p:cNvPr>
            <p:cNvSpPr/>
            <p:nvPr/>
          </p:nvSpPr>
          <p:spPr>
            <a:xfrm>
              <a:off x="4728959" y="3808166"/>
              <a:ext cx="657518" cy="1269722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3" name="文本框 242">
                  <a:extLst>
                    <a:ext uri="{FF2B5EF4-FFF2-40B4-BE49-F238E27FC236}">
                      <a16:creationId xmlns:a16="http://schemas.microsoft.com/office/drawing/2014/main" id="{A8A2DE9E-4D4E-47F5-964B-A8041230363B}"/>
                    </a:ext>
                  </a:extLst>
                </p:cNvPr>
                <p:cNvSpPr txBox="1"/>
                <p:nvPr/>
              </p:nvSpPr>
              <p:spPr>
                <a:xfrm>
                  <a:off x="3749149" y="5362546"/>
                  <a:ext cx="242876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altLang="zh-CN" i="1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</a:rPr>
                              <m:t> ∥</m:t>
                            </m:r>
                            <m:r>
                              <a:rPr lang="en-US" altLang="zh-CN" b="0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  <m:d>
                              <m:dPr>
                                <m:ctrlPr>
                                  <a:rPr lang="en-US" altLang="zh-CN" b="0" i="1" smtClean="0">
                                    <a:solidFill>
                                      <a:srgbClr val="D74514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solidFill>
                                      <a:srgbClr val="D74514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zh-CN" b="0" i="1" smtClean="0">
                                    <a:solidFill>
                                      <a:srgbClr val="D74514"/>
                                    </a:solidFill>
                                    <a:latin typeface="Cambria Math" panose="02040503050406030204" pitchFamily="18" charset="0"/>
                                  </a:rPr>
                                  <m:t> ∥</m:t>
                                </m:r>
                                <m:r>
                                  <a:rPr lang="en-US" altLang="zh-CN" b="0" i="1" smtClean="0">
                                    <a:solidFill>
                                      <a:srgbClr val="D74514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zh-CN" altLang="en-US" dirty="0">
                    <a:solidFill>
                      <a:srgbClr val="D74514"/>
                    </a:solidFill>
                  </a:endParaRPr>
                </a:p>
              </p:txBody>
            </p:sp>
          </mc:Choice>
          <mc:Fallback xmlns="">
            <p:sp>
              <p:nvSpPr>
                <p:cNvPr id="243" name="文本框 242">
                  <a:extLst>
                    <a:ext uri="{FF2B5EF4-FFF2-40B4-BE49-F238E27FC236}">
                      <a16:creationId xmlns:a16="http://schemas.microsoft.com/office/drawing/2014/main" id="{A8A2DE9E-4D4E-47F5-964B-A804123036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9149" y="5362546"/>
                  <a:ext cx="2428764" cy="369332"/>
                </a:xfrm>
                <a:prstGeom prst="rect">
                  <a:avLst/>
                </a:prstGeom>
                <a:blipFill>
                  <a:blip r:embed="rId7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4" name="文本框 243">
                  <a:extLst>
                    <a:ext uri="{FF2B5EF4-FFF2-40B4-BE49-F238E27FC236}">
                      <a16:creationId xmlns:a16="http://schemas.microsoft.com/office/drawing/2014/main" id="{900F23FD-C6EA-4DF3-A87A-88EF424A07BF}"/>
                    </a:ext>
                  </a:extLst>
                </p:cNvPr>
                <p:cNvSpPr txBox="1"/>
                <p:nvPr/>
              </p:nvSpPr>
              <p:spPr>
                <a:xfrm>
                  <a:off x="5829571" y="5022470"/>
                  <a:ext cx="5334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4" name="文本框 243">
                  <a:extLst>
                    <a:ext uri="{FF2B5EF4-FFF2-40B4-BE49-F238E27FC236}">
                      <a16:creationId xmlns:a16="http://schemas.microsoft.com/office/drawing/2014/main" id="{900F23FD-C6EA-4DF3-A87A-88EF424A07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9571" y="5022470"/>
                  <a:ext cx="533400" cy="369332"/>
                </a:xfrm>
                <a:prstGeom prst="rect">
                  <a:avLst/>
                </a:prstGeom>
                <a:blipFill>
                  <a:blip r:embed="rId7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5" name="直接箭头连接符 244">
              <a:extLst>
                <a:ext uri="{FF2B5EF4-FFF2-40B4-BE49-F238E27FC236}">
                  <a16:creationId xmlns:a16="http://schemas.microsoft.com/office/drawing/2014/main" id="{7C326DAB-8879-4AFC-A89E-2F248FBEA69C}"/>
                </a:ext>
              </a:extLst>
            </p:cNvPr>
            <p:cNvCxnSpPr>
              <a:cxnSpLocks/>
              <a:stCxn id="242" idx="3"/>
              <a:endCxn id="240" idx="2"/>
            </p:cNvCxnSpPr>
            <p:nvPr/>
          </p:nvCxnSpPr>
          <p:spPr>
            <a:xfrm flipV="1">
              <a:off x="5386477" y="4438626"/>
              <a:ext cx="398187" cy="440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直接箭头连接符 245">
              <a:extLst>
                <a:ext uri="{FF2B5EF4-FFF2-40B4-BE49-F238E27FC236}">
                  <a16:creationId xmlns:a16="http://schemas.microsoft.com/office/drawing/2014/main" id="{9CF3FB06-7A30-4FCE-A19F-29B42ABC9E5C}"/>
                </a:ext>
              </a:extLst>
            </p:cNvPr>
            <p:cNvCxnSpPr>
              <a:cxnSpLocks/>
              <a:stCxn id="240" idx="6"/>
            </p:cNvCxnSpPr>
            <p:nvPr/>
          </p:nvCxnSpPr>
          <p:spPr>
            <a:xfrm>
              <a:off x="6389464" y="4438626"/>
              <a:ext cx="31643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278003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组合 89">
            <a:extLst>
              <a:ext uri="{FF2B5EF4-FFF2-40B4-BE49-F238E27FC236}">
                <a16:creationId xmlns:a16="http://schemas.microsoft.com/office/drawing/2014/main" id="{8EBFBB67-8C7A-4CBA-97CF-879F3789F4B7}"/>
              </a:ext>
            </a:extLst>
          </p:cNvPr>
          <p:cNvGrpSpPr/>
          <p:nvPr/>
        </p:nvGrpSpPr>
        <p:grpSpPr>
          <a:xfrm>
            <a:off x="298196" y="1103507"/>
            <a:ext cx="12210962" cy="4650986"/>
            <a:chOff x="158496" y="1588132"/>
            <a:chExt cx="12210962" cy="465098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D51F5E5B-4B17-47C0-8BA2-2C783FB0072D}"/>
                </a:ext>
              </a:extLst>
            </p:cNvPr>
            <p:cNvSpPr/>
            <p:nvPr/>
          </p:nvSpPr>
          <p:spPr>
            <a:xfrm>
              <a:off x="764795" y="2210241"/>
              <a:ext cx="7636549" cy="526472"/>
            </a:xfrm>
            <a:prstGeom prst="rect">
              <a:avLst/>
            </a:prstGeom>
            <a:solidFill>
              <a:srgbClr val="F8CC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rgbClr val="D74514"/>
                  </a:solidFill>
                  <a:ea typeface="微软雅黑" panose="020B0503020204020204" pitchFamily="34" charset="-122"/>
                </a:rPr>
                <a:t>消息</a:t>
              </a:r>
              <a:endParaRPr lang="en-US" altLang="zh-CN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272DDBC4-033B-4490-AF58-E5241B8A787C}"/>
                    </a:ext>
                  </a:extLst>
                </p:cNvPr>
                <p:cNvSpPr/>
                <p:nvPr/>
              </p:nvSpPr>
              <p:spPr>
                <a:xfrm>
                  <a:off x="764796" y="3673672"/>
                  <a:ext cx="1746756" cy="526472"/>
                </a:xfrm>
                <a:prstGeom prst="rect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𝒀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272DDBC4-033B-4490-AF58-E5241B8A787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796" y="3673672"/>
                  <a:ext cx="1746756" cy="52647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椭圆 3">
                  <a:extLst>
                    <a:ext uri="{FF2B5EF4-FFF2-40B4-BE49-F238E27FC236}">
                      <a16:creationId xmlns:a16="http://schemas.microsoft.com/office/drawing/2014/main" id="{74477A3F-9EF9-4BF3-9147-35A0FF123577}"/>
                    </a:ext>
                  </a:extLst>
                </p:cNvPr>
                <p:cNvSpPr/>
                <p:nvPr/>
              </p:nvSpPr>
              <p:spPr>
                <a:xfrm>
                  <a:off x="1178301" y="5251554"/>
                  <a:ext cx="919746" cy="920652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𝑯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𝑴𝑫</m:t>
                            </m:r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" name="椭圆 3">
                  <a:extLst>
                    <a:ext uri="{FF2B5EF4-FFF2-40B4-BE49-F238E27FC236}">
                      <a16:creationId xmlns:a16="http://schemas.microsoft.com/office/drawing/2014/main" id="{74477A3F-9EF9-4BF3-9147-35A0FF12357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8301" y="5251554"/>
                  <a:ext cx="919746" cy="920652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EE209808-2F00-47DE-A675-BF1711EE7BC7}"/>
                </a:ext>
              </a:extLst>
            </p:cNvPr>
            <p:cNvCxnSpPr>
              <a:cxnSpLocks/>
              <a:stCxn id="3" idx="2"/>
              <a:endCxn id="4" idx="0"/>
            </p:cNvCxnSpPr>
            <p:nvPr/>
          </p:nvCxnSpPr>
          <p:spPr>
            <a:xfrm>
              <a:off x="1638174" y="4200144"/>
              <a:ext cx="0" cy="105141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FBB28E97-387F-47B4-89F5-33C9450D1B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6249" y="4466690"/>
              <a:ext cx="323850" cy="37093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937950FE-0D06-4933-BCA1-45227B3B490D}"/>
                    </a:ext>
                  </a:extLst>
                </p:cNvPr>
                <p:cNvSpPr txBox="1"/>
                <p:nvPr/>
              </p:nvSpPr>
              <p:spPr>
                <a:xfrm>
                  <a:off x="1578237" y="4466690"/>
                  <a:ext cx="76784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512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937950FE-0D06-4933-BCA1-45227B3B49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8237" y="4466690"/>
                  <a:ext cx="76784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EE416837-4130-4F9A-9043-BF4AFA056BEE}"/>
                    </a:ext>
                  </a:extLst>
                </p:cNvPr>
                <p:cNvSpPr txBox="1"/>
                <p:nvPr/>
              </p:nvSpPr>
              <p:spPr>
                <a:xfrm>
                  <a:off x="1178300" y="3355733"/>
                  <a:ext cx="91974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</a:rPr>
                          <m:t>512 </m:t>
                        </m:r>
                        <m:r>
                          <a:rPr lang="en-US" altLang="zh-CN" b="0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</a:rPr>
                          <m:t>𝑏𝑖𝑡</m:t>
                        </m:r>
                      </m:oMath>
                    </m:oMathPara>
                  </a14:m>
                  <a:endParaRPr lang="zh-CN" altLang="en-US" dirty="0">
                    <a:solidFill>
                      <a:srgbClr val="D74514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EE416837-4130-4F9A-9043-BF4AFA056B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8300" y="3355733"/>
                  <a:ext cx="919748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D191EE96-60A6-4D0B-9405-04C72B2C3050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>
              <a:off x="2098048" y="3540399"/>
              <a:ext cx="409961" cy="0"/>
            </a:xfrm>
            <a:prstGeom prst="straightConnector1">
              <a:avLst/>
            </a:prstGeom>
            <a:ln w="25400">
              <a:solidFill>
                <a:srgbClr val="D7451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F33205D6-79FB-4944-B695-79B06ACCB6BC}"/>
                </a:ext>
              </a:extLst>
            </p:cNvPr>
            <p:cNvCxnSpPr>
              <a:cxnSpLocks/>
              <a:stCxn id="10" idx="1"/>
            </p:cNvCxnSpPr>
            <p:nvPr/>
          </p:nvCxnSpPr>
          <p:spPr>
            <a:xfrm flipH="1">
              <a:off x="764796" y="3540399"/>
              <a:ext cx="413504" cy="0"/>
            </a:xfrm>
            <a:prstGeom prst="straightConnector1">
              <a:avLst/>
            </a:prstGeom>
            <a:ln w="25400">
              <a:solidFill>
                <a:srgbClr val="D7451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FF3FC147-E9A7-4499-AE24-6FB7A5431516}"/>
                </a:ext>
              </a:extLst>
            </p:cNvPr>
            <p:cNvCxnSpPr>
              <a:cxnSpLocks/>
              <a:endCxn id="4" idx="2"/>
            </p:cNvCxnSpPr>
            <p:nvPr/>
          </p:nvCxnSpPr>
          <p:spPr>
            <a:xfrm>
              <a:off x="158496" y="5711880"/>
              <a:ext cx="101980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439E9216-2DCF-4DCA-92BC-1833355CE2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2871" y="5526412"/>
              <a:ext cx="323850" cy="37093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31D550A8-20CC-4EFC-84D7-B33E89445CF3}"/>
                    </a:ext>
                  </a:extLst>
                </p:cNvPr>
                <p:cNvSpPr txBox="1"/>
                <p:nvPr/>
              </p:nvSpPr>
              <p:spPr>
                <a:xfrm>
                  <a:off x="405441" y="5174873"/>
                  <a:ext cx="76784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128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31D550A8-20CC-4EFC-84D7-B33E89445C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5441" y="5174873"/>
                  <a:ext cx="76784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3213E430-C148-4D5C-9339-449B55B09752}"/>
                    </a:ext>
                  </a:extLst>
                </p:cNvPr>
                <p:cNvSpPr txBox="1"/>
                <p:nvPr/>
              </p:nvSpPr>
              <p:spPr>
                <a:xfrm>
                  <a:off x="405440" y="5848370"/>
                  <a:ext cx="76784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𝐼𝑉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3213E430-C148-4D5C-9339-449B55B097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5440" y="5848370"/>
                  <a:ext cx="767847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矩形 23">
                  <a:extLst>
                    <a:ext uri="{FF2B5EF4-FFF2-40B4-BE49-F238E27FC236}">
                      <a16:creationId xmlns:a16="http://schemas.microsoft.com/office/drawing/2014/main" id="{7064E4E4-3A84-4D38-B511-7EFA69747C70}"/>
                    </a:ext>
                  </a:extLst>
                </p:cNvPr>
                <p:cNvSpPr/>
                <p:nvPr/>
              </p:nvSpPr>
              <p:spPr>
                <a:xfrm>
                  <a:off x="2559391" y="3673672"/>
                  <a:ext cx="1746756" cy="526472"/>
                </a:xfrm>
                <a:prstGeom prst="rect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𝒀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4" name="矩形 23">
                  <a:extLst>
                    <a:ext uri="{FF2B5EF4-FFF2-40B4-BE49-F238E27FC236}">
                      <a16:creationId xmlns:a16="http://schemas.microsoft.com/office/drawing/2014/main" id="{7064E4E4-3A84-4D38-B511-7EFA69747C7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59391" y="3673672"/>
                  <a:ext cx="1746756" cy="52647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0728B503-19CF-4BA1-82F6-22D3EFD37B57}"/>
                    </a:ext>
                  </a:extLst>
                </p:cNvPr>
                <p:cNvSpPr/>
                <p:nvPr/>
              </p:nvSpPr>
              <p:spPr>
                <a:xfrm>
                  <a:off x="2972896" y="5251554"/>
                  <a:ext cx="919746" cy="920652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𝑯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𝑴𝑫</m:t>
                            </m:r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0728B503-19CF-4BA1-82F6-22D3EFD37B5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2896" y="5251554"/>
                  <a:ext cx="919746" cy="920652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1FF3376E-5AF7-40A7-92F5-09841A21FE87}"/>
                </a:ext>
              </a:extLst>
            </p:cNvPr>
            <p:cNvCxnSpPr>
              <a:cxnSpLocks/>
              <a:stCxn id="24" idx="2"/>
              <a:endCxn id="25" idx="0"/>
            </p:cNvCxnSpPr>
            <p:nvPr/>
          </p:nvCxnSpPr>
          <p:spPr>
            <a:xfrm>
              <a:off x="3432769" y="4200144"/>
              <a:ext cx="0" cy="105141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1F435525-C8C2-4CB2-B222-71F251C430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70844" y="4466690"/>
              <a:ext cx="323850" cy="37093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5C929DAB-999D-4051-BB5A-1C5035421A53}"/>
                    </a:ext>
                  </a:extLst>
                </p:cNvPr>
                <p:cNvSpPr txBox="1"/>
                <p:nvPr/>
              </p:nvSpPr>
              <p:spPr>
                <a:xfrm>
                  <a:off x="3372832" y="4466690"/>
                  <a:ext cx="76784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512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5C929DAB-999D-4051-BB5A-1C5035421A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2832" y="4466690"/>
                  <a:ext cx="767847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AD58EB87-E8FD-4268-B2BC-9CF97A7FD76B}"/>
                    </a:ext>
                  </a:extLst>
                </p:cNvPr>
                <p:cNvSpPr txBox="1"/>
                <p:nvPr/>
              </p:nvSpPr>
              <p:spPr>
                <a:xfrm>
                  <a:off x="2972895" y="3355733"/>
                  <a:ext cx="91974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</a:rPr>
                          <m:t>512 </m:t>
                        </m:r>
                        <m:r>
                          <a:rPr lang="en-US" altLang="zh-CN" b="0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</a:rPr>
                          <m:t>𝑏𝑖𝑡</m:t>
                        </m:r>
                      </m:oMath>
                    </m:oMathPara>
                  </a14:m>
                  <a:endParaRPr lang="zh-CN" altLang="en-US" dirty="0">
                    <a:solidFill>
                      <a:srgbClr val="D74514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AD58EB87-E8FD-4268-B2BC-9CF97A7FD7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2895" y="3355733"/>
                  <a:ext cx="919748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554E9944-8840-4BEA-9B5D-626DBEFA0EFD}"/>
                </a:ext>
              </a:extLst>
            </p:cNvPr>
            <p:cNvCxnSpPr>
              <a:cxnSpLocks/>
              <a:stCxn id="29" idx="3"/>
            </p:cNvCxnSpPr>
            <p:nvPr/>
          </p:nvCxnSpPr>
          <p:spPr>
            <a:xfrm>
              <a:off x="3892643" y="3540399"/>
              <a:ext cx="409961" cy="0"/>
            </a:xfrm>
            <a:prstGeom prst="straightConnector1">
              <a:avLst/>
            </a:prstGeom>
            <a:ln w="25400">
              <a:solidFill>
                <a:srgbClr val="D7451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2211EDA7-4F1B-404E-A032-29AF4E5056DB}"/>
                </a:ext>
              </a:extLst>
            </p:cNvPr>
            <p:cNvCxnSpPr>
              <a:cxnSpLocks/>
              <a:stCxn id="29" idx="1"/>
            </p:cNvCxnSpPr>
            <p:nvPr/>
          </p:nvCxnSpPr>
          <p:spPr>
            <a:xfrm flipH="1">
              <a:off x="2559391" y="3540399"/>
              <a:ext cx="413504" cy="0"/>
            </a:xfrm>
            <a:prstGeom prst="straightConnector1">
              <a:avLst/>
            </a:prstGeom>
            <a:ln w="25400">
              <a:solidFill>
                <a:srgbClr val="D7451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52D0E0DB-4F47-451A-8E2F-0327DB199571}"/>
                </a:ext>
              </a:extLst>
            </p:cNvPr>
            <p:cNvCxnSpPr>
              <a:cxnSpLocks/>
              <a:stCxn id="4" idx="6"/>
              <a:endCxn id="25" idx="2"/>
            </p:cNvCxnSpPr>
            <p:nvPr/>
          </p:nvCxnSpPr>
          <p:spPr>
            <a:xfrm>
              <a:off x="2098047" y="5711880"/>
              <a:ext cx="87484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C532821A-6101-4734-90BC-84DFEF256A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97466" y="5526412"/>
              <a:ext cx="323850" cy="37093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ADE82087-8C5E-4AC4-98ED-16286EA6C548}"/>
                    </a:ext>
                  </a:extLst>
                </p:cNvPr>
                <p:cNvSpPr txBox="1"/>
                <p:nvPr/>
              </p:nvSpPr>
              <p:spPr>
                <a:xfrm>
                  <a:off x="2200036" y="5174873"/>
                  <a:ext cx="76784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128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ADE82087-8C5E-4AC4-98ED-16286EA6C5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0036" y="5174873"/>
                  <a:ext cx="76784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667C5A5A-8806-4D88-BEC3-C4AC3C8DC4B5}"/>
                    </a:ext>
                  </a:extLst>
                </p:cNvPr>
                <p:cNvSpPr txBox="1"/>
                <p:nvPr/>
              </p:nvSpPr>
              <p:spPr>
                <a:xfrm>
                  <a:off x="2200035" y="5848370"/>
                  <a:ext cx="76784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𝐶𝑉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667C5A5A-8806-4D88-BEC3-C4AC3C8DC4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0035" y="5848370"/>
                  <a:ext cx="76784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矩形 35">
                  <a:extLst>
                    <a:ext uri="{FF2B5EF4-FFF2-40B4-BE49-F238E27FC236}">
                      <a16:creationId xmlns:a16="http://schemas.microsoft.com/office/drawing/2014/main" id="{AD897FB5-CC58-4683-A936-4751BFE7EF21}"/>
                    </a:ext>
                  </a:extLst>
                </p:cNvPr>
                <p:cNvSpPr/>
                <p:nvPr/>
              </p:nvSpPr>
              <p:spPr>
                <a:xfrm>
                  <a:off x="5682495" y="3673672"/>
                  <a:ext cx="1746756" cy="526472"/>
                </a:xfrm>
                <a:prstGeom prst="rect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𝒀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𝒒</m:t>
                            </m:r>
                          </m:sub>
                        </m:sSub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6" name="矩形 35">
                  <a:extLst>
                    <a:ext uri="{FF2B5EF4-FFF2-40B4-BE49-F238E27FC236}">
                      <a16:creationId xmlns:a16="http://schemas.microsoft.com/office/drawing/2014/main" id="{AD897FB5-CC58-4683-A936-4751BFE7EF2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2495" y="3673672"/>
                  <a:ext cx="1746756" cy="52647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椭圆 36">
                  <a:extLst>
                    <a:ext uri="{FF2B5EF4-FFF2-40B4-BE49-F238E27FC236}">
                      <a16:creationId xmlns:a16="http://schemas.microsoft.com/office/drawing/2014/main" id="{C611D9BA-F517-4B0A-9416-7D120D5AAEF7}"/>
                    </a:ext>
                  </a:extLst>
                </p:cNvPr>
                <p:cNvSpPr/>
                <p:nvPr/>
              </p:nvSpPr>
              <p:spPr>
                <a:xfrm>
                  <a:off x="6096000" y="5251554"/>
                  <a:ext cx="919746" cy="920652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𝑯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𝑴𝑫</m:t>
                            </m:r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7" name="椭圆 36">
                  <a:extLst>
                    <a:ext uri="{FF2B5EF4-FFF2-40B4-BE49-F238E27FC236}">
                      <a16:creationId xmlns:a16="http://schemas.microsoft.com/office/drawing/2014/main" id="{C611D9BA-F517-4B0A-9416-7D120D5AAEF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0" y="5251554"/>
                  <a:ext cx="919746" cy="920652"/>
                </a:xfrm>
                <a:prstGeom prst="ellipse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D8AF839B-55B4-4503-B979-5EC3E4116727}"/>
                </a:ext>
              </a:extLst>
            </p:cNvPr>
            <p:cNvCxnSpPr>
              <a:cxnSpLocks/>
              <a:stCxn id="36" idx="2"/>
              <a:endCxn id="37" idx="0"/>
            </p:cNvCxnSpPr>
            <p:nvPr/>
          </p:nvCxnSpPr>
          <p:spPr>
            <a:xfrm>
              <a:off x="6555873" y="4200144"/>
              <a:ext cx="0" cy="105141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41E593A9-3793-4F56-8D53-7013A5A37D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93948" y="4466690"/>
              <a:ext cx="323850" cy="37093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17F90DFD-DC5C-4A65-B7E0-D0EF912142D9}"/>
                    </a:ext>
                  </a:extLst>
                </p:cNvPr>
                <p:cNvSpPr txBox="1"/>
                <p:nvPr/>
              </p:nvSpPr>
              <p:spPr>
                <a:xfrm>
                  <a:off x="6495936" y="4466690"/>
                  <a:ext cx="76784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512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17F90DFD-DC5C-4A65-B7E0-D0EF912142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95936" y="4466690"/>
                  <a:ext cx="76784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E62CD047-A74D-497E-8649-FD136D181AA3}"/>
                    </a:ext>
                  </a:extLst>
                </p:cNvPr>
                <p:cNvSpPr txBox="1"/>
                <p:nvPr/>
              </p:nvSpPr>
              <p:spPr>
                <a:xfrm>
                  <a:off x="6095999" y="3355733"/>
                  <a:ext cx="91974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</a:rPr>
                          <m:t>512 </m:t>
                        </m:r>
                        <m:r>
                          <a:rPr lang="en-US" altLang="zh-CN" b="0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</a:rPr>
                          <m:t>𝑏𝑖𝑡</m:t>
                        </m:r>
                      </m:oMath>
                    </m:oMathPara>
                  </a14:m>
                  <a:endParaRPr lang="zh-CN" altLang="en-US" dirty="0">
                    <a:solidFill>
                      <a:srgbClr val="D74514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E62CD047-A74D-497E-8649-FD136D181A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5999" y="3355733"/>
                  <a:ext cx="919748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D98B5FA8-377E-4B78-8D6D-37B0922B3A20}"/>
                </a:ext>
              </a:extLst>
            </p:cNvPr>
            <p:cNvCxnSpPr>
              <a:cxnSpLocks/>
              <a:stCxn id="41" idx="3"/>
            </p:cNvCxnSpPr>
            <p:nvPr/>
          </p:nvCxnSpPr>
          <p:spPr>
            <a:xfrm>
              <a:off x="7015747" y="3540399"/>
              <a:ext cx="409961" cy="0"/>
            </a:xfrm>
            <a:prstGeom prst="straightConnector1">
              <a:avLst/>
            </a:prstGeom>
            <a:ln w="25400">
              <a:solidFill>
                <a:srgbClr val="D7451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B25C6BAA-156D-4EAD-B915-BBC1AAC8336F}"/>
                </a:ext>
              </a:extLst>
            </p:cNvPr>
            <p:cNvCxnSpPr>
              <a:cxnSpLocks/>
              <a:stCxn id="41" idx="1"/>
            </p:cNvCxnSpPr>
            <p:nvPr/>
          </p:nvCxnSpPr>
          <p:spPr>
            <a:xfrm flipH="1">
              <a:off x="5682495" y="3540399"/>
              <a:ext cx="413504" cy="0"/>
            </a:xfrm>
            <a:prstGeom prst="straightConnector1">
              <a:avLst/>
            </a:prstGeom>
            <a:ln w="25400">
              <a:solidFill>
                <a:srgbClr val="D7451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7E5CD9EA-884A-4141-A2E9-879AFEC255C3}"/>
                </a:ext>
              </a:extLst>
            </p:cNvPr>
            <p:cNvCxnSpPr>
              <a:cxnSpLocks/>
              <a:endCxn id="37" idx="2"/>
            </p:cNvCxnSpPr>
            <p:nvPr/>
          </p:nvCxnSpPr>
          <p:spPr>
            <a:xfrm>
              <a:off x="5076195" y="5711880"/>
              <a:ext cx="101980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432D3846-E672-4641-868B-E876168A25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20570" y="5526412"/>
              <a:ext cx="323850" cy="37093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7EBEAD29-DD3B-4A46-91F2-86B3423BAE78}"/>
                    </a:ext>
                  </a:extLst>
                </p:cNvPr>
                <p:cNvSpPr txBox="1"/>
                <p:nvPr/>
              </p:nvSpPr>
              <p:spPr>
                <a:xfrm>
                  <a:off x="5323140" y="5174873"/>
                  <a:ext cx="76784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128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7EBEAD29-DD3B-4A46-91F2-86B3423BAE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3140" y="5174873"/>
                  <a:ext cx="767847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4E23251C-AA8D-4575-A2B6-13088729A5E4}"/>
                    </a:ext>
                  </a:extLst>
                </p:cNvPr>
                <p:cNvSpPr txBox="1"/>
                <p:nvPr/>
              </p:nvSpPr>
              <p:spPr>
                <a:xfrm>
                  <a:off x="5323139" y="5848370"/>
                  <a:ext cx="767847" cy="39074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𝐶𝑉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4E23251C-AA8D-4575-A2B6-13088729A5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3139" y="5848370"/>
                  <a:ext cx="767847" cy="390748"/>
                </a:xfrm>
                <a:prstGeom prst="rect">
                  <a:avLst/>
                </a:prstGeom>
                <a:blipFill>
                  <a:blip r:embed="rId19"/>
                  <a:stretch>
                    <a:fillRect b="-312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矩形 47">
                  <a:extLst>
                    <a:ext uri="{FF2B5EF4-FFF2-40B4-BE49-F238E27FC236}">
                      <a16:creationId xmlns:a16="http://schemas.microsoft.com/office/drawing/2014/main" id="{F6846D7F-DCBD-4B36-9D84-40FA9483F113}"/>
                    </a:ext>
                  </a:extLst>
                </p:cNvPr>
                <p:cNvSpPr/>
                <p:nvPr/>
              </p:nvSpPr>
              <p:spPr>
                <a:xfrm>
                  <a:off x="8760701" y="3673672"/>
                  <a:ext cx="1746756" cy="526472"/>
                </a:xfrm>
                <a:prstGeom prst="rect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𝒀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𝑳</m:t>
                            </m:r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8" name="矩形 47">
                  <a:extLst>
                    <a:ext uri="{FF2B5EF4-FFF2-40B4-BE49-F238E27FC236}">
                      <a16:creationId xmlns:a16="http://schemas.microsoft.com/office/drawing/2014/main" id="{F6846D7F-DCBD-4B36-9D84-40FA9483F11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60701" y="3673672"/>
                  <a:ext cx="1746756" cy="52647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椭圆 48">
                  <a:extLst>
                    <a:ext uri="{FF2B5EF4-FFF2-40B4-BE49-F238E27FC236}">
                      <a16:creationId xmlns:a16="http://schemas.microsoft.com/office/drawing/2014/main" id="{92E095F0-8F2F-4BAA-A01C-AECAE3F455E5}"/>
                    </a:ext>
                  </a:extLst>
                </p:cNvPr>
                <p:cNvSpPr/>
                <p:nvPr/>
              </p:nvSpPr>
              <p:spPr>
                <a:xfrm>
                  <a:off x="9174206" y="5251554"/>
                  <a:ext cx="919746" cy="920652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𝑯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𝑴𝑫</m:t>
                            </m:r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9" name="椭圆 48">
                  <a:extLst>
                    <a:ext uri="{FF2B5EF4-FFF2-40B4-BE49-F238E27FC236}">
                      <a16:creationId xmlns:a16="http://schemas.microsoft.com/office/drawing/2014/main" id="{92E095F0-8F2F-4BAA-A01C-AECAE3F455E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74206" y="5251554"/>
                  <a:ext cx="919746" cy="920652"/>
                </a:xfrm>
                <a:prstGeom prst="ellipse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69B6DAA0-9B04-48BA-ADAC-F587B9BEAAF4}"/>
                </a:ext>
              </a:extLst>
            </p:cNvPr>
            <p:cNvCxnSpPr>
              <a:cxnSpLocks/>
              <a:stCxn id="48" idx="2"/>
              <a:endCxn id="49" idx="0"/>
            </p:cNvCxnSpPr>
            <p:nvPr/>
          </p:nvCxnSpPr>
          <p:spPr>
            <a:xfrm>
              <a:off x="9634079" y="4200144"/>
              <a:ext cx="0" cy="105141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67CCDC6B-4CA5-416D-B78E-F2ABDAA655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72154" y="4466690"/>
              <a:ext cx="323850" cy="37093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91C43A81-7149-498C-9297-A291A196385C}"/>
                    </a:ext>
                  </a:extLst>
                </p:cNvPr>
                <p:cNvSpPr txBox="1"/>
                <p:nvPr/>
              </p:nvSpPr>
              <p:spPr>
                <a:xfrm>
                  <a:off x="9574142" y="4466690"/>
                  <a:ext cx="76784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512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91C43A81-7149-498C-9297-A291A19638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74142" y="4466690"/>
                  <a:ext cx="767847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4D10A090-4DD1-4B66-B294-3002EB2E8C81}"/>
                    </a:ext>
                  </a:extLst>
                </p:cNvPr>
                <p:cNvSpPr txBox="1"/>
                <p:nvPr/>
              </p:nvSpPr>
              <p:spPr>
                <a:xfrm>
                  <a:off x="9174205" y="3355733"/>
                  <a:ext cx="91974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</a:rPr>
                          <m:t>512 </m:t>
                        </m:r>
                        <m:r>
                          <a:rPr lang="en-US" altLang="zh-CN" b="0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</a:rPr>
                          <m:t>𝑏𝑖𝑡</m:t>
                        </m:r>
                      </m:oMath>
                    </m:oMathPara>
                  </a14:m>
                  <a:endParaRPr lang="zh-CN" altLang="en-US" dirty="0">
                    <a:solidFill>
                      <a:srgbClr val="D74514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4D10A090-4DD1-4B66-B294-3002EB2E8C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74205" y="3355733"/>
                  <a:ext cx="919748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EBBA201E-9C52-40F8-A9D1-7AB8633ED9BE}"/>
                </a:ext>
              </a:extLst>
            </p:cNvPr>
            <p:cNvCxnSpPr>
              <a:cxnSpLocks/>
              <a:stCxn id="53" idx="3"/>
            </p:cNvCxnSpPr>
            <p:nvPr/>
          </p:nvCxnSpPr>
          <p:spPr>
            <a:xfrm>
              <a:off x="10093953" y="3540399"/>
              <a:ext cx="409961" cy="0"/>
            </a:xfrm>
            <a:prstGeom prst="straightConnector1">
              <a:avLst/>
            </a:prstGeom>
            <a:ln w="25400">
              <a:solidFill>
                <a:srgbClr val="D7451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C2258867-B97E-4CF6-BC7D-5BF0149B9BFD}"/>
                </a:ext>
              </a:extLst>
            </p:cNvPr>
            <p:cNvCxnSpPr>
              <a:cxnSpLocks/>
              <a:stCxn id="53" idx="1"/>
            </p:cNvCxnSpPr>
            <p:nvPr/>
          </p:nvCxnSpPr>
          <p:spPr>
            <a:xfrm flipH="1">
              <a:off x="8760701" y="3540399"/>
              <a:ext cx="413504" cy="0"/>
            </a:xfrm>
            <a:prstGeom prst="straightConnector1">
              <a:avLst/>
            </a:prstGeom>
            <a:ln w="25400">
              <a:solidFill>
                <a:srgbClr val="D7451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8020255B-0F6A-4FA0-8243-FE8DDDB37476}"/>
                </a:ext>
              </a:extLst>
            </p:cNvPr>
            <p:cNvCxnSpPr>
              <a:cxnSpLocks/>
              <a:endCxn id="49" idx="2"/>
            </p:cNvCxnSpPr>
            <p:nvPr/>
          </p:nvCxnSpPr>
          <p:spPr>
            <a:xfrm>
              <a:off x="8154401" y="5711880"/>
              <a:ext cx="101980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FF635051-717F-46F8-B8B3-E03BC35163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98776" y="5526412"/>
              <a:ext cx="323850" cy="37093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1041EB0A-7CED-44EB-A2AC-2CD524743D7D}"/>
                    </a:ext>
                  </a:extLst>
                </p:cNvPr>
                <p:cNvSpPr txBox="1"/>
                <p:nvPr/>
              </p:nvSpPr>
              <p:spPr>
                <a:xfrm>
                  <a:off x="8401346" y="5174873"/>
                  <a:ext cx="76784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128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1041EB0A-7CED-44EB-A2AC-2CD524743D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01346" y="5174873"/>
                  <a:ext cx="767847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C0AA8DAE-1050-4AC4-94B2-1C1936DAF478}"/>
                    </a:ext>
                  </a:extLst>
                </p:cNvPr>
                <p:cNvSpPr txBox="1"/>
                <p:nvPr/>
              </p:nvSpPr>
              <p:spPr>
                <a:xfrm>
                  <a:off x="8401345" y="5848370"/>
                  <a:ext cx="76784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𝐶𝑉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C0AA8DAE-1050-4AC4-94B2-1C1936DAF4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01345" y="5848370"/>
                  <a:ext cx="767847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AEFE4957-543B-40AC-969A-6D8188641C5E}"/>
                    </a:ext>
                  </a:extLst>
                </p:cNvPr>
                <p:cNvSpPr txBox="1"/>
                <p:nvPr/>
              </p:nvSpPr>
              <p:spPr>
                <a:xfrm>
                  <a:off x="4882245" y="3752242"/>
                  <a:ext cx="224152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⋯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AEFE4957-543B-40AC-969A-6D8188641C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2245" y="3752242"/>
                  <a:ext cx="224152" cy="369332"/>
                </a:xfrm>
                <a:prstGeom prst="rect">
                  <a:avLst/>
                </a:prstGeom>
                <a:blipFill>
                  <a:blip r:embed="rId26"/>
                  <a:stretch>
                    <a:fillRect l="-2702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C1A146D2-D59A-4FC4-B1C8-15ACEE818289}"/>
                    </a:ext>
                  </a:extLst>
                </p:cNvPr>
                <p:cNvSpPr txBox="1"/>
                <p:nvPr/>
              </p:nvSpPr>
              <p:spPr>
                <a:xfrm>
                  <a:off x="8042325" y="3752242"/>
                  <a:ext cx="224152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⋯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C1A146D2-D59A-4FC4-B1C8-15ACEE8182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42325" y="3752242"/>
                  <a:ext cx="224152" cy="369332"/>
                </a:xfrm>
                <a:prstGeom prst="rect">
                  <a:avLst/>
                </a:prstGeom>
                <a:blipFill>
                  <a:blip r:embed="rId27"/>
                  <a:stretch>
                    <a:fillRect l="-2702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矩形 62">
                  <a:extLst>
                    <a:ext uri="{FF2B5EF4-FFF2-40B4-BE49-F238E27FC236}">
                      <a16:creationId xmlns:a16="http://schemas.microsoft.com/office/drawing/2014/main" id="{1B2536AB-6F8C-4141-8F17-8969E1E02C43}"/>
                    </a:ext>
                  </a:extLst>
                </p:cNvPr>
                <p:cNvSpPr/>
                <p:nvPr/>
              </p:nvSpPr>
              <p:spPr>
                <a:xfrm>
                  <a:off x="8451804" y="2210241"/>
                  <a:ext cx="1344200" cy="526472"/>
                </a:xfrm>
                <a:prstGeom prst="rect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𝟏𝟎𝟎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⋯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𝟎</m:t>
                        </m:r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3" name="矩形 62">
                  <a:extLst>
                    <a:ext uri="{FF2B5EF4-FFF2-40B4-BE49-F238E27FC236}">
                      <a16:creationId xmlns:a16="http://schemas.microsoft.com/office/drawing/2014/main" id="{1B2536AB-6F8C-4141-8F17-8969E1E02C4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51804" y="2210241"/>
                  <a:ext cx="1344200" cy="526472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1474AE64-AC92-4109-BE71-B1D8F573C040}"/>
                </a:ext>
              </a:extLst>
            </p:cNvPr>
            <p:cNvSpPr/>
            <p:nvPr/>
          </p:nvSpPr>
          <p:spPr>
            <a:xfrm>
              <a:off x="9846464" y="2210241"/>
              <a:ext cx="657450" cy="526472"/>
            </a:xfrm>
            <a:prstGeom prst="rect">
              <a:avLst/>
            </a:prstGeom>
            <a:solidFill>
              <a:srgbClr val="F8CC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矩形 64">
                  <a:extLst>
                    <a:ext uri="{FF2B5EF4-FFF2-40B4-BE49-F238E27FC236}">
                      <a16:creationId xmlns:a16="http://schemas.microsoft.com/office/drawing/2014/main" id="{4088DCCB-5DF0-4A18-BFCF-9B2C064DC788}"/>
                    </a:ext>
                  </a:extLst>
                </p:cNvPr>
                <p:cNvSpPr/>
                <p:nvPr/>
              </p:nvSpPr>
              <p:spPr>
                <a:xfrm>
                  <a:off x="10752222" y="5404447"/>
                  <a:ext cx="1617236" cy="614864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𝟏𝟐𝟖</m:t>
                      </m:r>
                      <m:r>
                        <a:rPr lang="en-US" altLang="zh-CN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a:rPr lang="en-US" altLang="zh-CN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𝒃𝒊𝒕</m:t>
                      </m:r>
                    </m:oMath>
                  </a14:m>
                  <a:r>
                    <a:rPr lang="en-US" altLang="zh-CN" b="1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  <a:r>
                    <a:rPr lang="zh-CN" altLang="en-US" b="1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摘要</a:t>
                  </a:r>
                  <a:endParaRPr lang="en-US" altLang="zh-CN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5" name="矩形 64">
                  <a:extLst>
                    <a:ext uri="{FF2B5EF4-FFF2-40B4-BE49-F238E27FC236}">
                      <a16:creationId xmlns:a16="http://schemas.microsoft.com/office/drawing/2014/main" id="{4088DCCB-5DF0-4A18-BFCF-9B2C064DC78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52222" y="5404447"/>
                  <a:ext cx="1617236" cy="614864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6" name="直接箭头连接符 65">
              <a:extLst>
                <a:ext uri="{FF2B5EF4-FFF2-40B4-BE49-F238E27FC236}">
                  <a16:creationId xmlns:a16="http://schemas.microsoft.com/office/drawing/2014/main" id="{AE6473F1-EAFA-438A-84DA-CC559E4098E4}"/>
                </a:ext>
              </a:extLst>
            </p:cNvPr>
            <p:cNvCxnSpPr>
              <a:cxnSpLocks/>
              <a:stCxn id="49" idx="6"/>
              <a:endCxn id="65" idx="1"/>
            </p:cNvCxnSpPr>
            <p:nvPr/>
          </p:nvCxnSpPr>
          <p:spPr>
            <a:xfrm flipV="1">
              <a:off x="10093952" y="5711879"/>
              <a:ext cx="658270" cy="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B2D11971-18ED-4D22-95A9-86CB59DA0A5A}"/>
                    </a:ext>
                  </a:extLst>
                </p:cNvPr>
                <p:cNvSpPr txBox="1"/>
                <p:nvPr/>
              </p:nvSpPr>
              <p:spPr>
                <a:xfrm>
                  <a:off x="4136535" y="1839306"/>
                  <a:ext cx="74571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CN" b="0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</a:rPr>
                          <m:t>𝑏𝑖𝑡</m:t>
                        </m:r>
                      </m:oMath>
                    </m:oMathPara>
                  </a14:m>
                  <a:endParaRPr lang="zh-CN" altLang="en-US" dirty="0">
                    <a:solidFill>
                      <a:srgbClr val="D74514"/>
                    </a:solidFill>
                  </a:endParaRPr>
                </a:p>
              </p:txBody>
            </p:sp>
          </mc:Choice>
          <mc:Fallback xmlns="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B2D11971-18ED-4D22-95A9-86CB59DA0A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36535" y="1839306"/>
                  <a:ext cx="745710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4" name="直接箭头连接符 73">
              <a:extLst>
                <a:ext uri="{FF2B5EF4-FFF2-40B4-BE49-F238E27FC236}">
                  <a16:creationId xmlns:a16="http://schemas.microsoft.com/office/drawing/2014/main" id="{0063D90F-465E-4A73-90CE-7FF9A0980DD4}"/>
                </a:ext>
              </a:extLst>
            </p:cNvPr>
            <p:cNvCxnSpPr>
              <a:cxnSpLocks/>
              <a:stCxn id="73" idx="3"/>
            </p:cNvCxnSpPr>
            <p:nvPr/>
          </p:nvCxnSpPr>
          <p:spPr>
            <a:xfrm>
              <a:off x="4882245" y="2023972"/>
              <a:ext cx="3519099" cy="0"/>
            </a:xfrm>
            <a:prstGeom prst="straightConnector1">
              <a:avLst/>
            </a:prstGeom>
            <a:ln w="25400">
              <a:solidFill>
                <a:srgbClr val="D7451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箭头连接符 74">
              <a:extLst>
                <a:ext uri="{FF2B5EF4-FFF2-40B4-BE49-F238E27FC236}">
                  <a16:creationId xmlns:a16="http://schemas.microsoft.com/office/drawing/2014/main" id="{02CF70DE-63E2-4471-ABE1-83F908B13B87}"/>
                </a:ext>
              </a:extLst>
            </p:cNvPr>
            <p:cNvCxnSpPr>
              <a:cxnSpLocks/>
              <a:stCxn id="73" idx="1"/>
            </p:cNvCxnSpPr>
            <p:nvPr/>
          </p:nvCxnSpPr>
          <p:spPr>
            <a:xfrm flipH="1">
              <a:off x="764795" y="2023972"/>
              <a:ext cx="3371740" cy="0"/>
            </a:xfrm>
            <a:prstGeom prst="straightConnector1">
              <a:avLst/>
            </a:prstGeom>
            <a:ln w="25400">
              <a:solidFill>
                <a:srgbClr val="D7451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243AA4B1-2DE1-4866-8508-5965FAFB7CAD}"/>
                    </a:ext>
                  </a:extLst>
                </p:cNvPr>
                <p:cNvSpPr txBox="1"/>
                <p:nvPr/>
              </p:nvSpPr>
              <p:spPr>
                <a:xfrm>
                  <a:off x="4355075" y="1588132"/>
                  <a:ext cx="272611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CN" b="0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×512</m:t>
                        </m:r>
                        <m:r>
                          <a:rPr lang="en-US" altLang="zh-CN" b="0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</a:rPr>
                          <m:t>𝑏𝑖𝑡</m:t>
                        </m:r>
                        <m:r>
                          <a:rPr lang="en-US" altLang="zh-CN" b="0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b="0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×32 </m:t>
                        </m:r>
                        <m:r>
                          <a:rPr lang="en-US" altLang="zh-CN" b="0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𝑏𝑖𝑡</m:t>
                        </m:r>
                      </m:oMath>
                    </m:oMathPara>
                  </a14:m>
                  <a:endParaRPr lang="zh-CN" altLang="en-US" dirty="0">
                    <a:solidFill>
                      <a:srgbClr val="D74514"/>
                    </a:solidFill>
                  </a:endParaRPr>
                </a:p>
              </p:txBody>
            </p:sp>
          </mc:Choice>
          <mc:Fallback xmlns=""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243AA4B1-2DE1-4866-8508-5965FAFB7C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55075" y="1588132"/>
                  <a:ext cx="2726112" cy="369332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1" name="直接箭头连接符 80">
              <a:extLst>
                <a:ext uri="{FF2B5EF4-FFF2-40B4-BE49-F238E27FC236}">
                  <a16:creationId xmlns:a16="http://schemas.microsoft.com/office/drawing/2014/main" id="{CFECB003-3589-4BB9-9DDE-6A3B93553045}"/>
                </a:ext>
              </a:extLst>
            </p:cNvPr>
            <p:cNvCxnSpPr>
              <a:cxnSpLocks/>
              <a:stCxn id="80" idx="3"/>
            </p:cNvCxnSpPr>
            <p:nvPr/>
          </p:nvCxnSpPr>
          <p:spPr>
            <a:xfrm>
              <a:off x="7081187" y="1772798"/>
              <a:ext cx="3422727" cy="0"/>
            </a:xfrm>
            <a:prstGeom prst="straightConnector1">
              <a:avLst/>
            </a:prstGeom>
            <a:ln w="25400">
              <a:solidFill>
                <a:srgbClr val="D7451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箭头连接符 81">
              <a:extLst>
                <a:ext uri="{FF2B5EF4-FFF2-40B4-BE49-F238E27FC236}">
                  <a16:creationId xmlns:a16="http://schemas.microsoft.com/office/drawing/2014/main" id="{4B046919-11EC-4EE7-82BA-E37166229688}"/>
                </a:ext>
              </a:extLst>
            </p:cNvPr>
            <p:cNvCxnSpPr>
              <a:cxnSpLocks/>
              <a:stCxn id="80" idx="1"/>
            </p:cNvCxnSpPr>
            <p:nvPr/>
          </p:nvCxnSpPr>
          <p:spPr>
            <a:xfrm flipH="1">
              <a:off x="764795" y="1772798"/>
              <a:ext cx="3590280" cy="66508"/>
            </a:xfrm>
            <a:prstGeom prst="straightConnector1">
              <a:avLst/>
            </a:prstGeom>
            <a:ln w="25400">
              <a:solidFill>
                <a:srgbClr val="D7451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箭头: 下 88">
              <a:extLst>
                <a:ext uri="{FF2B5EF4-FFF2-40B4-BE49-F238E27FC236}">
                  <a16:creationId xmlns:a16="http://schemas.microsoft.com/office/drawing/2014/main" id="{87C7DD9C-5B68-426D-BE7C-CBD7279584EA}"/>
                </a:ext>
              </a:extLst>
            </p:cNvPr>
            <p:cNvSpPr/>
            <p:nvPr/>
          </p:nvSpPr>
          <p:spPr>
            <a:xfrm>
              <a:off x="5330317" y="2815724"/>
              <a:ext cx="1197228" cy="526469"/>
            </a:xfrm>
            <a:prstGeom prst="downArrow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787608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5" name="直接箭头连接符 334">
            <a:extLst>
              <a:ext uri="{FF2B5EF4-FFF2-40B4-BE49-F238E27FC236}">
                <a16:creationId xmlns:a16="http://schemas.microsoft.com/office/drawing/2014/main" id="{18F647D0-DFBD-47A0-AE89-1C86FB6A8677}"/>
              </a:ext>
            </a:extLst>
          </p:cNvPr>
          <p:cNvCxnSpPr>
            <a:cxnSpLocks/>
          </p:cNvCxnSpPr>
          <p:nvPr/>
        </p:nvCxnSpPr>
        <p:spPr>
          <a:xfrm flipH="1">
            <a:off x="9786964" y="1611573"/>
            <a:ext cx="3214769" cy="0"/>
          </a:xfrm>
          <a:prstGeom prst="straightConnector1">
            <a:avLst/>
          </a:prstGeom>
          <a:ln w="25400">
            <a:solidFill>
              <a:srgbClr val="5D170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直接箭头连接符 335">
            <a:extLst>
              <a:ext uri="{FF2B5EF4-FFF2-40B4-BE49-F238E27FC236}">
                <a16:creationId xmlns:a16="http://schemas.microsoft.com/office/drawing/2014/main" id="{167FFDD3-4868-4C9D-B0A3-822293C5F76D}"/>
              </a:ext>
            </a:extLst>
          </p:cNvPr>
          <p:cNvCxnSpPr>
            <a:cxnSpLocks/>
          </p:cNvCxnSpPr>
          <p:nvPr/>
        </p:nvCxnSpPr>
        <p:spPr>
          <a:xfrm flipH="1">
            <a:off x="9785018" y="1828953"/>
            <a:ext cx="1774777" cy="0"/>
          </a:xfrm>
          <a:prstGeom prst="straightConnector1">
            <a:avLst/>
          </a:prstGeom>
          <a:ln w="25400">
            <a:solidFill>
              <a:srgbClr val="5D170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8" name="表格 2">
            <a:extLst>
              <a:ext uri="{FF2B5EF4-FFF2-40B4-BE49-F238E27FC236}">
                <a16:creationId xmlns:a16="http://schemas.microsoft.com/office/drawing/2014/main" id="{C690F2F8-CD55-4B3B-90FE-2138040371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389442"/>
              </p:ext>
            </p:extLst>
          </p:nvPr>
        </p:nvGraphicFramePr>
        <p:xfrm>
          <a:off x="7845537" y="362431"/>
          <a:ext cx="5869356" cy="6636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7339">
                  <a:extLst>
                    <a:ext uri="{9D8B030D-6E8A-4147-A177-3AD203B41FA5}">
                      <a16:colId xmlns:a16="http://schemas.microsoft.com/office/drawing/2014/main" val="811723185"/>
                    </a:ext>
                  </a:extLst>
                </a:gridCol>
                <a:gridCol w="1467339">
                  <a:extLst>
                    <a:ext uri="{9D8B030D-6E8A-4147-A177-3AD203B41FA5}">
                      <a16:colId xmlns:a16="http://schemas.microsoft.com/office/drawing/2014/main" val="1852968331"/>
                    </a:ext>
                  </a:extLst>
                </a:gridCol>
                <a:gridCol w="1467339">
                  <a:extLst>
                    <a:ext uri="{9D8B030D-6E8A-4147-A177-3AD203B41FA5}">
                      <a16:colId xmlns:a16="http://schemas.microsoft.com/office/drawing/2014/main" val="3726579682"/>
                    </a:ext>
                  </a:extLst>
                </a:gridCol>
                <a:gridCol w="1467339">
                  <a:extLst>
                    <a:ext uri="{9D8B030D-6E8A-4147-A177-3AD203B41FA5}">
                      <a16:colId xmlns:a16="http://schemas.microsoft.com/office/drawing/2014/main" val="3050370435"/>
                    </a:ext>
                  </a:extLst>
                </a:gridCol>
              </a:tblGrid>
              <a:tr h="6636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A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45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B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45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C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45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D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45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65091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3" name="椭圆 342">
                <a:extLst>
                  <a:ext uri="{FF2B5EF4-FFF2-40B4-BE49-F238E27FC236}">
                    <a16:creationId xmlns:a16="http://schemas.microsoft.com/office/drawing/2014/main" id="{5E2C91E0-F20A-4D0B-BBF4-F0E8A9ECB15C}"/>
                  </a:ext>
                </a:extLst>
              </p:cNvPr>
              <p:cNvSpPr/>
              <p:nvPr/>
            </p:nvSpPr>
            <p:spPr>
              <a:xfrm>
                <a:off x="9140248" y="1506569"/>
                <a:ext cx="644769" cy="644769"/>
              </a:xfrm>
              <a:prstGeom prst="ellipse">
                <a:avLst/>
              </a:prstGeom>
              <a:solidFill>
                <a:srgbClr val="F8CCB9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D74514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zh-CN" altLang="en-US" dirty="0">
                  <a:solidFill>
                    <a:srgbClr val="D74514"/>
                  </a:solidFill>
                </a:endParaRPr>
              </a:p>
            </p:txBody>
          </p:sp>
        </mc:Choice>
        <mc:Fallback xmlns="">
          <p:sp>
            <p:nvSpPr>
              <p:cNvPr id="343" name="椭圆 342">
                <a:extLst>
                  <a:ext uri="{FF2B5EF4-FFF2-40B4-BE49-F238E27FC236}">
                    <a16:creationId xmlns:a16="http://schemas.microsoft.com/office/drawing/2014/main" id="{5E2C91E0-F20A-4D0B-BBF4-F0E8A9ECB1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0248" y="1506569"/>
                <a:ext cx="644769" cy="644769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2" name="椭圆 351">
                <a:extLst>
                  <a:ext uri="{FF2B5EF4-FFF2-40B4-BE49-F238E27FC236}">
                    <a16:creationId xmlns:a16="http://schemas.microsoft.com/office/drawing/2014/main" id="{89E4B684-48DF-4BCD-A836-2B5955FCDD7F}"/>
                  </a:ext>
                </a:extLst>
              </p:cNvPr>
              <p:cNvSpPr/>
              <p:nvPr/>
            </p:nvSpPr>
            <p:spPr>
              <a:xfrm>
                <a:off x="8011616" y="4276145"/>
                <a:ext cx="1125409" cy="644769"/>
              </a:xfrm>
              <a:prstGeom prst="ellipse">
                <a:avLst/>
              </a:prstGeom>
              <a:solidFill>
                <a:srgbClr val="FDEFE8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</a:rPr>
                            <m:t>𝐶𝐿𝑆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D74514"/>
                  </a:solidFill>
                </a:endParaRPr>
              </a:p>
            </p:txBody>
          </p:sp>
        </mc:Choice>
        <mc:Fallback xmlns="">
          <p:sp>
            <p:nvSpPr>
              <p:cNvPr id="352" name="椭圆 351">
                <a:extLst>
                  <a:ext uri="{FF2B5EF4-FFF2-40B4-BE49-F238E27FC236}">
                    <a16:creationId xmlns:a16="http://schemas.microsoft.com/office/drawing/2014/main" id="{89E4B684-48DF-4BCD-A836-2B5955FCDD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1616" y="4276145"/>
                <a:ext cx="1125409" cy="644769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7" name="直接箭头连接符 356">
            <a:extLst>
              <a:ext uri="{FF2B5EF4-FFF2-40B4-BE49-F238E27FC236}">
                <a16:creationId xmlns:a16="http://schemas.microsoft.com/office/drawing/2014/main" id="{E6AA383E-A04E-492D-BA14-40A379F9A84E}"/>
              </a:ext>
            </a:extLst>
          </p:cNvPr>
          <p:cNvCxnSpPr>
            <a:cxnSpLocks/>
            <a:stCxn id="396" idx="4"/>
            <a:endCxn id="402" idx="0"/>
          </p:cNvCxnSpPr>
          <p:nvPr/>
        </p:nvCxnSpPr>
        <p:spPr>
          <a:xfrm flipH="1">
            <a:off x="8566234" y="2030673"/>
            <a:ext cx="1" cy="519414"/>
          </a:xfrm>
          <a:prstGeom prst="straightConnector1">
            <a:avLst/>
          </a:prstGeom>
          <a:ln w="25400">
            <a:solidFill>
              <a:srgbClr val="5D170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直接箭头连接符 357">
            <a:extLst>
              <a:ext uri="{FF2B5EF4-FFF2-40B4-BE49-F238E27FC236}">
                <a16:creationId xmlns:a16="http://schemas.microsoft.com/office/drawing/2014/main" id="{F419CB75-63C3-4B34-B5C6-AF48E18B0177}"/>
              </a:ext>
            </a:extLst>
          </p:cNvPr>
          <p:cNvCxnSpPr>
            <a:cxnSpLocks/>
            <a:stCxn id="402" idx="4"/>
            <a:endCxn id="406" idx="0"/>
          </p:cNvCxnSpPr>
          <p:nvPr/>
        </p:nvCxnSpPr>
        <p:spPr>
          <a:xfrm flipH="1">
            <a:off x="8566233" y="2960540"/>
            <a:ext cx="1" cy="521457"/>
          </a:xfrm>
          <a:prstGeom prst="straightConnector1">
            <a:avLst/>
          </a:prstGeom>
          <a:ln w="25400">
            <a:solidFill>
              <a:srgbClr val="5D170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直接箭头连接符 358">
            <a:extLst>
              <a:ext uri="{FF2B5EF4-FFF2-40B4-BE49-F238E27FC236}">
                <a16:creationId xmlns:a16="http://schemas.microsoft.com/office/drawing/2014/main" id="{E66469E9-A86E-435E-8B2E-5E71D6F03854}"/>
              </a:ext>
            </a:extLst>
          </p:cNvPr>
          <p:cNvCxnSpPr>
            <a:cxnSpLocks/>
            <a:stCxn id="406" idx="4"/>
          </p:cNvCxnSpPr>
          <p:nvPr/>
        </p:nvCxnSpPr>
        <p:spPr>
          <a:xfrm>
            <a:off x="8566233" y="3892450"/>
            <a:ext cx="8089" cy="383695"/>
          </a:xfrm>
          <a:prstGeom prst="straightConnector1">
            <a:avLst/>
          </a:prstGeom>
          <a:ln w="25400">
            <a:solidFill>
              <a:srgbClr val="5D170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直接箭头连接符 359">
            <a:extLst>
              <a:ext uri="{FF2B5EF4-FFF2-40B4-BE49-F238E27FC236}">
                <a16:creationId xmlns:a16="http://schemas.microsoft.com/office/drawing/2014/main" id="{DFE76053-BC87-4FA7-8A1E-38ECB276507C}"/>
              </a:ext>
            </a:extLst>
          </p:cNvPr>
          <p:cNvCxnSpPr>
            <a:cxnSpLocks/>
            <a:endCxn id="410" idx="0"/>
          </p:cNvCxnSpPr>
          <p:nvPr/>
        </p:nvCxnSpPr>
        <p:spPr>
          <a:xfrm flipH="1">
            <a:off x="8574319" y="4920914"/>
            <a:ext cx="2" cy="389844"/>
          </a:xfrm>
          <a:prstGeom prst="straightConnector1">
            <a:avLst/>
          </a:prstGeom>
          <a:ln w="25400">
            <a:solidFill>
              <a:srgbClr val="5D170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直接箭头连接符 360">
            <a:extLst>
              <a:ext uri="{FF2B5EF4-FFF2-40B4-BE49-F238E27FC236}">
                <a16:creationId xmlns:a16="http://schemas.microsoft.com/office/drawing/2014/main" id="{3011B76A-4A84-41D1-BD97-CF9339E9CBC0}"/>
              </a:ext>
            </a:extLst>
          </p:cNvPr>
          <p:cNvCxnSpPr>
            <a:cxnSpLocks/>
            <a:endCxn id="396" idx="6"/>
          </p:cNvCxnSpPr>
          <p:nvPr/>
        </p:nvCxnSpPr>
        <p:spPr>
          <a:xfrm flipH="1" flipV="1">
            <a:off x="8771461" y="1825447"/>
            <a:ext cx="368788" cy="3508"/>
          </a:xfrm>
          <a:prstGeom prst="straightConnector1">
            <a:avLst/>
          </a:prstGeom>
          <a:ln w="25400">
            <a:solidFill>
              <a:srgbClr val="5D170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直接箭头连接符 361">
            <a:extLst>
              <a:ext uri="{FF2B5EF4-FFF2-40B4-BE49-F238E27FC236}">
                <a16:creationId xmlns:a16="http://schemas.microsoft.com/office/drawing/2014/main" id="{D730E27C-7746-449D-8A33-CBB465C8DE50}"/>
              </a:ext>
            </a:extLst>
          </p:cNvPr>
          <p:cNvCxnSpPr>
            <a:cxnSpLocks/>
            <a:endCxn id="396" idx="0"/>
          </p:cNvCxnSpPr>
          <p:nvPr/>
        </p:nvCxnSpPr>
        <p:spPr>
          <a:xfrm flipH="1">
            <a:off x="8566235" y="1026088"/>
            <a:ext cx="8088" cy="594132"/>
          </a:xfrm>
          <a:prstGeom prst="straightConnector1">
            <a:avLst/>
          </a:prstGeom>
          <a:ln w="25400">
            <a:solidFill>
              <a:srgbClr val="5D170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63" name="表格 2">
            <a:extLst>
              <a:ext uri="{FF2B5EF4-FFF2-40B4-BE49-F238E27FC236}">
                <a16:creationId xmlns:a16="http://schemas.microsoft.com/office/drawing/2014/main" id="{AC7294F6-3D69-41F9-B5B3-DBBB88F047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18057"/>
              </p:ext>
            </p:extLst>
          </p:nvPr>
        </p:nvGraphicFramePr>
        <p:xfrm>
          <a:off x="7845537" y="6740918"/>
          <a:ext cx="5869356" cy="6636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7339">
                  <a:extLst>
                    <a:ext uri="{9D8B030D-6E8A-4147-A177-3AD203B41FA5}">
                      <a16:colId xmlns:a16="http://schemas.microsoft.com/office/drawing/2014/main" val="811723185"/>
                    </a:ext>
                  </a:extLst>
                </a:gridCol>
                <a:gridCol w="1467339">
                  <a:extLst>
                    <a:ext uri="{9D8B030D-6E8A-4147-A177-3AD203B41FA5}">
                      <a16:colId xmlns:a16="http://schemas.microsoft.com/office/drawing/2014/main" val="1852968331"/>
                    </a:ext>
                  </a:extLst>
                </a:gridCol>
                <a:gridCol w="1467339">
                  <a:extLst>
                    <a:ext uri="{9D8B030D-6E8A-4147-A177-3AD203B41FA5}">
                      <a16:colId xmlns:a16="http://schemas.microsoft.com/office/drawing/2014/main" val="3726579682"/>
                    </a:ext>
                  </a:extLst>
                </a:gridCol>
                <a:gridCol w="1467339">
                  <a:extLst>
                    <a:ext uri="{9D8B030D-6E8A-4147-A177-3AD203B41FA5}">
                      <a16:colId xmlns:a16="http://schemas.microsoft.com/office/drawing/2014/main" val="3050370435"/>
                    </a:ext>
                  </a:extLst>
                </a:gridCol>
              </a:tblGrid>
              <a:tr h="6636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A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45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B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45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C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45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D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45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650919"/>
                  </a:ext>
                </a:extLst>
              </a:tr>
            </a:tbl>
          </a:graphicData>
        </a:graphic>
      </p:graphicFrame>
      <p:cxnSp>
        <p:nvCxnSpPr>
          <p:cNvPr id="364" name="直接箭头连接符 363">
            <a:extLst>
              <a:ext uri="{FF2B5EF4-FFF2-40B4-BE49-F238E27FC236}">
                <a16:creationId xmlns:a16="http://schemas.microsoft.com/office/drawing/2014/main" id="{20039711-BFA9-4FD8-9DA5-ADF3B83DDC31}"/>
              </a:ext>
            </a:extLst>
          </p:cNvPr>
          <p:cNvCxnSpPr>
            <a:cxnSpLocks/>
            <a:stCxn id="410" idx="4"/>
          </p:cNvCxnSpPr>
          <p:nvPr/>
        </p:nvCxnSpPr>
        <p:spPr>
          <a:xfrm>
            <a:off x="8574319" y="5721211"/>
            <a:ext cx="3" cy="340910"/>
          </a:xfrm>
          <a:prstGeom prst="straightConnector1">
            <a:avLst/>
          </a:prstGeom>
          <a:ln w="25400">
            <a:solidFill>
              <a:srgbClr val="5D1709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直接箭头连接符 364">
            <a:extLst>
              <a:ext uri="{FF2B5EF4-FFF2-40B4-BE49-F238E27FC236}">
                <a16:creationId xmlns:a16="http://schemas.microsoft.com/office/drawing/2014/main" id="{6E4CE7C2-6D77-4033-9649-D8085BCA77AC}"/>
              </a:ext>
            </a:extLst>
          </p:cNvPr>
          <p:cNvCxnSpPr>
            <a:cxnSpLocks/>
          </p:cNvCxnSpPr>
          <p:nvPr/>
        </p:nvCxnSpPr>
        <p:spPr>
          <a:xfrm>
            <a:off x="10074876" y="1026088"/>
            <a:ext cx="0" cy="5036033"/>
          </a:xfrm>
          <a:prstGeom prst="straightConnector1">
            <a:avLst/>
          </a:prstGeom>
          <a:ln w="25400">
            <a:solidFill>
              <a:srgbClr val="5D1709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直接箭头连接符 365">
            <a:extLst>
              <a:ext uri="{FF2B5EF4-FFF2-40B4-BE49-F238E27FC236}">
                <a16:creationId xmlns:a16="http://schemas.microsoft.com/office/drawing/2014/main" id="{829ADE48-BEF7-4252-BA3D-698A83C810C9}"/>
              </a:ext>
            </a:extLst>
          </p:cNvPr>
          <p:cNvCxnSpPr>
            <a:cxnSpLocks/>
          </p:cNvCxnSpPr>
          <p:nvPr/>
        </p:nvCxnSpPr>
        <p:spPr>
          <a:xfrm>
            <a:off x="11563707" y="1026088"/>
            <a:ext cx="0" cy="5036033"/>
          </a:xfrm>
          <a:prstGeom prst="straightConnector1">
            <a:avLst/>
          </a:prstGeom>
          <a:ln w="25400">
            <a:solidFill>
              <a:srgbClr val="5D1709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直接箭头连接符 366">
            <a:extLst>
              <a:ext uri="{FF2B5EF4-FFF2-40B4-BE49-F238E27FC236}">
                <a16:creationId xmlns:a16="http://schemas.microsoft.com/office/drawing/2014/main" id="{3E17B1D9-CE3D-4DBF-B819-E2C6ECE79511}"/>
              </a:ext>
            </a:extLst>
          </p:cNvPr>
          <p:cNvCxnSpPr>
            <a:cxnSpLocks/>
          </p:cNvCxnSpPr>
          <p:nvPr/>
        </p:nvCxnSpPr>
        <p:spPr>
          <a:xfrm>
            <a:off x="13005645" y="1026087"/>
            <a:ext cx="0" cy="5036033"/>
          </a:xfrm>
          <a:prstGeom prst="straightConnector1">
            <a:avLst/>
          </a:prstGeom>
          <a:ln w="25400">
            <a:solidFill>
              <a:srgbClr val="5D1709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直接箭头连接符 367">
            <a:extLst>
              <a:ext uri="{FF2B5EF4-FFF2-40B4-BE49-F238E27FC236}">
                <a16:creationId xmlns:a16="http://schemas.microsoft.com/office/drawing/2014/main" id="{8FD1EB27-396F-41C4-BDF8-56307A733A07}"/>
              </a:ext>
            </a:extLst>
          </p:cNvPr>
          <p:cNvCxnSpPr>
            <a:cxnSpLocks/>
          </p:cNvCxnSpPr>
          <p:nvPr/>
        </p:nvCxnSpPr>
        <p:spPr>
          <a:xfrm>
            <a:off x="8574320" y="6062120"/>
            <a:ext cx="1524001" cy="400374"/>
          </a:xfrm>
          <a:prstGeom prst="straightConnector1">
            <a:avLst/>
          </a:prstGeom>
          <a:ln w="25400">
            <a:solidFill>
              <a:srgbClr val="5D1709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直接箭头连接符 368">
            <a:extLst>
              <a:ext uri="{FF2B5EF4-FFF2-40B4-BE49-F238E27FC236}">
                <a16:creationId xmlns:a16="http://schemas.microsoft.com/office/drawing/2014/main" id="{316EF028-8807-40EB-B9EE-52FCCEBC5A22}"/>
              </a:ext>
            </a:extLst>
          </p:cNvPr>
          <p:cNvCxnSpPr>
            <a:cxnSpLocks/>
          </p:cNvCxnSpPr>
          <p:nvPr/>
        </p:nvCxnSpPr>
        <p:spPr>
          <a:xfrm>
            <a:off x="10098321" y="6462495"/>
            <a:ext cx="1" cy="278422"/>
          </a:xfrm>
          <a:prstGeom prst="straightConnector1">
            <a:avLst/>
          </a:prstGeom>
          <a:ln w="25400">
            <a:solidFill>
              <a:srgbClr val="5D170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直接箭头连接符 369">
            <a:extLst>
              <a:ext uri="{FF2B5EF4-FFF2-40B4-BE49-F238E27FC236}">
                <a16:creationId xmlns:a16="http://schemas.microsoft.com/office/drawing/2014/main" id="{D3B471AD-1312-41F4-BBF4-0D20E6DE302F}"/>
              </a:ext>
            </a:extLst>
          </p:cNvPr>
          <p:cNvCxnSpPr>
            <a:cxnSpLocks/>
          </p:cNvCxnSpPr>
          <p:nvPr/>
        </p:nvCxnSpPr>
        <p:spPr>
          <a:xfrm>
            <a:off x="8574320" y="6462495"/>
            <a:ext cx="1" cy="278422"/>
          </a:xfrm>
          <a:prstGeom prst="straightConnector1">
            <a:avLst/>
          </a:prstGeom>
          <a:ln w="25400">
            <a:solidFill>
              <a:srgbClr val="5D170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直接箭头连接符 370">
            <a:extLst>
              <a:ext uri="{FF2B5EF4-FFF2-40B4-BE49-F238E27FC236}">
                <a16:creationId xmlns:a16="http://schemas.microsoft.com/office/drawing/2014/main" id="{8019B2EB-6B63-4976-85CD-E7CA64F0961F}"/>
              </a:ext>
            </a:extLst>
          </p:cNvPr>
          <p:cNvCxnSpPr>
            <a:cxnSpLocks/>
          </p:cNvCxnSpPr>
          <p:nvPr/>
        </p:nvCxnSpPr>
        <p:spPr>
          <a:xfrm>
            <a:off x="11563707" y="6462495"/>
            <a:ext cx="1" cy="278422"/>
          </a:xfrm>
          <a:prstGeom prst="straightConnector1">
            <a:avLst/>
          </a:prstGeom>
          <a:ln w="25400">
            <a:solidFill>
              <a:srgbClr val="5D170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直接箭头连接符 371">
            <a:extLst>
              <a:ext uri="{FF2B5EF4-FFF2-40B4-BE49-F238E27FC236}">
                <a16:creationId xmlns:a16="http://schemas.microsoft.com/office/drawing/2014/main" id="{6D414BA4-B5B3-425B-9446-AA138FDB32F3}"/>
              </a:ext>
            </a:extLst>
          </p:cNvPr>
          <p:cNvCxnSpPr>
            <a:cxnSpLocks/>
          </p:cNvCxnSpPr>
          <p:nvPr/>
        </p:nvCxnSpPr>
        <p:spPr>
          <a:xfrm>
            <a:off x="13005645" y="6478040"/>
            <a:ext cx="1" cy="278422"/>
          </a:xfrm>
          <a:prstGeom prst="straightConnector1">
            <a:avLst/>
          </a:prstGeom>
          <a:ln w="25400">
            <a:solidFill>
              <a:srgbClr val="5D170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直接箭头连接符 372">
            <a:extLst>
              <a:ext uri="{FF2B5EF4-FFF2-40B4-BE49-F238E27FC236}">
                <a16:creationId xmlns:a16="http://schemas.microsoft.com/office/drawing/2014/main" id="{E75D453F-CCF1-4D9C-A162-496E40D348C5}"/>
              </a:ext>
            </a:extLst>
          </p:cNvPr>
          <p:cNvCxnSpPr>
            <a:cxnSpLocks/>
          </p:cNvCxnSpPr>
          <p:nvPr/>
        </p:nvCxnSpPr>
        <p:spPr>
          <a:xfrm>
            <a:off x="10065103" y="6062120"/>
            <a:ext cx="1494692" cy="400374"/>
          </a:xfrm>
          <a:prstGeom prst="straightConnector1">
            <a:avLst/>
          </a:prstGeom>
          <a:ln w="25400">
            <a:solidFill>
              <a:srgbClr val="5D1709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直接箭头连接符 373">
            <a:extLst>
              <a:ext uri="{FF2B5EF4-FFF2-40B4-BE49-F238E27FC236}">
                <a16:creationId xmlns:a16="http://schemas.microsoft.com/office/drawing/2014/main" id="{74F44067-3CF0-4199-9964-115D9927DCE8}"/>
              </a:ext>
            </a:extLst>
          </p:cNvPr>
          <p:cNvCxnSpPr>
            <a:cxnSpLocks/>
          </p:cNvCxnSpPr>
          <p:nvPr/>
        </p:nvCxnSpPr>
        <p:spPr>
          <a:xfrm>
            <a:off x="11559796" y="6062120"/>
            <a:ext cx="1445849" cy="400374"/>
          </a:xfrm>
          <a:prstGeom prst="straightConnector1">
            <a:avLst/>
          </a:prstGeom>
          <a:ln w="25400">
            <a:solidFill>
              <a:srgbClr val="5D1709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直接箭头连接符 374">
            <a:extLst>
              <a:ext uri="{FF2B5EF4-FFF2-40B4-BE49-F238E27FC236}">
                <a16:creationId xmlns:a16="http://schemas.microsoft.com/office/drawing/2014/main" id="{D16C7AFD-0675-4CFB-81B0-4003FA421898}"/>
              </a:ext>
            </a:extLst>
          </p:cNvPr>
          <p:cNvCxnSpPr>
            <a:cxnSpLocks/>
          </p:cNvCxnSpPr>
          <p:nvPr/>
        </p:nvCxnSpPr>
        <p:spPr>
          <a:xfrm flipH="1">
            <a:off x="8574319" y="6062119"/>
            <a:ext cx="4427414" cy="394639"/>
          </a:xfrm>
          <a:prstGeom prst="straightConnector1">
            <a:avLst/>
          </a:prstGeom>
          <a:ln w="25400">
            <a:solidFill>
              <a:srgbClr val="5D1709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直接箭头连接符 375">
            <a:extLst>
              <a:ext uri="{FF2B5EF4-FFF2-40B4-BE49-F238E27FC236}">
                <a16:creationId xmlns:a16="http://schemas.microsoft.com/office/drawing/2014/main" id="{8F642800-B6B9-4070-9580-FFEEAF25833D}"/>
              </a:ext>
            </a:extLst>
          </p:cNvPr>
          <p:cNvCxnSpPr>
            <a:cxnSpLocks/>
          </p:cNvCxnSpPr>
          <p:nvPr/>
        </p:nvCxnSpPr>
        <p:spPr>
          <a:xfrm>
            <a:off x="10048214" y="1026087"/>
            <a:ext cx="0" cy="5036033"/>
          </a:xfrm>
          <a:prstGeom prst="straightConnector1">
            <a:avLst/>
          </a:prstGeom>
          <a:ln w="2540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直接箭头连接符 376">
            <a:extLst>
              <a:ext uri="{FF2B5EF4-FFF2-40B4-BE49-F238E27FC236}">
                <a16:creationId xmlns:a16="http://schemas.microsoft.com/office/drawing/2014/main" id="{7B6AE196-C529-4908-9DF6-8867D7258582}"/>
              </a:ext>
            </a:extLst>
          </p:cNvPr>
          <p:cNvCxnSpPr>
            <a:cxnSpLocks/>
          </p:cNvCxnSpPr>
          <p:nvPr/>
        </p:nvCxnSpPr>
        <p:spPr>
          <a:xfrm>
            <a:off x="10100494" y="1026086"/>
            <a:ext cx="0" cy="5036033"/>
          </a:xfrm>
          <a:prstGeom prst="straightConnector1">
            <a:avLst/>
          </a:prstGeom>
          <a:ln w="2540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直接箭头连接符 377">
            <a:extLst>
              <a:ext uri="{FF2B5EF4-FFF2-40B4-BE49-F238E27FC236}">
                <a16:creationId xmlns:a16="http://schemas.microsoft.com/office/drawing/2014/main" id="{5E0188AE-EAFC-469A-8215-50CBE6002C4C}"/>
              </a:ext>
            </a:extLst>
          </p:cNvPr>
          <p:cNvCxnSpPr>
            <a:cxnSpLocks/>
          </p:cNvCxnSpPr>
          <p:nvPr/>
        </p:nvCxnSpPr>
        <p:spPr>
          <a:xfrm>
            <a:off x="11538472" y="1026087"/>
            <a:ext cx="0" cy="5036033"/>
          </a:xfrm>
          <a:prstGeom prst="straightConnector1">
            <a:avLst/>
          </a:prstGeom>
          <a:ln w="2540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直接箭头连接符 378">
            <a:extLst>
              <a:ext uri="{FF2B5EF4-FFF2-40B4-BE49-F238E27FC236}">
                <a16:creationId xmlns:a16="http://schemas.microsoft.com/office/drawing/2014/main" id="{89D605A1-27C2-4E7A-B78E-686ACB0BE06D}"/>
              </a:ext>
            </a:extLst>
          </p:cNvPr>
          <p:cNvCxnSpPr>
            <a:cxnSpLocks/>
          </p:cNvCxnSpPr>
          <p:nvPr/>
        </p:nvCxnSpPr>
        <p:spPr>
          <a:xfrm>
            <a:off x="11590752" y="1026086"/>
            <a:ext cx="0" cy="5036033"/>
          </a:xfrm>
          <a:prstGeom prst="straightConnector1">
            <a:avLst/>
          </a:prstGeom>
          <a:ln w="2540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0" name="矩形 379">
                <a:extLst>
                  <a:ext uri="{FF2B5EF4-FFF2-40B4-BE49-F238E27FC236}">
                    <a16:creationId xmlns:a16="http://schemas.microsoft.com/office/drawing/2014/main" id="{5A2A281E-1FE7-4F7E-A2E6-02C9A6A237B1}"/>
                  </a:ext>
                </a:extLst>
              </p:cNvPr>
              <p:cNvSpPr/>
              <p:nvPr/>
            </p:nvSpPr>
            <p:spPr>
              <a:xfrm>
                <a:off x="7460482" y="2429760"/>
                <a:ext cx="410453" cy="644769"/>
              </a:xfrm>
              <a:prstGeom prst="rect">
                <a:avLst/>
              </a:prstGeom>
              <a:noFill/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D74514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altLang="zh-CN" b="0" dirty="0">
                  <a:solidFill>
                    <a:srgbClr val="D74514"/>
                  </a:solidFill>
                </a:endParaRPr>
              </a:p>
            </p:txBody>
          </p:sp>
        </mc:Choice>
        <mc:Fallback xmlns="">
          <p:sp>
            <p:nvSpPr>
              <p:cNvPr id="380" name="矩形 379">
                <a:extLst>
                  <a:ext uri="{FF2B5EF4-FFF2-40B4-BE49-F238E27FC236}">
                    <a16:creationId xmlns:a16="http://schemas.microsoft.com/office/drawing/2014/main" id="{5A2A281E-1FE7-4F7E-A2E6-02C9A6A237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0482" y="2429760"/>
                <a:ext cx="410453" cy="644769"/>
              </a:xfrm>
              <a:prstGeom prst="rect">
                <a:avLst/>
              </a:prstGeom>
              <a:blipFill>
                <a:blip r:embed="rId4"/>
                <a:stretch>
                  <a:fillRect l="-32836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1" name="矩形 380">
                <a:extLst>
                  <a:ext uri="{FF2B5EF4-FFF2-40B4-BE49-F238E27FC236}">
                    <a16:creationId xmlns:a16="http://schemas.microsoft.com/office/drawing/2014/main" id="{382D2EB3-FCDD-4DC5-96E3-79465C0EE71A}"/>
                  </a:ext>
                </a:extLst>
              </p:cNvPr>
              <p:cNvSpPr/>
              <p:nvPr/>
            </p:nvSpPr>
            <p:spPr>
              <a:xfrm>
                <a:off x="7511114" y="3358689"/>
                <a:ext cx="359821" cy="644769"/>
              </a:xfrm>
              <a:prstGeom prst="rect">
                <a:avLst/>
              </a:prstGeom>
              <a:noFill/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D74514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</m:oMath>
                  </m:oMathPara>
                </a14:m>
                <a:endParaRPr lang="en-US" altLang="zh-CN" b="0" dirty="0">
                  <a:solidFill>
                    <a:srgbClr val="D74514"/>
                  </a:solidFill>
                </a:endParaRPr>
              </a:p>
            </p:txBody>
          </p:sp>
        </mc:Choice>
        <mc:Fallback xmlns="">
          <p:sp>
            <p:nvSpPr>
              <p:cNvPr id="381" name="矩形 380">
                <a:extLst>
                  <a:ext uri="{FF2B5EF4-FFF2-40B4-BE49-F238E27FC236}">
                    <a16:creationId xmlns:a16="http://schemas.microsoft.com/office/drawing/2014/main" id="{382D2EB3-FCDD-4DC5-96E3-79465C0EE7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1114" y="3358689"/>
                <a:ext cx="359821" cy="644769"/>
              </a:xfrm>
              <a:prstGeom prst="rect">
                <a:avLst/>
              </a:prstGeom>
              <a:blipFill>
                <a:blip r:embed="rId5"/>
                <a:stretch>
                  <a:fillRect l="-33898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2" name="直接箭头连接符 381">
            <a:extLst>
              <a:ext uri="{FF2B5EF4-FFF2-40B4-BE49-F238E27FC236}">
                <a16:creationId xmlns:a16="http://schemas.microsoft.com/office/drawing/2014/main" id="{6B800D4F-022D-44B7-A92A-3FC2D4843DEB}"/>
              </a:ext>
            </a:extLst>
          </p:cNvPr>
          <p:cNvCxnSpPr>
            <a:cxnSpLocks/>
            <a:stCxn id="381" idx="3"/>
            <a:endCxn id="406" idx="2"/>
          </p:cNvCxnSpPr>
          <p:nvPr/>
        </p:nvCxnSpPr>
        <p:spPr>
          <a:xfrm>
            <a:off x="7870935" y="3681074"/>
            <a:ext cx="490071" cy="6150"/>
          </a:xfrm>
          <a:prstGeom prst="straightConnector1">
            <a:avLst/>
          </a:prstGeom>
          <a:ln w="25400">
            <a:solidFill>
              <a:srgbClr val="5D170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直接箭头连接符 382">
            <a:extLst>
              <a:ext uri="{FF2B5EF4-FFF2-40B4-BE49-F238E27FC236}">
                <a16:creationId xmlns:a16="http://schemas.microsoft.com/office/drawing/2014/main" id="{62398601-DEB8-4CB6-AE38-F2F380872FE9}"/>
              </a:ext>
            </a:extLst>
          </p:cNvPr>
          <p:cNvCxnSpPr>
            <a:cxnSpLocks/>
            <a:stCxn id="380" idx="3"/>
            <a:endCxn id="402" idx="2"/>
          </p:cNvCxnSpPr>
          <p:nvPr/>
        </p:nvCxnSpPr>
        <p:spPr>
          <a:xfrm>
            <a:off x="7870935" y="2752145"/>
            <a:ext cx="490072" cy="3169"/>
          </a:xfrm>
          <a:prstGeom prst="straightConnector1">
            <a:avLst/>
          </a:prstGeom>
          <a:ln w="25400">
            <a:solidFill>
              <a:srgbClr val="5D170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0" name="组合 399">
            <a:extLst>
              <a:ext uri="{FF2B5EF4-FFF2-40B4-BE49-F238E27FC236}">
                <a16:creationId xmlns:a16="http://schemas.microsoft.com/office/drawing/2014/main" id="{C1D08B80-AD28-47A8-B691-056DC5FD6F29}"/>
              </a:ext>
            </a:extLst>
          </p:cNvPr>
          <p:cNvGrpSpPr/>
          <p:nvPr/>
        </p:nvGrpSpPr>
        <p:grpSpPr>
          <a:xfrm>
            <a:off x="517999" y="-30905"/>
            <a:ext cx="5982507" cy="9418604"/>
            <a:chOff x="517999" y="-30905"/>
            <a:chExt cx="5982507" cy="941860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矩形 105">
                  <a:extLst>
                    <a:ext uri="{FF2B5EF4-FFF2-40B4-BE49-F238E27FC236}">
                      <a16:creationId xmlns:a16="http://schemas.microsoft.com/office/drawing/2014/main" id="{B280BD87-E0A7-421D-B792-0702073E470F}"/>
                    </a:ext>
                  </a:extLst>
                </p:cNvPr>
                <p:cNvSpPr/>
                <p:nvPr/>
              </p:nvSpPr>
              <p:spPr>
                <a:xfrm>
                  <a:off x="1581206" y="1433360"/>
                  <a:ext cx="4748890" cy="995114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𝑭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𝑻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</m:t>
                            </m:r>
                            <m:r>
                              <a:rPr lang="en-US" altLang="zh-CN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⋯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𝟏𝟔</m:t>
                            </m:r>
                          </m:e>
                        </m:d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𝑿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𝒊</m:t>
                            </m:r>
                          </m:e>
                        </m:d>
                      </m:oMath>
                    </m:oMathPara>
                  </a14:m>
                  <a:endPara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lnSpc>
                      <a:spcPct val="150000"/>
                    </a:lnSpc>
                  </a:pPr>
                  <a:r>
                    <a:rPr lang="en-US" altLang="zh-CN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16</a:t>
                  </a:r>
                  <a:r>
                    <a:rPr lang="zh-CN" altLang="en-US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步</a:t>
                  </a:r>
                  <a:endPara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6" name="矩形 105">
                  <a:extLst>
                    <a:ext uri="{FF2B5EF4-FFF2-40B4-BE49-F238E27FC236}">
                      <a16:creationId xmlns:a16="http://schemas.microsoft.com/office/drawing/2014/main" id="{B280BD87-E0A7-421D-B792-0702073E470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1206" y="1433360"/>
                  <a:ext cx="4748890" cy="995114"/>
                </a:xfrm>
                <a:prstGeom prst="rect">
                  <a:avLst/>
                </a:prstGeom>
                <a:blipFill>
                  <a:blip r:embed="rId6"/>
                  <a:stretch>
                    <a:fillRect b="-368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237BAA8B-0E8D-49E9-824B-61962AE650E9}"/>
                    </a:ext>
                  </a:extLst>
                </p:cNvPr>
                <p:cNvSpPr txBox="1"/>
                <p:nvPr/>
              </p:nvSpPr>
              <p:spPr>
                <a:xfrm>
                  <a:off x="3166095" y="-30905"/>
                  <a:ext cx="1761656" cy="390748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𝐶𝑉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𝑞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237BAA8B-0E8D-49E9-824B-61962AE650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6095" y="-30905"/>
                  <a:ext cx="1761656" cy="390748"/>
                </a:xfrm>
                <a:prstGeom prst="rect">
                  <a:avLst/>
                </a:prstGeom>
                <a:blipFill>
                  <a:blip r:embed="rId7"/>
                  <a:stretch>
                    <a:fillRect b="-468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8" name="连接符: 肘形 107">
              <a:extLst>
                <a:ext uri="{FF2B5EF4-FFF2-40B4-BE49-F238E27FC236}">
                  <a16:creationId xmlns:a16="http://schemas.microsoft.com/office/drawing/2014/main" id="{90AAE79E-A42E-4B22-9961-BF53D2FD680C}"/>
                </a:ext>
              </a:extLst>
            </p:cNvPr>
            <p:cNvCxnSpPr>
              <a:cxnSpLocks/>
              <a:stCxn id="107" idx="2"/>
              <a:endCxn id="109" idx="0"/>
            </p:cNvCxnSpPr>
            <p:nvPr/>
          </p:nvCxnSpPr>
          <p:spPr>
            <a:xfrm rot="5400000">
              <a:off x="2546469" y="-65243"/>
              <a:ext cx="1075368" cy="1925541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FD3A6D55-98D5-4FB4-AFB7-571CABA5C0D8}"/>
                </a:ext>
              </a:extLst>
            </p:cNvPr>
            <p:cNvSpPr/>
            <p:nvPr/>
          </p:nvSpPr>
          <p:spPr>
            <a:xfrm>
              <a:off x="2063598" y="1435211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1DFC12EE-66D1-4EDF-B5C4-766EAE6A890B}"/>
                </a:ext>
              </a:extLst>
            </p:cNvPr>
            <p:cNvSpPr/>
            <p:nvPr/>
          </p:nvSpPr>
          <p:spPr>
            <a:xfrm>
              <a:off x="3294311" y="1433359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69B81C9D-0E0A-4481-BA85-8B27567EF932}"/>
                </a:ext>
              </a:extLst>
            </p:cNvPr>
            <p:cNvSpPr/>
            <p:nvPr/>
          </p:nvSpPr>
          <p:spPr>
            <a:xfrm>
              <a:off x="4525024" y="1433359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536DCCA7-79ED-490A-8F67-3AE5E726EE5B}"/>
                </a:ext>
              </a:extLst>
            </p:cNvPr>
            <p:cNvSpPr/>
            <p:nvPr/>
          </p:nvSpPr>
          <p:spPr>
            <a:xfrm>
              <a:off x="5755737" y="1433359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13" name="连接符: 肘形 112">
              <a:extLst>
                <a:ext uri="{FF2B5EF4-FFF2-40B4-BE49-F238E27FC236}">
                  <a16:creationId xmlns:a16="http://schemas.microsoft.com/office/drawing/2014/main" id="{67F78E43-6831-4591-B7AC-05B8821B8180}"/>
                </a:ext>
              </a:extLst>
            </p:cNvPr>
            <p:cNvCxnSpPr>
              <a:cxnSpLocks/>
              <a:stCxn id="107" idx="2"/>
              <a:endCxn id="110" idx="0"/>
            </p:cNvCxnSpPr>
            <p:nvPr/>
          </p:nvCxnSpPr>
          <p:spPr>
            <a:xfrm rot="5400000">
              <a:off x="3162751" y="549187"/>
              <a:ext cx="1073516" cy="694828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连接符: 肘形 113">
              <a:extLst>
                <a:ext uri="{FF2B5EF4-FFF2-40B4-BE49-F238E27FC236}">
                  <a16:creationId xmlns:a16="http://schemas.microsoft.com/office/drawing/2014/main" id="{A4839CDF-B41E-4049-83B3-6E1697777415}"/>
                </a:ext>
              </a:extLst>
            </p:cNvPr>
            <p:cNvCxnSpPr>
              <a:cxnSpLocks/>
              <a:stCxn id="107" idx="2"/>
              <a:endCxn id="111" idx="0"/>
            </p:cNvCxnSpPr>
            <p:nvPr/>
          </p:nvCxnSpPr>
          <p:spPr>
            <a:xfrm rot="16200000" flipH="1">
              <a:off x="3778107" y="628658"/>
              <a:ext cx="1073516" cy="535885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连接符: 肘形 114">
              <a:extLst>
                <a:ext uri="{FF2B5EF4-FFF2-40B4-BE49-F238E27FC236}">
                  <a16:creationId xmlns:a16="http://schemas.microsoft.com/office/drawing/2014/main" id="{A7267593-2CF2-4EAD-916E-759BBF7F88EB}"/>
                </a:ext>
              </a:extLst>
            </p:cNvPr>
            <p:cNvCxnSpPr>
              <a:cxnSpLocks/>
              <a:stCxn id="107" idx="2"/>
              <a:endCxn id="112" idx="0"/>
            </p:cNvCxnSpPr>
            <p:nvPr/>
          </p:nvCxnSpPr>
          <p:spPr>
            <a:xfrm rot="16200000" flipH="1">
              <a:off x="4393464" y="13302"/>
              <a:ext cx="1073516" cy="1766598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FC53A02A-9E91-4A91-BC69-2C40D925D282}"/>
                    </a:ext>
                  </a:extLst>
                </p:cNvPr>
                <p:cNvSpPr txBox="1"/>
                <p:nvPr/>
              </p:nvSpPr>
              <p:spPr>
                <a:xfrm>
                  <a:off x="2224659" y="984869"/>
                  <a:ext cx="22415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𝐴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FC53A02A-9E91-4A91-BC69-2C40D925D2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24659" y="984869"/>
                  <a:ext cx="224152" cy="370294"/>
                </a:xfrm>
                <a:prstGeom prst="rect">
                  <a:avLst/>
                </a:prstGeom>
                <a:blipFill>
                  <a:blip r:embed="rId8"/>
                  <a:stretch>
                    <a:fillRect l="-35135" r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BE2E2D7B-FBBB-4883-8C23-4E4A92DD5B7C}"/>
                    </a:ext>
                  </a:extLst>
                </p:cNvPr>
                <p:cNvSpPr txBox="1"/>
                <p:nvPr/>
              </p:nvSpPr>
              <p:spPr>
                <a:xfrm>
                  <a:off x="3464129" y="977258"/>
                  <a:ext cx="22415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𝐵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BE2E2D7B-FBBB-4883-8C23-4E4A92DD5B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4129" y="977258"/>
                  <a:ext cx="224152" cy="370294"/>
                </a:xfrm>
                <a:prstGeom prst="rect">
                  <a:avLst/>
                </a:prstGeom>
                <a:blipFill>
                  <a:blip r:embed="rId9"/>
                  <a:stretch>
                    <a:fillRect l="-35135" r="-54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83BB91D7-C791-434B-B835-9D0A66655DFE}"/>
                    </a:ext>
                  </a:extLst>
                </p:cNvPr>
                <p:cNvSpPr txBox="1"/>
                <p:nvPr/>
              </p:nvSpPr>
              <p:spPr>
                <a:xfrm>
                  <a:off x="4703599" y="977258"/>
                  <a:ext cx="22415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𝐶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83BB91D7-C791-434B-B835-9D0A66655D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3599" y="977258"/>
                  <a:ext cx="224152" cy="370294"/>
                </a:xfrm>
                <a:prstGeom prst="rect">
                  <a:avLst/>
                </a:prstGeom>
                <a:blipFill>
                  <a:blip r:embed="rId10"/>
                  <a:stretch>
                    <a:fillRect l="-36111" r="-27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F5929262-3B3C-4499-9396-EC966328E14B}"/>
                    </a:ext>
                  </a:extLst>
                </p:cNvPr>
                <p:cNvSpPr txBox="1"/>
                <p:nvPr/>
              </p:nvSpPr>
              <p:spPr>
                <a:xfrm>
                  <a:off x="5943070" y="977258"/>
                  <a:ext cx="22415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𝐷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F5929262-3B3C-4499-9396-EC966328E1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3070" y="977258"/>
                  <a:ext cx="224152" cy="370294"/>
                </a:xfrm>
                <a:prstGeom prst="rect">
                  <a:avLst/>
                </a:prstGeom>
                <a:blipFill>
                  <a:blip r:embed="rId11"/>
                  <a:stretch>
                    <a:fillRect l="-37838" r="-54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F05BBE8C-979E-4475-943D-507381637F29}"/>
                </a:ext>
              </a:extLst>
            </p:cNvPr>
            <p:cNvSpPr/>
            <p:nvPr/>
          </p:nvSpPr>
          <p:spPr>
            <a:xfrm>
              <a:off x="2063598" y="2276226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CD82BAC5-C382-41A2-B729-2E0F0DCA0C9D}"/>
                </a:ext>
              </a:extLst>
            </p:cNvPr>
            <p:cNvSpPr/>
            <p:nvPr/>
          </p:nvSpPr>
          <p:spPr>
            <a:xfrm>
              <a:off x="3294311" y="2274374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" name="矩形 128">
              <a:extLst>
                <a:ext uri="{FF2B5EF4-FFF2-40B4-BE49-F238E27FC236}">
                  <a16:creationId xmlns:a16="http://schemas.microsoft.com/office/drawing/2014/main" id="{32EBD2B0-8EF9-4DE4-BD05-62CD9AB6BAF5}"/>
                </a:ext>
              </a:extLst>
            </p:cNvPr>
            <p:cNvSpPr/>
            <p:nvPr/>
          </p:nvSpPr>
          <p:spPr>
            <a:xfrm>
              <a:off x="4525024" y="2274374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35B4BF8B-67B7-4FCC-A6EA-9F9B6A2281C1}"/>
                </a:ext>
              </a:extLst>
            </p:cNvPr>
            <p:cNvSpPr/>
            <p:nvPr/>
          </p:nvSpPr>
          <p:spPr>
            <a:xfrm>
              <a:off x="5755737" y="2274374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矩形 130">
                  <a:extLst>
                    <a:ext uri="{FF2B5EF4-FFF2-40B4-BE49-F238E27FC236}">
                      <a16:creationId xmlns:a16="http://schemas.microsoft.com/office/drawing/2014/main" id="{012F04FA-6BD2-471F-BDCC-719BA7893C63}"/>
                    </a:ext>
                  </a:extLst>
                </p:cNvPr>
                <p:cNvSpPr/>
                <p:nvPr/>
              </p:nvSpPr>
              <p:spPr>
                <a:xfrm>
                  <a:off x="1581206" y="2919260"/>
                  <a:ext cx="4748890" cy="995114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𝑮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𝑻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𝟏𝟕</m:t>
                            </m:r>
                            <m:r>
                              <a:rPr lang="en-US" altLang="zh-CN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⋯</m:t>
                            </m:r>
                            <m:r>
                              <a:rPr lang="en-US" altLang="zh-CN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𝟑𝟐</m:t>
                            </m:r>
                          </m:e>
                        </m:d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𝑿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zh-CN" altLang="en-US" b="1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𝝆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𝒊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lnSpc>
                      <a:spcPct val="150000"/>
                    </a:lnSpc>
                  </a:pPr>
                  <a:r>
                    <a:rPr lang="en-US" altLang="zh-CN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16</a:t>
                  </a:r>
                  <a:r>
                    <a:rPr lang="zh-CN" altLang="en-US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步</a:t>
                  </a:r>
                  <a:endPara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31" name="矩形 130">
                  <a:extLst>
                    <a:ext uri="{FF2B5EF4-FFF2-40B4-BE49-F238E27FC236}">
                      <a16:creationId xmlns:a16="http://schemas.microsoft.com/office/drawing/2014/main" id="{012F04FA-6BD2-471F-BDCC-719BA7893C6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1206" y="2919260"/>
                  <a:ext cx="4748890" cy="995114"/>
                </a:xfrm>
                <a:prstGeom prst="rect">
                  <a:avLst/>
                </a:prstGeom>
                <a:blipFill>
                  <a:blip r:embed="rId12"/>
                  <a:stretch>
                    <a:fillRect b="-306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2" name="矩形 131">
              <a:extLst>
                <a:ext uri="{FF2B5EF4-FFF2-40B4-BE49-F238E27FC236}">
                  <a16:creationId xmlns:a16="http://schemas.microsoft.com/office/drawing/2014/main" id="{0DD2E929-9B4F-4B67-B692-AF674E68EB5A}"/>
                </a:ext>
              </a:extLst>
            </p:cNvPr>
            <p:cNvSpPr/>
            <p:nvPr/>
          </p:nvSpPr>
          <p:spPr>
            <a:xfrm>
              <a:off x="2063598" y="2921111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B6CF6E2F-CD72-4AD4-965B-E592120F414C}"/>
                </a:ext>
              </a:extLst>
            </p:cNvPr>
            <p:cNvSpPr/>
            <p:nvPr/>
          </p:nvSpPr>
          <p:spPr>
            <a:xfrm>
              <a:off x="3294311" y="2919259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矩形 133">
              <a:extLst>
                <a:ext uri="{FF2B5EF4-FFF2-40B4-BE49-F238E27FC236}">
                  <a16:creationId xmlns:a16="http://schemas.microsoft.com/office/drawing/2014/main" id="{A1F7FAE2-BC36-4712-8AE5-D46F9C7E3999}"/>
                </a:ext>
              </a:extLst>
            </p:cNvPr>
            <p:cNvSpPr/>
            <p:nvPr/>
          </p:nvSpPr>
          <p:spPr>
            <a:xfrm>
              <a:off x="4525024" y="2919259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" name="矩形 134">
              <a:extLst>
                <a:ext uri="{FF2B5EF4-FFF2-40B4-BE49-F238E27FC236}">
                  <a16:creationId xmlns:a16="http://schemas.microsoft.com/office/drawing/2014/main" id="{60798FA6-3D7D-4EB2-9028-30CF87BEF45A}"/>
                </a:ext>
              </a:extLst>
            </p:cNvPr>
            <p:cNvSpPr/>
            <p:nvPr/>
          </p:nvSpPr>
          <p:spPr>
            <a:xfrm>
              <a:off x="5755737" y="2919259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" name="矩形 135">
              <a:extLst>
                <a:ext uri="{FF2B5EF4-FFF2-40B4-BE49-F238E27FC236}">
                  <a16:creationId xmlns:a16="http://schemas.microsoft.com/office/drawing/2014/main" id="{2495B57E-753A-4E4A-AC3D-5BDB7F5790F1}"/>
                </a:ext>
              </a:extLst>
            </p:cNvPr>
            <p:cNvSpPr/>
            <p:nvPr/>
          </p:nvSpPr>
          <p:spPr>
            <a:xfrm>
              <a:off x="2063598" y="3762126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7" name="矩形 136">
              <a:extLst>
                <a:ext uri="{FF2B5EF4-FFF2-40B4-BE49-F238E27FC236}">
                  <a16:creationId xmlns:a16="http://schemas.microsoft.com/office/drawing/2014/main" id="{1E17C16D-EA3F-488F-8FC2-82289422E569}"/>
                </a:ext>
              </a:extLst>
            </p:cNvPr>
            <p:cNvSpPr/>
            <p:nvPr/>
          </p:nvSpPr>
          <p:spPr>
            <a:xfrm>
              <a:off x="3294311" y="3760274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8" name="矩形 137">
              <a:extLst>
                <a:ext uri="{FF2B5EF4-FFF2-40B4-BE49-F238E27FC236}">
                  <a16:creationId xmlns:a16="http://schemas.microsoft.com/office/drawing/2014/main" id="{E22AA5C7-7B1E-4465-AB4D-4DB5363A8123}"/>
                </a:ext>
              </a:extLst>
            </p:cNvPr>
            <p:cNvSpPr/>
            <p:nvPr/>
          </p:nvSpPr>
          <p:spPr>
            <a:xfrm>
              <a:off x="4525024" y="3760274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矩形 138">
              <a:extLst>
                <a:ext uri="{FF2B5EF4-FFF2-40B4-BE49-F238E27FC236}">
                  <a16:creationId xmlns:a16="http://schemas.microsoft.com/office/drawing/2014/main" id="{227C1889-757F-4B10-BF98-4872C6C19100}"/>
                </a:ext>
              </a:extLst>
            </p:cNvPr>
            <p:cNvSpPr/>
            <p:nvPr/>
          </p:nvSpPr>
          <p:spPr>
            <a:xfrm>
              <a:off x="5755737" y="3760274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矩形 139">
                  <a:extLst>
                    <a:ext uri="{FF2B5EF4-FFF2-40B4-BE49-F238E27FC236}">
                      <a16:creationId xmlns:a16="http://schemas.microsoft.com/office/drawing/2014/main" id="{EF22E3BF-48A4-4D16-9472-D4FD2D5BD93E}"/>
                    </a:ext>
                  </a:extLst>
                </p:cNvPr>
                <p:cNvSpPr/>
                <p:nvPr/>
              </p:nvSpPr>
              <p:spPr>
                <a:xfrm>
                  <a:off x="1581206" y="4387615"/>
                  <a:ext cx="4748890" cy="995114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𝑯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𝑻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𝟑𝟑</m:t>
                            </m:r>
                            <m:r>
                              <a:rPr lang="en-US" altLang="zh-CN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⋯</m:t>
                            </m:r>
                            <m:r>
                              <a:rPr lang="en-US" altLang="zh-CN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𝟒𝟖</m:t>
                            </m:r>
                          </m:e>
                        </m:d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𝑿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zh-CN" altLang="en-US" b="1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𝝆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𝟑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b="1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b="1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𝒊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lnSpc>
                      <a:spcPct val="150000"/>
                    </a:lnSpc>
                  </a:pPr>
                  <a:r>
                    <a:rPr lang="en-US" altLang="zh-CN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16</a:t>
                  </a:r>
                  <a:r>
                    <a:rPr lang="zh-CN" altLang="en-US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步</a:t>
                  </a:r>
                  <a:endPara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40" name="矩形 139">
                  <a:extLst>
                    <a:ext uri="{FF2B5EF4-FFF2-40B4-BE49-F238E27FC236}">
                      <a16:creationId xmlns:a16="http://schemas.microsoft.com/office/drawing/2014/main" id="{EF22E3BF-48A4-4D16-9472-D4FD2D5BD93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1206" y="4387615"/>
                  <a:ext cx="4748890" cy="995114"/>
                </a:xfrm>
                <a:prstGeom prst="rect">
                  <a:avLst/>
                </a:prstGeom>
                <a:blipFill>
                  <a:blip r:embed="rId13"/>
                  <a:stretch>
                    <a:fillRect b="-306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1" name="矩形 140">
              <a:extLst>
                <a:ext uri="{FF2B5EF4-FFF2-40B4-BE49-F238E27FC236}">
                  <a16:creationId xmlns:a16="http://schemas.microsoft.com/office/drawing/2014/main" id="{76D5E634-AD12-4C00-8C01-CBC37D9771BB}"/>
                </a:ext>
              </a:extLst>
            </p:cNvPr>
            <p:cNvSpPr/>
            <p:nvPr/>
          </p:nvSpPr>
          <p:spPr>
            <a:xfrm>
              <a:off x="2063598" y="4389466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2" name="矩形 141">
              <a:extLst>
                <a:ext uri="{FF2B5EF4-FFF2-40B4-BE49-F238E27FC236}">
                  <a16:creationId xmlns:a16="http://schemas.microsoft.com/office/drawing/2014/main" id="{44F5F06C-6B33-4914-BF04-23358B082EC8}"/>
                </a:ext>
              </a:extLst>
            </p:cNvPr>
            <p:cNvSpPr/>
            <p:nvPr/>
          </p:nvSpPr>
          <p:spPr>
            <a:xfrm>
              <a:off x="3294311" y="4387614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" name="矩形 142">
              <a:extLst>
                <a:ext uri="{FF2B5EF4-FFF2-40B4-BE49-F238E27FC236}">
                  <a16:creationId xmlns:a16="http://schemas.microsoft.com/office/drawing/2014/main" id="{920988AC-8AF8-4F96-B894-33E5192E874B}"/>
                </a:ext>
              </a:extLst>
            </p:cNvPr>
            <p:cNvSpPr/>
            <p:nvPr/>
          </p:nvSpPr>
          <p:spPr>
            <a:xfrm>
              <a:off x="4525024" y="4387614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4" name="矩形 143">
              <a:extLst>
                <a:ext uri="{FF2B5EF4-FFF2-40B4-BE49-F238E27FC236}">
                  <a16:creationId xmlns:a16="http://schemas.microsoft.com/office/drawing/2014/main" id="{B95599B0-146E-4E95-8E66-D92B8A8DD448}"/>
                </a:ext>
              </a:extLst>
            </p:cNvPr>
            <p:cNvSpPr/>
            <p:nvPr/>
          </p:nvSpPr>
          <p:spPr>
            <a:xfrm>
              <a:off x="5755737" y="4387614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5" name="矩形 144">
              <a:extLst>
                <a:ext uri="{FF2B5EF4-FFF2-40B4-BE49-F238E27FC236}">
                  <a16:creationId xmlns:a16="http://schemas.microsoft.com/office/drawing/2014/main" id="{850EF5C2-A33C-4D4A-89F9-2DDBDB1CBF44}"/>
                </a:ext>
              </a:extLst>
            </p:cNvPr>
            <p:cNvSpPr/>
            <p:nvPr/>
          </p:nvSpPr>
          <p:spPr>
            <a:xfrm>
              <a:off x="2063598" y="5230481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6" name="矩形 145">
              <a:extLst>
                <a:ext uri="{FF2B5EF4-FFF2-40B4-BE49-F238E27FC236}">
                  <a16:creationId xmlns:a16="http://schemas.microsoft.com/office/drawing/2014/main" id="{73B161DD-E807-48FB-B320-5FE9F88F4470}"/>
                </a:ext>
              </a:extLst>
            </p:cNvPr>
            <p:cNvSpPr/>
            <p:nvPr/>
          </p:nvSpPr>
          <p:spPr>
            <a:xfrm>
              <a:off x="3294311" y="5228629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" name="矩形 146">
              <a:extLst>
                <a:ext uri="{FF2B5EF4-FFF2-40B4-BE49-F238E27FC236}">
                  <a16:creationId xmlns:a16="http://schemas.microsoft.com/office/drawing/2014/main" id="{623224C0-8175-45B8-B5F9-1F91D2D53603}"/>
                </a:ext>
              </a:extLst>
            </p:cNvPr>
            <p:cNvSpPr/>
            <p:nvPr/>
          </p:nvSpPr>
          <p:spPr>
            <a:xfrm>
              <a:off x="4525024" y="5228629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" name="矩形 147">
              <a:extLst>
                <a:ext uri="{FF2B5EF4-FFF2-40B4-BE49-F238E27FC236}">
                  <a16:creationId xmlns:a16="http://schemas.microsoft.com/office/drawing/2014/main" id="{F5B8DA06-CAEC-4D4E-B6EF-B83B636AE02D}"/>
                </a:ext>
              </a:extLst>
            </p:cNvPr>
            <p:cNvSpPr/>
            <p:nvPr/>
          </p:nvSpPr>
          <p:spPr>
            <a:xfrm>
              <a:off x="5755737" y="5228629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矩形 148">
                  <a:extLst>
                    <a:ext uri="{FF2B5EF4-FFF2-40B4-BE49-F238E27FC236}">
                      <a16:creationId xmlns:a16="http://schemas.microsoft.com/office/drawing/2014/main" id="{51888981-FBE4-46EF-AEB9-46818E083F3A}"/>
                    </a:ext>
                  </a:extLst>
                </p:cNvPr>
                <p:cNvSpPr/>
                <p:nvPr/>
              </p:nvSpPr>
              <p:spPr>
                <a:xfrm>
                  <a:off x="1581206" y="5851965"/>
                  <a:ext cx="4748890" cy="995114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𝑰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𝑻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𝟒𝟗</m:t>
                            </m:r>
                            <m:r>
                              <a:rPr lang="en-US" altLang="zh-CN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⋯</m:t>
                            </m:r>
                            <m:r>
                              <a:rPr lang="en-US" altLang="zh-CN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𝟔𝟒</m:t>
                            </m:r>
                          </m:e>
                        </m:d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𝑿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zh-CN" altLang="en-US" b="1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𝝆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𝟒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b="1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b="1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𝒊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lnSpc>
                      <a:spcPct val="150000"/>
                    </a:lnSpc>
                  </a:pPr>
                  <a:r>
                    <a:rPr lang="en-US" altLang="zh-CN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16</a:t>
                  </a:r>
                  <a:r>
                    <a:rPr lang="zh-CN" altLang="en-US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步</a:t>
                  </a:r>
                  <a:endPara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49" name="矩形 148">
                  <a:extLst>
                    <a:ext uri="{FF2B5EF4-FFF2-40B4-BE49-F238E27FC236}">
                      <a16:creationId xmlns:a16="http://schemas.microsoft.com/office/drawing/2014/main" id="{51888981-FBE4-46EF-AEB9-46818E083F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1206" y="5851965"/>
                  <a:ext cx="4748890" cy="995114"/>
                </a:xfrm>
                <a:prstGeom prst="rect">
                  <a:avLst/>
                </a:prstGeom>
                <a:blipFill>
                  <a:blip r:embed="rId14"/>
                  <a:stretch>
                    <a:fillRect b="-368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0" name="矩形 149">
              <a:extLst>
                <a:ext uri="{FF2B5EF4-FFF2-40B4-BE49-F238E27FC236}">
                  <a16:creationId xmlns:a16="http://schemas.microsoft.com/office/drawing/2014/main" id="{866DA69A-CB4B-40ED-83AA-3E86AE5B3183}"/>
                </a:ext>
              </a:extLst>
            </p:cNvPr>
            <p:cNvSpPr/>
            <p:nvPr/>
          </p:nvSpPr>
          <p:spPr>
            <a:xfrm>
              <a:off x="2063598" y="5853816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" name="矩形 150">
              <a:extLst>
                <a:ext uri="{FF2B5EF4-FFF2-40B4-BE49-F238E27FC236}">
                  <a16:creationId xmlns:a16="http://schemas.microsoft.com/office/drawing/2014/main" id="{74A588CA-27E3-4D94-A01D-B5FBBBDE338D}"/>
                </a:ext>
              </a:extLst>
            </p:cNvPr>
            <p:cNvSpPr/>
            <p:nvPr/>
          </p:nvSpPr>
          <p:spPr>
            <a:xfrm>
              <a:off x="3294311" y="5851964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" name="矩形 151">
              <a:extLst>
                <a:ext uri="{FF2B5EF4-FFF2-40B4-BE49-F238E27FC236}">
                  <a16:creationId xmlns:a16="http://schemas.microsoft.com/office/drawing/2014/main" id="{2983EAEA-48D2-40FB-963F-03EFAE7C36E9}"/>
                </a:ext>
              </a:extLst>
            </p:cNvPr>
            <p:cNvSpPr/>
            <p:nvPr/>
          </p:nvSpPr>
          <p:spPr>
            <a:xfrm>
              <a:off x="4525024" y="5851964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" name="矩形 152">
              <a:extLst>
                <a:ext uri="{FF2B5EF4-FFF2-40B4-BE49-F238E27FC236}">
                  <a16:creationId xmlns:a16="http://schemas.microsoft.com/office/drawing/2014/main" id="{268E9CF1-2846-4994-97B1-3E38E45EA688}"/>
                </a:ext>
              </a:extLst>
            </p:cNvPr>
            <p:cNvSpPr/>
            <p:nvPr/>
          </p:nvSpPr>
          <p:spPr>
            <a:xfrm>
              <a:off x="5755737" y="5851964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" name="矩形 153">
              <a:extLst>
                <a:ext uri="{FF2B5EF4-FFF2-40B4-BE49-F238E27FC236}">
                  <a16:creationId xmlns:a16="http://schemas.microsoft.com/office/drawing/2014/main" id="{4D02E07D-7ECF-4CE3-80EC-7B6C736776E6}"/>
                </a:ext>
              </a:extLst>
            </p:cNvPr>
            <p:cNvSpPr/>
            <p:nvPr/>
          </p:nvSpPr>
          <p:spPr>
            <a:xfrm>
              <a:off x="2063598" y="6694831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" name="矩形 154">
              <a:extLst>
                <a:ext uri="{FF2B5EF4-FFF2-40B4-BE49-F238E27FC236}">
                  <a16:creationId xmlns:a16="http://schemas.microsoft.com/office/drawing/2014/main" id="{12BE182C-5E6E-4FEB-9092-E1169A009FEA}"/>
                </a:ext>
              </a:extLst>
            </p:cNvPr>
            <p:cNvSpPr/>
            <p:nvPr/>
          </p:nvSpPr>
          <p:spPr>
            <a:xfrm>
              <a:off x="3294311" y="6692979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" name="矩形 155">
              <a:extLst>
                <a:ext uri="{FF2B5EF4-FFF2-40B4-BE49-F238E27FC236}">
                  <a16:creationId xmlns:a16="http://schemas.microsoft.com/office/drawing/2014/main" id="{01A0F72C-1613-45F1-B890-FB6B89BCB90B}"/>
                </a:ext>
              </a:extLst>
            </p:cNvPr>
            <p:cNvSpPr/>
            <p:nvPr/>
          </p:nvSpPr>
          <p:spPr>
            <a:xfrm>
              <a:off x="4525024" y="6692979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7" name="矩形 156">
              <a:extLst>
                <a:ext uri="{FF2B5EF4-FFF2-40B4-BE49-F238E27FC236}">
                  <a16:creationId xmlns:a16="http://schemas.microsoft.com/office/drawing/2014/main" id="{23DB4358-4055-412F-BAE9-0D5BE891004A}"/>
                </a:ext>
              </a:extLst>
            </p:cNvPr>
            <p:cNvSpPr/>
            <p:nvPr/>
          </p:nvSpPr>
          <p:spPr>
            <a:xfrm>
              <a:off x="5755737" y="6692979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58" name="直接箭头连接符 157">
              <a:extLst>
                <a:ext uri="{FF2B5EF4-FFF2-40B4-BE49-F238E27FC236}">
                  <a16:creationId xmlns:a16="http://schemas.microsoft.com/office/drawing/2014/main" id="{53FAF74F-E98F-4F6A-A7EE-DEED2B270C0E}"/>
                </a:ext>
              </a:extLst>
            </p:cNvPr>
            <p:cNvCxnSpPr>
              <a:cxnSpLocks/>
              <a:stCxn id="127" idx="2"/>
              <a:endCxn id="132" idx="0"/>
            </p:cNvCxnSpPr>
            <p:nvPr/>
          </p:nvCxnSpPr>
          <p:spPr>
            <a:xfrm>
              <a:off x="2121382" y="2425521"/>
              <a:ext cx="0" cy="49559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箭头连接符 160">
              <a:extLst>
                <a:ext uri="{FF2B5EF4-FFF2-40B4-BE49-F238E27FC236}">
                  <a16:creationId xmlns:a16="http://schemas.microsoft.com/office/drawing/2014/main" id="{17A8AA25-6A93-4512-9137-18727AE7A846}"/>
                </a:ext>
              </a:extLst>
            </p:cNvPr>
            <p:cNvCxnSpPr>
              <a:cxnSpLocks/>
              <a:stCxn id="128" idx="2"/>
              <a:endCxn id="133" idx="0"/>
            </p:cNvCxnSpPr>
            <p:nvPr/>
          </p:nvCxnSpPr>
          <p:spPr>
            <a:xfrm>
              <a:off x="3352095" y="2423669"/>
              <a:ext cx="0" cy="49559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直接箭头连接符 163">
              <a:extLst>
                <a:ext uri="{FF2B5EF4-FFF2-40B4-BE49-F238E27FC236}">
                  <a16:creationId xmlns:a16="http://schemas.microsoft.com/office/drawing/2014/main" id="{600B81C0-A990-4EAE-B1D7-152C72074E3B}"/>
                </a:ext>
              </a:extLst>
            </p:cNvPr>
            <p:cNvCxnSpPr>
              <a:cxnSpLocks/>
              <a:stCxn id="129" idx="2"/>
              <a:endCxn id="134" idx="0"/>
            </p:cNvCxnSpPr>
            <p:nvPr/>
          </p:nvCxnSpPr>
          <p:spPr>
            <a:xfrm>
              <a:off x="4582808" y="2423669"/>
              <a:ext cx="0" cy="49559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直接箭头连接符 166">
              <a:extLst>
                <a:ext uri="{FF2B5EF4-FFF2-40B4-BE49-F238E27FC236}">
                  <a16:creationId xmlns:a16="http://schemas.microsoft.com/office/drawing/2014/main" id="{AC455222-051F-4253-A887-F79B7B11890A}"/>
                </a:ext>
              </a:extLst>
            </p:cNvPr>
            <p:cNvCxnSpPr>
              <a:cxnSpLocks/>
              <a:stCxn id="130" idx="2"/>
              <a:endCxn id="135" idx="0"/>
            </p:cNvCxnSpPr>
            <p:nvPr/>
          </p:nvCxnSpPr>
          <p:spPr>
            <a:xfrm>
              <a:off x="5813521" y="2423669"/>
              <a:ext cx="0" cy="49559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直接箭头连接符 169">
              <a:extLst>
                <a:ext uri="{FF2B5EF4-FFF2-40B4-BE49-F238E27FC236}">
                  <a16:creationId xmlns:a16="http://schemas.microsoft.com/office/drawing/2014/main" id="{ED5C7A75-81E7-4508-8BCC-B49A40C3B16F}"/>
                </a:ext>
              </a:extLst>
            </p:cNvPr>
            <p:cNvCxnSpPr>
              <a:cxnSpLocks/>
              <a:stCxn id="136" idx="2"/>
              <a:endCxn id="141" idx="0"/>
            </p:cNvCxnSpPr>
            <p:nvPr/>
          </p:nvCxnSpPr>
          <p:spPr>
            <a:xfrm>
              <a:off x="2121382" y="3911421"/>
              <a:ext cx="0" cy="47804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接箭头连接符 172">
              <a:extLst>
                <a:ext uri="{FF2B5EF4-FFF2-40B4-BE49-F238E27FC236}">
                  <a16:creationId xmlns:a16="http://schemas.microsoft.com/office/drawing/2014/main" id="{86E5559A-9C32-4095-97BF-63FB05FC84AC}"/>
                </a:ext>
              </a:extLst>
            </p:cNvPr>
            <p:cNvCxnSpPr>
              <a:cxnSpLocks/>
              <a:stCxn id="137" idx="2"/>
              <a:endCxn id="142" idx="0"/>
            </p:cNvCxnSpPr>
            <p:nvPr/>
          </p:nvCxnSpPr>
          <p:spPr>
            <a:xfrm>
              <a:off x="3352095" y="3909569"/>
              <a:ext cx="0" cy="47804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直接箭头连接符 175">
              <a:extLst>
                <a:ext uri="{FF2B5EF4-FFF2-40B4-BE49-F238E27FC236}">
                  <a16:creationId xmlns:a16="http://schemas.microsoft.com/office/drawing/2014/main" id="{10DEDBCC-CA22-42EA-962C-AC66E96121FB}"/>
                </a:ext>
              </a:extLst>
            </p:cNvPr>
            <p:cNvCxnSpPr>
              <a:cxnSpLocks/>
              <a:stCxn id="138" idx="2"/>
              <a:endCxn id="143" idx="0"/>
            </p:cNvCxnSpPr>
            <p:nvPr/>
          </p:nvCxnSpPr>
          <p:spPr>
            <a:xfrm>
              <a:off x="4582808" y="3909569"/>
              <a:ext cx="0" cy="47804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箭头连接符 178">
              <a:extLst>
                <a:ext uri="{FF2B5EF4-FFF2-40B4-BE49-F238E27FC236}">
                  <a16:creationId xmlns:a16="http://schemas.microsoft.com/office/drawing/2014/main" id="{E01F8DDD-1ABB-497B-AF97-34A623961C2D}"/>
                </a:ext>
              </a:extLst>
            </p:cNvPr>
            <p:cNvCxnSpPr>
              <a:cxnSpLocks/>
              <a:stCxn id="139" idx="2"/>
              <a:endCxn id="144" idx="0"/>
            </p:cNvCxnSpPr>
            <p:nvPr/>
          </p:nvCxnSpPr>
          <p:spPr>
            <a:xfrm>
              <a:off x="5813521" y="3909569"/>
              <a:ext cx="0" cy="47804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箭头连接符 181">
              <a:extLst>
                <a:ext uri="{FF2B5EF4-FFF2-40B4-BE49-F238E27FC236}">
                  <a16:creationId xmlns:a16="http://schemas.microsoft.com/office/drawing/2014/main" id="{73DA412B-AA61-45F9-9F6F-86E3A63796F8}"/>
                </a:ext>
              </a:extLst>
            </p:cNvPr>
            <p:cNvCxnSpPr>
              <a:cxnSpLocks/>
              <a:stCxn id="145" idx="2"/>
              <a:endCxn id="150" idx="0"/>
            </p:cNvCxnSpPr>
            <p:nvPr/>
          </p:nvCxnSpPr>
          <p:spPr>
            <a:xfrm>
              <a:off x="2121382" y="5379776"/>
              <a:ext cx="0" cy="47404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直接箭头连接符 184">
              <a:extLst>
                <a:ext uri="{FF2B5EF4-FFF2-40B4-BE49-F238E27FC236}">
                  <a16:creationId xmlns:a16="http://schemas.microsoft.com/office/drawing/2014/main" id="{7B22FB43-733B-451E-9CC1-ECD105D58666}"/>
                </a:ext>
              </a:extLst>
            </p:cNvPr>
            <p:cNvCxnSpPr>
              <a:cxnSpLocks/>
              <a:stCxn id="146" idx="2"/>
              <a:endCxn id="151" idx="0"/>
            </p:cNvCxnSpPr>
            <p:nvPr/>
          </p:nvCxnSpPr>
          <p:spPr>
            <a:xfrm>
              <a:off x="3352095" y="5377924"/>
              <a:ext cx="0" cy="47404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接箭头连接符 187">
              <a:extLst>
                <a:ext uri="{FF2B5EF4-FFF2-40B4-BE49-F238E27FC236}">
                  <a16:creationId xmlns:a16="http://schemas.microsoft.com/office/drawing/2014/main" id="{7FDD476B-052F-4F7A-A0D5-C7AB793048FA}"/>
                </a:ext>
              </a:extLst>
            </p:cNvPr>
            <p:cNvCxnSpPr>
              <a:cxnSpLocks/>
              <a:stCxn id="147" idx="2"/>
              <a:endCxn id="152" idx="0"/>
            </p:cNvCxnSpPr>
            <p:nvPr/>
          </p:nvCxnSpPr>
          <p:spPr>
            <a:xfrm>
              <a:off x="4582808" y="5377924"/>
              <a:ext cx="0" cy="47404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接箭头连接符 190">
              <a:extLst>
                <a:ext uri="{FF2B5EF4-FFF2-40B4-BE49-F238E27FC236}">
                  <a16:creationId xmlns:a16="http://schemas.microsoft.com/office/drawing/2014/main" id="{9B0AFE22-2CBC-4742-8D56-CE4BE33C950B}"/>
                </a:ext>
              </a:extLst>
            </p:cNvPr>
            <p:cNvCxnSpPr>
              <a:cxnSpLocks/>
              <a:stCxn id="148" idx="2"/>
              <a:endCxn id="153" idx="0"/>
            </p:cNvCxnSpPr>
            <p:nvPr/>
          </p:nvCxnSpPr>
          <p:spPr>
            <a:xfrm>
              <a:off x="5813521" y="5377924"/>
              <a:ext cx="0" cy="47404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4" name="文本框 193">
                  <a:extLst>
                    <a:ext uri="{FF2B5EF4-FFF2-40B4-BE49-F238E27FC236}">
                      <a16:creationId xmlns:a16="http://schemas.microsoft.com/office/drawing/2014/main" id="{6B46B302-F36A-4C27-9C1B-52923ACD02A5}"/>
                    </a:ext>
                  </a:extLst>
                </p:cNvPr>
                <p:cNvSpPr txBox="1"/>
                <p:nvPr/>
              </p:nvSpPr>
              <p:spPr>
                <a:xfrm>
                  <a:off x="2224659" y="2453629"/>
                  <a:ext cx="22415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𝐴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94" name="文本框 193">
                  <a:extLst>
                    <a:ext uri="{FF2B5EF4-FFF2-40B4-BE49-F238E27FC236}">
                      <a16:creationId xmlns:a16="http://schemas.microsoft.com/office/drawing/2014/main" id="{6B46B302-F36A-4C27-9C1B-52923ACD02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24659" y="2453629"/>
                  <a:ext cx="224152" cy="370294"/>
                </a:xfrm>
                <a:prstGeom prst="rect">
                  <a:avLst/>
                </a:prstGeom>
                <a:blipFill>
                  <a:blip r:embed="rId15"/>
                  <a:stretch>
                    <a:fillRect l="-35135" r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5" name="文本框 194">
                  <a:extLst>
                    <a:ext uri="{FF2B5EF4-FFF2-40B4-BE49-F238E27FC236}">
                      <a16:creationId xmlns:a16="http://schemas.microsoft.com/office/drawing/2014/main" id="{AD83987D-56B0-43D9-B300-5D933B323AE8}"/>
                    </a:ext>
                  </a:extLst>
                </p:cNvPr>
                <p:cNvSpPr txBox="1"/>
                <p:nvPr/>
              </p:nvSpPr>
              <p:spPr>
                <a:xfrm>
                  <a:off x="3464129" y="2446018"/>
                  <a:ext cx="22415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𝐵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95" name="文本框 194">
                  <a:extLst>
                    <a:ext uri="{FF2B5EF4-FFF2-40B4-BE49-F238E27FC236}">
                      <a16:creationId xmlns:a16="http://schemas.microsoft.com/office/drawing/2014/main" id="{AD83987D-56B0-43D9-B300-5D933B323A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4129" y="2446018"/>
                  <a:ext cx="224152" cy="370294"/>
                </a:xfrm>
                <a:prstGeom prst="rect">
                  <a:avLst/>
                </a:prstGeom>
                <a:blipFill>
                  <a:blip r:embed="rId16"/>
                  <a:stretch>
                    <a:fillRect l="-35135" r="-54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6" name="文本框 195">
                  <a:extLst>
                    <a:ext uri="{FF2B5EF4-FFF2-40B4-BE49-F238E27FC236}">
                      <a16:creationId xmlns:a16="http://schemas.microsoft.com/office/drawing/2014/main" id="{6E225485-9BA0-4B67-8E78-76F4E0D1EB08}"/>
                    </a:ext>
                  </a:extLst>
                </p:cNvPr>
                <p:cNvSpPr txBox="1"/>
                <p:nvPr/>
              </p:nvSpPr>
              <p:spPr>
                <a:xfrm>
                  <a:off x="4703599" y="2446018"/>
                  <a:ext cx="22415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𝐶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96" name="文本框 195">
                  <a:extLst>
                    <a:ext uri="{FF2B5EF4-FFF2-40B4-BE49-F238E27FC236}">
                      <a16:creationId xmlns:a16="http://schemas.microsoft.com/office/drawing/2014/main" id="{6E225485-9BA0-4B67-8E78-76F4E0D1EB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3599" y="2446018"/>
                  <a:ext cx="224152" cy="370294"/>
                </a:xfrm>
                <a:prstGeom prst="rect">
                  <a:avLst/>
                </a:prstGeom>
                <a:blipFill>
                  <a:blip r:embed="rId17"/>
                  <a:stretch>
                    <a:fillRect l="-36111" r="-27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7" name="文本框 196">
                  <a:extLst>
                    <a:ext uri="{FF2B5EF4-FFF2-40B4-BE49-F238E27FC236}">
                      <a16:creationId xmlns:a16="http://schemas.microsoft.com/office/drawing/2014/main" id="{47177121-2364-4F64-B01F-C295EC81627E}"/>
                    </a:ext>
                  </a:extLst>
                </p:cNvPr>
                <p:cNvSpPr txBox="1"/>
                <p:nvPr/>
              </p:nvSpPr>
              <p:spPr>
                <a:xfrm>
                  <a:off x="5943070" y="2446018"/>
                  <a:ext cx="22415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𝐷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97" name="文本框 196">
                  <a:extLst>
                    <a:ext uri="{FF2B5EF4-FFF2-40B4-BE49-F238E27FC236}">
                      <a16:creationId xmlns:a16="http://schemas.microsoft.com/office/drawing/2014/main" id="{47177121-2364-4F64-B01F-C295EC8162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3070" y="2446018"/>
                  <a:ext cx="224152" cy="370294"/>
                </a:xfrm>
                <a:prstGeom prst="rect">
                  <a:avLst/>
                </a:prstGeom>
                <a:blipFill>
                  <a:blip r:embed="rId18"/>
                  <a:stretch>
                    <a:fillRect l="-37838" r="-54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8" name="文本框 197">
                  <a:extLst>
                    <a:ext uri="{FF2B5EF4-FFF2-40B4-BE49-F238E27FC236}">
                      <a16:creationId xmlns:a16="http://schemas.microsoft.com/office/drawing/2014/main" id="{FDAAF5FA-ABEC-448B-8AC3-FA6B42B5089A}"/>
                    </a:ext>
                  </a:extLst>
                </p:cNvPr>
                <p:cNvSpPr txBox="1"/>
                <p:nvPr/>
              </p:nvSpPr>
              <p:spPr>
                <a:xfrm>
                  <a:off x="2224659" y="3955234"/>
                  <a:ext cx="22415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𝐴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98" name="文本框 197">
                  <a:extLst>
                    <a:ext uri="{FF2B5EF4-FFF2-40B4-BE49-F238E27FC236}">
                      <a16:creationId xmlns:a16="http://schemas.microsoft.com/office/drawing/2014/main" id="{FDAAF5FA-ABEC-448B-8AC3-FA6B42B508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24659" y="3955234"/>
                  <a:ext cx="224152" cy="370294"/>
                </a:xfrm>
                <a:prstGeom prst="rect">
                  <a:avLst/>
                </a:prstGeom>
                <a:blipFill>
                  <a:blip r:embed="rId19"/>
                  <a:stretch>
                    <a:fillRect l="-35135" r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9" name="文本框 198">
                  <a:extLst>
                    <a:ext uri="{FF2B5EF4-FFF2-40B4-BE49-F238E27FC236}">
                      <a16:creationId xmlns:a16="http://schemas.microsoft.com/office/drawing/2014/main" id="{576E4457-6F09-4908-9985-0DFAA07FF605}"/>
                    </a:ext>
                  </a:extLst>
                </p:cNvPr>
                <p:cNvSpPr txBox="1"/>
                <p:nvPr/>
              </p:nvSpPr>
              <p:spPr>
                <a:xfrm>
                  <a:off x="3464129" y="3947623"/>
                  <a:ext cx="22415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𝐵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99" name="文本框 198">
                  <a:extLst>
                    <a:ext uri="{FF2B5EF4-FFF2-40B4-BE49-F238E27FC236}">
                      <a16:creationId xmlns:a16="http://schemas.microsoft.com/office/drawing/2014/main" id="{576E4457-6F09-4908-9985-0DFAA07FF6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4129" y="3947623"/>
                  <a:ext cx="224152" cy="370294"/>
                </a:xfrm>
                <a:prstGeom prst="rect">
                  <a:avLst/>
                </a:prstGeom>
                <a:blipFill>
                  <a:blip r:embed="rId20"/>
                  <a:stretch>
                    <a:fillRect l="-35135" r="-54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0" name="文本框 199">
                  <a:extLst>
                    <a:ext uri="{FF2B5EF4-FFF2-40B4-BE49-F238E27FC236}">
                      <a16:creationId xmlns:a16="http://schemas.microsoft.com/office/drawing/2014/main" id="{51F6B009-715F-484F-B866-BB0D9BCA9CF6}"/>
                    </a:ext>
                  </a:extLst>
                </p:cNvPr>
                <p:cNvSpPr txBox="1"/>
                <p:nvPr/>
              </p:nvSpPr>
              <p:spPr>
                <a:xfrm>
                  <a:off x="4703599" y="3947623"/>
                  <a:ext cx="22415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𝐶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00" name="文本框 199">
                  <a:extLst>
                    <a:ext uri="{FF2B5EF4-FFF2-40B4-BE49-F238E27FC236}">
                      <a16:creationId xmlns:a16="http://schemas.microsoft.com/office/drawing/2014/main" id="{51F6B009-715F-484F-B866-BB0D9BCA9C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3599" y="3947623"/>
                  <a:ext cx="224152" cy="370294"/>
                </a:xfrm>
                <a:prstGeom prst="rect">
                  <a:avLst/>
                </a:prstGeom>
                <a:blipFill>
                  <a:blip r:embed="rId21"/>
                  <a:stretch>
                    <a:fillRect l="-36111" r="-27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1" name="文本框 200">
                  <a:extLst>
                    <a:ext uri="{FF2B5EF4-FFF2-40B4-BE49-F238E27FC236}">
                      <a16:creationId xmlns:a16="http://schemas.microsoft.com/office/drawing/2014/main" id="{6197D9DB-6D76-45A5-845F-6996A8D398DD}"/>
                    </a:ext>
                  </a:extLst>
                </p:cNvPr>
                <p:cNvSpPr txBox="1"/>
                <p:nvPr/>
              </p:nvSpPr>
              <p:spPr>
                <a:xfrm>
                  <a:off x="5943070" y="3947623"/>
                  <a:ext cx="22415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𝐷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01" name="文本框 200">
                  <a:extLst>
                    <a:ext uri="{FF2B5EF4-FFF2-40B4-BE49-F238E27FC236}">
                      <a16:creationId xmlns:a16="http://schemas.microsoft.com/office/drawing/2014/main" id="{6197D9DB-6D76-45A5-845F-6996A8D398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3070" y="3947623"/>
                  <a:ext cx="224152" cy="370294"/>
                </a:xfrm>
                <a:prstGeom prst="rect">
                  <a:avLst/>
                </a:prstGeom>
                <a:blipFill>
                  <a:blip r:embed="rId22"/>
                  <a:stretch>
                    <a:fillRect l="-37838" r="-54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2" name="文本框 201">
                  <a:extLst>
                    <a:ext uri="{FF2B5EF4-FFF2-40B4-BE49-F238E27FC236}">
                      <a16:creationId xmlns:a16="http://schemas.microsoft.com/office/drawing/2014/main" id="{4F37D220-61DB-455D-9DCF-F0FD4D5BFB0E}"/>
                    </a:ext>
                  </a:extLst>
                </p:cNvPr>
                <p:cNvSpPr txBox="1"/>
                <p:nvPr/>
              </p:nvSpPr>
              <p:spPr>
                <a:xfrm>
                  <a:off x="2179166" y="5422789"/>
                  <a:ext cx="22415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𝐴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02" name="文本框 201">
                  <a:extLst>
                    <a:ext uri="{FF2B5EF4-FFF2-40B4-BE49-F238E27FC236}">
                      <a16:creationId xmlns:a16="http://schemas.microsoft.com/office/drawing/2014/main" id="{4F37D220-61DB-455D-9DCF-F0FD4D5BFB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9166" y="5422789"/>
                  <a:ext cx="224152" cy="370294"/>
                </a:xfrm>
                <a:prstGeom prst="rect">
                  <a:avLst/>
                </a:prstGeom>
                <a:blipFill>
                  <a:blip r:embed="rId23"/>
                  <a:stretch>
                    <a:fillRect l="-32432" r="-54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3" name="文本框 202">
                  <a:extLst>
                    <a:ext uri="{FF2B5EF4-FFF2-40B4-BE49-F238E27FC236}">
                      <a16:creationId xmlns:a16="http://schemas.microsoft.com/office/drawing/2014/main" id="{A01E9FE0-2F10-46B4-A14A-E133B713BAAB}"/>
                    </a:ext>
                  </a:extLst>
                </p:cNvPr>
                <p:cNvSpPr txBox="1"/>
                <p:nvPr/>
              </p:nvSpPr>
              <p:spPr>
                <a:xfrm>
                  <a:off x="3418636" y="5415178"/>
                  <a:ext cx="22415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𝐵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03" name="文本框 202">
                  <a:extLst>
                    <a:ext uri="{FF2B5EF4-FFF2-40B4-BE49-F238E27FC236}">
                      <a16:creationId xmlns:a16="http://schemas.microsoft.com/office/drawing/2014/main" id="{A01E9FE0-2F10-46B4-A14A-E133B713BA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18636" y="5415178"/>
                  <a:ext cx="224152" cy="370294"/>
                </a:xfrm>
                <a:prstGeom prst="rect">
                  <a:avLst/>
                </a:prstGeom>
                <a:blipFill>
                  <a:blip r:embed="rId24"/>
                  <a:stretch>
                    <a:fillRect l="-37838" r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4" name="文本框 203">
                  <a:extLst>
                    <a:ext uri="{FF2B5EF4-FFF2-40B4-BE49-F238E27FC236}">
                      <a16:creationId xmlns:a16="http://schemas.microsoft.com/office/drawing/2014/main" id="{9EC82160-9D72-4A8E-A9A5-9E02CA2A608D}"/>
                    </a:ext>
                  </a:extLst>
                </p:cNvPr>
                <p:cNvSpPr txBox="1"/>
                <p:nvPr/>
              </p:nvSpPr>
              <p:spPr>
                <a:xfrm>
                  <a:off x="4658106" y="5415178"/>
                  <a:ext cx="22415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𝐶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04" name="文本框 203">
                  <a:extLst>
                    <a:ext uri="{FF2B5EF4-FFF2-40B4-BE49-F238E27FC236}">
                      <a16:creationId xmlns:a16="http://schemas.microsoft.com/office/drawing/2014/main" id="{9EC82160-9D72-4A8E-A9A5-9E02CA2A60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8106" y="5415178"/>
                  <a:ext cx="224152" cy="370294"/>
                </a:xfrm>
                <a:prstGeom prst="rect">
                  <a:avLst/>
                </a:prstGeom>
                <a:blipFill>
                  <a:blip r:embed="rId25"/>
                  <a:stretch>
                    <a:fillRect l="-3513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" name="文本框 204">
                  <a:extLst>
                    <a:ext uri="{FF2B5EF4-FFF2-40B4-BE49-F238E27FC236}">
                      <a16:creationId xmlns:a16="http://schemas.microsoft.com/office/drawing/2014/main" id="{B8D7A428-3352-4154-8951-D851AA4EE2EA}"/>
                    </a:ext>
                  </a:extLst>
                </p:cNvPr>
                <p:cNvSpPr txBox="1"/>
                <p:nvPr/>
              </p:nvSpPr>
              <p:spPr>
                <a:xfrm>
                  <a:off x="5897577" y="5415178"/>
                  <a:ext cx="22415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𝐷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05" name="文本框 204">
                  <a:extLst>
                    <a:ext uri="{FF2B5EF4-FFF2-40B4-BE49-F238E27FC236}">
                      <a16:creationId xmlns:a16="http://schemas.microsoft.com/office/drawing/2014/main" id="{B8D7A428-3352-4154-8951-D851AA4EE2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97577" y="5415178"/>
                  <a:ext cx="224152" cy="370294"/>
                </a:xfrm>
                <a:prstGeom prst="rect">
                  <a:avLst/>
                </a:prstGeom>
                <a:blipFill>
                  <a:blip r:embed="rId26"/>
                  <a:stretch>
                    <a:fillRect l="-37838" r="-54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8" name="直接箭头连接符 257">
              <a:extLst>
                <a:ext uri="{FF2B5EF4-FFF2-40B4-BE49-F238E27FC236}">
                  <a16:creationId xmlns:a16="http://schemas.microsoft.com/office/drawing/2014/main" id="{D36350E7-2205-48A1-B96D-1AA91ED5DAA9}"/>
                </a:ext>
              </a:extLst>
            </p:cNvPr>
            <p:cNvCxnSpPr>
              <a:cxnSpLocks/>
              <a:stCxn id="154" idx="2"/>
            </p:cNvCxnSpPr>
            <p:nvPr/>
          </p:nvCxnSpPr>
          <p:spPr>
            <a:xfrm>
              <a:off x="2121382" y="6844126"/>
              <a:ext cx="0" cy="83127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接箭头连接符 260">
              <a:extLst>
                <a:ext uri="{FF2B5EF4-FFF2-40B4-BE49-F238E27FC236}">
                  <a16:creationId xmlns:a16="http://schemas.microsoft.com/office/drawing/2014/main" id="{AF87B5C0-523F-46B3-8AD6-083A42D45FD4}"/>
                </a:ext>
              </a:extLst>
            </p:cNvPr>
            <p:cNvCxnSpPr>
              <a:cxnSpLocks/>
              <a:stCxn id="155" idx="2"/>
            </p:cNvCxnSpPr>
            <p:nvPr/>
          </p:nvCxnSpPr>
          <p:spPr>
            <a:xfrm flipH="1">
              <a:off x="3351773" y="6842274"/>
              <a:ext cx="322" cy="83451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接箭头连接符 263">
              <a:extLst>
                <a:ext uri="{FF2B5EF4-FFF2-40B4-BE49-F238E27FC236}">
                  <a16:creationId xmlns:a16="http://schemas.microsoft.com/office/drawing/2014/main" id="{1CEC3F14-D025-4526-A21D-D6C67361E3EB}"/>
                </a:ext>
              </a:extLst>
            </p:cNvPr>
            <p:cNvCxnSpPr>
              <a:cxnSpLocks/>
              <a:stCxn id="156" idx="2"/>
            </p:cNvCxnSpPr>
            <p:nvPr/>
          </p:nvCxnSpPr>
          <p:spPr>
            <a:xfrm flipH="1">
              <a:off x="4582162" y="6842274"/>
              <a:ext cx="646" cy="83312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直接箭头连接符 266">
              <a:extLst>
                <a:ext uri="{FF2B5EF4-FFF2-40B4-BE49-F238E27FC236}">
                  <a16:creationId xmlns:a16="http://schemas.microsoft.com/office/drawing/2014/main" id="{7AE1A2BD-F8EB-4327-A959-7988B5748218}"/>
                </a:ext>
              </a:extLst>
            </p:cNvPr>
            <p:cNvCxnSpPr>
              <a:cxnSpLocks/>
              <a:stCxn id="157" idx="2"/>
            </p:cNvCxnSpPr>
            <p:nvPr/>
          </p:nvCxnSpPr>
          <p:spPr>
            <a:xfrm flipH="1">
              <a:off x="5812551" y="6842274"/>
              <a:ext cx="970" cy="83312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8" name="文本框 277">
                  <a:extLst>
                    <a:ext uri="{FF2B5EF4-FFF2-40B4-BE49-F238E27FC236}">
                      <a16:creationId xmlns:a16="http://schemas.microsoft.com/office/drawing/2014/main" id="{20345DE3-2EA9-472D-BC88-268F34CC2B7C}"/>
                    </a:ext>
                  </a:extLst>
                </p:cNvPr>
                <p:cNvSpPr txBox="1"/>
                <p:nvPr/>
              </p:nvSpPr>
              <p:spPr>
                <a:xfrm>
                  <a:off x="517999" y="969"/>
                  <a:ext cx="514468" cy="390748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𝑞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78" name="文本框 277">
                  <a:extLst>
                    <a:ext uri="{FF2B5EF4-FFF2-40B4-BE49-F238E27FC236}">
                      <a16:creationId xmlns:a16="http://schemas.microsoft.com/office/drawing/2014/main" id="{20345DE3-2EA9-472D-BC88-268F34CC2B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999" y="969"/>
                  <a:ext cx="514468" cy="390748"/>
                </a:xfrm>
                <a:prstGeom prst="rect">
                  <a:avLst/>
                </a:prstGeom>
                <a:blipFill>
                  <a:blip r:embed="rId27"/>
                  <a:stretch>
                    <a:fillRect b="-468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9" name="连接符: 肘形 278">
              <a:extLst>
                <a:ext uri="{FF2B5EF4-FFF2-40B4-BE49-F238E27FC236}">
                  <a16:creationId xmlns:a16="http://schemas.microsoft.com/office/drawing/2014/main" id="{53DF7C56-284E-47EA-B4DF-C506EDC0F7DD}"/>
                </a:ext>
              </a:extLst>
            </p:cNvPr>
            <p:cNvCxnSpPr>
              <a:cxnSpLocks/>
              <a:stCxn id="278" idx="2"/>
              <a:endCxn id="149" idx="1"/>
            </p:cNvCxnSpPr>
            <p:nvPr/>
          </p:nvCxnSpPr>
          <p:spPr>
            <a:xfrm rot="16200000" flipH="1">
              <a:off x="-1800683" y="2967632"/>
              <a:ext cx="5957805" cy="805973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连接符: 肘形 281">
              <a:extLst>
                <a:ext uri="{FF2B5EF4-FFF2-40B4-BE49-F238E27FC236}">
                  <a16:creationId xmlns:a16="http://schemas.microsoft.com/office/drawing/2014/main" id="{823CEC27-53A1-4548-AD70-64B19D7BDE53}"/>
                </a:ext>
              </a:extLst>
            </p:cNvPr>
            <p:cNvCxnSpPr>
              <a:cxnSpLocks/>
              <a:stCxn id="278" idx="2"/>
              <a:endCxn id="140" idx="1"/>
            </p:cNvCxnSpPr>
            <p:nvPr/>
          </p:nvCxnSpPr>
          <p:spPr>
            <a:xfrm rot="16200000" flipH="1">
              <a:off x="-1068508" y="2235457"/>
              <a:ext cx="4493455" cy="805973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连接符: 肘形 284">
              <a:extLst>
                <a:ext uri="{FF2B5EF4-FFF2-40B4-BE49-F238E27FC236}">
                  <a16:creationId xmlns:a16="http://schemas.microsoft.com/office/drawing/2014/main" id="{835F0B48-97C6-4905-AE15-3EC380D3D2FF}"/>
                </a:ext>
              </a:extLst>
            </p:cNvPr>
            <p:cNvCxnSpPr>
              <a:cxnSpLocks/>
              <a:stCxn id="278" idx="2"/>
              <a:endCxn id="131" idx="1"/>
            </p:cNvCxnSpPr>
            <p:nvPr/>
          </p:nvCxnSpPr>
          <p:spPr>
            <a:xfrm rot="16200000" flipH="1">
              <a:off x="-334331" y="1501280"/>
              <a:ext cx="3025100" cy="805973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连接符: 肘形 287">
              <a:extLst>
                <a:ext uri="{FF2B5EF4-FFF2-40B4-BE49-F238E27FC236}">
                  <a16:creationId xmlns:a16="http://schemas.microsoft.com/office/drawing/2014/main" id="{C24FB6B4-AE23-44BB-B35F-5B1C3C4B1297}"/>
                </a:ext>
              </a:extLst>
            </p:cNvPr>
            <p:cNvCxnSpPr>
              <a:cxnSpLocks/>
              <a:stCxn id="278" idx="2"/>
              <a:endCxn id="106" idx="1"/>
            </p:cNvCxnSpPr>
            <p:nvPr/>
          </p:nvCxnSpPr>
          <p:spPr>
            <a:xfrm rot="16200000" flipH="1">
              <a:off x="408619" y="758330"/>
              <a:ext cx="1539200" cy="805973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直接箭头连接符 290">
              <a:extLst>
                <a:ext uri="{FF2B5EF4-FFF2-40B4-BE49-F238E27FC236}">
                  <a16:creationId xmlns:a16="http://schemas.microsoft.com/office/drawing/2014/main" id="{0E7C4175-F076-45F9-AE17-917B2E5AFF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73583" y="297615"/>
              <a:ext cx="323850" cy="37093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直接箭头连接符 291">
              <a:extLst>
                <a:ext uri="{FF2B5EF4-FFF2-40B4-BE49-F238E27FC236}">
                  <a16:creationId xmlns:a16="http://schemas.microsoft.com/office/drawing/2014/main" id="{0DE1BBDF-FF48-4F03-BAC7-81D5357055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3306" y="608843"/>
              <a:ext cx="323850" cy="37093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3" name="文本框 292">
                  <a:extLst>
                    <a:ext uri="{FF2B5EF4-FFF2-40B4-BE49-F238E27FC236}">
                      <a16:creationId xmlns:a16="http://schemas.microsoft.com/office/drawing/2014/main" id="{072E53D7-A208-435A-A0A0-2807BC860EF6}"/>
                    </a:ext>
                  </a:extLst>
                </p:cNvPr>
                <p:cNvSpPr txBox="1"/>
                <p:nvPr/>
              </p:nvSpPr>
              <p:spPr>
                <a:xfrm>
                  <a:off x="1011080" y="668550"/>
                  <a:ext cx="22415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512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93" name="文本框 292">
                  <a:extLst>
                    <a:ext uri="{FF2B5EF4-FFF2-40B4-BE49-F238E27FC236}">
                      <a16:creationId xmlns:a16="http://schemas.microsoft.com/office/drawing/2014/main" id="{072E53D7-A208-435A-A0A0-2807BC860E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1080" y="668550"/>
                  <a:ext cx="224152" cy="370294"/>
                </a:xfrm>
                <a:prstGeom prst="rect">
                  <a:avLst/>
                </a:prstGeom>
                <a:blipFill>
                  <a:blip r:embed="rId28"/>
                  <a:stretch>
                    <a:fillRect l="-89189" r="-567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4" name="文本框 293">
                  <a:extLst>
                    <a:ext uri="{FF2B5EF4-FFF2-40B4-BE49-F238E27FC236}">
                      <a16:creationId xmlns:a16="http://schemas.microsoft.com/office/drawing/2014/main" id="{5E798ADD-1A19-41BF-8296-5D3E19C45E16}"/>
                    </a:ext>
                  </a:extLst>
                </p:cNvPr>
                <p:cNvSpPr txBox="1"/>
                <p:nvPr/>
              </p:nvSpPr>
              <p:spPr>
                <a:xfrm>
                  <a:off x="4333250" y="233578"/>
                  <a:ext cx="22415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128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94" name="文本框 293">
                  <a:extLst>
                    <a:ext uri="{FF2B5EF4-FFF2-40B4-BE49-F238E27FC236}">
                      <a16:creationId xmlns:a16="http://schemas.microsoft.com/office/drawing/2014/main" id="{5E798ADD-1A19-41BF-8296-5D3E19C45E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3250" y="233578"/>
                  <a:ext cx="224152" cy="370294"/>
                </a:xfrm>
                <a:prstGeom prst="rect">
                  <a:avLst/>
                </a:prstGeom>
                <a:blipFill>
                  <a:blip r:embed="rId29"/>
                  <a:stretch>
                    <a:fillRect l="-86486" r="-567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5" name="矩形 294">
              <a:extLst>
                <a:ext uri="{FF2B5EF4-FFF2-40B4-BE49-F238E27FC236}">
                  <a16:creationId xmlns:a16="http://schemas.microsoft.com/office/drawing/2014/main" id="{706501B4-A8FF-462D-BF5D-2604C6A61BF2}"/>
                </a:ext>
              </a:extLst>
            </p:cNvPr>
            <p:cNvSpPr/>
            <p:nvPr/>
          </p:nvSpPr>
          <p:spPr>
            <a:xfrm>
              <a:off x="5743052" y="6991569"/>
              <a:ext cx="400036" cy="44650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</a:p>
          </p:txBody>
        </p:sp>
        <p:sp>
          <p:nvSpPr>
            <p:cNvPr id="296" name="矩形 295">
              <a:extLst>
                <a:ext uri="{FF2B5EF4-FFF2-40B4-BE49-F238E27FC236}">
                  <a16:creationId xmlns:a16="http://schemas.microsoft.com/office/drawing/2014/main" id="{CBF728FA-BC16-4A83-A65A-7ECA42D62345}"/>
                </a:ext>
              </a:extLst>
            </p:cNvPr>
            <p:cNvSpPr/>
            <p:nvPr/>
          </p:nvSpPr>
          <p:spPr>
            <a:xfrm>
              <a:off x="6285169" y="6991569"/>
              <a:ext cx="215337" cy="44650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</a:p>
          </p:txBody>
        </p:sp>
        <p:cxnSp>
          <p:nvCxnSpPr>
            <p:cNvPr id="297" name="连接符: 肘形 296">
              <a:extLst>
                <a:ext uri="{FF2B5EF4-FFF2-40B4-BE49-F238E27FC236}">
                  <a16:creationId xmlns:a16="http://schemas.microsoft.com/office/drawing/2014/main" id="{DB8AC11D-DCEB-44BC-A052-3D8C28196194}"/>
                </a:ext>
              </a:extLst>
            </p:cNvPr>
            <p:cNvCxnSpPr>
              <a:cxnSpLocks/>
              <a:stCxn id="107" idx="2"/>
              <a:endCxn id="295" idx="3"/>
            </p:cNvCxnSpPr>
            <p:nvPr/>
          </p:nvCxnSpPr>
          <p:spPr>
            <a:xfrm rot="16200000" flipH="1">
              <a:off x="1667516" y="2739249"/>
              <a:ext cx="6854978" cy="2096165"/>
            </a:xfrm>
            <a:prstGeom prst="bentConnector4">
              <a:avLst>
                <a:gd name="adj1" fmla="val 4619"/>
                <a:gd name="adj2" fmla="val 121957"/>
              </a:avLst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连接符: 肘形 302">
              <a:extLst>
                <a:ext uri="{FF2B5EF4-FFF2-40B4-BE49-F238E27FC236}">
                  <a16:creationId xmlns:a16="http://schemas.microsoft.com/office/drawing/2014/main" id="{6326595A-CD0D-419B-8CE4-760A56B48C58}"/>
                </a:ext>
              </a:extLst>
            </p:cNvPr>
            <p:cNvCxnSpPr>
              <a:cxnSpLocks/>
              <a:stCxn id="296" idx="1"/>
            </p:cNvCxnSpPr>
            <p:nvPr/>
          </p:nvCxnSpPr>
          <p:spPr>
            <a:xfrm rot="10800000" flipV="1">
              <a:off x="6017777" y="7214820"/>
              <a:ext cx="267392" cy="665801"/>
            </a:xfrm>
            <a:prstGeom prst="bentConnector3">
              <a:avLst>
                <a:gd name="adj1" fmla="val 25065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连接符: 肘形 306">
              <a:extLst>
                <a:ext uri="{FF2B5EF4-FFF2-40B4-BE49-F238E27FC236}">
                  <a16:creationId xmlns:a16="http://schemas.microsoft.com/office/drawing/2014/main" id="{0E381393-1998-4A41-868E-B0CC2AF2A7ED}"/>
                </a:ext>
              </a:extLst>
            </p:cNvPr>
            <p:cNvCxnSpPr>
              <a:cxnSpLocks/>
              <a:stCxn id="296" idx="1"/>
            </p:cNvCxnSpPr>
            <p:nvPr/>
          </p:nvCxnSpPr>
          <p:spPr>
            <a:xfrm rot="10800000" flipV="1">
              <a:off x="4787389" y="7214821"/>
              <a:ext cx="1497781" cy="665802"/>
            </a:xfrm>
            <a:prstGeom prst="bentConnector3">
              <a:avLst>
                <a:gd name="adj1" fmla="val 84977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连接符: 肘形 310">
              <a:extLst>
                <a:ext uri="{FF2B5EF4-FFF2-40B4-BE49-F238E27FC236}">
                  <a16:creationId xmlns:a16="http://schemas.microsoft.com/office/drawing/2014/main" id="{DCF7A9CC-ED23-4F37-A45E-38867071D183}"/>
                </a:ext>
              </a:extLst>
            </p:cNvPr>
            <p:cNvCxnSpPr>
              <a:cxnSpLocks/>
              <a:stCxn id="296" idx="1"/>
            </p:cNvCxnSpPr>
            <p:nvPr/>
          </p:nvCxnSpPr>
          <p:spPr>
            <a:xfrm rot="10800000" flipV="1">
              <a:off x="3556999" y="7214821"/>
              <a:ext cx="2728170" cy="667196"/>
            </a:xfrm>
            <a:prstGeom prst="bentConnector3">
              <a:avLst>
                <a:gd name="adj1" fmla="val 91896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连接符: 肘形 314">
              <a:extLst>
                <a:ext uri="{FF2B5EF4-FFF2-40B4-BE49-F238E27FC236}">
                  <a16:creationId xmlns:a16="http://schemas.microsoft.com/office/drawing/2014/main" id="{6A0FB9B5-04E9-4166-B836-5E05310ECB35}"/>
                </a:ext>
              </a:extLst>
            </p:cNvPr>
            <p:cNvCxnSpPr>
              <a:cxnSpLocks/>
              <a:stCxn id="296" idx="1"/>
            </p:cNvCxnSpPr>
            <p:nvPr/>
          </p:nvCxnSpPr>
          <p:spPr>
            <a:xfrm rot="10800000" flipV="1">
              <a:off x="2326609" y="7214821"/>
              <a:ext cx="3958561" cy="665804"/>
            </a:xfrm>
            <a:prstGeom prst="bentConnector3">
              <a:avLst>
                <a:gd name="adj1" fmla="val 94274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9" name="文本框 318">
                  <a:extLst>
                    <a:ext uri="{FF2B5EF4-FFF2-40B4-BE49-F238E27FC236}">
                      <a16:creationId xmlns:a16="http://schemas.microsoft.com/office/drawing/2014/main" id="{0F1B0B8B-5789-4FE9-9CE4-C2B96C001312}"/>
                    </a:ext>
                  </a:extLst>
                </p:cNvPr>
                <p:cNvSpPr txBox="1"/>
                <p:nvPr/>
              </p:nvSpPr>
              <p:spPr>
                <a:xfrm>
                  <a:off x="3167866" y="8996951"/>
                  <a:ext cx="1640840" cy="390748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𝐶𝑉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𝑞</m:t>
                            </m:r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19" name="文本框 318">
                  <a:extLst>
                    <a:ext uri="{FF2B5EF4-FFF2-40B4-BE49-F238E27FC236}">
                      <a16:creationId xmlns:a16="http://schemas.microsoft.com/office/drawing/2014/main" id="{0F1B0B8B-5789-4FE9-9CE4-C2B96C0013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7866" y="8996951"/>
                  <a:ext cx="1640840" cy="390748"/>
                </a:xfrm>
                <a:prstGeom prst="rect">
                  <a:avLst/>
                </a:prstGeom>
                <a:blipFill>
                  <a:blip r:embed="rId30"/>
                  <a:stretch>
                    <a:fillRect b="-468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0" name="连接符: 肘形 319">
              <a:extLst>
                <a:ext uri="{FF2B5EF4-FFF2-40B4-BE49-F238E27FC236}">
                  <a16:creationId xmlns:a16="http://schemas.microsoft.com/office/drawing/2014/main" id="{ABCAF8ED-6AC4-4A90-90D3-EA4773BF6301}"/>
                </a:ext>
              </a:extLst>
            </p:cNvPr>
            <p:cNvCxnSpPr>
              <a:cxnSpLocks/>
              <a:endCxn id="319" idx="0"/>
            </p:cNvCxnSpPr>
            <p:nvPr/>
          </p:nvCxnSpPr>
          <p:spPr>
            <a:xfrm rot="16200000" flipH="1">
              <a:off x="2599284" y="7607949"/>
              <a:ext cx="911100" cy="1866904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连接符: 肘形 322">
              <a:extLst>
                <a:ext uri="{FF2B5EF4-FFF2-40B4-BE49-F238E27FC236}">
                  <a16:creationId xmlns:a16="http://schemas.microsoft.com/office/drawing/2014/main" id="{86A61669-2338-42E7-9C97-FA78C53F5D5C}"/>
                </a:ext>
              </a:extLst>
            </p:cNvPr>
            <p:cNvCxnSpPr>
              <a:cxnSpLocks/>
              <a:endCxn id="319" idx="0"/>
            </p:cNvCxnSpPr>
            <p:nvPr/>
          </p:nvCxnSpPr>
          <p:spPr>
            <a:xfrm rot="16200000" flipH="1">
              <a:off x="3215175" y="8223840"/>
              <a:ext cx="909708" cy="636513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连接符: 肘形 325">
              <a:extLst>
                <a:ext uri="{FF2B5EF4-FFF2-40B4-BE49-F238E27FC236}">
                  <a16:creationId xmlns:a16="http://schemas.microsoft.com/office/drawing/2014/main" id="{64FD9FAE-B764-4627-AFEB-CBD52556AF9C}"/>
                </a:ext>
              </a:extLst>
            </p:cNvPr>
            <p:cNvCxnSpPr>
              <a:cxnSpLocks/>
              <a:endCxn id="319" idx="0"/>
            </p:cNvCxnSpPr>
            <p:nvPr/>
          </p:nvCxnSpPr>
          <p:spPr>
            <a:xfrm rot="5400000">
              <a:off x="3829673" y="8244462"/>
              <a:ext cx="911102" cy="593876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连接符: 肘形 328">
              <a:extLst>
                <a:ext uri="{FF2B5EF4-FFF2-40B4-BE49-F238E27FC236}">
                  <a16:creationId xmlns:a16="http://schemas.microsoft.com/office/drawing/2014/main" id="{7922D611-4DA0-44D6-B07B-BC1162A14F49}"/>
                </a:ext>
              </a:extLst>
            </p:cNvPr>
            <p:cNvCxnSpPr>
              <a:cxnSpLocks/>
              <a:endCxn id="319" idx="0"/>
            </p:cNvCxnSpPr>
            <p:nvPr/>
          </p:nvCxnSpPr>
          <p:spPr>
            <a:xfrm rot="5400000">
              <a:off x="4444868" y="7629267"/>
              <a:ext cx="911103" cy="1824265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直接箭头连接符 331">
              <a:extLst>
                <a:ext uri="{FF2B5EF4-FFF2-40B4-BE49-F238E27FC236}">
                  <a16:creationId xmlns:a16="http://schemas.microsoft.com/office/drawing/2014/main" id="{2C7B427F-8781-4AC7-BAF8-68D52AFA5E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93726" y="8604866"/>
              <a:ext cx="323850" cy="37093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3" name="文本框 332">
                  <a:extLst>
                    <a:ext uri="{FF2B5EF4-FFF2-40B4-BE49-F238E27FC236}">
                      <a16:creationId xmlns:a16="http://schemas.microsoft.com/office/drawing/2014/main" id="{2FB57379-2E39-4360-B81E-FEC30E7BF68C}"/>
                    </a:ext>
                  </a:extLst>
                </p:cNvPr>
                <p:cNvSpPr txBox="1"/>
                <p:nvPr/>
              </p:nvSpPr>
              <p:spPr>
                <a:xfrm>
                  <a:off x="4245935" y="8604866"/>
                  <a:ext cx="22415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128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33" name="文本框 332">
                  <a:extLst>
                    <a:ext uri="{FF2B5EF4-FFF2-40B4-BE49-F238E27FC236}">
                      <a16:creationId xmlns:a16="http://schemas.microsoft.com/office/drawing/2014/main" id="{2FB57379-2E39-4360-B81E-FEC30E7BF6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5935" y="8604866"/>
                  <a:ext cx="224152" cy="370294"/>
                </a:xfrm>
                <a:prstGeom prst="rect">
                  <a:avLst/>
                </a:prstGeom>
                <a:blipFill>
                  <a:blip r:embed="rId31"/>
                  <a:stretch>
                    <a:fillRect l="-88889" r="-611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4" name="椭圆 383">
              <a:extLst>
                <a:ext uri="{FF2B5EF4-FFF2-40B4-BE49-F238E27FC236}">
                  <a16:creationId xmlns:a16="http://schemas.microsoft.com/office/drawing/2014/main" id="{AEEAC644-CB00-4A2B-BC21-AB13EA0F8C4F}"/>
                </a:ext>
              </a:extLst>
            </p:cNvPr>
            <p:cNvSpPr/>
            <p:nvPr/>
          </p:nvSpPr>
          <p:spPr>
            <a:xfrm>
              <a:off x="1919108" y="7675395"/>
              <a:ext cx="410453" cy="410453"/>
            </a:xfrm>
            <a:prstGeom prst="ellipse">
              <a:avLst/>
            </a:prstGeom>
            <a:noFill/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85" name="直接连接符 384">
              <a:extLst>
                <a:ext uri="{FF2B5EF4-FFF2-40B4-BE49-F238E27FC236}">
                  <a16:creationId xmlns:a16="http://schemas.microsoft.com/office/drawing/2014/main" id="{9385D5E3-8725-4D11-B432-ADD8EDCD7565}"/>
                </a:ext>
              </a:extLst>
            </p:cNvPr>
            <p:cNvCxnSpPr>
              <a:cxnSpLocks/>
              <a:stCxn id="384" idx="6"/>
              <a:endCxn id="384" idx="2"/>
            </p:cNvCxnSpPr>
            <p:nvPr/>
          </p:nvCxnSpPr>
          <p:spPr>
            <a:xfrm flipH="1">
              <a:off x="1919108" y="7880622"/>
              <a:ext cx="410453" cy="0"/>
            </a:xfrm>
            <a:prstGeom prst="line">
              <a:avLst/>
            </a:prstGeom>
            <a:ln w="254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直接连接符 385">
              <a:extLst>
                <a:ext uri="{FF2B5EF4-FFF2-40B4-BE49-F238E27FC236}">
                  <a16:creationId xmlns:a16="http://schemas.microsoft.com/office/drawing/2014/main" id="{BD797567-C668-4E1E-8CC7-BDA6809DCE5D}"/>
                </a:ext>
              </a:extLst>
            </p:cNvPr>
            <p:cNvCxnSpPr>
              <a:cxnSpLocks/>
              <a:stCxn id="384" idx="4"/>
              <a:endCxn id="384" idx="0"/>
            </p:cNvCxnSpPr>
            <p:nvPr/>
          </p:nvCxnSpPr>
          <p:spPr>
            <a:xfrm flipV="1">
              <a:off x="2124335" y="7675395"/>
              <a:ext cx="0" cy="410453"/>
            </a:xfrm>
            <a:prstGeom prst="line">
              <a:avLst/>
            </a:prstGeom>
            <a:ln w="254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7" name="椭圆 386">
              <a:extLst>
                <a:ext uri="{FF2B5EF4-FFF2-40B4-BE49-F238E27FC236}">
                  <a16:creationId xmlns:a16="http://schemas.microsoft.com/office/drawing/2014/main" id="{D21363C7-C82F-4F5A-964B-A9C6B952A59F}"/>
                </a:ext>
              </a:extLst>
            </p:cNvPr>
            <p:cNvSpPr/>
            <p:nvPr/>
          </p:nvSpPr>
          <p:spPr>
            <a:xfrm>
              <a:off x="3146544" y="7682347"/>
              <a:ext cx="410453" cy="410453"/>
            </a:xfrm>
            <a:prstGeom prst="ellipse">
              <a:avLst/>
            </a:prstGeom>
            <a:noFill/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88" name="直接连接符 387">
              <a:extLst>
                <a:ext uri="{FF2B5EF4-FFF2-40B4-BE49-F238E27FC236}">
                  <a16:creationId xmlns:a16="http://schemas.microsoft.com/office/drawing/2014/main" id="{1DACE385-38E8-4A05-8A24-6A2D76E7BA2A}"/>
                </a:ext>
              </a:extLst>
            </p:cNvPr>
            <p:cNvCxnSpPr>
              <a:cxnSpLocks/>
              <a:stCxn id="387" idx="6"/>
              <a:endCxn id="387" idx="2"/>
            </p:cNvCxnSpPr>
            <p:nvPr/>
          </p:nvCxnSpPr>
          <p:spPr>
            <a:xfrm flipH="1">
              <a:off x="3146544" y="7887574"/>
              <a:ext cx="410453" cy="0"/>
            </a:xfrm>
            <a:prstGeom prst="line">
              <a:avLst/>
            </a:prstGeom>
            <a:ln w="254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直接连接符 388">
              <a:extLst>
                <a:ext uri="{FF2B5EF4-FFF2-40B4-BE49-F238E27FC236}">
                  <a16:creationId xmlns:a16="http://schemas.microsoft.com/office/drawing/2014/main" id="{50A67AC2-4464-4FDF-B091-50E873319E6F}"/>
                </a:ext>
              </a:extLst>
            </p:cNvPr>
            <p:cNvCxnSpPr>
              <a:cxnSpLocks/>
              <a:stCxn id="387" idx="4"/>
              <a:endCxn id="387" idx="0"/>
            </p:cNvCxnSpPr>
            <p:nvPr/>
          </p:nvCxnSpPr>
          <p:spPr>
            <a:xfrm flipV="1">
              <a:off x="3351771" y="7682347"/>
              <a:ext cx="0" cy="410453"/>
            </a:xfrm>
            <a:prstGeom prst="line">
              <a:avLst/>
            </a:prstGeom>
            <a:ln w="254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0" name="椭圆 389">
              <a:extLst>
                <a:ext uri="{FF2B5EF4-FFF2-40B4-BE49-F238E27FC236}">
                  <a16:creationId xmlns:a16="http://schemas.microsoft.com/office/drawing/2014/main" id="{FF5A7D6A-30DE-4F26-AE95-E03A678D8EBA}"/>
                </a:ext>
              </a:extLst>
            </p:cNvPr>
            <p:cNvSpPr/>
            <p:nvPr/>
          </p:nvSpPr>
          <p:spPr>
            <a:xfrm>
              <a:off x="4373981" y="7682347"/>
              <a:ext cx="410453" cy="410453"/>
            </a:xfrm>
            <a:prstGeom prst="ellipse">
              <a:avLst/>
            </a:prstGeom>
            <a:noFill/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91" name="直接连接符 390">
              <a:extLst>
                <a:ext uri="{FF2B5EF4-FFF2-40B4-BE49-F238E27FC236}">
                  <a16:creationId xmlns:a16="http://schemas.microsoft.com/office/drawing/2014/main" id="{9F9592B2-754B-42DA-85B8-BF1CA6DB626F}"/>
                </a:ext>
              </a:extLst>
            </p:cNvPr>
            <p:cNvCxnSpPr>
              <a:cxnSpLocks/>
              <a:stCxn id="390" idx="6"/>
              <a:endCxn id="390" idx="2"/>
            </p:cNvCxnSpPr>
            <p:nvPr/>
          </p:nvCxnSpPr>
          <p:spPr>
            <a:xfrm flipH="1">
              <a:off x="4373981" y="7887574"/>
              <a:ext cx="410453" cy="0"/>
            </a:xfrm>
            <a:prstGeom prst="line">
              <a:avLst/>
            </a:prstGeom>
            <a:ln w="254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直接连接符 391">
              <a:extLst>
                <a:ext uri="{FF2B5EF4-FFF2-40B4-BE49-F238E27FC236}">
                  <a16:creationId xmlns:a16="http://schemas.microsoft.com/office/drawing/2014/main" id="{6121B975-FEC4-47F5-8078-DFEDACE1CFA5}"/>
                </a:ext>
              </a:extLst>
            </p:cNvPr>
            <p:cNvCxnSpPr>
              <a:cxnSpLocks/>
              <a:stCxn id="390" idx="4"/>
              <a:endCxn id="390" idx="0"/>
            </p:cNvCxnSpPr>
            <p:nvPr/>
          </p:nvCxnSpPr>
          <p:spPr>
            <a:xfrm flipV="1">
              <a:off x="4579208" y="7682347"/>
              <a:ext cx="0" cy="410453"/>
            </a:xfrm>
            <a:prstGeom prst="line">
              <a:avLst/>
            </a:prstGeom>
            <a:ln w="254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3" name="椭圆 392">
              <a:extLst>
                <a:ext uri="{FF2B5EF4-FFF2-40B4-BE49-F238E27FC236}">
                  <a16:creationId xmlns:a16="http://schemas.microsoft.com/office/drawing/2014/main" id="{DA0AA85A-EB60-487F-90E2-A667698BA495}"/>
                </a:ext>
              </a:extLst>
            </p:cNvPr>
            <p:cNvSpPr/>
            <p:nvPr/>
          </p:nvSpPr>
          <p:spPr>
            <a:xfrm>
              <a:off x="5608802" y="7686387"/>
              <a:ext cx="410453" cy="410453"/>
            </a:xfrm>
            <a:prstGeom prst="ellipse">
              <a:avLst/>
            </a:prstGeom>
            <a:noFill/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94" name="直接连接符 393">
              <a:extLst>
                <a:ext uri="{FF2B5EF4-FFF2-40B4-BE49-F238E27FC236}">
                  <a16:creationId xmlns:a16="http://schemas.microsoft.com/office/drawing/2014/main" id="{99E7A723-A493-4202-B2C1-A244CBA4FFC4}"/>
                </a:ext>
              </a:extLst>
            </p:cNvPr>
            <p:cNvCxnSpPr>
              <a:cxnSpLocks/>
              <a:stCxn id="393" idx="6"/>
              <a:endCxn id="393" idx="2"/>
            </p:cNvCxnSpPr>
            <p:nvPr/>
          </p:nvCxnSpPr>
          <p:spPr>
            <a:xfrm flipH="1">
              <a:off x="5608802" y="7891614"/>
              <a:ext cx="410453" cy="0"/>
            </a:xfrm>
            <a:prstGeom prst="line">
              <a:avLst/>
            </a:prstGeom>
            <a:ln w="254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直接连接符 394">
              <a:extLst>
                <a:ext uri="{FF2B5EF4-FFF2-40B4-BE49-F238E27FC236}">
                  <a16:creationId xmlns:a16="http://schemas.microsoft.com/office/drawing/2014/main" id="{61E268E8-352D-4085-AA9B-8DAA92C6AA2C}"/>
                </a:ext>
              </a:extLst>
            </p:cNvPr>
            <p:cNvCxnSpPr>
              <a:cxnSpLocks/>
              <a:stCxn id="393" idx="4"/>
              <a:endCxn id="393" idx="0"/>
            </p:cNvCxnSpPr>
            <p:nvPr/>
          </p:nvCxnSpPr>
          <p:spPr>
            <a:xfrm flipV="1">
              <a:off x="5814029" y="7686387"/>
              <a:ext cx="0" cy="410453"/>
            </a:xfrm>
            <a:prstGeom prst="line">
              <a:avLst/>
            </a:prstGeom>
            <a:ln w="254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9" name="组合 398">
            <a:extLst>
              <a:ext uri="{FF2B5EF4-FFF2-40B4-BE49-F238E27FC236}">
                <a16:creationId xmlns:a16="http://schemas.microsoft.com/office/drawing/2014/main" id="{37F99086-1B5D-4F19-AC45-E18920B8871C}"/>
              </a:ext>
            </a:extLst>
          </p:cNvPr>
          <p:cNvGrpSpPr/>
          <p:nvPr/>
        </p:nvGrpSpPr>
        <p:grpSpPr>
          <a:xfrm>
            <a:off x="8361008" y="1620220"/>
            <a:ext cx="410453" cy="410453"/>
            <a:chOff x="2071508" y="7827795"/>
            <a:chExt cx="410453" cy="410453"/>
          </a:xfrm>
        </p:grpSpPr>
        <p:sp>
          <p:nvSpPr>
            <p:cNvPr id="396" name="椭圆 395">
              <a:extLst>
                <a:ext uri="{FF2B5EF4-FFF2-40B4-BE49-F238E27FC236}">
                  <a16:creationId xmlns:a16="http://schemas.microsoft.com/office/drawing/2014/main" id="{C7C46EC5-CFDE-4877-B1E2-FCE6DD86BBEA}"/>
                </a:ext>
              </a:extLst>
            </p:cNvPr>
            <p:cNvSpPr/>
            <p:nvPr/>
          </p:nvSpPr>
          <p:spPr>
            <a:xfrm>
              <a:off x="2071508" y="7827795"/>
              <a:ext cx="410453" cy="410453"/>
            </a:xfrm>
            <a:prstGeom prst="ellipse">
              <a:avLst/>
            </a:prstGeom>
            <a:noFill/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97" name="直接连接符 396">
              <a:extLst>
                <a:ext uri="{FF2B5EF4-FFF2-40B4-BE49-F238E27FC236}">
                  <a16:creationId xmlns:a16="http://schemas.microsoft.com/office/drawing/2014/main" id="{45661597-CC39-405D-A72F-4BA34061C9B9}"/>
                </a:ext>
              </a:extLst>
            </p:cNvPr>
            <p:cNvCxnSpPr>
              <a:cxnSpLocks/>
              <a:stCxn id="396" idx="6"/>
              <a:endCxn id="396" idx="2"/>
            </p:cNvCxnSpPr>
            <p:nvPr/>
          </p:nvCxnSpPr>
          <p:spPr>
            <a:xfrm flipH="1">
              <a:off x="2071508" y="8033022"/>
              <a:ext cx="410453" cy="0"/>
            </a:xfrm>
            <a:prstGeom prst="line">
              <a:avLst/>
            </a:prstGeom>
            <a:ln w="254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直接连接符 397">
              <a:extLst>
                <a:ext uri="{FF2B5EF4-FFF2-40B4-BE49-F238E27FC236}">
                  <a16:creationId xmlns:a16="http://schemas.microsoft.com/office/drawing/2014/main" id="{96CBB96D-B92D-45DA-8837-36E01ED2D8C2}"/>
                </a:ext>
              </a:extLst>
            </p:cNvPr>
            <p:cNvCxnSpPr>
              <a:cxnSpLocks/>
              <a:stCxn id="396" idx="4"/>
              <a:endCxn id="396" idx="0"/>
            </p:cNvCxnSpPr>
            <p:nvPr/>
          </p:nvCxnSpPr>
          <p:spPr>
            <a:xfrm flipV="1">
              <a:off x="2276735" y="7827795"/>
              <a:ext cx="0" cy="410453"/>
            </a:xfrm>
            <a:prstGeom prst="line">
              <a:avLst/>
            </a:prstGeom>
            <a:ln w="254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1" name="组合 400">
            <a:extLst>
              <a:ext uri="{FF2B5EF4-FFF2-40B4-BE49-F238E27FC236}">
                <a16:creationId xmlns:a16="http://schemas.microsoft.com/office/drawing/2014/main" id="{CC6F7CD9-35BD-49A8-9D32-BA115AD37002}"/>
              </a:ext>
            </a:extLst>
          </p:cNvPr>
          <p:cNvGrpSpPr/>
          <p:nvPr/>
        </p:nvGrpSpPr>
        <p:grpSpPr>
          <a:xfrm>
            <a:off x="8361007" y="2550087"/>
            <a:ext cx="410453" cy="410453"/>
            <a:chOff x="2071508" y="7827795"/>
            <a:chExt cx="410453" cy="410453"/>
          </a:xfrm>
        </p:grpSpPr>
        <p:sp>
          <p:nvSpPr>
            <p:cNvPr id="402" name="椭圆 401">
              <a:extLst>
                <a:ext uri="{FF2B5EF4-FFF2-40B4-BE49-F238E27FC236}">
                  <a16:creationId xmlns:a16="http://schemas.microsoft.com/office/drawing/2014/main" id="{77339A7E-B2F5-4891-B5EC-09352B68545A}"/>
                </a:ext>
              </a:extLst>
            </p:cNvPr>
            <p:cNvSpPr/>
            <p:nvPr/>
          </p:nvSpPr>
          <p:spPr>
            <a:xfrm>
              <a:off x="2071508" y="7827795"/>
              <a:ext cx="410453" cy="410453"/>
            </a:xfrm>
            <a:prstGeom prst="ellipse">
              <a:avLst/>
            </a:prstGeom>
            <a:noFill/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03" name="直接连接符 402">
              <a:extLst>
                <a:ext uri="{FF2B5EF4-FFF2-40B4-BE49-F238E27FC236}">
                  <a16:creationId xmlns:a16="http://schemas.microsoft.com/office/drawing/2014/main" id="{9FF763E5-CC3B-402F-BC8B-4FE6AAE0803B}"/>
                </a:ext>
              </a:extLst>
            </p:cNvPr>
            <p:cNvCxnSpPr>
              <a:cxnSpLocks/>
              <a:stCxn id="402" idx="6"/>
              <a:endCxn id="402" idx="2"/>
            </p:cNvCxnSpPr>
            <p:nvPr/>
          </p:nvCxnSpPr>
          <p:spPr>
            <a:xfrm flipH="1">
              <a:off x="2071508" y="8033022"/>
              <a:ext cx="410453" cy="0"/>
            </a:xfrm>
            <a:prstGeom prst="line">
              <a:avLst/>
            </a:prstGeom>
            <a:ln w="254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直接连接符 403">
              <a:extLst>
                <a:ext uri="{FF2B5EF4-FFF2-40B4-BE49-F238E27FC236}">
                  <a16:creationId xmlns:a16="http://schemas.microsoft.com/office/drawing/2014/main" id="{5C5AAE28-18EF-4186-9034-F15533DA6179}"/>
                </a:ext>
              </a:extLst>
            </p:cNvPr>
            <p:cNvCxnSpPr>
              <a:cxnSpLocks/>
              <a:stCxn id="402" idx="4"/>
              <a:endCxn id="402" idx="0"/>
            </p:cNvCxnSpPr>
            <p:nvPr/>
          </p:nvCxnSpPr>
          <p:spPr>
            <a:xfrm flipV="1">
              <a:off x="2276735" y="7827795"/>
              <a:ext cx="0" cy="410453"/>
            </a:xfrm>
            <a:prstGeom prst="line">
              <a:avLst/>
            </a:prstGeom>
            <a:ln w="254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5" name="组合 404">
            <a:extLst>
              <a:ext uri="{FF2B5EF4-FFF2-40B4-BE49-F238E27FC236}">
                <a16:creationId xmlns:a16="http://schemas.microsoft.com/office/drawing/2014/main" id="{F5FF6544-CC32-43A4-8519-7EBC3233168A}"/>
              </a:ext>
            </a:extLst>
          </p:cNvPr>
          <p:cNvGrpSpPr/>
          <p:nvPr/>
        </p:nvGrpSpPr>
        <p:grpSpPr>
          <a:xfrm>
            <a:off x="8361006" y="3481997"/>
            <a:ext cx="410453" cy="410453"/>
            <a:chOff x="2071508" y="7827795"/>
            <a:chExt cx="410453" cy="410453"/>
          </a:xfrm>
        </p:grpSpPr>
        <p:sp>
          <p:nvSpPr>
            <p:cNvPr id="406" name="椭圆 405">
              <a:extLst>
                <a:ext uri="{FF2B5EF4-FFF2-40B4-BE49-F238E27FC236}">
                  <a16:creationId xmlns:a16="http://schemas.microsoft.com/office/drawing/2014/main" id="{D580E23D-856E-4E66-A5BF-1DCB1C0442F0}"/>
                </a:ext>
              </a:extLst>
            </p:cNvPr>
            <p:cNvSpPr/>
            <p:nvPr/>
          </p:nvSpPr>
          <p:spPr>
            <a:xfrm>
              <a:off x="2071508" y="7827795"/>
              <a:ext cx="410453" cy="410453"/>
            </a:xfrm>
            <a:prstGeom prst="ellipse">
              <a:avLst/>
            </a:prstGeom>
            <a:noFill/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07" name="直接连接符 406">
              <a:extLst>
                <a:ext uri="{FF2B5EF4-FFF2-40B4-BE49-F238E27FC236}">
                  <a16:creationId xmlns:a16="http://schemas.microsoft.com/office/drawing/2014/main" id="{0A339BF8-A974-4CAA-973A-16C38F09C9D6}"/>
                </a:ext>
              </a:extLst>
            </p:cNvPr>
            <p:cNvCxnSpPr>
              <a:cxnSpLocks/>
              <a:stCxn id="406" idx="6"/>
              <a:endCxn id="406" idx="2"/>
            </p:cNvCxnSpPr>
            <p:nvPr/>
          </p:nvCxnSpPr>
          <p:spPr>
            <a:xfrm flipH="1">
              <a:off x="2071508" y="8033022"/>
              <a:ext cx="410453" cy="0"/>
            </a:xfrm>
            <a:prstGeom prst="line">
              <a:avLst/>
            </a:prstGeom>
            <a:ln w="254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直接连接符 407">
              <a:extLst>
                <a:ext uri="{FF2B5EF4-FFF2-40B4-BE49-F238E27FC236}">
                  <a16:creationId xmlns:a16="http://schemas.microsoft.com/office/drawing/2014/main" id="{CB7EFDC9-2A47-4627-9B00-979AF25BD7E3}"/>
                </a:ext>
              </a:extLst>
            </p:cNvPr>
            <p:cNvCxnSpPr>
              <a:cxnSpLocks/>
              <a:stCxn id="406" idx="4"/>
              <a:endCxn id="406" idx="0"/>
            </p:cNvCxnSpPr>
            <p:nvPr/>
          </p:nvCxnSpPr>
          <p:spPr>
            <a:xfrm flipV="1">
              <a:off x="2276735" y="7827795"/>
              <a:ext cx="0" cy="410453"/>
            </a:xfrm>
            <a:prstGeom prst="line">
              <a:avLst/>
            </a:prstGeom>
            <a:ln w="254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9" name="组合 408">
            <a:extLst>
              <a:ext uri="{FF2B5EF4-FFF2-40B4-BE49-F238E27FC236}">
                <a16:creationId xmlns:a16="http://schemas.microsoft.com/office/drawing/2014/main" id="{B8F00155-B2D9-423C-8C27-7BA38E6A6363}"/>
              </a:ext>
            </a:extLst>
          </p:cNvPr>
          <p:cNvGrpSpPr/>
          <p:nvPr/>
        </p:nvGrpSpPr>
        <p:grpSpPr>
          <a:xfrm>
            <a:off x="8369092" y="5310758"/>
            <a:ext cx="410453" cy="410453"/>
            <a:chOff x="2071508" y="7827795"/>
            <a:chExt cx="410453" cy="410453"/>
          </a:xfrm>
        </p:grpSpPr>
        <p:sp>
          <p:nvSpPr>
            <p:cNvPr id="410" name="椭圆 409">
              <a:extLst>
                <a:ext uri="{FF2B5EF4-FFF2-40B4-BE49-F238E27FC236}">
                  <a16:creationId xmlns:a16="http://schemas.microsoft.com/office/drawing/2014/main" id="{00AA82CC-2F39-4BD2-BBFF-E27522EF39F9}"/>
                </a:ext>
              </a:extLst>
            </p:cNvPr>
            <p:cNvSpPr/>
            <p:nvPr/>
          </p:nvSpPr>
          <p:spPr>
            <a:xfrm>
              <a:off x="2071508" y="7827795"/>
              <a:ext cx="410453" cy="410453"/>
            </a:xfrm>
            <a:prstGeom prst="ellipse">
              <a:avLst/>
            </a:prstGeom>
            <a:noFill/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11" name="直接连接符 410">
              <a:extLst>
                <a:ext uri="{FF2B5EF4-FFF2-40B4-BE49-F238E27FC236}">
                  <a16:creationId xmlns:a16="http://schemas.microsoft.com/office/drawing/2014/main" id="{9373657A-13AB-4DCA-A6A4-061B36CAA0B4}"/>
                </a:ext>
              </a:extLst>
            </p:cNvPr>
            <p:cNvCxnSpPr>
              <a:cxnSpLocks/>
              <a:stCxn id="410" idx="6"/>
              <a:endCxn id="410" idx="2"/>
            </p:cNvCxnSpPr>
            <p:nvPr/>
          </p:nvCxnSpPr>
          <p:spPr>
            <a:xfrm flipH="1">
              <a:off x="2071508" y="8033022"/>
              <a:ext cx="410453" cy="0"/>
            </a:xfrm>
            <a:prstGeom prst="line">
              <a:avLst/>
            </a:prstGeom>
            <a:ln w="254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直接连接符 411">
              <a:extLst>
                <a:ext uri="{FF2B5EF4-FFF2-40B4-BE49-F238E27FC236}">
                  <a16:creationId xmlns:a16="http://schemas.microsoft.com/office/drawing/2014/main" id="{7E73BFFE-82AC-4AAC-B678-38DDA6C111D2}"/>
                </a:ext>
              </a:extLst>
            </p:cNvPr>
            <p:cNvCxnSpPr>
              <a:cxnSpLocks/>
              <a:stCxn id="410" idx="4"/>
              <a:endCxn id="410" idx="0"/>
            </p:cNvCxnSpPr>
            <p:nvPr/>
          </p:nvCxnSpPr>
          <p:spPr>
            <a:xfrm flipV="1">
              <a:off x="2276735" y="7827795"/>
              <a:ext cx="0" cy="410453"/>
            </a:xfrm>
            <a:prstGeom prst="line">
              <a:avLst/>
            </a:prstGeom>
            <a:ln w="254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37" name="直接箭头连接符 336">
            <a:extLst>
              <a:ext uri="{FF2B5EF4-FFF2-40B4-BE49-F238E27FC236}">
                <a16:creationId xmlns:a16="http://schemas.microsoft.com/office/drawing/2014/main" id="{8D1AF411-5CCD-48CB-8CC1-25D08A0993BA}"/>
              </a:ext>
            </a:extLst>
          </p:cNvPr>
          <p:cNvCxnSpPr>
            <a:cxnSpLocks/>
          </p:cNvCxnSpPr>
          <p:nvPr/>
        </p:nvCxnSpPr>
        <p:spPr>
          <a:xfrm flipH="1">
            <a:off x="9785018" y="2030673"/>
            <a:ext cx="289858" cy="0"/>
          </a:xfrm>
          <a:prstGeom prst="straightConnector1">
            <a:avLst/>
          </a:prstGeom>
          <a:ln w="25400">
            <a:solidFill>
              <a:srgbClr val="5D170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直接箭头连接符 425">
            <a:extLst>
              <a:ext uri="{FF2B5EF4-FFF2-40B4-BE49-F238E27FC236}">
                <a16:creationId xmlns:a16="http://schemas.microsoft.com/office/drawing/2014/main" id="{DCC67185-9F28-401C-8E8E-327D82C9D9B7}"/>
              </a:ext>
            </a:extLst>
          </p:cNvPr>
          <p:cNvCxnSpPr>
            <a:cxnSpLocks/>
            <a:endCxn id="410" idx="6"/>
          </p:cNvCxnSpPr>
          <p:nvPr/>
        </p:nvCxnSpPr>
        <p:spPr>
          <a:xfrm flipH="1">
            <a:off x="8779545" y="5515985"/>
            <a:ext cx="1295331" cy="0"/>
          </a:xfrm>
          <a:prstGeom prst="straightConnector1">
            <a:avLst/>
          </a:prstGeom>
          <a:ln w="25400">
            <a:solidFill>
              <a:srgbClr val="5D170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78682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8" name="表格 2">
            <a:extLst>
              <a:ext uri="{FF2B5EF4-FFF2-40B4-BE49-F238E27FC236}">
                <a16:creationId xmlns:a16="http://schemas.microsoft.com/office/drawing/2014/main" id="{C690F2F8-CD55-4B3B-90FE-2138040371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422831"/>
              </p:ext>
            </p:extLst>
          </p:nvPr>
        </p:nvGraphicFramePr>
        <p:xfrm>
          <a:off x="7845537" y="362431"/>
          <a:ext cx="5869355" cy="6636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3871">
                  <a:extLst>
                    <a:ext uri="{9D8B030D-6E8A-4147-A177-3AD203B41FA5}">
                      <a16:colId xmlns:a16="http://schemas.microsoft.com/office/drawing/2014/main" val="811723185"/>
                    </a:ext>
                  </a:extLst>
                </a:gridCol>
                <a:gridCol w="1173871">
                  <a:extLst>
                    <a:ext uri="{9D8B030D-6E8A-4147-A177-3AD203B41FA5}">
                      <a16:colId xmlns:a16="http://schemas.microsoft.com/office/drawing/2014/main" val="1852968331"/>
                    </a:ext>
                  </a:extLst>
                </a:gridCol>
                <a:gridCol w="1173871">
                  <a:extLst>
                    <a:ext uri="{9D8B030D-6E8A-4147-A177-3AD203B41FA5}">
                      <a16:colId xmlns:a16="http://schemas.microsoft.com/office/drawing/2014/main" val="3726579682"/>
                    </a:ext>
                  </a:extLst>
                </a:gridCol>
                <a:gridCol w="1173871">
                  <a:extLst>
                    <a:ext uri="{9D8B030D-6E8A-4147-A177-3AD203B41FA5}">
                      <a16:colId xmlns:a16="http://schemas.microsoft.com/office/drawing/2014/main" val="3050370435"/>
                    </a:ext>
                  </a:extLst>
                </a:gridCol>
                <a:gridCol w="1173871">
                  <a:extLst>
                    <a:ext uri="{9D8B030D-6E8A-4147-A177-3AD203B41FA5}">
                      <a16:colId xmlns:a16="http://schemas.microsoft.com/office/drawing/2014/main" val="4166265221"/>
                    </a:ext>
                  </a:extLst>
                </a:gridCol>
              </a:tblGrid>
              <a:tr h="6636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A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45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B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45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C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45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D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45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E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45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65091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52" name="椭圆 351">
                <a:extLst>
                  <a:ext uri="{FF2B5EF4-FFF2-40B4-BE49-F238E27FC236}">
                    <a16:creationId xmlns:a16="http://schemas.microsoft.com/office/drawing/2014/main" id="{89E4B684-48DF-4BCD-A836-2B5955FCDD7F}"/>
                  </a:ext>
                </a:extLst>
              </p:cNvPr>
              <p:cNvSpPr/>
              <p:nvPr/>
            </p:nvSpPr>
            <p:spPr>
              <a:xfrm>
                <a:off x="8669983" y="3027877"/>
                <a:ext cx="815918" cy="644769"/>
              </a:xfrm>
              <a:prstGeom prst="ellipse">
                <a:avLst/>
              </a:prstGeom>
              <a:solidFill>
                <a:srgbClr val="FDEFE8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</a:rPr>
                            <m:t>𝐶𝐿𝑆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D74514"/>
                  </a:solidFill>
                </a:endParaRPr>
              </a:p>
            </p:txBody>
          </p:sp>
        </mc:Choice>
        <mc:Fallback xmlns="">
          <p:sp>
            <p:nvSpPr>
              <p:cNvPr id="352" name="椭圆 351">
                <a:extLst>
                  <a:ext uri="{FF2B5EF4-FFF2-40B4-BE49-F238E27FC236}">
                    <a16:creationId xmlns:a16="http://schemas.microsoft.com/office/drawing/2014/main" id="{89E4B684-48DF-4BCD-A836-2B5955FCDD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9983" y="3027877"/>
                <a:ext cx="815918" cy="644769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2" name="直接箭头连接符 361">
            <a:extLst>
              <a:ext uri="{FF2B5EF4-FFF2-40B4-BE49-F238E27FC236}">
                <a16:creationId xmlns:a16="http://schemas.microsoft.com/office/drawing/2014/main" id="{D730E27C-7746-449D-8A33-CBB465C8DE50}"/>
              </a:ext>
            </a:extLst>
          </p:cNvPr>
          <p:cNvCxnSpPr>
            <a:cxnSpLocks/>
          </p:cNvCxnSpPr>
          <p:nvPr/>
        </p:nvCxnSpPr>
        <p:spPr>
          <a:xfrm>
            <a:off x="8428911" y="1020890"/>
            <a:ext cx="20023" cy="5041229"/>
          </a:xfrm>
          <a:prstGeom prst="straightConnector1">
            <a:avLst/>
          </a:prstGeom>
          <a:ln w="25400">
            <a:solidFill>
              <a:srgbClr val="5D1709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63" name="表格 2">
            <a:extLst>
              <a:ext uri="{FF2B5EF4-FFF2-40B4-BE49-F238E27FC236}">
                <a16:creationId xmlns:a16="http://schemas.microsoft.com/office/drawing/2014/main" id="{AC7294F6-3D69-41F9-B5B3-DBBB88F047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071382"/>
              </p:ext>
            </p:extLst>
          </p:nvPr>
        </p:nvGraphicFramePr>
        <p:xfrm>
          <a:off x="7845537" y="6740918"/>
          <a:ext cx="5869355" cy="6636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3871">
                  <a:extLst>
                    <a:ext uri="{9D8B030D-6E8A-4147-A177-3AD203B41FA5}">
                      <a16:colId xmlns:a16="http://schemas.microsoft.com/office/drawing/2014/main" val="811723185"/>
                    </a:ext>
                  </a:extLst>
                </a:gridCol>
                <a:gridCol w="1173871">
                  <a:extLst>
                    <a:ext uri="{9D8B030D-6E8A-4147-A177-3AD203B41FA5}">
                      <a16:colId xmlns:a16="http://schemas.microsoft.com/office/drawing/2014/main" val="1852968331"/>
                    </a:ext>
                  </a:extLst>
                </a:gridCol>
                <a:gridCol w="1173871">
                  <a:extLst>
                    <a:ext uri="{9D8B030D-6E8A-4147-A177-3AD203B41FA5}">
                      <a16:colId xmlns:a16="http://schemas.microsoft.com/office/drawing/2014/main" val="3726579682"/>
                    </a:ext>
                  </a:extLst>
                </a:gridCol>
                <a:gridCol w="1173871">
                  <a:extLst>
                    <a:ext uri="{9D8B030D-6E8A-4147-A177-3AD203B41FA5}">
                      <a16:colId xmlns:a16="http://schemas.microsoft.com/office/drawing/2014/main" val="3050370435"/>
                    </a:ext>
                  </a:extLst>
                </a:gridCol>
                <a:gridCol w="1173871">
                  <a:extLst>
                    <a:ext uri="{9D8B030D-6E8A-4147-A177-3AD203B41FA5}">
                      <a16:colId xmlns:a16="http://schemas.microsoft.com/office/drawing/2014/main" val="3008214309"/>
                    </a:ext>
                  </a:extLst>
                </a:gridCol>
              </a:tblGrid>
              <a:tr h="6636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A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45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B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45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C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45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D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45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E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45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650919"/>
                  </a:ext>
                </a:extLst>
              </a:tr>
            </a:tbl>
          </a:graphicData>
        </a:graphic>
      </p:graphicFrame>
      <p:cxnSp>
        <p:nvCxnSpPr>
          <p:cNvPr id="368" name="直接箭头连接符 367">
            <a:extLst>
              <a:ext uri="{FF2B5EF4-FFF2-40B4-BE49-F238E27FC236}">
                <a16:creationId xmlns:a16="http://schemas.microsoft.com/office/drawing/2014/main" id="{8FD1EB27-396F-41C4-BDF8-56307A733A07}"/>
              </a:ext>
            </a:extLst>
          </p:cNvPr>
          <p:cNvCxnSpPr>
            <a:cxnSpLocks/>
          </p:cNvCxnSpPr>
          <p:nvPr/>
        </p:nvCxnSpPr>
        <p:spPr>
          <a:xfrm>
            <a:off x="8444910" y="6067732"/>
            <a:ext cx="1165215" cy="394762"/>
          </a:xfrm>
          <a:prstGeom prst="straightConnector1">
            <a:avLst/>
          </a:prstGeom>
          <a:ln w="25400">
            <a:solidFill>
              <a:srgbClr val="5D1709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直接箭头连接符 368">
            <a:extLst>
              <a:ext uri="{FF2B5EF4-FFF2-40B4-BE49-F238E27FC236}">
                <a16:creationId xmlns:a16="http://schemas.microsoft.com/office/drawing/2014/main" id="{316EF028-8807-40EB-B9EE-52FCCEBC5A22}"/>
              </a:ext>
            </a:extLst>
          </p:cNvPr>
          <p:cNvCxnSpPr>
            <a:cxnSpLocks/>
          </p:cNvCxnSpPr>
          <p:nvPr/>
        </p:nvCxnSpPr>
        <p:spPr>
          <a:xfrm>
            <a:off x="9613604" y="6456758"/>
            <a:ext cx="1" cy="278422"/>
          </a:xfrm>
          <a:prstGeom prst="straightConnector1">
            <a:avLst/>
          </a:prstGeom>
          <a:ln w="25400">
            <a:solidFill>
              <a:srgbClr val="5D170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直接箭头连接符 369">
            <a:extLst>
              <a:ext uri="{FF2B5EF4-FFF2-40B4-BE49-F238E27FC236}">
                <a16:creationId xmlns:a16="http://schemas.microsoft.com/office/drawing/2014/main" id="{D3B471AD-1312-41F4-BBF4-0D20E6DE302F}"/>
              </a:ext>
            </a:extLst>
          </p:cNvPr>
          <p:cNvCxnSpPr>
            <a:cxnSpLocks/>
          </p:cNvCxnSpPr>
          <p:nvPr/>
        </p:nvCxnSpPr>
        <p:spPr>
          <a:xfrm>
            <a:off x="8447091" y="6456758"/>
            <a:ext cx="1" cy="278422"/>
          </a:xfrm>
          <a:prstGeom prst="straightConnector1">
            <a:avLst/>
          </a:prstGeom>
          <a:ln w="25400">
            <a:solidFill>
              <a:srgbClr val="5D170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直接箭头连接符 370">
            <a:extLst>
              <a:ext uri="{FF2B5EF4-FFF2-40B4-BE49-F238E27FC236}">
                <a16:creationId xmlns:a16="http://schemas.microsoft.com/office/drawing/2014/main" id="{8019B2EB-6B63-4976-85CD-E7CA64F0961F}"/>
              </a:ext>
            </a:extLst>
          </p:cNvPr>
          <p:cNvCxnSpPr>
            <a:cxnSpLocks/>
          </p:cNvCxnSpPr>
          <p:nvPr/>
        </p:nvCxnSpPr>
        <p:spPr>
          <a:xfrm>
            <a:off x="10794730" y="6463659"/>
            <a:ext cx="1" cy="278422"/>
          </a:xfrm>
          <a:prstGeom prst="straightConnector1">
            <a:avLst/>
          </a:prstGeom>
          <a:ln w="25400">
            <a:solidFill>
              <a:srgbClr val="5D170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直接箭头连接符 371">
            <a:extLst>
              <a:ext uri="{FF2B5EF4-FFF2-40B4-BE49-F238E27FC236}">
                <a16:creationId xmlns:a16="http://schemas.microsoft.com/office/drawing/2014/main" id="{6D414BA4-B5B3-425B-9446-AA138FDB32F3}"/>
              </a:ext>
            </a:extLst>
          </p:cNvPr>
          <p:cNvCxnSpPr>
            <a:cxnSpLocks/>
          </p:cNvCxnSpPr>
          <p:nvPr/>
        </p:nvCxnSpPr>
        <p:spPr>
          <a:xfrm>
            <a:off x="11961243" y="6465625"/>
            <a:ext cx="1" cy="278422"/>
          </a:xfrm>
          <a:prstGeom prst="straightConnector1">
            <a:avLst/>
          </a:prstGeom>
          <a:ln w="25400">
            <a:solidFill>
              <a:srgbClr val="5D170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直接箭头连接符 372">
            <a:extLst>
              <a:ext uri="{FF2B5EF4-FFF2-40B4-BE49-F238E27FC236}">
                <a16:creationId xmlns:a16="http://schemas.microsoft.com/office/drawing/2014/main" id="{E75D453F-CCF1-4D9C-A162-496E40D348C5}"/>
              </a:ext>
            </a:extLst>
          </p:cNvPr>
          <p:cNvCxnSpPr>
            <a:cxnSpLocks/>
          </p:cNvCxnSpPr>
          <p:nvPr/>
        </p:nvCxnSpPr>
        <p:spPr>
          <a:xfrm>
            <a:off x="9617083" y="6082989"/>
            <a:ext cx="1177646" cy="389026"/>
          </a:xfrm>
          <a:prstGeom prst="straightConnector1">
            <a:avLst/>
          </a:prstGeom>
          <a:ln w="25400">
            <a:solidFill>
              <a:srgbClr val="5D1709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直接箭头连接符 373">
            <a:extLst>
              <a:ext uri="{FF2B5EF4-FFF2-40B4-BE49-F238E27FC236}">
                <a16:creationId xmlns:a16="http://schemas.microsoft.com/office/drawing/2014/main" id="{74F44067-3CF0-4199-9964-115D9927DCE8}"/>
              </a:ext>
            </a:extLst>
          </p:cNvPr>
          <p:cNvCxnSpPr>
            <a:cxnSpLocks/>
          </p:cNvCxnSpPr>
          <p:nvPr/>
        </p:nvCxnSpPr>
        <p:spPr>
          <a:xfrm>
            <a:off x="10788026" y="6074877"/>
            <a:ext cx="1169737" cy="397134"/>
          </a:xfrm>
          <a:prstGeom prst="straightConnector1">
            <a:avLst/>
          </a:prstGeom>
          <a:ln w="25400">
            <a:solidFill>
              <a:srgbClr val="5D1709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直接箭头连接符 374">
            <a:extLst>
              <a:ext uri="{FF2B5EF4-FFF2-40B4-BE49-F238E27FC236}">
                <a16:creationId xmlns:a16="http://schemas.microsoft.com/office/drawing/2014/main" id="{D16C7AFD-0675-4CFB-81B0-4003FA421898}"/>
              </a:ext>
            </a:extLst>
          </p:cNvPr>
          <p:cNvCxnSpPr>
            <a:cxnSpLocks/>
          </p:cNvCxnSpPr>
          <p:nvPr/>
        </p:nvCxnSpPr>
        <p:spPr>
          <a:xfrm flipH="1">
            <a:off x="8444910" y="6074873"/>
            <a:ext cx="4703073" cy="380674"/>
          </a:xfrm>
          <a:prstGeom prst="straightConnector1">
            <a:avLst/>
          </a:prstGeom>
          <a:ln w="25400">
            <a:solidFill>
              <a:srgbClr val="5D1709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9" name="组合 398">
            <a:extLst>
              <a:ext uri="{FF2B5EF4-FFF2-40B4-BE49-F238E27FC236}">
                <a16:creationId xmlns:a16="http://schemas.microsoft.com/office/drawing/2014/main" id="{37F99086-1B5D-4F19-AC45-E18920B8871C}"/>
              </a:ext>
            </a:extLst>
          </p:cNvPr>
          <p:cNvGrpSpPr/>
          <p:nvPr/>
        </p:nvGrpSpPr>
        <p:grpSpPr>
          <a:xfrm>
            <a:off x="12929297" y="2261011"/>
            <a:ext cx="410453" cy="410453"/>
            <a:chOff x="2071508" y="7827795"/>
            <a:chExt cx="410453" cy="410453"/>
          </a:xfrm>
        </p:grpSpPr>
        <p:sp>
          <p:nvSpPr>
            <p:cNvPr id="396" name="椭圆 395">
              <a:extLst>
                <a:ext uri="{FF2B5EF4-FFF2-40B4-BE49-F238E27FC236}">
                  <a16:creationId xmlns:a16="http://schemas.microsoft.com/office/drawing/2014/main" id="{C7C46EC5-CFDE-4877-B1E2-FCE6DD86BBEA}"/>
                </a:ext>
              </a:extLst>
            </p:cNvPr>
            <p:cNvSpPr/>
            <p:nvPr/>
          </p:nvSpPr>
          <p:spPr>
            <a:xfrm>
              <a:off x="2071508" y="7827795"/>
              <a:ext cx="410453" cy="410453"/>
            </a:xfrm>
            <a:prstGeom prst="ellipse">
              <a:avLst/>
            </a:prstGeom>
            <a:noFill/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97" name="直接连接符 396">
              <a:extLst>
                <a:ext uri="{FF2B5EF4-FFF2-40B4-BE49-F238E27FC236}">
                  <a16:creationId xmlns:a16="http://schemas.microsoft.com/office/drawing/2014/main" id="{45661597-CC39-405D-A72F-4BA34061C9B9}"/>
                </a:ext>
              </a:extLst>
            </p:cNvPr>
            <p:cNvCxnSpPr>
              <a:cxnSpLocks/>
              <a:stCxn id="396" idx="6"/>
              <a:endCxn id="396" idx="2"/>
            </p:cNvCxnSpPr>
            <p:nvPr/>
          </p:nvCxnSpPr>
          <p:spPr>
            <a:xfrm flipH="1">
              <a:off x="2071508" y="8033022"/>
              <a:ext cx="410453" cy="0"/>
            </a:xfrm>
            <a:prstGeom prst="line">
              <a:avLst/>
            </a:prstGeom>
            <a:ln w="254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直接连接符 397">
              <a:extLst>
                <a:ext uri="{FF2B5EF4-FFF2-40B4-BE49-F238E27FC236}">
                  <a16:creationId xmlns:a16="http://schemas.microsoft.com/office/drawing/2014/main" id="{96CBB96D-B92D-45DA-8837-36E01ED2D8C2}"/>
                </a:ext>
              </a:extLst>
            </p:cNvPr>
            <p:cNvCxnSpPr>
              <a:cxnSpLocks/>
              <a:stCxn id="396" idx="4"/>
              <a:endCxn id="396" idx="0"/>
            </p:cNvCxnSpPr>
            <p:nvPr/>
          </p:nvCxnSpPr>
          <p:spPr>
            <a:xfrm flipV="1">
              <a:off x="2276735" y="7827795"/>
              <a:ext cx="0" cy="410453"/>
            </a:xfrm>
            <a:prstGeom prst="line">
              <a:avLst/>
            </a:prstGeom>
            <a:ln w="254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4A27E5B-01BE-495A-8561-135647F4912E}"/>
              </a:ext>
            </a:extLst>
          </p:cNvPr>
          <p:cNvGrpSpPr/>
          <p:nvPr/>
        </p:nvGrpSpPr>
        <p:grpSpPr>
          <a:xfrm>
            <a:off x="517999" y="-30905"/>
            <a:ext cx="5982507" cy="9418604"/>
            <a:chOff x="517999" y="-30905"/>
            <a:chExt cx="5982507" cy="941860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矩形 105">
                  <a:extLst>
                    <a:ext uri="{FF2B5EF4-FFF2-40B4-BE49-F238E27FC236}">
                      <a16:creationId xmlns:a16="http://schemas.microsoft.com/office/drawing/2014/main" id="{B280BD87-E0A7-421D-B792-0702073E470F}"/>
                    </a:ext>
                  </a:extLst>
                </p:cNvPr>
                <p:cNvSpPr/>
                <p:nvPr/>
              </p:nvSpPr>
              <p:spPr>
                <a:xfrm>
                  <a:off x="1581206" y="1433360"/>
                  <a:ext cx="4748890" cy="995114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𝒇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𝑲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𝑾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𝟎</m:t>
                            </m:r>
                            <m:r>
                              <a:rPr lang="en-US" altLang="zh-CN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⋯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𝟏𝟗</m:t>
                            </m:r>
                          </m:e>
                        </m:d>
                      </m:oMath>
                    </m:oMathPara>
                  </a14:m>
                  <a:endPara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lnSpc>
                      <a:spcPct val="150000"/>
                    </a:lnSpc>
                  </a:pPr>
                  <a:r>
                    <a:rPr lang="en-US" altLang="zh-CN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20</a:t>
                  </a:r>
                  <a:r>
                    <a:rPr lang="zh-CN" altLang="en-US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步</a:t>
                  </a:r>
                  <a:endPara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6" name="矩形 105">
                  <a:extLst>
                    <a:ext uri="{FF2B5EF4-FFF2-40B4-BE49-F238E27FC236}">
                      <a16:creationId xmlns:a16="http://schemas.microsoft.com/office/drawing/2014/main" id="{B280BD87-E0A7-421D-B792-0702073E470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1206" y="1433360"/>
                  <a:ext cx="4748890" cy="995114"/>
                </a:xfrm>
                <a:prstGeom prst="rect">
                  <a:avLst/>
                </a:prstGeom>
                <a:blipFill>
                  <a:blip r:embed="rId3"/>
                  <a:stretch>
                    <a:fillRect b="-368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237BAA8B-0E8D-49E9-824B-61962AE650E9}"/>
                    </a:ext>
                  </a:extLst>
                </p:cNvPr>
                <p:cNvSpPr txBox="1"/>
                <p:nvPr/>
              </p:nvSpPr>
              <p:spPr>
                <a:xfrm>
                  <a:off x="3166095" y="-30905"/>
                  <a:ext cx="1761656" cy="390748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𝐶𝑉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𝑞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237BAA8B-0E8D-49E9-824B-61962AE650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6095" y="-30905"/>
                  <a:ext cx="1761656" cy="390748"/>
                </a:xfrm>
                <a:prstGeom prst="rect">
                  <a:avLst/>
                </a:prstGeom>
                <a:blipFill>
                  <a:blip r:embed="rId4"/>
                  <a:stretch>
                    <a:fillRect b="-468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8" name="连接符: 肘形 107">
              <a:extLst>
                <a:ext uri="{FF2B5EF4-FFF2-40B4-BE49-F238E27FC236}">
                  <a16:creationId xmlns:a16="http://schemas.microsoft.com/office/drawing/2014/main" id="{90AAE79E-A42E-4B22-9961-BF53D2FD680C}"/>
                </a:ext>
              </a:extLst>
            </p:cNvPr>
            <p:cNvCxnSpPr>
              <a:cxnSpLocks/>
              <a:stCxn id="107" idx="2"/>
              <a:endCxn id="109" idx="0"/>
            </p:cNvCxnSpPr>
            <p:nvPr/>
          </p:nvCxnSpPr>
          <p:spPr>
            <a:xfrm rot="5400000">
              <a:off x="2546469" y="-65243"/>
              <a:ext cx="1075368" cy="1925541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FD3A6D55-98D5-4FB4-AFB7-571CABA5C0D8}"/>
                </a:ext>
              </a:extLst>
            </p:cNvPr>
            <p:cNvSpPr/>
            <p:nvPr/>
          </p:nvSpPr>
          <p:spPr>
            <a:xfrm>
              <a:off x="2063598" y="1435211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1DFC12EE-66D1-4EDF-B5C4-766EAE6A890B}"/>
                </a:ext>
              </a:extLst>
            </p:cNvPr>
            <p:cNvSpPr/>
            <p:nvPr/>
          </p:nvSpPr>
          <p:spPr>
            <a:xfrm>
              <a:off x="2986633" y="1433359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69B81C9D-0E0A-4481-BA85-8B27567EF932}"/>
                </a:ext>
              </a:extLst>
            </p:cNvPr>
            <p:cNvSpPr/>
            <p:nvPr/>
          </p:nvSpPr>
          <p:spPr>
            <a:xfrm>
              <a:off x="4832703" y="1433359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536DCCA7-79ED-490A-8F67-3AE5E726EE5B}"/>
                </a:ext>
              </a:extLst>
            </p:cNvPr>
            <p:cNvSpPr/>
            <p:nvPr/>
          </p:nvSpPr>
          <p:spPr>
            <a:xfrm>
              <a:off x="5755737" y="1433359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13" name="连接符: 肘形 112">
              <a:extLst>
                <a:ext uri="{FF2B5EF4-FFF2-40B4-BE49-F238E27FC236}">
                  <a16:creationId xmlns:a16="http://schemas.microsoft.com/office/drawing/2014/main" id="{67F78E43-6831-4591-B7AC-05B8821B8180}"/>
                </a:ext>
              </a:extLst>
            </p:cNvPr>
            <p:cNvCxnSpPr>
              <a:cxnSpLocks/>
              <a:stCxn id="107" idx="2"/>
              <a:endCxn id="110" idx="0"/>
            </p:cNvCxnSpPr>
            <p:nvPr/>
          </p:nvCxnSpPr>
          <p:spPr>
            <a:xfrm rot="5400000">
              <a:off x="3008912" y="395348"/>
              <a:ext cx="1073516" cy="1002506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连接符: 肘形 113">
              <a:extLst>
                <a:ext uri="{FF2B5EF4-FFF2-40B4-BE49-F238E27FC236}">
                  <a16:creationId xmlns:a16="http://schemas.microsoft.com/office/drawing/2014/main" id="{A4839CDF-B41E-4049-83B3-6E1697777415}"/>
                </a:ext>
              </a:extLst>
            </p:cNvPr>
            <p:cNvCxnSpPr>
              <a:cxnSpLocks/>
              <a:stCxn id="107" idx="2"/>
              <a:endCxn id="111" idx="0"/>
            </p:cNvCxnSpPr>
            <p:nvPr/>
          </p:nvCxnSpPr>
          <p:spPr>
            <a:xfrm rot="16200000" flipH="1">
              <a:off x="3931947" y="474819"/>
              <a:ext cx="1073516" cy="843564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连接符: 肘形 114">
              <a:extLst>
                <a:ext uri="{FF2B5EF4-FFF2-40B4-BE49-F238E27FC236}">
                  <a16:creationId xmlns:a16="http://schemas.microsoft.com/office/drawing/2014/main" id="{A7267593-2CF2-4EAD-916E-759BBF7F88EB}"/>
                </a:ext>
              </a:extLst>
            </p:cNvPr>
            <p:cNvCxnSpPr>
              <a:cxnSpLocks/>
              <a:stCxn id="107" idx="2"/>
              <a:endCxn id="112" idx="0"/>
            </p:cNvCxnSpPr>
            <p:nvPr/>
          </p:nvCxnSpPr>
          <p:spPr>
            <a:xfrm rot="16200000" flipH="1">
              <a:off x="4393464" y="13302"/>
              <a:ext cx="1073516" cy="1766598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FC53A02A-9E91-4A91-BC69-2C40D925D282}"/>
                    </a:ext>
                  </a:extLst>
                </p:cNvPr>
                <p:cNvSpPr txBox="1"/>
                <p:nvPr/>
              </p:nvSpPr>
              <p:spPr>
                <a:xfrm>
                  <a:off x="2233984" y="977258"/>
                  <a:ext cx="22415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𝐴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FC53A02A-9E91-4A91-BC69-2C40D925D2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3984" y="977258"/>
                  <a:ext cx="224152" cy="370294"/>
                </a:xfrm>
                <a:prstGeom prst="rect">
                  <a:avLst/>
                </a:prstGeom>
                <a:blipFill>
                  <a:blip r:embed="rId5"/>
                  <a:stretch>
                    <a:fillRect l="-32432" r="-54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BE2E2D7B-FBBB-4883-8C23-4E4A92DD5B7C}"/>
                    </a:ext>
                  </a:extLst>
                </p:cNvPr>
                <p:cNvSpPr txBox="1"/>
                <p:nvPr/>
              </p:nvSpPr>
              <p:spPr>
                <a:xfrm>
                  <a:off x="3148436" y="977258"/>
                  <a:ext cx="22415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𝐵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BE2E2D7B-FBBB-4883-8C23-4E4A92DD5B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8436" y="977258"/>
                  <a:ext cx="224152" cy="370294"/>
                </a:xfrm>
                <a:prstGeom prst="rect">
                  <a:avLst/>
                </a:prstGeom>
                <a:blipFill>
                  <a:blip r:embed="rId6"/>
                  <a:stretch>
                    <a:fillRect l="-35135" r="-54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83BB91D7-C791-434B-B835-9D0A66655DFE}"/>
                    </a:ext>
                  </a:extLst>
                </p:cNvPr>
                <p:cNvSpPr txBox="1"/>
                <p:nvPr/>
              </p:nvSpPr>
              <p:spPr>
                <a:xfrm>
                  <a:off x="4062888" y="977258"/>
                  <a:ext cx="22415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𝐶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83BB91D7-C791-434B-B835-9D0A66655D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62888" y="977258"/>
                  <a:ext cx="224152" cy="370294"/>
                </a:xfrm>
                <a:prstGeom prst="rect">
                  <a:avLst/>
                </a:prstGeom>
                <a:blipFill>
                  <a:blip r:embed="rId7"/>
                  <a:stretch>
                    <a:fillRect l="-32432" r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F5929262-3B3C-4499-9396-EC966328E14B}"/>
                    </a:ext>
                  </a:extLst>
                </p:cNvPr>
                <p:cNvSpPr txBox="1"/>
                <p:nvPr/>
              </p:nvSpPr>
              <p:spPr>
                <a:xfrm>
                  <a:off x="4977340" y="977258"/>
                  <a:ext cx="22415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𝐷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F5929262-3B3C-4499-9396-EC966328E1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7340" y="977258"/>
                  <a:ext cx="224152" cy="370294"/>
                </a:xfrm>
                <a:prstGeom prst="rect">
                  <a:avLst/>
                </a:prstGeom>
                <a:blipFill>
                  <a:blip r:embed="rId8"/>
                  <a:stretch>
                    <a:fillRect l="-37838" r="-54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F05BBE8C-979E-4475-943D-507381637F29}"/>
                </a:ext>
              </a:extLst>
            </p:cNvPr>
            <p:cNvSpPr/>
            <p:nvPr/>
          </p:nvSpPr>
          <p:spPr>
            <a:xfrm>
              <a:off x="2063598" y="2276226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CD82BAC5-C382-41A2-B729-2E0F0DCA0C9D}"/>
                </a:ext>
              </a:extLst>
            </p:cNvPr>
            <p:cNvSpPr/>
            <p:nvPr/>
          </p:nvSpPr>
          <p:spPr>
            <a:xfrm>
              <a:off x="2986633" y="2274374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" name="矩形 128">
              <a:extLst>
                <a:ext uri="{FF2B5EF4-FFF2-40B4-BE49-F238E27FC236}">
                  <a16:creationId xmlns:a16="http://schemas.microsoft.com/office/drawing/2014/main" id="{32EBD2B0-8EF9-4DE4-BD05-62CD9AB6BAF5}"/>
                </a:ext>
              </a:extLst>
            </p:cNvPr>
            <p:cNvSpPr/>
            <p:nvPr/>
          </p:nvSpPr>
          <p:spPr>
            <a:xfrm>
              <a:off x="4832703" y="2274374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35B4BF8B-67B7-4FCC-A6EA-9F9B6A2281C1}"/>
                </a:ext>
              </a:extLst>
            </p:cNvPr>
            <p:cNvSpPr/>
            <p:nvPr/>
          </p:nvSpPr>
          <p:spPr>
            <a:xfrm>
              <a:off x="5755737" y="2274374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矩形 130">
                  <a:extLst>
                    <a:ext uri="{FF2B5EF4-FFF2-40B4-BE49-F238E27FC236}">
                      <a16:creationId xmlns:a16="http://schemas.microsoft.com/office/drawing/2014/main" id="{012F04FA-6BD2-471F-BDCC-719BA7893C63}"/>
                    </a:ext>
                  </a:extLst>
                </p:cNvPr>
                <p:cNvSpPr/>
                <p:nvPr/>
              </p:nvSpPr>
              <p:spPr>
                <a:xfrm>
                  <a:off x="1581206" y="2919260"/>
                  <a:ext cx="4748890" cy="995114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𝒇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𝑲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𝑾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𝟎</m:t>
                            </m:r>
                            <m:r>
                              <a:rPr lang="en-US" altLang="zh-CN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⋯</m:t>
                            </m:r>
                            <m:r>
                              <a:rPr lang="en-US" altLang="zh-CN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𝟑</m:t>
                            </m:r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𝟗</m:t>
                            </m:r>
                          </m:e>
                        </m:d>
                      </m:oMath>
                    </m:oMathPara>
                  </a14:m>
                  <a:endPara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lnSpc>
                      <a:spcPct val="150000"/>
                    </a:lnSpc>
                  </a:pPr>
                  <a:r>
                    <a:rPr lang="en-US" altLang="zh-CN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20</a:t>
                  </a:r>
                  <a:r>
                    <a:rPr lang="zh-CN" altLang="en-US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步</a:t>
                  </a:r>
                  <a:endPara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31" name="矩形 130">
                  <a:extLst>
                    <a:ext uri="{FF2B5EF4-FFF2-40B4-BE49-F238E27FC236}">
                      <a16:creationId xmlns:a16="http://schemas.microsoft.com/office/drawing/2014/main" id="{012F04FA-6BD2-471F-BDCC-719BA7893C6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1206" y="2919260"/>
                  <a:ext cx="4748890" cy="995114"/>
                </a:xfrm>
                <a:prstGeom prst="rect">
                  <a:avLst/>
                </a:prstGeom>
                <a:blipFill>
                  <a:blip r:embed="rId9"/>
                  <a:stretch>
                    <a:fillRect b="-306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2" name="矩形 131">
              <a:extLst>
                <a:ext uri="{FF2B5EF4-FFF2-40B4-BE49-F238E27FC236}">
                  <a16:creationId xmlns:a16="http://schemas.microsoft.com/office/drawing/2014/main" id="{0DD2E929-9B4F-4B67-B692-AF674E68EB5A}"/>
                </a:ext>
              </a:extLst>
            </p:cNvPr>
            <p:cNvSpPr/>
            <p:nvPr/>
          </p:nvSpPr>
          <p:spPr>
            <a:xfrm>
              <a:off x="2063598" y="2921111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B6CF6E2F-CD72-4AD4-965B-E592120F414C}"/>
                </a:ext>
              </a:extLst>
            </p:cNvPr>
            <p:cNvSpPr/>
            <p:nvPr/>
          </p:nvSpPr>
          <p:spPr>
            <a:xfrm>
              <a:off x="2986633" y="2919259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矩形 133">
              <a:extLst>
                <a:ext uri="{FF2B5EF4-FFF2-40B4-BE49-F238E27FC236}">
                  <a16:creationId xmlns:a16="http://schemas.microsoft.com/office/drawing/2014/main" id="{A1F7FAE2-BC36-4712-8AE5-D46F9C7E3999}"/>
                </a:ext>
              </a:extLst>
            </p:cNvPr>
            <p:cNvSpPr/>
            <p:nvPr/>
          </p:nvSpPr>
          <p:spPr>
            <a:xfrm>
              <a:off x="4832703" y="2919259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" name="矩形 134">
              <a:extLst>
                <a:ext uri="{FF2B5EF4-FFF2-40B4-BE49-F238E27FC236}">
                  <a16:creationId xmlns:a16="http://schemas.microsoft.com/office/drawing/2014/main" id="{60798FA6-3D7D-4EB2-9028-30CF87BEF45A}"/>
                </a:ext>
              </a:extLst>
            </p:cNvPr>
            <p:cNvSpPr/>
            <p:nvPr/>
          </p:nvSpPr>
          <p:spPr>
            <a:xfrm>
              <a:off x="5755737" y="2919259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" name="矩形 135">
              <a:extLst>
                <a:ext uri="{FF2B5EF4-FFF2-40B4-BE49-F238E27FC236}">
                  <a16:creationId xmlns:a16="http://schemas.microsoft.com/office/drawing/2014/main" id="{2495B57E-753A-4E4A-AC3D-5BDB7F5790F1}"/>
                </a:ext>
              </a:extLst>
            </p:cNvPr>
            <p:cNvSpPr/>
            <p:nvPr/>
          </p:nvSpPr>
          <p:spPr>
            <a:xfrm>
              <a:off x="2063598" y="3762126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7" name="矩形 136">
              <a:extLst>
                <a:ext uri="{FF2B5EF4-FFF2-40B4-BE49-F238E27FC236}">
                  <a16:creationId xmlns:a16="http://schemas.microsoft.com/office/drawing/2014/main" id="{1E17C16D-EA3F-488F-8FC2-82289422E569}"/>
                </a:ext>
              </a:extLst>
            </p:cNvPr>
            <p:cNvSpPr/>
            <p:nvPr/>
          </p:nvSpPr>
          <p:spPr>
            <a:xfrm>
              <a:off x="2986633" y="3760274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8" name="矩形 137">
              <a:extLst>
                <a:ext uri="{FF2B5EF4-FFF2-40B4-BE49-F238E27FC236}">
                  <a16:creationId xmlns:a16="http://schemas.microsoft.com/office/drawing/2014/main" id="{E22AA5C7-7B1E-4465-AB4D-4DB5363A8123}"/>
                </a:ext>
              </a:extLst>
            </p:cNvPr>
            <p:cNvSpPr/>
            <p:nvPr/>
          </p:nvSpPr>
          <p:spPr>
            <a:xfrm>
              <a:off x="4832703" y="3760274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矩形 138">
              <a:extLst>
                <a:ext uri="{FF2B5EF4-FFF2-40B4-BE49-F238E27FC236}">
                  <a16:creationId xmlns:a16="http://schemas.microsoft.com/office/drawing/2014/main" id="{227C1889-757F-4B10-BF98-4872C6C19100}"/>
                </a:ext>
              </a:extLst>
            </p:cNvPr>
            <p:cNvSpPr/>
            <p:nvPr/>
          </p:nvSpPr>
          <p:spPr>
            <a:xfrm>
              <a:off x="5755737" y="3760274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矩形 139">
                  <a:extLst>
                    <a:ext uri="{FF2B5EF4-FFF2-40B4-BE49-F238E27FC236}">
                      <a16:creationId xmlns:a16="http://schemas.microsoft.com/office/drawing/2014/main" id="{EF22E3BF-48A4-4D16-9472-D4FD2D5BD93E}"/>
                    </a:ext>
                  </a:extLst>
                </p:cNvPr>
                <p:cNvSpPr/>
                <p:nvPr/>
              </p:nvSpPr>
              <p:spPr>
                <a:xfrm>
                  <a:off x="1581206" y="4387615"/>
                  <a:ext cx="4748890" cy="995114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𝒇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𝟑</m:t>
                            </m:r>
                          </m:sub>
                        </m:sSub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𝑲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𝑾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𝟒</m:t>
                            </m:r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𝟎</m:t>
                            </m:r>
                            <m:r>
                              <a:rPr lang="en-US" altLang="zh-CN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⋯</m:t>
                            </m:r>
                            <m:r>
                              <a:rPr lang="en-US" altLang="zh-CN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𝟓</m:t>
                            </m:r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𝟗</m:t>
                            </m:r>
                          </m:e>
                        </m:d>
                      </m:oMath>
                    </m:oMathPara>
                  </a14:m>
                  <a:endPara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lnSpc>
                      <a:spcPct val="150000"/>
                    </a:lnSpc>
                  </a:pPr>
                  <a:r>
                    <a:rPr lang="en-US" altLang="zh-CN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20</a:t>
                  </a:r>
                  <a:r>
                    <a:rPr lang="zh-CN" altLang="en-US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步</a:t>
                  </a:r>
                  <a:endPara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40" name="矩形 139">
                  <a:extLst>
                    <a:ext uri="{FF2B5EF4-FFF2-40B4-BE49-F238E27FC236}">
                      <a16:creationId xmlns:a16="http://schemas.microsoft.com/office/drawing/2014/main" id="{EF22E3BF-48A4-4D16-9472-D4FD2D5BD93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1206" y="4387615"/>
                  <a:ext cx="4748890" cy="995114"/>
                </a:xfrm>
                <a:prstGeom prst="rect">
                  <a:avLst/>
                </a:prstGeom>
                <a:blipFill>
                  <a:blip r:embed="rId10"/>
                  <a:stretch>
                    <a:fillRect b="-306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1" name="矩形 140">
              <a:extLst>
                <a:ext uri="{FF2B5EF4-FFF2-40B4-BE49-F238E27FC236}">
                  <a16:creationId xmlns:a16="http://schemas.microsoft.com/office/drawing/2014/main" id="{76D5E634-AD12-4C00-8C01-CBC37D9771BB}"/>
                </a:ext>
              </a:extLst>
            </p:cNvPr>
            <p:cNvSpPr/>
            <p:nvPr/>
          </p:nvSpPr>
          <p:spPr>
            <a:xfrm>
              <a:off x="2063598" y="4389466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2" name="矩形 141">
              <a:extLst>
                <a:ext uri="{FF2B5EF4-FFF2-40B4-BE49-F238E27FC236}">
                  <a16:creationId xmlns:a16="http://schemas.microsoft.com/office/drawing/2014/main" id="{44F5F06C-6B33-4914-BF04-23358B082EC8}"/>
                </a:ext>
              </a:extLst>
            </p:cNvPr>
            <p:cNvSpPr/>
            <p:nvPr/>
          </p:nvSpPr>
          <p:spPr>
            <a:xfrm>
              <a:off x="2986633" y="4387614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" name="矩形 142">
              <a:extLst>
                <a:ext uri="{FF2B5EF4-FFF2-40B4-BE49-F238E27FC236}">
                  <a16:creationId xmlns:a16="http://schemas.microsoft.com/office/drawing/2014/main" id="{920988AC-8AF8-4F96-B894-33E5192E874B}"/>
                </a:ext>
              </a:extLst>
            </p:cNvPr>
            <p:cNvSpPr/>
            <p:nvPr/>
          </p:nvSpPr>
          <p:spPr>
            <a:xfrm>
              <a:off x="4832703" y="4387614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4" name="矩形 143">
              <a:extLst>
                <a:ext uri="{FF2B5EF4-FFF2-40B4-BE49-F238E27FC236}">
                  <a16:creationId xmlns:a16="http://schemas.microsoft.com/office/drawing/2014/main" id="{B95599B0-146E-4E95-8E66-D92B8A8DD448}"/>
                </a:ext>
              </a:extLst>
            </p:cNvPr>
            <p:cNvSpPr/>
            <p:nvPr/>
          </p:nvSpPr>
          <p:spPr>
            <a:xfrm>
              <a:off x="5755737" y="4387614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5" name="矩形 144">
              <a:extLst>
                <a:ext uri="{FF2B5EF4-FFF2-40B4-BE49-F238E27FC236}">
                  <a16:creationId xmlns:a16="http://schemas.microsoft.com/office/drawing/2014/main" id="{850EF5C2-A33C-4D4A-89F9-2DDBDB1CBF44}"/>
                </a:ext>
              </a:extLst>
            </p:cNvPr>
            <p:cNvSpPr/>
            <p:nvPr/>
          </p:nvSpPr>
          <p:spPr>
            <a:xfrm>
              <a:off x="2063598" y="5228629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6" name="矩形 145">
              <a:extLst>
                <a:ext uri="{FF2B5EF4-FFF2-40B4-BE49-F238E27FC236}">
                  <a16:creationId xmlns:a16="http://schemas.microsoft.com/office/drawing/2014/main" id="{73B161DD-E807-48FB-B320-5FE9F88F4470}"/>
                </a:ext>
              </a:extLst>
            </p:cNvPr>
            <p:cNvSpPr/>
            <p:nvPr/>
          </p:nvSpPr>
          <p:spPr>
            <a:xfrm>
              <a:off x="2986633" y="5228629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" name="矩形 146">
              <a:extLst>
                <a:ext uri="{FF2B5EF4-FFF2-40B4-BE49-F238E27FC236}">
                  <a16:creationId xmlns:a16="http://schemas.microsoft.com/office/drawing/2014/main" id="{623224C0-8175-45B8-B5F9-1F91D2D53603}"/>
                </a:ext>
              </a:extLst>
            </p:cNvPr>
            <p:cNvSpPr/>
            <p:nvPr/>
          </p:nvSpPr>
          <p:spPr>
            <a:xfrm>
              <a:off x="4832703" y="5228629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" name="矩形 147">
              <a:extLst>
                <a:ext uri="{FF2B5EF4-FFF2-40B4-BE49-F238E27FC236}">
                  <a16:creationId xmlns:a16="http://schemas.microsoft.com/office/drawing/2014/main" id="{F5B8DA06-CAEC-4D4E-B6EF-B83B636AE02D}"/>
                </a:ext>
              </a:extLst>
            </p:cNvPr>
            <p:cNvSpPr/>
            <p:nvPr/>
          </p:nvSpPr>
          <p:spPr>
            <a:xfrm>
              <a:off x="5755737" y="5228629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矩形 148">
                  <a:extLst>
                    <a:ext uri="{FF2B5EF4-FFF2-40B4-BE49-F238E27FC236}">
                      <a16:creationId xmlns:a16="http://schemas.microsoft.com/office/drawing/2014/main" id="{51888981-FBE4-46EF-AEB9-46818E083F3A}"/>
                    </a:ext>
                  </a:extLst>
                </p:cNvPr>
                <p:cNvSpPr/>
                <p:nvPr/>
              </p:nvSpPr>
              <p:spPr>
                <a:xfrm>
                  <a:off x="1581206" y="5851965"/>
                  <a:ext cx="4748890" cy="995114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𝒇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𝟒</m:t>
                            </m:r>
                          </m:sub>
                        </m:sSub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𝑲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𝑾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𝟔𝟎</m:t>
                            </m:r>
                            <m:r>
                              <a:rPr lang="en-US" altLang="zh-CN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⋯</m:t>
                            </m:r>
                            <m:r>
                              <a:rPr lang="en-US" altLang="zh-CN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𝟕</m:t>
                            </m:r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𝟗</m:t>
                            </m:r>
                          </m:e>
                        </m:d>
                      </m:oMath>
                    </m:oMathPara>
                  </a14:m>
                  <a:endPara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lnSpc>
                      <a:spcPct val="150000"/>
                    </a:lnSpc>
                  </a:pPr>
                  <a:r>
                    <a:rPr lang="en-US" altLang="zh-CN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20</a:t>
                  </a:r>
                  <a:r>
                    <a:rPr lang="zh-CN" altLang="en-US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步</a:t>
                  </a:r>
                  <a:endPara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49" name="矩形 148">
                  <a:extLst>
                    <a:ext uri="{FF2B5EF4-FFF2-40B4-BE49-F238E27FC236}">
                      <a16:creationId xmlns:a16="http://schemas.microsoft.com/office/drawing/2014/main" id="{51888981-FBE4-46EF-AEB9-46818E083F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1206" y="5851965"/>
                  <a:ext cx="4748890" cy="995114"/>
                </a:xfrm>
                <a:prstGeom prst="rect">
                  <a:avLst/>
                </a:prstGeom>
                <a:blipFill>
                  <a:blip r:embed="rId11"/>
                  <a:stretch>
                    <a:fillRect b="-368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0" name="矩形 149">
              <a:extLst>
                <a:ext uri="{FF2B5EF4-FFF2-40B4-BE49-F238E27FC236}">
                  <a16:creationId xmlns:a16="http://schemas.microsoft.com/office/drawing/2014/main" id="{866DA69A-CB4B-40ED-83AA-3E86AE5B3183}"/>
                </a:ext>
              </a:extLst>
            </p:cNvPr>
            <p:cNvSpPr/>
            <p:nvPr/>
          </p:nvSpPr>
          <p:spPr>
            <a:xfrm>
              <a:off x="2063598" y="5853816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" name="矩形 150">
              <a:extLst>
                <a:ext uri="{FF2B5EF4-FFF2-40B4-BE49-F238E27FC236}">
                  <a16:creationId xmlns:a16="http://schemas.microsoft.com/office/drawing/2014/main" id="{74A588CA-27E3-4D94-A01D-B5FBBBDE338D}"/>
                </a:ext>
              </a:extLst>
            </p:cNvPr>
            <p:cNvSpPr/>
            <p:nvPr/>
          </p:nvSpPr>
          <p:spPr>
            <a:xfrm>
              <a:off x="2986633" y="5851964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" name="矩形 151">
              <a:extLst>
                <a:ext uri="{FF2B5EF4-FFF2-40B4-BE49-F238E27FC236}">
                  <a16:creationId xmlns:a16="http://schemas.microsoft.com/office/drawing/2014/main" id="{2983EAEA-48D2-40FB-963F-03EFAE7C36E9}"/>
                </a:ext>
              </a:extLst>
            </p:cNvPr>
            <p:cNvSpPr/>
            <p:nvPr/>
          </p:nvSpPr>
          <p:spPr>
            <a:xfrm>
              <a:off x="4832703" y="5851964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" name="矩形 152">
              <a:extLst>
                <a:ext uri="{FF2B5EF4-FFF2-40B4-BE49-F238E27FC236}">
                  <a16:creationId xmlns:a16="http://schemas.microsoft.com/office/drawing/2014/main" id="{268E9CF1-2846-4994-97B1-3E38E45EA688}"/>
                </a:ext>
              </a:extLst>
            </p:cNvPr>
            <p:cNvSpPr/>
            <p:nvPr/>
          </p:nvSpPr>
          <p:spPr>
            <a:xfrm>
              <a:off x="5755737" y="5851964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" name="矩形 153">
              <a:extLst>
                <a:ext uri="{FF2B5EF4-FFF2-40B4-BE49-F238E27FC236}">
                  <a16:creationId xmlns:a16="http://schemas.microsoft.com/office/drawing/2014/main" id="{4D02E07D-7ECF-4CE3-80EC-7B6C736776E6}"/>
                </a:ext>
              </a:extLst>
            </p:cNvPr>
            <p:cNvSpPr/>
            <p:nvPr/>
          </p:nvSpPr>
          <p:spPr>
            <a:xfrm>
              <a:off x="2063598" y="6694831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" name="矩形 154">
              <a:extLst>
                <a:ext uri="{FF2B5EF4-FFF2-40B4-BE49-F238E27FC236}">
                  <a16:creationId xmlns:a16="http://schemas.microsoft.com/office/drawing/2014/main" id="{12BE182C-5E6E-4FEB-9092-E1169A009FEA}"/>
                </a:ext>
              </a:extLst>
            </p:cNvPr>
            <p:cNvSpPr/>
            <p:nvPr/>
          </p:nvSpPr>
          <p:spPr>
            <a:xfrm>
              <a:off x="2986633" y="6692979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" name="矩形 155">
              <a:extLst>
                <a:ext uri="{FF2B5EF4-FFF2-40B4-BE49-F238E27FC236}">
                  <a16:creationId xmlns:a16="http://schemas.microsoft.com/office/drawing/2014/main" id="{01A0F72C-1613-45F1-B890-FB6B89BCB90B}"/>
                </a:ext>
              </a:extLst>
            </p:cNvPr>
            <p:cNvSpPr/>
            <p:nvPr/>
          </p:nvSpPr>
          <p:spPr>
            <a:xfrm>
              <a:off x="4832703" y="6692979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7" name="矩形 156">
              <a:extLst>
                <a:ext uri="{FF2B5EF4-FFF2-40B4-BE49-F238E27FC236}">
                  <a16:creationId xmlns:a16="http://schemas.microsoft.com/office/drawing/2014/main" id="{23DB4358-4055-412F-BAE9-0D5BE891004A}"/>
                </a:ext>
              </a:extLst>
            </p:cNvPr>
            <p:cNvSpPr/>
            <p:nvPr/>
          </p:nvSpPr>
          <p:spPr>
            <a:xfrm>
              <a:off x="5755737" y="6692979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58" name="直接箭头连接符 157">
              <a:extLst>
                <a:ext uri="{FF2B5EF4-FFF2-40B4-BE49-F238E27FC236}">
                  <a16:creationId xmlns:a16="http://schemas.microsoft.com/office/drawing/2014/main" id="{53FAF74F-E98F-4F6A-A7EE-DEED2B270C0E}"/>
                </a:ext>
              </a:extLst>
            </p:cNvPr>
            <p:cNvCxnSpPr>
              <a:cxnSpLocks/>
              <a:stCxn id="127" idx="2"/>
              <a:endCxn id="132" idx="0"/>
            </p:cNvCxnSpPr>
            <p:nvPr/>
          </p:nvCxnSpPr>
          <p:spPr>
            <a:xfrm>
              <a:off x="2121382" y="2425521"/>
              <a:ext cx="0" cy="49559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箭头连接符 160">
              <a:extLst>
                <a:ext uri="{FF2B5EF4-FFF2-40B4-BE49-F238E27FC236}">
                  <a16:creationId xmlns:a16="http://schemas.microsoft.com/office/drawing/2014/main" id="{17A8AA25-6A93-4512-9137-18727AE7A846}"/>
                </a:ext>
              </a:extLst>
            </p:cNvPr>
            <p:cNvCxnSpPr>
              <a:cxnSpLocks/>
              <a:stCxn id="128" idx="2"/>
              <a:endCxn id="133" idx="0"/>
            </p:cNvCxnSpPr>
            <p:nvPr/>
          </p:nvCxnSpPr>
          <p:spPr>
            <a:xfrm>
              <a:off x="3044417" y="2423669"/>
              <a:ext cx="0" cy="49559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直接箭头连接符 163">
              <a:extLst>
                <a:ext uri="{FF2B5EF4-FFF2-40B4-BE49-F238E27FC236}">
                  <a16:creationId xmlns:a16="http://schemas.microsoft.com/office/drawing/2014/main" id="{600B81C0-A990-4EAE-B1D7-152C72074E3B}"/>
                </a:ext>
              </a:extLst>
            </p:cNvPr>
            <p:cNvCxnSpPr>
              <a:cxnSpLocks/>
              <a:stCxn id="129" idx="2"/>
              <a:endCxn id="134" idx="0"/>
            </p:cNvCxnSpPr>
            <p:nvPr/>
          </p:nvCxnSpPr>
          <p:spPr>
            <a:xfrm>
              <a:off x="4890487" y="2423669"/>
              <a:ext cx="0" cy="49559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直接箭头连接符 166">
              <a:extLst>
                <a:ext uri="{FF2B5EF4-FFF2-40B4-BE49-F238E27FC236}">
                  <a16:creationId xmlns:a16="http://schemas.microsoft.com/office/drawing/2014/main" id="{AC455222-051F-4253-A887-F79B7B11890A}"/>
                </a:ext>
              </a:extLst>
            </p:cNvPr>
            <p:cNvCxnSpPr>
              <a:cxnSpLocks/>
              <a:stCxn id="130" idx="2"/>
              <a:endCxn id="135" idx="0"/>
            </p:cNvCxnSpPr>
            <p:nvPr/>
          </p:nvCxnSpPr>
          <p:spPr>
            <a:xfrm>
              <a:off x="5813521" y="2423669"/>
              <a:ext cx="0" cy="49559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直接箭头连接符 169">
              <a:extLst>
                <a:ext uri="{FF2B5EF4-FFF2-40B4-BE49-F238E27FC236}">
                  <a16:creationId xmlns:a16="http://schemas.microsoft.com/office/drawing/2014/main" id="{ED5C7A75-81E7-4508-8BCC-B49A40C3B16F}"/>
                </a:ext>
              </a:extLst>
            </p:cNvPr>
            <p:cNvCxnSpPr>
              <a:cxnSpLocks/>
              <a:stCxn id="136" idx="2"/>
              <a:endCxn id="141" idx="0"/>
            </p:cNvCxnSpPr>
            <p:nvPr/>
          </p:nvCxnSpPr>
          <p:spPr>
            <a:xfrm>
              <a:off x="2121382" y="3911421"/>
              <a:ext cx="0" cy="47804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接箭头连接符 172">
              <a:extLst>
                <a:ext uri="{FF2B5EF4-FFF2-40B4-BE49-F238E27FC236}">
                  <a16:creationId xmlns:a16="http://schemas.microsoft.com/office/drawing/2014/main" id="{86E5559A-9C32-4095-97BF-63FB05FC84AC}"/>
                </a:ext>
              </a:extLst>
            </p:cNvPr>
            <p:cNvCxnSpPr>
              <a:cxnSpLocks/>
              <a:stCxn id="137" idx="2"/>
              <a:endCxn id="142" idx="0"/>
            </p:cNvCxnSpPr>
            <p:nvPr/>
          </p:nvCxnSpPr>
          <p:spPr>
            <a:xfrm>
              <a:off x="3044417" y="3909569"/>
              <a:ext cx="0" cy="47804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直接箭头连接符 175">
              <a:extLst>
                <a:ext uri="{FF2B5EF4-FFF2-40B4-BE49-F238E27FC236}">
                  <a16:creationId xmlns:a16="http://schemas.microsoft.com/office/drawing/2014/main" id="{10DEDBCC-CA22-42EA-962C-AC66E96121FB}"/>
                </a:ext>
              </a:extLst>
            </p:cNvPr>
            <p:cNvCxnSpPr>
              <a:cxnSpLocks/>
              <a:stCxn id="138" idx="2"/>
              <a:endCxn id="143" idx="0"/>
            </p:cNvCxnSpPr>
            <p:nvPr/>
          </p:nvCxnSpPr>
          <p:spPr>
            <a:xfrm>
              <a:off x="4890487" y="3909569"/>
              <a:ext cx="0" cy="47804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箭头连接符 178">
              <a:extLst>
                <a:ext uri="{FF2B5EF4-FFF2-40B4-BE49-F238E27FC236}">
                  <a16:creationId xmlns:a16="http://schemas.microsoft.com/office/drawing/2014/main" id="{E01F8DDD-1ABB-497B-AF97-34A623961C2D}"/>
                </a:ext>
              </a:extLst>
            </p:cNvPr>
            <p:cNvCxnSpPr>
              <a:cxnSpLocks/>
              <a:stCxn id="139" idx="2"/>
              <a:endCxn id="144" idx="0"/>
            </p:cNvCxnSpPr>
            <p:nvPr/>
          </p:nvCxnSpPr>
          <p:spPr>
            <a:xfrm>
              <a:off x="5813521" y="3909569"/>
              <a:ext cx="0" cy="47804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箭头连接符 181">
              <a:extLst>
                <a:ext uri="{FF2B5EF4-FFF2-40B4-BE49-F238E27FC236}">
                  <a16:creationId xmlns:a16="http://schemas.microsoft.com/office/drawing/2014/main" id="{73DA412B-AA61-45F9-9F6F-86E3A63796F8}"/>
                </a:ext>
              </a:extLst>
            </p:cNvPr>
            <p:cNvCxnSpPr>
              <a:cxnSpLocks/>
              <a:stCxn id="145" idx="2"/>
              <a:endCxn id="150" idx="0"/>
            </p:cNvCxnSpPr>
            <p:nvPr/>
          </p:nvCxnSpPr>
          <p:spPr>
            <a:xfrm>
              <a:off x="2121382" y="5377924"/>
              <a:ext cx="0" cy="4758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直接箭头连接符 184">
              <a:extLst>
                <a:ext uri="{FF2B5EF4-FFF2-40B4-BE49-F238E27FC236}">
                  <a16:creationId xmlns:a16="http://schemas.microsoft.com/office/drawing/2014/main" id="{7B22FB43-733B-451E-9CC1-ECD105D58666}"/>
                </a:ext>
              </a:extLst>
            </p:cNvPr>
            <p:cNvCxnSpPr>
              <a:cxnSpLocks/>
              <a:stCxn id="146" idx="2"/>
              <a:endCxn id="151" idx="0"/>
            </p:cNvCxnSpPr>
            <p:nvPr/>
          </p:nvCxnSpPr>
          <p:spPr>
            <a:xfrm>
              <a:off x="3044417" y="5377924"/>
              <a:ext cx="0" cy="47404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接箭头连接符 187">
              <a:extLst>
                <a:ext uri="{FF2B5EF4-FFF2-40B4-BE49-F238E27FC236}">
                  <a16:creationId xmlns:a16="http://schemas.microsoft.com/office/drawing/2014/main" id="{7FDD476B-052F-4F7A-A0D5-C7AB793048FA}"/>
                </a:ext>
              </a:extLst>
            </p:cNvPr>
            <p:cNvCxnSpPr>
              <a:cxnSpLocks/>
              <a:stCxn id="147" idx="2"/>
              <a:endCxn id="152" idx="0"/>
            </p:cNvCxnSpPr>
            <p:nvPr/>
          </p:nvCxnSpPr>
          <p:spPr>
            <a:xfrm>
              <a:off x="4890487" y="5377924"/>
              <a:ext cx="0" cy="47404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接箭头连接符 190">
              <a:extLst>
                <a:ext uri="{FF2B5EF4-FFF2-40B4-BE49-F238E27FC236}">
                  <a16:creationId xmlns:a16="http://schemas.microsoft.com/office/drawing/2014/main" id="{9B0AFE22-2CBC-4742-8D56-CE4BE33C950B}"/>
                </a:ext>
              </a:extLst>
            </p:cNvPr>
            <p:cNvCxnSpPr>
              <a:cxnSpLocks/>
              <a:stCxn id="148" idx="2"/>
              <a:endCxn id="153" idx="0"/>
            </p:cNvCxnSpPr>
            <p:nvPr/>
          </p:nvCxnSpPr>
          <p:spPr>
            <a:xfrm>
              <a:off x="5813521" y="5377924"/>
              <a:ext cx="0" cy="47404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直接箭头连接符 257">
              <a:extLst>
                <a:ext uri="{FF2B5EF4-FFF2-40B4-BE49-F238E27FC236}">
                  <a16:creationId xmlns:a16="http://schemas.microsoft.com/office/drawing/2014/main" id="{D36350E7-2205-48A1-B96D-1AA91ED5DAA9}"/>
                </a:ext>
              </a:extLst>
            </p:cNvPr>
            <p:cNvCxnSpPr>
              <a:cxnSpLocks/>
              <a:stCxn id="154" idx="2"/>
            </p:cNvCxnSpPr>
            <p:nvPr/>
          </p:nvCxnSpPr>
          <p:spPr>
            <a:xfrm>
              <a:off x="2121382" y="6844126"/>
              <a:ext cx="0" cy="83127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接箭头连接符 260">
              <a:extLst>
                <a:ext uri="{FF2B5EF4-FFF2-40B4-BE49-F238E27FC236}">
                  <a16:creationId xmlns:a16="http://schemas.microsoft.com/office/drawing/2014/main" id="{AF87B5C0-523F-46B3-8AD6-083A42D45FD4}"/>
                </a:ext>
              </a:extLst>
            </p:cNvPr>
            <p:cNvCxnSpPr>
              <a:cxnSpLocks/>
              <a:stCxn id="155" idx="2"/>
              <a:endCxn id="387" idx="0"/>
            </p:cNvCxnSpPr>
            <p:nvPr/>
          </p:nvCxnSpPr>
          <p:spPr>
            <a:xfrm>
              <a:off x="3044417" y="6842274"/>
              <a:ext cx="2341" cy="84007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接箭头连接符 263">
              <a:extLst>
                <a:ext uri="{FF2B5EF4-FFF2-40B4-BE49-F238E27FC236}">
                  <a16:creationId xmlns:a16="http://schemas.microsoft.com/office/drawing/2014/main" id="{1CEC3F14-D025-4526-A21D-D6C67361E3EB}"/>
                </a:ext>
              </a:extLst>
            </p:cNvPr>
            <p:cNvCxnSpPr>
              <a:cxnSpLocks/>
              <a:stCxn id="156" idx="2"/>
              <a:endCxn id="390" idx="0"/>
            </p:cNvCxnSpPr>
            <p:nvPr/>
          </p:nvCxnSpPr>
          <p:spPr>
            <a:xfrm>
              <a:off x="4890487" y="6842274"/>
              <a:ext cx="1118" cy="84007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直接箭头连接符 266">
              <a:extLst>
                <a:ext uri="{FF2B5EF4-FFF2-40B4-BE49-F238E27FC236}">
                  <a16:creationId xmlns:a16="http://schemas.microsoft.com/office/drawing/2014/main" id="{7AE1A2BD-F8EB-4327-A959-7988B5748218}"/>
                </a:ext>
              </a:extLst>
            </p:cNvPr>
            <p:cNvCxnSpPr>
              <a:cxnSpLocks/>
              <a:stCxn id="157" idx="2"/>
            </p:cNvCxnSpPr>
            <p:nvPr/>
          </p:nvCxnSpPr>
          <p:spPr>
            <a:xfrm flipH="1">
              <a:off x="5812551" y="6842274"/>
              <a:ext cx="970" cy="83312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8" name="文本框 277">
                  <a:extLst>
                    <a:ext uri="{FF2B5EF4-FFF2-40B4-BE49-F238E27FC236}">
                      <a16:creationId xmlns:a16="http://schemas.microsoft.com/office/drawing/2014/main" id="{20345DE3-2EA9-472D-BC88-268F34CC2B7C}"/>
                    </a:ext>
                  </a:extLst>
                </p:cNvPr>
                <p:cNvSpPr txBox="1"/>
                <p:nvPr/>
              </p:nvSpPr>
              <p:spPr>
                <a:xfrm>
                  <a:off x="517999" y="969"/>
                  <a:ext cx="514468" cy="390748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𝑞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78" name="文本框 277">
                  <a:extLst>
                    <a:ext uri="{FF2B5EF4-FFF2-40B4-BE49-F238E27FC236}">
                      <a16:creationId xmlns:a16="http://schemas.microsoft.com/office/drawing/2014/main" id="{20345DE3-2EA9-472D-BC88-268F34CC2B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999" y="969"/>
                  <a:ext cx="514468" cy="390748"/>
                </a:xfrm>
                <a:prstGeom prst="rect">
                  <a:avLst/>
                </a:prstGeom>
                <a:blipFill>
                  <a:blip r:embed="rId12"/>
                  <a:stretch>
                    <a:fillRect b="-468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9" name="连接符: 肘形 278">
              <a:extLst>
                <a:ext uri="{FF2B5EF4-FFF2-40B4-BE49-F238E27FC236}">
                  <a16:creationId xmlns:a16="http://schemas.microsoft.com/office/drawing/2014/main" id="{53DF7C56-284E-47EA-B4DF-C506EDC0F7DD}"/>
                </a:ext>
              </a:extLst>
            </p:cNvPr>
            <p:cNvCxnSpPr>
              <a:cxnSpLocks/>
              <a:stCxn id="278" idx="2"/>
              <a:endCxn id="149" idx="1"/>
            </p:cNvCxnSpPr>
            <p:nvPr/>
          </p:nvCxnSpPr>
          <p:spPr>
            <a:xfrm rot="16200000" flipH="1">
              <a:off x="-1800683" y="2967632"/>
              <a:ext cx="5957805" cy="805973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连接符: 肘形 281">
              <a:extLst>
                <a:ext uri="{FF2B5EF4-FFF2-40B4-BE49-F238E27FC236}">
                  <a16:creationId xmlns:a16="http://schemas.microsoft.com/office/drawing/2014/main" id="{823CEC27-53A1-4548-AD70-64B19D7BDE53}"/>
                </a:ext>
              </a:extLst>
            </p:cNvPr>
            <p:cNvCxnSpPr>
              <a:cxnSpLocks/>
              <a:stCxn id="278" idx="2"/>
              <a:endCxn id="140" idx="1"/>
            </p:cNvCxnSpPr>
            <p:nvPr/>
          </p:nvCxnSpPr>
          <p:spPr>
            <a:xfrm rot="16200000" flipH="1">
              <a:off x="-1068508" y="2235457"/>
              <a:ext cx="4493455" cy="805973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连接符: 肘形 284">
              <a:extLst>
                <a:ext uri="{FF2B5EF4-FFF2-40B4-BE49-F238E27FC236}">
                  <a16:creationId xmlns:a16="http://schemas.microsoft.com/office/drawing/2014/main" id="{835F0B48-97C6-4905-AE15-3EC380D3D2FF}"/>
                </a:ext>
              </a:extLst>
            </p:cNvPr>
            <p:cNvCxnSpPr>
              <a:cxnSpLocks/>
              <a:stCxn id="278" idx="2"/>
              <a:endCxn id="131" idx="1"/>
            </p:cNvCxnSpPr>
            <p:nvPr/>
          </p:nvCxnSpPr>
          <p:spPr>
            <a:xfrm rot="16200000" flipH="1">
              <a:off x="-334331" y="1501280"/>
              <a:ext cx="3025100" cy="805973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连接符: 肘形 287">
              <a:extLst>
                <a:ext uri="{FF2B5EF4-FFF2-40B4-BE49-F238E27FC236}">
                  <a16:creationId xmlns:a16="http://schemas.microsoft.com/office/drawing/2014/main" id="{C24FB6B4-AE23-44BB-B35F-5B1C3C4B1297}"/>
                </a:ext>
              </a:extLst>
            </p:cNvPr>
            <p:cNvCxnSpPr>
              <a:cxnSpLocks/>
              <a:stCxn id="278" idx="2"/>
              <a:endCxn id="106" idx="1"/>
            </p:cNvCxnSpPr>
            <p:nvPr/>
          </p:nvCxnSpPr>
          <p:spPr>
            <a:xfrm rot="16200000" flipH="1">
              <a:off x="408619" y="758330"/>
              <a:ext cx="1539200" cy="805973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直接箭头连接符 290">
              <a:extLst>
                <a:ext uri="{FF2B5EF4-FFF2-40B4-BE49-F238E27FC236}">
                  <a16:creationId xmlns:a16="http://schemas.microsoft.com/office/drawing/2014/main" id="{0E7C4175-F076-45F9-AE17-917B2E5AFF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73583" y="297615"/>
              <a:ext cx="323850" cy="37093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直接箭头连接符 291">
              <a:extLst>
                <a:ext uri="{FF2B5EF4-FFF2-40B4-BE49-F238E27FC236}">
                  <a16:creationId xmlns:a16="http://schemas.microsoft.com/office/drawing/2014/main" id="{0DE1BBDF-FF48-4F03-BAC7-81D5357055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3306" y="608843"/>
              <a:ext cx="323850" cy="37093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3" name="文本框 292">
                  <a:extLst>
                    <a:ext uri="{FF2B5EF4-FFF2-40B4-BE49-F238E27FC236}">
                      <a16:creationId xmlns:a16="http://schemas.microsoft.com/office/drawing/2014/main" id="{072E53D7-A208-435A-A0A0-2807BC860EF6}"/>
                    </a:ext>
                  </a:extLst>
                </p:cNvPr>
                <p:cNvSpPr txBox="1"/>
                <p:nvPr/>
              </p:nvSpPr>
              <p:spPr>
                <a:xfrm>
                  <a:off x="1011080" y="668550"/>
                  <a:ext cx="22415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512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93" name="文本框 292">
                  <a:extLst>
                    <a:ext uri="{FF2B5EF4-FFF2-40B4-BE49-F238E27FC236}">
                      <a16:creationId xmlns:a16="http://schemas.microsoft.com/office/drawing/2014/main" id="{072E53D7-A208-435A-A0A0-2807BC860E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1080" y="668550"/>
                  <a:ext cx="224152" cy="370294"/>
                </a:xfrm>
                <a:prstGeom prst="rect">
                  <a:avLst/>
                </a:prstGeom>
                <a:blipFill>
                  <a:blip r:embed="rId13"/>
                  <a:stretch>
                    <a:fillRect l="-89189" r="-567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4" name="文本框 293">
                  <a:extLst>
                    <a:ext uri="{FF2B5EF4-FFF2-40B4-BE49-F238E27FC236}">
                      <a16:creationId xmlns:a16="http://schemas.microsoft.com/office/drawing/2014/main" id="{5E798ADD-1A19-41BF-8296-5D3E19C45E16}"/>
                    </a:ext>
                  </a:extLst>
                </p:cNvPr>
                <p:cNvSpPr txBox="1"/>
                <p:nvPr/>
              </p:nvSpPr>
              <p:spPr>
                <a:xfrm>
                  <a:off x="4333250" y="233578"/>
                  <a:ext cx="22415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160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94" name="文本框 293">
                  <a:extLst>
                    <a:ext uri="{FF2B5EF4-FFF2-40B4-BE49-F238E27FC236}">
                      <a16:creationId xmlns:a16="http://schemas.microsoft.com/office/drawing/2014/main" id="{5E798ADD-1A19-41BF-8296-5D3E19C45E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3250" y="233578"/>
                  <a:ext cx="224152" cy="370294"/>
                </a:xfrm>
                <a:prstGeom prst="rect">
                  <a:avLst/>
                </a:prstGeom>
                <a:blipFill>
                  <a:blip r:embed="rId14"/>
                  <a:stretch>
                    <a:fillRect l="-86486" r="-567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5" name="矩形 294">
              <a:extLst>
                <a:ext uri="{FF2B5EF4-FFF2-40B4-BE49-F238E27FC236}">
                  <a16:creationId xmlns:a16="http://schemas.microsoft.com/office/drawing/2014/main" id="{706501B4-A8FF-462D-BF5D-2604C6A61BF2}"/>
                </a:ext>
              </a:extLst>
            </p:cNvPr>
            <p:cNvSpPr/>
            <p:nvPr/>
          </p:nvSpPr>
          <p:spPr>
            <a:xfrm>
              <a:off x="5743052" y="6991569"/>
              <a:ext cx="400036" cy="44650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</a:p>
          </p:txBody>
        </p:sp>
        <p:sp>
          <p:nvSpPr>
            <p:cNvPr id="296" name="矩形 295">
              <a:extLst>
                <a:ext uri="{FF2B5EF4-FFF2-40B4-BE49-F238E27FC236}">
                  <a16:creationId xmlns:a16="http://schemas.microsoft.com/office/drawing/2014/main" id="{CBF728FA-BC16-4A83-A65A-7ECA42D62345}"/>
                </a:ext>
              </a:extLst>
            </p:cNvPr>
            <p:cNvSpPr/>
            <p:nvPr/>
          </p:nvSpPr>
          <p:spPr>
            <a:xfrm>
              <a:off x="6285169" y="6991569"/>
              <a:ext cx="215337" cy="44650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</a:p>
          </p:txBody>
        </p:sp>
        <p:cxnSp>
          <p:nvCxnSpPr>
            <p:cNvPr id="297" name="连接符: 肘形 296">
              <a:extLst>
                <a:ext uri="{FF2B5EF4-FFF2-40B4-BE49-F238E27FC236}">
                  <a16:creationId xmlns:a16="http://schemas.microsoft.com/office/drawing/2014/main" id="{DB8AC11D-DCEB-44BC-A052-3D8C28196194}"/>
                </a:ext>
              </a:extLst>
            </p:cNvPr>
            <p:cNvCxnSpPr>
              <a:cxnSpLocks/>
              <a:stCxn id="107" idx="2"/>
              <a:endCxn id="295" idx="3"/>
            </p:cNvCxnSpPr>
            <p:nvPr/>
          </p:nvCxnSpPr>
          <p:spPr>
            <a:xfrm rot="16200000" flipH="1">
              <a:off x="1667516" y="2739249"/>
              <a:ext cx="6854978" cy="2096165"/>
            </a:xfrm>
            <a:prstGeom prst="bentConnector4">
              <a:avLst>
                <a:gd name="adj1" fmla="val 4619"/>
                <a:gd name="adj2" fmla="val 121957"/>
              </a:avLst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连接符: 肘形 302">
              <a:extLst>
                <a:ext uri="{FF2B5EF4-FFF2-40B4-BE49-F238E27FC236}">
                  <a16:creationId xmlns:a16="http://schemas.microsoft.com/office/drawing/2014/main" id="{6326595A-CD0D-419B-8CE4-760A56B48C58}"/>
                </a:ext>
              </a:extLst>
            </p:cNvPr>
            <p:cNvCxnSpPr>
              <a:cxnSpLocks/>
              <a:stCxn id="296" idx="1"/>
            </p:cNvCxnSpPr>
            <p:nvPr/>
          </p:nvCxnSpPr>
          <p:spPr>
            <a:xfrm rot="10800000" flipV="1">
              <a:off x="6017777" y="7214820"/>
              <a:ext cx="267392" cy="665801"/>
            </a:xfrm>
            <a:prstGeom prst="bentConnector3">
              <a:avLst>
                <a:gd name="adj1" fmla="val 25065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连接符: 肘形 306">
              <a:extLst>
                <a:ext uri="{FF2B5EF4-FFF2-40B4-BE49-F238E27FC236}">
                  <a16:creationId xmlns:a16="http://schemas.microsoft.com/office/drawing/2014/main" id="{0E381393-1998-4A41-868E-B0CC2AF2A7ED}"/>
                </a:ext>
              </a:extLst>
            </p:cNvPr>
            <p:cNvCxnSpPr>
              <a:cxnSpLocks/>
              <a:stCxn id="296" idx="1"/>
              <a:endCxn id="390" idx="6"/>
            </p:cNvCxnSpPr>
            <p:nvPr/>
          </p:nvCxnSpPr>
          <p:spPr>
            <a:xfrm rot="10800000" flipV="1">
              <a:off x="5096831" y="7214820"/>
              <a:ext cx="1188338" cy="672753"/>
            </a:xfrm>
            <a:prstGeom prst="bentConnector3">
              <a:avLst>
                <a:gd name="adj1" fmla="val 82062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连接符: 肘形 310">
              <a:extLst>
                <a:ext uri="{FF2B5EF4-FFF2-40B4-BE49-F238E27FC236}">
                  <a16:creationId xmlns:a16="http://schemas.microsoft.com/office/drawing/2014/main" id="{DCF7A9CC-ED23-4F37-A45E-38867071D183}"/>
                </a:ext>
              </a:extLst>
            </p:cNvPr>
            <p:cNvCxnSpPr>
              <a:cxnSpLocks/>
              <a:stCxn id="296" idx="1"/>
              <a:endCxn id="387" idx="6"/>
            </p:cNvCxnSpPr>
            <p:nvPr/>
          </p:nvCxnSpPr>
          <p:spPr>
            <a:xfrm rot="10800000" flipV="1">
              <a:off x="3251985" y="7214820"/>
              <a:ext cx="3033185" cy="672753"/>
            </a:xfrm>
            <a:prstGeom prst="bentConnector3">
              <a:avLst>
                <a:gd name="adj1" fmla="val 92205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连接符: 肘形 314">
              <a:extLst>
                <a:ext uri="{FF2B5EF4-FFF2-40B4-BE49-F238E27FC236}">
                  <a16:creationId xmlns:a16="http://schemas.microsoft.com/office/drawing/2014/main" id="{6A0FB9B5-04E9-4166-B836-5E05310ECB35}"/>
                </a:ext>
              </a:extLst>
            </p:cNvPr>
            <p:cNvCxnSpPr>
              <a:cxnSpLocks/>
              <a:stCxn id="296" idx="1"/>
            </p:cNvCxnSpPr>
            <p:nvPr/>
          </p:nvCxnSpPr>
          <p:spPr>
            <a:xfrm rot="10800000" flipV="1">
              <a:off x="2326609" y="7214821"/>
              <a:ext cx="3958561" cy="665804"/>
            </a:xfrm>
            <a:prstGeom prst="bentConnector3">
              <a:avLst>
                <a:gd name="adj1" fmla="val 94274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9" name="文本框 318">
                  <a:extLst>
                    <a:ext uri="{FF2B5EF4-FFF2-40B4-BE49-F238E27FC236}">
                      <a16:creationId xmlns:a16="http://schemas.microsoft.com/office/drawing/2014/main" id="{0F1B0B8B-5789-4FE9-9CE4-C2B96C001312}"/>
                    </a:ext>
                  </a:extLst>
                </p:cNvPr>
                <p:cNvSpPr txBox="1"/>
                <p:nvPr/>
              </p:nvSpPr>
              <p:spPr>
                <a:xfrm>
                  <a:off x="3167866" y="8996951"/>
                  <a:ext cx="1640840" cy="390748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𝐶𝑉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𝑞</m:t>
                            </m:r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19" name="文本框 318">
                  <a:extLst>
                    <a:ext uri="{FF2B5EF4-FFF2-40B4-BE49-F238E27FC236}">
                      <a16:creationId xmlns:a16="http://schemas.microsoft.com/office/drawing/2014/main" id="{0F1B0B8B-5789-4FE9-9CE4-C2B96C0013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7866" y="8996951"/>
                  <a:ext cx="1640840" cy="390748"/>
                </a:xfrm>
                <a:prstGeom prst="rect">
                  <a:avLst/>
                </a:prstGeom>
                <a:blipFill>
                  <a:blip r:embed="rId15"/>
                  <a:stretch>
                    <a:fillRect b="-468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0" name="连接符: 肘形 319">
              <a:extLst>
                <a:ext uri="{FF2B5EF4-FFF2-40B4-BE49-F238E27FC236}">
                  <a16:creationId xmlns:a16="http://schemas.microsoft.com/office/drawing/2014/main" id="{ABCAF8ED-6AC4-4A90-90D3-EA4773BF6301}"/>
                </a:ext>
              </a:extLst>
            </p:cNvPr>
            <p:cNvCxnSpPr>
              <a:cxnSpLocks/>
              <a:endCxn id="319" idx="0"/>
            </p:cNvCxnSpPr>
            <p:nvPr/>
          </p:nvCxnSpPr>
          <p:spPr>
            <a:xfrm rot="16200000" flipH="1">
              <a:off x="2599284" y="7607949"/>
              <a:ext cx="911100" cy="1866904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连接符: 肘形 322">
              <a:extLst>
                <a:ext uri="{FF2B5EF4-FFF2-40B4-BE49-F238E27FC236}">
                  <a16:creationId xmlns:a16="http://schemas.microsoft.com/office/drawing/2014/main" id="{86A61669-2338-42E7-9C97-FA78C53F5D5C}"/>
                </a:ext>
              </a:extLst>
            </p:cNvPr>
            <p:cNvCxnSpPr>
              <a:cxnSpLocks/>
              <a:stCxn id="387" idx="4"/>
              <a:endCxn id="319" idx="0"/>
            </p:cNvCxnSpPr>
            <p:nvPr/>
          </p:nvCxnSpPr>
          <p:spPr>
            <a:xfrm rot="16200000" flipH="1">
              <a:off x="3065447" y="8074111"/>
              <a:ext cx="904151" cy="941528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连接符: 肘形 325">
              <a:extLst>
                <a:ext uri="{FF2B5EF4-FFF2-40B4-BE49-F238E27FC236}">
                  <a16:creationId xmlns:a16="http://schemas.microsoft.com/office/drawing/2014/main" id="{64FD9FAE-B764-4627-AFEB-CBD52556AF9C}"/>
                </a:ext>
              </a:extLst>
            </p:cNvPr>
            <p:cNvCxnSpPr>
              <a:cxnSpLocks/>
              <a:stCxn id="390" idx="4"/>
              <a:endCxn id="319" idx="0"/>
            </p:cNvCxnSpPr>
            <p:nvPr/>
          </p:nvCxnSpPr>
          <p:spPr>
            <a:xfrm rot="5400000">
              <a:off x="3987871" y="8093216"/>
              <a:ext cx="904151" cy="903319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连接符: 肘形 328">
              <a:extLst>
                <a:ext uri="{FF2B5EF4-FFF2-40B4-BE49-F238E27FC236}">
                  <a16:creationId xmlns:a16="http://schemas.microsoft.com/office/drawing/2014/main" id="{7922D611-4DA0-44D6-B07B-BC1162A14F49}"/>
                </a:ext>
              </a:extLst>
            </p:cNvPr>
            <p:cNvCxnSpPr>
              <a:cxnSpLocks/>
              <a:endCxn id="319" idx="0"/>
            </p:cNvCxnSpPr>
            <p:nvPr/>
          </p:nvCxnSpPr>
          <p:spPr>
            <a:xfrm rot="5400000">
              <a:off x="4444868" y="7629267"/>
              <a:ext cx="911103" cy="1824265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直接箭头连接符 331">
              <a:extLst>
                <a:ext uri="{FF2B5EF4-FFF2-40B4-BE49-F238E27FC236}">
                  <a16:creationId xmlns:a16="http://schemas.microsoft.com/office/drawing/2014/main" id="{2C7B427F-8781-4AC7-BAF8-68D52AFA5E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93726" y="8604866"/>
              <a:ext cx="323850" cy="37093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3" name="文本框 332">
                  <a:extLst>
                    <a:ext uri="{FF2B5EF4-FFF2-40B4-BE49-F238E27FC236}">
                      <a16:creationId xmlns:a16="http://schemas.microsoft.com/office/drawing/2014/main" id="{2FB57379-2E39-4360-B81E-FEC30E7BF68C}"/>
                    </a:ext>
                  </a:extLst>
                </p:cNvPr>
                <p:cNvSpPr txBox="1"/>
                <p:nvPr/>
              </p:nvSpPr>
              <p:spPr>
                <a:xfrm>
                  <a:off x="4245935" y="8604866"/>
                  <a:ext cx="22415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160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33" name="文本框 332">
                  <a:extLst>
                    <a:ext uri="{FF2B5EF4-FFF2-40B4-BE49-F238E27FC236}">
                      <a16:creationId xmlns:a16="http://schemas.microsoft.com/office/drawing/2014/main" id="{2FB57379-2E39-4360-B81E-FEC30E7BF6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5935" y="8604866"/>
                  <a:ext cx="224152" cy="370294"/>
                </a:xfrm>
                <a:prstGeom prst="rect">
                  <a:avLst/>
                </a:prstGeom>
                <a:blipFill>
                  <a:blip r:embed="rId16"/>
                  <a:stretch>
                    <a:fillRect l="-88889" r="-611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6F3B8047-8ED3-4D89-976F-10F4B2785961}"/>
                </a:ext>
              </a:extLst>
            </p:cNvPr>
            <p:cNvGrpSpPr/>
            <p:nvPr/>
          </p:nvGrpSpPr>
          <p:grpSpPr>
            <a:xfrm>
              <a:off x="1919108" y="7675395"/>
              <a:ext cx="410453" cy="410453"/>
              <a:chOff x="1919108" y="7675395"/>
              <a:chExt cx="410453" cy="410453"/>
            </a:xfrm>
          </p:grpSpPr>
          <p:sp>
            <p:nvSpPr>
              <p:cNvPr id="384" name="椭圆 383">
                <a:extLst>
                  <a:ext uri="{FF2B5EF4-FFF2-40B4-BE49-F238E27FC236}">
                    <a16:creationId xmlns:a16="http://schemas.microsoft.com/office/drawing/2014/main" id="{AEEAC644-CB00-4A2B-BC21-AB13EA0F8C4F}"/>
                  </a:ext>
                </a:extLst>
              </p:cNvPr>
              <p:cNvSpPr/>
              <p:nvPr/>
            </p:nvSpPr>
            <p:spPr>
              <a:xfrm>
                <a:off x="1919108" y="7675395"/>
                <a:ext cx="410453" cy="410453"/>
              </a:xfrm>
              <a:prstGeom prst="ellipse">
                <a:avLst/>
              </a:prstGeom>
              <a:noFill/>
              <a:ln w="254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85" name="直接连接符 384">
                <a:extLst>
                  <a:ext uri="{FF2B5EF4-FFF2-40B4-BE49-F238E27FC236}">
                    <a16:creationId xmlns:a16="http://schemas.microsoft.com/office/drawing/2014/main" id="{9385D5E3-8725-4D11-B432-ADD8EDCD7565}"/>
                  </a:ext>
                </a:extLst>
              </p:cNvPr>
              <p:cNvCxnSpPr>
                <a:cxnSpLocks/>
                <a:stCxn id="384" idx="6"/>
                <a:endCxn id="384" idx="2"/>
              </p:cNvCxnSpPr>
              <p:nvPr/>
            </p:nvCxnSpPr>
            <p:spPr>
              <a:xfrm flipH="1">
                <a:off x="1919108" y="7880622"/>
                <a:ext cx="410453" cy="0"/>
              </a:xfrm>
              <a:prstGeom prst="line">
                <a:avLst/>
              </a:prstGeom>
              <a:ln w="2540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6" name="直接连接符 385">
                <a:extLst>
                  <a:ext uri="{FF2B5EF4-FFF2-40B4-BE49-F238E27FC236}">
                    <a16:creationId xmlns:a16="http://schemas.microsoft.com/office/drawing/2014/main" id="{BD797567-C668-4E1E-8CC7-BDA6809DCE5D}"/>
                  </a:ext>
                </a:extLst>
              </p:cNvPr>
              <p:cNvCxnSpPr>
                <a:cxnSpLocks/>
                <a:stCxn id="384" idx="4"/>
                <a:endCxn id="384" idx="0"/>
              </p:cNvCxnSpPr>
              <p:nvPr/>
            </p:nvCxnSpPr>
            <p:spPr>
              <a:xfrm flipV="1">
                <a:off x="2124335" y="7675395"/>
                <a:ext cx="0" cy="410453"/>
              </a:xfrm>
              <a:prstGeom prst="line">
                <a:avLst/>
              </a:prstGeom>
              <a:ln w="2540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CA56899C-5EBF-42E3-B825-C0F7A35E620F}"/>
                </a:ext>
              </a:extLst>
            </p:cNvPr>
            <p:cNvGrpSpPr/>
            <p:nvPr/>
          </p:nvGrpSpPr>
          <p:grpSpPr>
            <a:xfrm>
              <a:off x="2841531" y="7682347"/>
              <a:ext cx="410453" cy="410453"/>
              <a:chOff x="3146544" y="7682347"/>
              <a:chExt cx="410453" cy="410453"/>
            </a:xfrm>
          </p:grpSpPr>
          <p:sp>
            <p:nvSpPr>
              <p:cNvPr id="387" name="椭圆 386">
                <a:extLst>
                  <a:ext uri="{FF2B5EF4-FFF2-40B4-BE49-F238E27FC236}">
                    <a16:creationId xmlns:a16="http://schemas.microsoft.com/office/drawing/2014/main" id="{D21363C7-C82F-4F5A-964B-A9C6B952A59F}"/>
                  </a:ext>
                </a:extLst>
              </p:cNvPr>
              <p:cNvSpPr/>
              <p:nvPr/>
            </p:nvSpPr>
            <p:spPr>
              <a:xfrm>
                <a:off x="3146544" y="7682347"/>
                <a:ext cx="410453" cy="410453"/>
              </a:xfrm>
              <a:prstGeom prst="ellipse">
                <a:avLst/>
              </a:prstGeom>
              <a:noFill/>
              <a:ln w="254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88" name="直接连接符 387">
                <a:extLst>
                  <a:ext uri="{FF2B5EF4-FFF2-40B4-BE49-F238E27FC236}">
                    <a16:creationId xmlns:a16="http://schemas.microsoft.com/office/drawing/2014/main" id="{1DACE385-38E8-4A05-8A24-6A2D76E7BA2A}"/>
                  </a:ext>
                </a:extLst>
              </p:cNvPr>
              <p:cNvCxnSpPr>
                <a:cxnSpLocks/>
                <a:stCxn id="387" idx="6"/>
                <a:endCxn id="387" idx="2"/>
              </p:cNvCxnSpPr>
              <p:nvPr/>
            </p:nvCxnSpPr>
            <p:spPr>
              <a:xfrm flipH="1">
                <a:off x="3146544" y="7887574"/>
                <a:ext cx="410453" cy="0"/>
              </a:xfrm>
              <a:prstGeom prst="line">
                <a:avLst/>
              </a:prstGeom>
              <a:ln w="2540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" name="直接连接符 388">
                <a:extLst>
                  <a:ext uri="{FF2B5EF4-FFF2-40B4-BE49-F238E27FC236}">
                    <a16:creationId xmlns:a16="http://schemas.microsoft.com/office/drawing/2014/main" id="{50A67AC2-4464-4FDF-B091-50E873319E6F}"/>
                  </a:ext>
                </a:extLst>
              </p:cNvPr>
              <p:cNvCxnSpPr>
                <a:cxnSpLocks/>
                <a:stCxn id="387" idx="4"/>
                <a:endCxn id="387" idx="0"/>
              </p:cNvCxnSpPr>
              <p:nvPr/>
            </p:nvCxnSpPr>
            <p:spPr>
              <a:xfrm flipV="1">
                <a:off x="3351771" y="7682347"/>
                <a:ext cx="0" cy="410453"/>
              </a:xfrm>
              <a:prstGeom prst="line">
                <a:avLst/>
              </a:prstGeom>
              <a:ln w="2540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0463B3B6-41F3-4A19-9904-E3234B0520A9}"/>
                </a:ext>
              </a:extLst>
            </p:cNvPr>
            <p:cNvGrpSpPr/>
            <p:nvPr/>
          </p:nvGrpSpPr>
          <p:grpSpPr>
            <a:xfrm>
              <a:off x="4686378" y="7682347"/>
              <a:ext cx="410453" cy="410453"/>
              <a:chOff x="4373981" y="7682347"/>
              <a:chExt cx="410453" cy="410453"/>
            </a:xfrm>
          </p:grpSpPr>
          <p:sp>
            <p:nvSpPr>
              <p:cNvPr id="390" name="椭圆 389">
                <a:extLst>
                  <a:ext uri="{FF2B5EF4-FFF2-40B4-BE49-F238E27FC236}">
                    <a16:creationId xmlns:a16="http://schemas.microsoft.com/office/drawing/2014/main" id="{FF5A7D6A-30DE-4F26-AE95-E03A678D8EBA}"/>
                  </a:ext>
                </a:extLst>
              </p:cNvPr>
              <p:cNvSpPr/>
              <p:nvPr/>
            </p:nvSpPr>
            <p:spPr>
              <a:xfrm>
                <a:off x="4373981" y="7682347"/>
                <a:ext cx="410453" cy="410453"/>
              </a:xfrm>
              <a:prstGeom prst="ellipse">
                <a:avLst/>
              </a:prstGeom>
              <a:noFill/>
              <a:ln w="254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91" name="直接连接符 390">
                <a:extLst>
                  <a:ext uri="{FF2B5EF4-FFF2-40B4-BE49-F238E27FC236}">
                    <a16:creationId xmlns:a16="http://schemas.microsoft.com/office/drawing/2014/main" id="{9F9592B2-754B-42DA-85B8-BF1CA6DB626F}"/>
                  </a:ext>
                </a:extLst>
              </p:cNvPr>
              <p:cNvCxnSpPr>
                <a:cxnSpLocks/>
                <a:stCxn id="390" idx="6"/>
                <a:endCxn id="390" idx="2"/>
              </p:cNvCxnSpPr>
              <p:nvPr/>
            </p:nvCxnSpPr>
            <p:spPr>
              <a:xfrm flipH="1">
                <a:off x="4373981" y="7887574"/>
                <a:ext cx="410453" cy="0"/>
              </a:xfrm>
              <a:prstGeom prst="line">
                <a:avLst/>
              </a:prstGeom>
              <a:ln w="2540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2" name="直接连接符 391">
                <a:extLst>
                  <a:ext uri="{FF2B5EF4-FFF2-40B4-BE49-F238E27FC236}">
                    <a16:creationId xmlns:a16="http://schemas.microsoft.com/office/drawing/2014/main" id="{6121B975-FEC4-47F5-8078-DFEDACE1CFA5}"/>
                  </a:ext>
                </a:extLst>
              </p:cNvPr>
              <p:cNvCxnSpPr>
                <a:cxnSpLocks/>
                <a:stCxn id="390" idx="4"/>
                <a:endCxn id="390" idx="0"/>
              </p:cNvCxnSpPr>
              <p:nvPr/>
            </p:nvCxnSpPr>
            <p:spPr>
              <a:xfrm flipV="1">
                <a:off x="4579208" y="7682347"/>
                <a:ext cx="0" cy="410453"/>
              </a:xfrm>
              <a:prstGeom prst="line">
                <a:avLst/>
              </a:prstGeom>
              <a:ln w="2540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C1573F5D-7296-4D26-A0AD-06DB530EB683}"/>
                </a:ext>
              </a:extLst>
            </p:cNvPr>
            <p:cNvGrpSpPr/>
            <p:nvPr/>
          </p:nvGrpSpPr>
          <p:grpSpPr>
            <a:xfrm>
              <a:off x="5608802" y="7686387"/>
              <a:ext cx="410453" cy="410453"/>
              <a:chOff x="5608802" y="7686387"/>
              <a:chExt cx="410453" cy="410453"/>
            </a:xfrm>
          </p:grpSpPr>
          <p:sp>
            <p:nvSpPr>
              <p:cNvPr id="393" name="椭圆 392">
                <a:extLst>
                  <a:ext uri="{FF2B5EF4-FFF2-40B4-BE49-F238E27FC236}">
                    <a16:creationId xmlns:a16="http://schemas.microsoft.com/office/drawing/2014/main" id="{DA0AA85A-EB60-487F-90E2-A667698BA495}"/>
                  </a:ext>
                </a:extLst>
              </p:cNvPr>
              <p:cNvSpPr/>
              <p:nvPr/>
            </p:nvSpPr>
            <p:spPr>
              <a:xfrm>
                <a:off x="5608802" y="7686387"/>
                <a:ext cx="410453" cy="410453"/>
              </a:xfrm>
              <a:prstGeom prst="ellipse">
                <a:avLst/>
              </a:prstGeom>
              <a:noFill/>
              <a:ln w="254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94" name="直接连接符 393">
                <a:extLst>
                  <a:ext uri="{FF2B5EF4-FFF2-40B4-BE49-F238E27FC236}">
                    <a16:creationId xmlns:a16="http://schemas.microsoft.com/office/drawing/2014/main" id="{99E7A723-A493-4202-B2C1-A244CBA4FFC4}"/>
                  </a:ext>
                </a:extLst>
              </p:cNvPr>
              <p:cNvCxnSpPr>
                <a:cxnSpLocks/>
                <a:stCxn id="393" idx="6"/>
                <a:endCxn id="393" idx="2"/>
              </p:cNvCxnSpPr>
              <p:nvPr/>
            </p:nvCxnSpPr>
            <p:spPr>
              <a:xfrm flipH="1">
                <a:off x="5608802" y="7891614"/>
                <a:ext cx="410453" cy="0"/>
              </a:xfrm>
              <a:prstGeom prst="line">
                <a:avLst/>
              </a:prstGeom>
              <a:ln w="2540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5" name="直接连接符 394">
                <a:extLst>
                  <a:ext uri="{FF2B5EF4-FFF2-40B4-BE49-F238E27FC236}">
                    <a16:creationId xmlns:a16="http://schemas.microsoft.com/office/drawing/2014/main" id="{61E268E8-352D-4085-AA9B-8DAA92C6AA2C}"/>
                  </a:ext>
                </a:extLst>
              </p:cNvPr>
              <p:cNvCxnSpPr>
                <a:cxnSpLocks/>
                <a:stCxn id="393" idx="4"/>
                <a:endCxn id="393" idx="0"/>
              </p:cNvCxnSpPr>
              <p:nvPr/>
            </p:nvCxnSpPr>
            <p:spPr>
              <a:xfrm flipV="1">
                <a:off x="5814029" y="7686387"/>
                <a:ext cx="0" cy="410453"/>
              </a:xfrm>
              <a:prstGeom prst="line">
                <a:avLst/>
              </a:prstGeom>
              <a:ln w="2540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2" name="矩形 161">
              <a:extLst>
                <a:ext uri="{FF2B5EF4-FFF2-40B4-BE49-F238E27FC236}">
                  <a16:creationId xmlns:a16="http://schemas.microsoft.com/office/drawing/2014/main" id="{39ED53ED-2838-4894-A4E1-2135B18A5AB5}"/>
                </a:ext>
              </a:extLst>
            </p:cNvPr>
            <p:cNvSpPr/>
            <p:nvPr/>
          </p:nvSpPr>
          <p:spPr>
            <a:xfrm>
              <a:off x="3909668" y="1433359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3" name="矩形 162">
              <a:extLst>
                <a:ext uri="{FF2B5EF4-FFF2-40B4-BE49-F238E27FC236}">
                  <a16:creationId xmlns:a16="http://schemas.microsoft.com/office/drawing/2014/main" id="{01161DC2-A69C-46D5-961A-D1C4BEA68B98}"/>
                </a:ext>
              </a:extLst>
            </p:cNvPr>
            <p:cNvSpPr/>
            <p:nvPr/>
          </p:nvSpPr>
          <p:spPr>
            <a:xfrm>
              <a:off x="3909668" y="2280728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5" name="矩形 164">
              <a:extLst>
                <a:ext uri="{FF2B5EF4-FFF2-40B4-BE49-F238E27FC236}">
                  <a16:creationId xmlns:a16="http://schemas.microsoft.com/office/drawing/2014/main" id="{C395BA22-B92B-41EF-8B6E-4A95E1C3DC01}"/>
                </a:ext>
              </a:extLst>
            </p:cNvPr>
            <p:cNvSpPr/>
            <p:nvPr/>
          </p:nvSpPr>
          <p:spPr>
            <a:xfrm>
              <a:off x="3909668" y="2919980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6" name="矩形 165">
              <a:extLst>
                <a:ext uri="{FF2B5EF4-FFF2-40B4-BE49-F238E27FC236}">
                  <a16:creationId xmlns:a16="http://schemas.microsoft.com/office/drawing/2014/main" id="{5C8ED9CC-B59A-42F0-9940-01FC9F6F8A09}"/>
                </a:ext>
              </a:extLst>
            </p:cNvPr>
            <p:cNvSpPr/>
            <p:nvPr/>
          </p:nvSpPr>
          <p:spPr>
            <a:xfrm>
              <a:off x="3909668" y="3767349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8" name="矩形 167">
              <a:extLst>
                <a:ext uri="{FF2B5EF4-FFF2-40B4-BE49-F238E27FC236}">
                  <a16:creationId xmlns:a16="http://schemas.microsoft.com/office/drawing/2014/main" id="{879BCA7A-99C0-47C9-85DC-3285B34313F4}"/>
                </a:ext>
              </a:extLst>
            </p:cNvPr>
            <p:cNvSpPr/>
            <p:nvPr/>
          </p:nvSpPr>
          <p:spPr>
            <a:xfrm>
              <a:off x="3909668" y="4387685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9" name="矩形 168">
              <a:extLst>
                <a:ext uri="{FF2B5EF4-FFF2-40B4-BE49-F238E27FC236}">
                  <a16:creationId xmlns:a16="http://schemas.microsoft.com/office/drawing/2014/main" id="{68CDCECD-C804-4F34-98D9-E6E2FC6B65A8}"/>
                </a:ext>
              </a:extLst>
            </p:cNvPr>
            <p:cNvSpPr/>
            <p:nvPr/>
          </p:nvSpPr>
          <p:spPr>
            <a:xfrm>
              <a:off x="3909668" y="5228629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1" name="矩形 170">
              <a:extLst>
                <a:ext uri="{FF2B5EF4-FFF2-40B4-BE49-F238E27FC236}">
                  <a16:creationId xmlns:a16="http://schemas.microsoft.com/office/drawing/2014/main" id="{DB2B9DB6-F4DE-4E29-A4BC-A0F17C13735E}"/>
                </a:ext>
              </a:extLst>
            </p:cNvPr>
            <p:cNvSpPr/>
            <p:nvPr/>
          </p:nvSpPr>
          <p:spPr>
            <a:xfrm>
              <a:off x="3909668" y="5853230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2" name="矩形 171">
              <a:extLst>
                <a:ext uri="{FF2B5EF4-FFF2-40B4-BE49-F238E27FC236}">
                  <a16:creationId xmlns:a16="http://schemas.microsoft.com/office/drawing/2014/main" id="{B9DDE8A6-CB7A-49DD-95CA-C8488F92921A}"/>
                </a:ext>
              </a:extLst>
            </p:cNvPr>
            <p:cNvSpPr/>
            <p:nvPr/>
          </p:nvSpPr>
          <p:spPr>
            <a:xfrm>
              <a:off x="3909668" y="6700599"/>
              <a:ext cx="115568" cy="149295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74" name="直接箭头连接符 173">
              <a:extLst>
                <a:ext uri="{FF2B5EF4-FFF2-40B4-BE49-F238E27FC236}">
                  <a16:creationId xmlns:a16="http://schemas.microsoft.com/office/drawing/2014/main" id="{32DFF061-D4EB-4D85-97A5-E9F0134AEF7D}"/>
                </a:ext>
              </a:extLst>
            </p:cNvPr>
            <p:cNvCxnSpPr>
              <a:cxnSpLocks/>
              <a:stCxn id="163" idx="2"/>
              <a:endCxn id="165" idx="0"/>
            </p:cNvCxnSpPr>
            <p:nvPr/>
          </p:nvCxnSpPr>
          <p:spPr>
            <a:xfrm>
              <a:off x="3967452" y="2430023"/>
              <a:ext cx="0" cy="4899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直接箭头连接符 174">
              <a:extLst>
                <a:ext uri="{FF2B5EF4-FFF2-40B4-BE49-F238E27FC236}">
                  <a16:creationId xmlns:a16="http://schemas.microsoft.com/office/drawing/2014/main" id="{66CA4A40-9B62-4C13-9E95-49EAABAC97F3}"/>
                </a:ext>
              </a:extLst>
            </p:cNvPr>
            <p:cNvCxnSpPr>
              <a:cxnSpLocks/>
              <a:stCxn id="166" idx="2"/>
              <a:endCxn id="168" idx="0"/>
            </p:cNvCxnSpPr>
            <p:nvPr/>
          </p:nvCxnSpPr>
          <p:spPr>
            <a:xfrm>
              <a:off x="3967452" y="3916644"/>
              <a:ext cx="0" cy="47104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接箭头连接符 176">
              <a:extLst>
                <a:ext uri="{FF2B5EF4-FFF2-40B4-BE49-F238E27FC236}">
                  <a16:creationId xmlns:a16="http://schemas.microsoft.com/office/drawing/2014/main" id="{6D004084-9D7A-4DD6-8866-9525D9821A10}"/>
                </a:ext>
              </a:extLst>
            </p:cNvPr>
            <p:cNvCxnSpPr>
              <a:cxnSpLocks/>
              <a:stCxn id="169" idx="2"/>
              <a:endCxn id="171" idx="0"/>
            </p:cNvCxnSpPr>
            <p:nvPr/>
          </p:nvCxnSpPr>
          <p:spPr>
            <a:xfrm>
              <a:off x="3967452" y="5377924"/>
              <a:ext cx="0" cy="47530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连接符: 肘形 177">
              <a:extLst>
                <a:ext uri="{FF2B5EF4-FFF2-40B4-BE49-F238E27FC236}">
                  <a16:creationId xmlns:a16="http://schemas.microsoft.com/office/drawing/2014/main" id="{41C64C9E-B854-4DAC-BD6B-BF5CA22AA8F8}"/>
                </a:ext>
              </a:extLst>
            </p:cNvPr>
            <p:cNvCxnSpPr>
              <a:cxnSpLocks/>
              <a:stCxn id="107" idx="2"/>
              <a:endCxn id="162" idx="0"/>
            </p:cNvCxnSpPr>
            <p:nvPr/>
          </p:nvCxnSpPr>
          <p:spPr>
            <a:xfrm rot="5400000">
              <a:off x="3470430" y="856866"/>
              <a:ext cx="1073516" cy="79471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" name="文本框 180">
                  <a:extLst>
                    <a:ext uri="{FF2B5EF4-FFF2-40B4-BE49-F238E27FC236}">
                      <a16:creationId xmlns:a16="http://schemas.microsoft.com/office/drawing/2014/main" id="{BFF650B2-D5C4-421A-B257-CE599B8870AA}"/>
                    </a:ext>
                  </a:extLst>
                </p:cNvPr>
                <p:cNvSpPr txBox="1"/>
                <p:nvPr/>
              </p:nvSpPr>
              <p:spPr>
                <a:xfrm>
                  <a:off x="5891794" y="977258"/>
                  <a:ext cx="22415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𝐸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81" name="文本框 180">
                  <a:extLst>
                    <a:ext uri="{FF2B5EF4-FFF2-40B4-BE49-F238E27FC236}">
                      <a16:creationId xmlns:a16="http://schemas.microsoft.com/office/drawing/2014/main" id="{BFF650B2-D5C4-421A-B257-CE599B8870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91794" y="977258"/>
                  <a:ext cx="224152" cy="370294"/>
                </a:xfrm>
                <a:prstGeom prst="rect">
                  <a:avLst/>
                </a:prstGeom>
                <a:blipFill>
                  <a:blip r:embed="rId17"/>
                  <a:stretch>
                    <a:fillRect l="-38889" r="-27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文本框 182">
                  <a:extLst>
                    <a:ext uri="{FF2B5EF4-FFF2-40B4-BE49-F238E27FC236}">
                      <a16:creationId xmlns:a16="http://schemas.microsoft.com/office/drawing/2014/main" id="{F055BED4-08B4-4E94-A714-88E2853BEA9E}"/>
                    </a:ext>
                  </a:extLst>
                </p:cNvPr>
                <p:cNvSpPr txBox="1"/>
                <p:nvPr/>
              </p:nvSpPr>
              <p:spPr>
                <a:xfrm>
                  <a:off x="2214038" y="2454714"/>
                  <a:ext cx="22415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𝐴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83" name="文本框 182">
                  <a:extLst>
                    <a:ext uri="{FF2B5EF4-FFF2-40B4-BE49-F238E27FC236}">
                      <a16:creationId xmlns:a16="http://schemas.microsoft.com/office/drawing/2014/main" id="{F055BED4-08B4-4E94-A714-88E2853BEA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4038" y="2454714"/>
                  <a:ext cx="224152" cy="370294"/>
                </a:xfrm>
                <a:prstGeom prst="rect">
                  <a:avLst/>
                </a:prstGeom>
                <a:blipFill>
                  <a:blip r:embed="rId18"/>
                  <a:stretch>
                    <a:fillRect l="-35135" r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" name="文本框 183">
                  <a:extLst>
                    <a:ext uri="{FF2B5EF4-FFF2-40B4-BE49-F238E27FC236}">
                      <a16:creationId xmlns:a16="http://schemas.microsoft.com/office/drawing/2014/main" id="{5DBD43A5-DF1C-4B77-9489-B429F899DC29}"/>
                    </a:ext>
                  </a:extLst>
                </p:cNvPr>
                <p:cNvSpPr txBox="1"/>
                <p:nvPr/>
              </p:nvSpPr>
              <p:spPr>
                <a:xfrm>
                  <a:off x="3128490" y="2454714"/>
                  <a:ext cx="22415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𝐵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84" name="文本框 183">
                  <a:extLst>
                    <a:ext uri="{FF2B5EF4-FFF2-40B4-BE49-F238E27FC236}">
                      <a16:creationId xmlns:a16="http://schemas.microsoft.com/office/drawing/2014/main" id="{5DBD43A5-DF1C-4B77-9489-B429F899DC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8490" y="2454714"/>
                  <a:ext cx="224152" cy="370294"/>
                </a:xfrm>
                <a:prstGeom prst="rect">
                  <a:avLst/>
                </a:prstGeom>
                <a:blipFill>
                  <a:blip r:embed="rId19"/>
                  <a:stretch>
                    <a:fillRect l="-35135" r="-54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6" name="文本框 185">
                  <a:extLst>
                    <a:ext uri="{FF2B5EF4-FFF2-40B4-BE49-F238E27FC236}">
                      <a16:creationId xmlns:a16="http://schemas.microsoft.com/office/drawing/2014/main" id="{91AA37E8-EA21-4650-A229-F162B4950E1B}"/>
                    </a:ext>
                  </a:extLst>
                </p:cNvPr>
                <p:cNvSpPr txBox="1"/>
                <p:nvPr/>
              </p:nvSpPr>
              <p:spPr>
                <a:xfrm>
                  <a:off x="4042942" y="2454714"/>
                  <a:ext cx="22415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𝐶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86" name="文本框 185">
                  <a:extLst>
                    <a:ext uri="{FF2B5EF4-FFF2-40B4-BE49-F238E27FC236}">
                      <a16:creationId xmlns:a16="http://schemas.microsoft.com/office/drawing/2014/main" id="{91AA37E8-EA21-4650-A229-F162B4950E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2942" y="2454714"/>
                  <a:ext cx="224152" cy="370294"/>
                </a:xfrm>
                <a:prstGeom prst="rect">
                  <a:avLst/>
                </a:prstGeom>
                <a:blipFill>
                  <a:blip r:embed="rId20"/>
                  <a:stretch>
                    <a:fillRect l="-3513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7" name="文本框 186">
                  <a:extLst>
                    <a:ext uri="{FF2B5EF4-FFF2-40B4-BE49-F238E27FC236}">
                      <a16:creationId xmlns:a16="http://schemas.microsoft.com/office/drawing/2014/main" id="{40228726-4BB6-4DDF-998D-6DA066B52223}"/>
                    </a:ext>
                  </a:extLst>
                </p:cNvPr>
                <p:cNvSpPr txBox="1"/>
                <p:nvPr/>
              </p:nvSpPr>
              <p:spPr>
                <a:xfrm>
                  <a:off x="4957394" y="2454714"/>
                  <a:ext cx="22415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𝐷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87" name="文本框 186">
                  <a:extLst>
                    <a:ext uri="{FF2B5EF4-FFF2-40B4-BE49-F238E27FC236}">
                      <a16:creationId xmlns:a16="http://schemas.microsoft.com/office/drawing/2014/main" id="{40228726-4BB6-4DDF-998D-6DA066B522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57394" y="2454714"/>
                  <a:ext cx="224152" cy="370294"/>
                </a:xfrm>
                <a:prstGeom prst="rect">
                  <a:avLst/>
                </a:prstGeom>
                <a:blipFill>
                  <a:blip r:embed="rId21"/>
                  <a:stretch>
                    <a:fillRect l="-37838" r="-54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" name="文本框 188">
                  <a:extLst>
                    <a:ext uri="{FF2B5EF4-FFF2-40B4-BE49-F238E27FC236}">
                      <a16:creationId xmlns:a16="http://schemas.microsoft.com/office/drawing/2014/main" id="{C6DFAE1E-A7A6-49CF-B72B-98C50A3BAC6E}"/>
                    </a:ext>
                  </a:extLst>
                </p:cNvPr>
                <p:cNvSpPr txBox="1"/>
                <p:nvPr/>
              </p:nvSpPr>
              <p:spPr>
                <a:xfrm>
                  <a:off x="5871848" y="2454714"/>
                  <a:ext cx="22415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𝐸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89" name="文本框 188">
                  <a:extLst>
                    <a:ext uri="{FF2B5EF4-FFF2-40B4-BE49-F238E27FC236}">
                      <a16:creationId xmlns:a16="http://schemas.microsoft.com/office/drawing/2014/main" id="{C6DFAE1E-A7A6-49CF-B72B-98C50A3BAC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71848" y="2454714"/>
                  <a:ext cx="224152" cy="370294"/>
                </a:xfrm>
                <a:prstGeom prst="rect">
                  <a:avLst/>
                </a:prstGeom>
                <a:blipFill>
                  <a:blip r:embed="rId22"/>
                  <a:stretch>
                    <a:fillRect l="-35135" r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0" name="文本框 189">
                  <a:extLst>
                    <a:ext uri="{FF2B5EF4-FFF2-40B4-BE49-F238E27FC236}">
                      <a16:creationId xmlns:a16="http://schemas.microsoft.com/office/drawing/2014/main" id="{D4E56B68-AEB7-4D7E-8EE3-CF0C9107ECDF}"/>
                    </a:ext>
                  </a:extLst>
                </p:cNvPr>
                <p:cNvSpPr txBox="1"/>
                <p:nvPr/>
              </p:nvSpPr>
              <p:spPr>
                <a:xfrm>
                  <a:off x="2233447" y="3930890"/>
                  <a:ext cx="22415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𝐴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90" name="文本框 189">
                  <a:extLst>
                    <a:ext uri="{FF2B5EF4-FFF2-40B4-BE49-F238E27FC236}">
                      <a16:creationId xmlns:a16="http://schemas.microsoft.com/office/drawing/2014/main" id="{D4E56B68-AEB7-4D7E-8EE3-CF0C9107EC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3447" y="3930890"/>
                  <a:ext cx="224152" cy="370294"/>
                </a:xfrm>
                <a:prstGeom prst="rect">
                  <a:avLst/>
                </a:prstGeom>
                <a:blipFill>
                  <a:blip r:embed="rId23"/>
                  <a:stretch>
                    <a:fillRect l="-32432" r="-54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2" name="文本框 191">
                  <a:extLst>
                    <a:ext uri="{FF2B5EF4-FFF2-40B4-BE49-F238E27FC236}">
                      <a16:creationId xmlns:a16="http://schemas.microsoft.com/office/drawing/2014/main" id="{DE069D2E-89A2-471A-9BF8-B34B5F56FD4F}"/>
                    </a:ext>
                  </a:extLst>
                </p:cNvPr>
                <p:cNvSpPr txBox="1"/>
                <p:nvPr/>
              </p:nvSpPr>
              <p:spPr>
                <a:xfrm>
                  <a:off x="3147899" y="3930890"/>
                  <a:ext cx="22415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𝐵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92" name="文本框 191">
                  <a:extLst>
                    <a:ext uri="{FF2B5EF4-FFF2-40B4-BE49-F238E27FC236}">
                      <a16:creationId xmlns:a16="http://schemas.microsoft.com/office/drawing/2014/main" id="{DE069D2E-89A2-471A-9BF8-B34B5F56FD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7899" y="3930890"/>
                  <a:ext cx="224152" cy="370294"/>
                </a:xfrm>
                <a:prstGeom prst="rect">
                  <a:avLst/>
                </a:prstGeom>
                <a:blipFill>
                  <a:blip r:embed="rId24"/>
                  <a:stretch>
                    <a:fillRect l="-35135" r="-54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3" name="文本框 192">
                  <a:extLst>
                    <a:ext uri="{FF2B5EF4-FFF2-40B4-BE49-F238E27FC236}">
                      <a16:creationId xmlns:a16="http://schemas.microsoft.com/office/drawing/2014/main" id="{E582948C-47C2-49CE-963B-A4EA644CC4A6}"/>
                    </a:ext>
                  </a:extLst>
                </p:cNvPr>
                <p:cNvSpPr txBox="1"/>
                <p:nvPr/>
              </p:nvSpPr>
              <p:spPr>
                <a:xfrm>
                  <a:off x="4062351" y="3930890"/>
                  <a:ext cx="22415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𝐶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93" name="文本框 192">
                  <a:extLst>
                    <a:ext uri="{FF2B5EF4-FFF2-40B4-BE49-F238E27FC236}">
                      <a16:creationId xmlns:a16="http://schemas.microsoft.com/office/drawing/2014/main" id="{E582948C-47C2-49CE-963B-A4EA644CC4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62351" y="3930890"/>
                  <a:ext cx="224152" cy="370294"/>
                </a:xfrm>
                <a:prstGeom prst="rect">
                  <a:avLst/>
                </a:prstGeom>
                <a:blipFill>
                  <a:blip r:embed="rId25"/>
                  <a:stretch>
                    <a:fillRect l="-32432" r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" name="文本框 205">
                  <a:extLst>
                    <a:ext uri="{FF2B5EF4-FFF2-40B4-BE49-F238E27FC236}">
                      <a16:creationId xmlns:a16="http://schemas.microsoft.com/office/drawing/2014/main" id="{9E798F61-61F0-4E06-8240-D4B44E588E13}"/>
                    </a:ext>
                  </a:extLst>
                </p:cNvPr>
                <p:cNvSpPr txBox="1"/>
                <p:nvPr/>
              </p:nvSpPr>
              <p:spPr>
                <a:xfrm>
                  <a:off x="4976803" y="3930890"/>
                  <a:ext cx="22415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𝐷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06" name="文本框 205">
                  <a:extLst>
                    <a:ext uri="{FF2B5EF4-FFF2-40B4-BE49-F238E27FC236}">
                      <a16:creationId xmlns:a16="http://schemas.microsoft.com/office/drawing/2014/main" id="{9E798F61-61F0-4E06-8240-D4B44E588E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6803" y="3930890"/>
                  <a:ext cx="224152" cy="370294"/>
                </a:xfrm>
                <a:prstGeom prst="rect">
                  <a:avLst/>
                </a:prstGeom>
                <a:blipFill>
                  <a:blip r:embed="rId26"/>
                  <a:stretch>
                    <a:fillRect l="-37838" r="-54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" name="文本框 206">
                  <a:extLst>
                    <a:ext uri="{FF2B5EF4-FFF2-40B4-BE49-F238E27FC236}">
                      <a16:creationId xmlns:a16="http://schemas.microsoft.com/office/drawing/2014/main" id="{83387DA2-A703-4BA6-BF05-2AD917CE3F2B}"/>
                    </a:ext>
                  </a:extLst>
                </p:cNvPr>
                <p:cNvSpPr txBox="1"/>
                <p:nvPr/>
              </p:nvSpPr>
              <p:spPr>
                <a:xfrm>
                  <a:off x="5891257" y="3930890"/>
                  <a:ext cx="22415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𝐸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07" name="文本框 206">
                  <a:extLst>
                    <a:ext uri="{FF2B5EF4-FFF2-40B4-BE49-F238E27FC236}">
                      <a16:creationId xmlns:a16="http://schemas.microsoft.com/office/drawing/2014/main" id="{83387DA2-A703-4BA6-BF05-2AD917CE3F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91257" y="3930890"/>
                  <a:ext cx="224152" cy="370294"/>
                </a:xfrm>
                <a:prstGeom prst="rect">
                  <a:avLst/>
                </a:prstGeom>
                <a:blipFill>
                  <a:blip r:embed="rId27"/>
                  <a:stretch>
                    <a:fillRect l="-35135" r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文本框 207">
                  <a:extLst>
                    <a:ext uri="{FF2B5EF4-FFF2-40B4-BE49-F238E27FC236}">
                      <a16:creationId xmlns:a16="http://schemas.microsoft.com/office/drawing/2014/main" id="{CF49455C-D4FA-4D2E-96F9-F2F144075619}"/>
                    </a:ext>
                  </a:extLst>
                </p:cNvPr>
                <p:cNvSpPr txBox="1"/>
                <p:nvPr/>
              </p:nvSpPr>
              <p:spPr>
                <a:xfrm>
                  <a:off x="2212443" y="5385820"/>
                  <a:ext cx="22415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𝐴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08" name="文本框 207">
                  <a:extLst>
                    <a:ext uri="{FF2B5EF4-FFF2-40B4-BE49-F238E27FC236}">
                      <a16:creationId xmlns:a16="http://schemas.microsoft.com/office/drawing/2014/main" id="{CF49455C-D4FA-4D2E-96F9-F2F1440756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2443" y="5385820"/>
                  <a:ext cx="224152" cy="370294"/>
                </a:xfrm>
                <a:prstGeom prst="rect">
                  <a:avLst/>
                </a:prstGeom>
                <a:blipFill>
                  <a:blip r:embed="rId28"/>
                  <a:stretch>
                    <a:fillRect l="-35135" r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9" name="文本框 208">
                  <a:extLst>
                    <a:ext uri="{FF2B5EF4-FFF2-40B4-BE49-F238E27FC236}">
                      <a16:creationId xmlns:a16="http://schemas.microsoft.com/office/drawing/2014/main" id="{D523F320-6412-48BB-99BD-DABBF1805568}"/>
                    </a:ext>
                  </a:extLst>
                </p:cNvPr>
                <p:cNvSpPr txBox="1"/>
                <p:nvPr/>
              </p:nvSpPr>
              <p:spPr>
                <a:xfrm>
                  <a:off x="3126895" y="5385820"/>
                  <a:ext cx="22415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𝐵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09" name="文本框 208">
                  <a:extLst>
                    <a:ext uri="{FF2B5EF4-FFF2-40B4-BE49-F238E27FC236}">
                      <a16:creationId xmlns:a16="http://schemas.microsoft.com/office/drawing/2014/main" id="{D523F320-6412-48BB-99BD-DABBF18055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6895" y="5385820"/>
                  <a:ext cx="224152" cy="370294"/>
                </a:xfrm>
                <a:prstGeom prst="rect">
                  <a:avLst/>
                </a:prstGeom>
                <a:blipFill>
                  <a:blip r:embed="rId29"/>
                  <a:stretch>
                    <a:fillRect l="-37838" r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0" name="文本框 209">
                  <a:extLst>
                    <a:ext uri="{FF2B5EF4-FFF2-40B4-BE49-F238E27FC236}">
                      <a16:creationId xmlns:a16="http://schemas.microsoft.com/office/drawing/2014/main" id="{1CB66D11-479F-458F-8D9F-BBF80A60C6F4}"/>
                    </a:ext>
                  </a:extLst>
                </p:cNvPr>
                <p:cNvSpPr txBox="1"/>
                <p:nvPr/>
              </p:nvSpPr>
              <p:spPr>
                <a:xfrm>
                  <a:off x="4041347" y="5385820"/>
                  <a:ext cx="22415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𝐶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10" name="文本框 209">
                  <a:extLst>
                    <a:ext uri="{FF2B5EF4-FFF2-40B4-BE49-F238E27FC236}">
                      <a16:creationId xmlns:a16="http://schemas.microsoft.com/office/drawing/2014/main" id="{1CB66D11-479F-458F-8D9F-BBF80A60C6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1347" y="5385820"/>
                  <a:ext cx="224152" cy="370294"/>
                </a:xfrm>
                <a:prstGeom prst="rect">
                  <a:avLst/>
                </a:prstGeom>
                <a:blipFill>
                  <a:blip r:embed="rId30"/>
                  <a:stretch>
                    <a:fillRect l="-3513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1" name="文本框 210">
                  <a:extLst>
                    <a:ext uri="{FF2B5EF4-FFF2-40B4-BE49-F238E27FC236}">
                      <a16:creationId xmlns:a16="http://schemas.microsoft.com/office/drawing/2014/main" id="{9EB8CA84-F39C-40AC-82D4-82AC1BCAC740}"/>
                    </a:ext>
                  </a:extLst>
                </p:cNvPr>
                <p:cNvSpPr txBox="1"/>
                <p:nvPr/>
              </p:nvSpPr>
              <p:spPr>
                <a:xfrm>
                  <a:off x="4955799" y="5385820"/>
                  <a:ext cx="22415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𝐷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11" name="文本框 210">
                  <a:extLst>
                    <a:ext uri="{FF2B5EF4-FFF2-40B4-BE49-F238E27FC236}">
                      <a16:creationId xmlns:a16="http://schemas.microsoft.com/office/drawing/2014/main" id="{9EB8CA84-F39C-40AC-82D4-82AC1BCAC7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55799" y="5385820"/>
                  <a:ext cx="224152" cy="370294"/>
                </a:xfrm>
                <a:prstGeom prst="rect">
                  <a:avLst/>
                </a:prstGeom>
                <a:blipFill>
                  <a:blip r:embed="rId31"/>
                  <a:stretch>
                    <a:fillRect l="-37838" r="-54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2" name="文本框 211">
                  <a:extLst>
                    <a:ext uri="{FF2B5EF4-FFF2-40B4-BE49-F238E27FC236}">
                      <a16:creationId xmlns:a16="http://schemas.microsoft.com/office/drawing/2014/main" id="{03728EF8-E0BF-4379-A705-296C61EF960D}"/>
                    </a:ext>
                  </a:extLst>
                </p:cNvPr>
                <p:cNvSpPr txBox="1"/>
                <p:nvPr/>
              </p:nvSpPr>
              <p:spPr>
                <a:xfrm>
                  <a:off x="5870253" y="5385820"/>
                  <a:ext cx="224152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𝐸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12" name="文本框 211">
                  <a:extLst>
                    <a:ext uri="{FF2B5EF4-FFF2-40B4-BE49-F238E27FC236}">
                      <a16:creationId xmlns:a16="http://schemas.microsoft.com/office/drawing/2014/main" id="{03728EF8-E0BF-4379-A705-296C61EF96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70253" y="5385820"/>
                  <a:ext cx="224152" cy="370294"/>
                </a:xfrm>
                <a:prstGeom prst="rect">
                  <a:avLst/>
                </a:prstGeom>
                <a:blipFill>
                  <a:blip r:embed="rId32"/>
                  <a:stretch>
                    <a:fillRect l="-35135" r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13" name="组合 212">
              <a:extLst>
                <a:ext uri="{FF2B5EF4-FFF2-40B4-BE49-F238E27FC236}">
                  <a16:creationId xmlns:a16="http://schemas.microsoft.com/office/drawing/2014/main" id="{65F82CFE-7437-4B57-8924-CD52D93DE65A}"/>
                </a:ext>
              </a:extLst>
            </p:cNvPr>
            <p:cNvGrpSpPr/>
            <p:nvPr/>
          </p:nvGrpSpPr>
          <p:grpSpPr>
            <a:xfrm>
              <a:off x="3763954" y="7679852"/>
              <a:ext cx="410453" cy="410453"/>
              <a:chOff x="4373981" y="7682347"/>
              <a:chExt cx="410453" cy="410453"/>
            </a:xfrm>
          </p:grpSpPr>
          <p:sp>
            <p:nvSpPr>
              <p:cNvPr id="214" name="椭圆 213">
                <a:extLst>
                  <a:ext uri="{FF2B5EF4-FFF2-40B4-BE49-F238E27FC236}">
                    <a16:creationId xmlns:a16="http://schemas.microsoft.com/office/drawing/2014/main" id="{E5DBD8A4-7D6A-4E2B-9601-3815FF2C520E}"/>
                  </a:ext>
                </a:extLst>
              </p:cNvPr>
              <p:cNvSpPr/>
              <p:nvPr/>
            </p:nvSpPr>
            <p:spPr>
              <a:xfrm>
                <a:off x="4373981" y="7682347"/>
                <a:ext cx="410453" cy="410453"/>
              </a:xfrm>
              <a:prstGeom prst="ellipse">
                <a:avLst/>
              </a:prstGeom>
              <a:noFill/>
              <a:ln w="254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15" name="直接连接符 214">
                <a:extLst>
                  <a:ext uri="{FF2B5EF4-FFF2-40B4-BE49-F238E27FC236}">
                    <a16:creationId xmlns:a16="http://schemas.microsoft.com/office/drawing/2014/main" id="{CFC6C1B7-D21C-4890-9B80-ABE5E819D5B0}"/>
                  </a:ext>
                </a:extLst>
              </p:cNvPr>
              <p:cNvCxnSpPr>
                <a:cxnSpLocks/>
                <a:stCxn id="214" idx="6"/>
                <a:endCxn id="214" idx="2"/>
              </p:cNvCxnSpPr>
              <p:nvPr/>
            </p:nvCxnSpPr>
            <p:spPr>
              <a:xfrm flipH="1">
                <a:off x="4373981" y="7887574"/>
                <a:ext cx="410453" cy="0"/>
              </a:xfrm>
              <a:prstGeom prst="line">
                <a:avLst/>
              </a:prstGeom>
              <a:ln w="2540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直接连接符 215">
                <a:extLst>
                  <a:ext uri="{FF2B5EF4-FFF2-40B4-BE49-F238E27FC236}">
                    <a16:creationId xmlns:a16="http://schemas.microsoft.com/office/drawing/2014/main" id="{33ED3C2F-CFD2-496F-A607-889C8D43FA6F}"/>
                  </a:ext>
                </a:extLst>
              </p:cNvPr>
              <p:cNvCxnSpPr>
                <a:cxnSpLocks/>
                <a:stCxn id="214" idx="4"/>
                <a:endCxn id="214" idx="0"/>
              </p:cNvCxnSpPr>
              <p:nvPr/>
            </p:nvCxnSpPr>
            <p:spPr>
              <a:xfrm flipV="1">
                <a:off x="4579208" y="7682347"/>
                <a:ext cx="0" cy="410453"/>
              </a:xfrm>
              <a:prstGeom prst="line">
                <a:avLst/>
              </a:prstGeom>
              <a:ln w="2540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7" name="直接箭头连接符 216">
              <a:extLst>
                <a:ext uri="{FF2B5EF4-FFF2-40B4-BE49-F238E27FC236}">
                  <a16:creationId xmlns:a16="http://schemas.microsoft.com/office/drawing/2014/main" id="{2811F765-82DA-499F-93E0-394C465B1036}"/>
                </a:ext>
              </a:extLst>
            </p:cNvPr>
            <p:cNvCxnSpPr>
              <a:cxnSpLocks/>
              <a:stCxn id="172" idx="2"/>
              <a:endCxn id="214" idx="0"/>
            </p:cNvCxnSpPr>
            <p:nvPr/>
          </p:nvCxnSpPr>
          <p:spPr>
            <a:xfrm>
              <a:off x="3967452" y="6849894"/>
              <a:ext cx="1729" cy="82995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连接符: 肘形 217">
              <a:extLst>
                <a:ext uri="{FF2B5EF4-FFF2-40B4-BE49-F238E27FC236}">
                  <a16:creationId xmlns:a16="http://schemas.microsoft.com/office/drawing/2014/main" id="{31320E48-3B41-4D59-80B6-6708A6368615}"/>
                </a:ext>
              </a:extLst>
            </p:cNvPr>
            <p:cNvCxnSpPr>
              <a:cxnSpLocks/>
              <a:stCxn id="296" idx="1"/>
              <a:endCxn id="214" idx="6"/>
            </p:cNvCxnSpPr>
            <p:nvPr/>
          </p:nvCxnSpPr>
          <p:spPr>
            <a:xfrm rot="10800000" flipV="1">
              <a:off x="4174407" y="7214821"/>
              <a:ext cx="2110762" cy="670258"/>
            </a:xfrm>
            <a:prstGeom prst="bentConnector3">
              <a:avLst>
                <a:gd name="adj1" fmla="val 88628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连接符: 肘形 219">
              <a:extLst>
                <a:ext uri="{FF2B5EF4-FFF2-40B4-BE49-F238E27FC236}">
                  <a16:creationId xmlns:a16="http://schemas.microsoft.com/office/drawing/2014/main" id="{77A1DB25-E471-43E1-BE19-D1A86BE5670A}"/>
                </a:ext>
              </a:extLst>
            </p:cNvPr>
            <p:cNvCxnSpPr>
              <a:cxnSpLocks/>
              <a:stCxn id="214" idx="4"/>
              <a:endCxn id="319" idx="0"/>
            </p:cNvCxnSpPr>
            <p:nvPr/>
          </p:nvCxnSpPr>
          <p:spPr>
            <a:xfrm rot="16200000" flipH="1">
              <a:off x="3525410" y="8534075"/>
              <a:ext cx="906646" cy="19105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4" name="矩形 223">
                <a:extLst>
                  <a:ext uri="{FF2B5EF4-FFF2-40B4-BE49-F238E27FC236}">
                    <a16:creationId xmlns:a16="http://schemas.microsoft.com/office/drawing/2014/main" id="{00073562-A605-4D46-9C7F-547178330E22}"/>
                  </a:ext>
                </a:extLst>
              </p:cNvPr>
              <p:cNvSpPr/>
              <p:nvPr/>
            </p:nvSpPr>
            <p:spPr>
              <a:xfrm>
                <a:off x="13712994" y="3977778"/>
                <a:ext cx="410453" cy="644769"/>
              </a:xfrm>
              <a:prstGeom prst="rect">
                <a:avLst/>
              </a:prstGeom>
              <a:noFill/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altLang="zh-CN" b="0" dirty="0">
                  <a:solidFill>
                    <a:srgbClr val="D74514"/>
                  </a:solidFill>
                </a:endParaRPr>
              </a:p>
            </p:txBody>
          </p:sp>
        </mc:Choice>
        <mc:Fallback xmlns="">
          <p:sp>
            <p:nvSpPr>
              <p:cNvPr id="224" name="矩形 223">
                <a:extLst>
                  <a:ext uri="{FF2B5EF4-FFF2-40B4-BE49-F238E27FC236}">
                    <a16:creationId xmlns:a16="http://schemas.microsoft.com/office/drawing/2014/main" id="{00073562-A605-4D46-9C7F-547178330E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2994" y="3977778"/>
                <a:ext cx="410453" cy="644769"/>
              </a:xfrm>
              <a:prstGeom prst="rect">
                <a:avLst/>
              </a:prstGeom>
              <a:blipFill>
                <a:blip r:embed="rId33"/>
                <a:stretch>
                  <a:fillRect l="-1194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9" name="椭圆 238">
                <a:extLst>
                  <a:ext uri="{FF2B5EF4-FFF2-40B4-BE49-F238E27FC236}">
                    <a16:creationId xmlns:a16="http://schemas.microsoft.com/office/drawing/2014/main" id="{968625F9-4536-4159-8E9A-269CB984DECB}"/>
                  </a:ext>
                </a:extLst>
              </p:cNvPr>
              <p:cNvSpPr/>
              <p:nvPr/>
            </p:nvSpPr>
            <p:spPr>
              <a:xfrm>
                <a:off x="12194221" y="1411015"/>
                <a:ext cx="815918" cy="644769"/>
              </a:xfrm>
              <a:prstGeom prst="ellipse">
                <a:avLst/>
              </a:prstGeom>
              <a:solidFill>
                <a:srgbClr val="FDEFE8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D74514"/>
                  </a:solidFill>
                </a:endParaRPr>
              </a:p>
            </p:txBody>
          </p:sp>
        </mc:Choice>
        <mc:Fallback xmlns="">
          <p:sp>
            <p:nvSpPr>
              <p:cNvPr id="239" name="椭圆 238">
                <a:extLst>
                  <a:ext uri="{FF2B5EF4-FFF2-40B4-BE49-F238E27FC236}">
                    <a16:creationId xmlns:a16="http://schemas.microsoft.com/office/drawing/2014/main" id="{968625F9-4536-4159-8E9A-269CB984DE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4221" y="1411015"/>
                <a:ext cx="815918" cy="644769"/>
              </a:xfrm>
              <a:prstGeom prst="ellipse">
                <a:avLst/>
              </a:prstGeom>
              <a:blipFill>
                <a:blip r:embed="rId34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1" name="直接箭头连接符 250">
            <a:extLst>
              <a:ext uri="{FF2B5EF4-FFF2-40B4-BE49-F238E27FC236}">
                <a16:creationId xmlns:a16="http://schemas.microsoft.com/office/drawing/2014/main" id="{755488FD-E3D2-44B4-AAE7-74513B2815B9}"/>
              </a:ext>
            </a:extLst>
          </p:cNvPr>
          <p:cNvCxnSpPr>
            <a:cxnSpLocks/>
            <a:endCxn id="396" idx="0"/>
          </p:cNvCxnSpPr>
          <p:nvPr/>
        </p:nvCxnSpPr>
        <p:spPr>
          <a:xfrm>
            <a:off x="13134363" y="1020890"/>
            <a:ext cx="161" cy="1240121"/>
          </a:xfrm>
          <a:prstGeom prst="straightConnector1">
            <a:avLst/>
          </a:prstGeom>
          <a:ln w="25400">
            <a:solidFill>
              <a:srgbClr val="5D170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连接符: 肘形 46">
            <a:extLst>
              <a:ext uri="{FF2B5EF4-FFF2-40B4-BE49-F238E27FC236}">
                <a16:creationId xmlns:a16="http://schemas.microsoft.com/office/drawing/2014/main" id="{100943B1-EE40-4E81-91C8-B8EEF9BE78C7}"/>
              </a:ext>
            </a:extLst>
          </p:cNvPr>
          <p:cNvCxnSpPr>
            <a:stCxn id="239" idx="4"/>
            <a:endCxn id="396" idx="2"/>
          </p:cNvCxnSpPr>
          <p:nvPr/>
        </p:nvCxnSpPr>
        <p:spPr>
          <a:xfrm rot="16200000" flipH="1">
            <a:off x="12560511" y="2097452"/>
            <a:ext cx="410454" cy="327117"/>
          </a:xfrm>
          <a:prstGeom prst="bentConnector2">
            <a:avLst/>
          </a:prstGeom>
          <a:ln w="25400">
            <a:solidFill>
              <a:srgbClr val="5D170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2" name="组合 261">
            <a:extLst>
              <a:ext uri="{FF2B5EF4-FFF2-40B4-BE49-F238E27FC236}">
                <a16:creationId xmlns:a16="http://schemas.microsoft.com/office/drawing/2014/main" id="{F68A21A4-0DEE-4752-9D14-02C4D72778BC}"/>
              </a:ext>
            </a:extLst>
          </p:cNvPr>
          <p:cNvGrpSpPr/>
          <p:nvPr/>
        </p:nvGrpSpPr>
        <p:grpSpPr>
          <a:xfrm>
            <a:off x="12926912" y="3145036"/>
            <a:ext cx="410453" cy="410453"/>
            <a:chOff x="2071508" y="7827795"/>
            <a:chExt cx="410453" cy="410453"/>
          </a:xfrm>
        </p:grpSpPr>
        <p:sp>
          <p:nvSpPr>
            <p:cNvPr id="263" name="椭圆 262">
              <a:extLst>
                <a:ext uri="{FF2B5EF4-FFF2-40B4-BE49-F238E27FC236}">
                  <a16:creationId xmlns:a16="http://schemas.microsoft.com/office/drawing/2014/main" id="{295514E8-99FC-4E19-8C05-0BCA1E7C40CF}"/>
                </a:ext>
              </a:extLst>
            </p:cNvPr>
            <p:cNvSpPr/>
            <p:nvPr/>
          </p:nvSpPr>
          <p:spPr>
            <a:xfrm>
              <a:off x="2071508" y="7827795"/>
              <a:ext cx="410453" cy="410453"/>
            </a:xfrm>
            <a:prstGeom prst="ellipse">
              <a:avLst/>
            </a:prstGeom>
            <a:noFill/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65" name="直接连接符 264">
              <a:extLst>
                <a:ext uri="{FF2B5EF4-FFF2-40B4-BE49-F238E27FC236}">
                  <a16:creationId xmlns:a16="http://schemas.microsoft.com/office/drawing/2014/main" id="{6F5CBD35-71E5-4900-8DA5-4EB32970E70A}"/>
                </a:ext>
              </a:extLst>
            </p:cNvPr>
            <p:cNvCxnSpPr>
              <a:cxnSpLocks/>
              <a:stCxn id="263" idx="6"/>
              <a:endCxn id="263" idx="2"/>
            </p:cNvCxnSpPr>
            <p:nvPr/>
          </p:nvCxnSpPr>
          <p:spPr>
            <a:xfrm flipH="1">
              <a:off x="2071508" y="8033022"/>
              <a:ext cx="410453" cy="0"/>
            </a:xfrm>
            <a:prstGeom prst="line">
              <a:avLst/>
            </a:prstGeom>
            <a:ln w="254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直接连接符 265">
              <a:extLst>
                <a:ext uri="{FF2B5EF4-FFF2-40B4-BE49-F238E27FC236}">
                  <a16:creationId xmlns:a16="http://schemas.microsoft.com/office/drawing/2014/main" id="{CAC0BE8E-D909-4D7D-BD05-95541C8D0E62}"/>
                </a:ext>
              </a:extLst>
            </p:cNvPr>
            <p:cNvCxnSpPr>
              <a:cxnSpLocks/>
              <a:stCxn id="263" idx="4"/>
              <a:endCxn id="263" idx="0"/>
            </p:cNvCxnSpPr>
            <p:nvPr/>
          </p:nvCxnSpPr>
          <p:spPr>
            <a:xfrm flipV="1">
              <a:off x="2276735" y="7827795"/>
              <a:ext cx="0" cy="410453"/>
            </a:xfrm>
            <a:prstGeom prst="line">
              <a:avLst/>
            </a:prstGeom>
            <a:ln w="254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8" name="组合 267">
            <a:extLst>
              <a:ext uri="{FF2B5EF4-FFF2-40B4-BE49-F238E27FC236}">
                <a16:creationId xmlns:a16="http://schemas.microsoft.com/office/drawing/2014/main" id="{117D84E8-C68F-4BED-A1CE-D68963E9AA9C}"/>
              </a:ext>
            </a:extLst>
          </p:cNvPr>
          <p:cNvGrpSpPr/>
          <p:nvPr/>
        </p:nvGrpSpPr>
        <p:grpSpPr>
          <a:xfrm>
            <a:off x="12934821" y="4094937"/>
            <a:ext cx="410453" cy="410453"/>
            <a:chOff x="2071508" y="7827795"/>
            <a:chExt cx="410453" cy="410453"/>
          </a:xfrm>
        </p:grpSpPr>
        <p:sp>
          <p:nvSpPr>
            <p:cNvPr id="269" name="椭圆 268">
              <a:extLst>
                <a:ext uri="{FF2B5EF4-FFF2-40B4-BE49-F238E27FC236}">
                  <a16:creationId xmlns:a16="http://schemas.microsoft.com/office/drawing/2014/main" id="{86C29A3C-9116-406D-AED4-A8AF4962F831}"/>
                </a:ext>
              </a:extLst>
            </p:cNvPr>
            <p:cNvSpPr/>
            <p:nvPr/>
          </p:nvSpPr>
          <p:spPr>
            <a:xfrm>
              <a:off x="2071508" y="7827795"/>
              <a:ext cx="410453" cy="410453"/>
            </a:xfrm>
            <a:prstGeom prst="ellipse">
              <a:avLst/>
            </a:prstGeom>
            <a:noFill/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70" name="直接连接符 269">
              <a:extLst>
                <a:ext uri="{FF2B5EF4-FFF2-40B4-BE49-F238E27FC236}">
                  <a16:creationId xmlns:a16="http://schemas.microsoft.com/office/drawing/2014/main" id="{B68195AB-F141-411C-A1D3-9BA0BDB32E79}"/>
                </a:ext>
              </a:extLst>
            </p:cNvPr>
            <p:cNvCxnSpPr>
              <a:cxnSpLocks/>
              <a:stCxn id="269" idx="6"/>
              <a:endCxn id="269" idx="2"/>
            </p:cNvCxnSpPr>
            <p:nvPr/>
          </p:nvCxnSpPr>
          <p:spPr>
            <a:xfrm flipH="1">
              <a:off x="2071508" y="8033022"/>
              <a:ext cx="410453" cy="0"/>
            </a:xfrm>
            <a:prstGeom prst="line">
              <a:avLst/>
            </a:prstGeom>
            <a:ln w="254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直接连接符 270">
              <a:extLst>
                <a:ext uri="{FF2B5EF4-FFF2-40B4-BE49-F238E27FC236}">
                  <a16:creationId xmlns:a16="http://schemas.microsoft.com/office/drawing/2014/main" id="{00A6BE5F-D201-471D-B250-496BB185AA77}"/>
                </a:ext>
              </a:extLst>
            </p:cNvPr>
            <p:cNvCxnSpPr>
              <a:cxnSpLocks/>
              <a:stCxn id="269" idx="4"/>
              <a:endCxn id="269" idx="0"/>
            </p:cNvCxnSpPr>
            <p:nvPr/>
          </p:nvCxnSpPr>
          <p:spPr>
            <a:xfrm flipV="1">
              <a:off x="2276735" y="7827795"/>
              <a:ext cx="0" cy="410453"/>
            </a:xfrm>
            <a:prstGeom prst="line">
              <a:avLst/>
            </a:prstGeom>
            <a:ln w="254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2" name="组合 271">
            <a:extLst>
              <a:ext uri="{FF2B5EF4-FFF2-40B4-BE49-F238E27FC236}">
                <a16:creationId xmlns:a16="http://schemas.microsoft.com/office/drawing/2014/main" id="{ECD3480B-F861-4226-9A84-7C79801688C1}"/>
              </a:ext>
            </a:extLst>
          </p:cNvPr>
          <p:cNvGrpSpPr/>
          <p:nvPr/>
        </p:nvGrpSpPr>
        <p:grpSpPr>
          <a:xfrm>
            <a:off x="12934820" y="5049595"/>
            <a:ext cx="410453" cy="410453"/>
            <a:chOff x="2071508" y="7827795"/>
            <a:chExt cx="410453" cy="410453"/>
          </a:xfrm>
        </p:grpSpPr>
        <p:sp>
          <p:nvSpPr>
            <p:cNvPr id="273" name="椭圆 272">
              <a:extLst>
                <a:ext uri="{FF2B5EF4-FFF2-40B4-BE49-F238E27FC236}">
                  <a16:creationId xmlns:a16="http://schemas.microsoft.com/office/drawing/2014/main" id="{7FF422B9-D1ED-4AFC-A66F-0A7E34C20976}"/>
                </a:ext>
              </a:extLst>
            </p:cNvPr>
            <p:cNvSpPr/>
            <p:nvPr/>
          </p:nvSpPr>
          <p:spPr>
            <a:xfrm>
              <a:off x="2071508" y="7827795"/>
              <a:ext cx="410453" cy="410453"/>
            </a:xfrm>
            <a:prstGeom prst="ellipse">
              <a:avLst/>
            </a:prstGeom>
            <a:noFill/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74" name="直接连接符 273">
              <a:extLst>
                <a:ext uri="{FF2B5EF4-FFF2-40B4-BE49-F238E27FC236}">
                  <a16:creationId xmlns:a16="http://schemas.microsoft.com/office/drawing/2014/main" id="{385D6DA2-1187-4AB5-B6B1-FA22A53F90BA}"/>
                </a:ext>
              </a:extLst>
            </p:cNvPr>
            <p:cNvCxnSpPr>
              <a:cxnSpLocks/>
              <a:stCxn id="273" idx="6"/>
              <a:endCxn id="273" idx="2"/>
            </p:cNvCxnSpPr>
            <p:nvPr/>
          </p:nvCxnSpPr>
          <p:spPr>
            <a:xfrm flipH="1">
              <a:off x="2071508" y="8033022"/>
              <a:ext cx="410453" cy="0"/>
            </a:xfrm>
            <a:prstGeom prst="line">
              <a:avLst/>
            </a:prstGeom>
            <a:ln w="254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直接连接符 274">
              <a:extLst>
                <a:ext uri="{FF2B5EF4-FFF2-40B4-BE49-F238E27FC236}">
                  <a16:creationId xmlns:a16="http://schemas.microsoft.com/office/drawing/2014/main" id="{B9D36EB1-EDE9-440D-A97B-D0C457D2BD0F}"/>
                </a:ext>
              </a:extLst>
            </p:cNvPr>
            <p:cNvCxnSpPr>
              <a:cxnSpLocks/>
              <a:stCxn id="273" idx="4"/>
              <a:endCxn id="273" idx="0"/>
            </p:cNvCxnSpPr>
            <p:nvPr/>
          </p:nvCxnSpPr>
          <p:spPr>
            <a:xfrm flipV="1">
              <a:off x="2276735" y="7827795"/>
              <a:ext cx="0" cy="410453"/>
            </a:xfrm>
            <a:prstGeom prst="line">
              <a:avLst/>
            </a:prstGeom>
            <a:ln w="254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6" name="直接箭头连接符 275">
            <a:extLst>
              <a:ext uri="{FF2B5EF4-FFF2-40B4-BE49-F238E27FC236}">
                <a16:creationId xmlns:a16="http://schemas.microsoft.com/office/drawing/2014/main" id="{C5A8FD2F-10E7-4786-98F3-B468F08ABD72}"/>
              </a:ext>
            </a:extLst>
          </p:cNvPr>
          <p:cNvCxnSpPr>
            <a:cxnSpLocks/>
            <a:stCxn id="396" idx="4"/>
            <a:endCxn id="263" idx="0"/>
          </p:cNvCxnSpPr>
          <p:nvPr/>
        </p:nvCxnSpPr>
        <p:spPr>
          <a:xfrm flipH="1">
            <a:off x="13132139" y="2671464"/>
            <a:ext cx="2385" cy="473572"/>
          </a:xfrm>
          <a:prstGeom prst="straightConnector1">
            <a:avLst/>
          </a:prstGeom>
          <a:ln w="25400">
            <a:solidFill>
              <a:srgbClr val="5D170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直接箭头连接符 276">
            <a:extLst>
              <a:ext uri="{FF2B5EF4-FFF2-40B4-BE49-F238E27FC236}">
                <a16:creationId xmlns:a16="http://schemas.microsoft.com/office/drawing/2014/main" id="{7F106DA9-6BF2-4CD3-91C8-63D9471F7D5A}"/>
              </a:ext>
            </a:extLst>
          </p:cNvPr>
          <p:cNvCxnSpPr>
            <a:cxnSpLocks/>
            <a:stCxn id="263" idx="4"/>
            <a:endCxn id="269" idx="0"/>
          </p:cNvCxnSpPr>
          <p:nvPr/>
        </p:nvCxnSpPr>
        <p:spPr>
          <a:xfrm>
            <a:off x="13132139" y="3555489"/>
            <a:ext cx="7909" cy="539448"/>
          </a:xfrm>
          <a:prstGeom prst="straightConnector1">
            <a:avLst/>
          </a:prstGeom>
          <a:ln w="25400">
            <a:solidFill>
              <a:srgbClr val="5D170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直接箭头连接符 279">
            <a:extLst>
              <a:ext uri="{FF2B5EF4-FFF2-40B4-BE49-F238E27FC236}">
                <a16:creationId xmlns:a16="http://schemas.microsoft.com/office/drawing/2014/main" id="{A64F492F-CD7D-4347-8AE1-66578685A629}"/>
              </a:ext>
            </a:extLst>
          </p:cNvPr>
          <p:cNvCxnSpPr>
            <a:cxnSpLocks/>
            <a:stCxn id="269" idx="4"/>
            <a:endCxn id="273" idx="0"/>
          </p:cNvCxnSpPr>
          <p:nvPr/>
        </p:nvCxnSpPr>
        <p:spPr>
          <a:xfrm flipH="1">
            <a:off x="13140047" y="4505390"/>
            <a:ext cx="1" cy="544205"/>
          </a:xfrm>
          <a:prstGeom prst="straightConnector1">
            <a:avLst/>
          </a:prstGeom>
          <a:ln w="25400">
            <a:solidFill>
              <a:srgbClr val="5D170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直接箭头连接符 282">
            <a:extLst>
              <a:ext uri="{FF2B5EF4-FFF2-40B4-BE49-F238E27FC236}">
                <a16:creationId xmlns:a16="http://schemas.microsoft.com/office/drawing/2014/main" id="{4BE4833F-3AD6-491D-ACDA-AC1E9D4C5E9B}"/>
              </a:ext>
            </a:extLst>
          </p:cNvPr>
          <p:cNvCxnSpPr>
            <a:cxnSpLocks/>
            <a:stCxn id="352" idx="6"/>
            <a:endCxn id="263" idx="2"/>
          </p:cNvCxnSpPr>
          <p:nvPr/>
        </p:nvCxnSpPr>
        <p:spPr>
          <a:xfrm>
            <a:off x="9485901" y="3350262"/>
            <a:ext cx="3441011" cy="1"/>
          </a:xfrm>
          <a:prstGeom prst="straightConnector1">
            <a:avLst/>
          </a:prstGeom>
          <a:ln w="25400">
            <a:solidFill>
              <a:srgbClr val="5D170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直接箭头连接符 285">
            <a:extLst>
              <a:ext uri="{FF2B5EF4-FFF2-40B4-BE49-F238E27FC236}">
                <a16:creationId xmlns:a16="http://schemas.microsoft.com/office/drawing/2014/main" id="{F566284E-6FF7-4815-998A-E2C5B1BFCDD0}"/>
              </a:ext>
            </a:extLst>
          </p:cNvPr>
          <p:cNvCxnSpPr>
            <a:cxnSpLocks/>
            <a:endCxn id="352" idx="2"/>
          </p:cNvCxnSpPr>
          <p:nvPr/>
        </p:nvCxnSpPr>
        <p:spPr>
          <a:xfrm flipV="1">
            <a:off x="8448934" y="3350262"/>
            <a:ext cx="221049" cy="5614"/>
          </a:xfrm>
          <a:prstGeom prst="straightConnector1">
            <a:avLst/>
          </a:prstGeom>
          <a:ln w="25400">
            <a:solidFill>
              <a:srgbClr val="5D170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9" name="椭圆 288">
                <a:extLst>
                  <a:ext uri="{FF2B5EF4-FFF2-40B4-BE49-F238E27FC236}">
                    <a16:creationId xmlns:a16="http://schemas.microsoft.com/office/drawing/2014/main" id="{33C41DBC-D12D-4303-9073-7171785BFDCB}"/>
                  </a:ext>
                </a:extLst>
              </p:cNvPr>
              <p:cNvSpPr/>
              <p:nvPr/>
            </p:nvSpPr>
            <p:spPr>
              <a:xfrm>
                <a:off x="9199017" y="4932691"/>
                <a:ext cx="815918" cy="644769"/>
              </a:xfrm>
              <a:prstGeom prst="ellipse">
                <a:avLst/>
              </a:prstGeom>
              <a:solidFill>
                <a:srgbClr val="FDEFE8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</a:rPr>
                            <m:t>𝐶𝐿𝑆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</a:rPr>
                            <m:t>30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D74514"/>
                  </a:solidFill>
                </a:endParaRPr>
              </a:p>
            </p:txBody>
          </p:sp>
        </mc:Choice>
        <mc:Fallback xmlns="">
          <p:sp>
            <p:nvSpPr>
              <p:cNvPr id="289" name="椭圆 288">
                <a:extLst>
                  <a:ext uri="{FF2B5EF4-FFF2-40B4-BE49-F238E27FC236}">
                    <a16:creationId xmlns:a16="http://schemas.microsoft.com/office/drawing/2014/main" id="{33C41DBC-D12D-4303-9073-7171785BFD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9017" y="4932691"/>
                <a:ext cx="815918" cy="644769"/>
              </a:xfrm>
              <a:prstGeom prst="ellipse">
                <a:avLst/>
              </a:prstGeom>
              <a:blipFill>
                <a:blip r:embed="rId35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0" name="直接箭头连接符 289">
            <a:extLst>
              <a:ext uri="{FF2B5EF4-FFF2-40B4-BE49-F238E27FC236}">
                <a16:creationId xmlns:a16="http://schemas.microsoft.com/office/drawing/2014/main" id="{AA5F170B-52BE-4659-9A21-FE866CB0D399}"/>
              </a:ext>
            </a:extLst>
          </p:cNvPr>
          <p:cNvCxnSpPr>
            <a:cxnSpLocks/>
            <a:endCxn id="289" idx="0"/>
          </p:cNvCxnSpPr>
          <p:nvPr/>
        </p:nvCxnSpPr>
        <p:spPr>
          <a:xfrm>
            <a:off x="9606976" y="4505390"/>
            <a:ext cx="0" cy="427301"/>
          </a:xfrm>
          <a:prstGeom prst="straightConnector1">
            <a:avLst/>
          </a:prstGeom>
          <a:ln w="25400">
            <a:solidFill>
              <a:srgbClr val="5D170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7" name="组合 226">
            <a:extLst>
              <a:ext uri="{FF2B5EF4-FFF2-40B4-BE49-F238E27FC236}">
                <a16:creationId xmlns:a16="http://schemas.microsoft.com/office/drawing/2014/main" id="{AC53E91A-0167-43C3-9AF4-3C8093AD4FA1}"/>
              </a:ext>
            </a:extLst>
          </p:cNvPr>
          <p:cNvGrpSpPr/>
          <p:nvPr/>
        </p:nvGrpSpPr>
        <p:grpSpPr>
          <a:xfrm>
            <a:off x="9583463" y="1031701"/>
            <a:ext cx="52280" cy="3600000"/>
            <a:chOff x="10048214" y="1026086"/>
            <a:chExt cx="52280" cy="5036035"/>
          </a:xfrm>
        </p:grpSpPr>
        <p:cxnSp>
          <p:nvCxnSpPr>
            <p:cNvPr id="228" name="直接箭头连接符 227">
              <a:extLst>
                <a:ext uri="{FF2B5EF4-FFF2-40B4-BE49-F238E27FC236}">
                  <a16:creationId xmlns:a16="http://schemas.microsoft.com/office/drawing/2014/main" id="{B0C54FE1-0DBA-402C-BABF-952CC7494496}"/>
                </a:ext>
              </a:extLst>
            </p:cNvPr>
            <p:cNvCxnSpPr>
              <a:cxnSpLocks/>
            </p:cNvCxnSpPr>
            <p:nvPr/>
          </p:nvCxnSpPr>
          <p:spPr>
            <a:xfrm>
              <a:off x="10074876" y="1026088"/>
              <a:ext cx="0" cy="5036033"/>
            </a:xfrm>
            <a:prstGeom prst="straightConnector1">
              <a:avLst/>
            </a:prstGeom>
            <a:ln w="25400">
              <a:solidFill>
                <a:srgbClr val="5D1709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直接箭头连接符 228">
              <a:extLst>
                <a:ext uri="{FF2B5EF4-FFF2-40B4-BE49-F238E27FC236}">
                  <a16:creationId xmlns:a16="http://schemas.microsoft.com/office/drawing/2014/main" id="{15F7E261-708B-40C3-B110-9BD58712329F}"/>
                </a:ext>
              </a:extLst>
            </p:cNvPr>
            <p:cNvCxnSpPr>
              <a:cxnSpLocks/>
            </p:cNvCxnSpPr>
            <p:nvPr/>
          </p:nvCxnSpPr>
          <p:spPr>
            <a:xfrm>
              <a:off x="10048214" y="1026087"/>
              <a:ext cx="0" cy="5036033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直接箭头连接符 229">
              <a:extLst>
                <a:ext uri="{FF2B5EF4-FFF2-40B4-BE49-F238E27FC236}">
                  <a16:creationId xmlns:a16="http://schemas.microsoft.com/office/drawing/2014/main" id="{5156BE63-BB59-45D3-97D7-D223E61EFDC2}"/>
                </a:ext>
              </a:extLst>
            </p:cNvPr>
            <p:cNvCxnSpPr>
              <a:cxnSpLocks/>
            </p:cNvCxnSpPr>
            <p:nvPr/>
          </p:nvCxnSpPr>
          <p:spPr>
            <a:xfrm>
              <a:off x="10100494" y="1026086"/>
              <a:ext cx="0" cy="5036033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4" name="直接箭头连接符 243">
            <a:extLst>
              <a:ext uri="{FF2B5EF4-FFF2-40B4-BE49-F238E27FC236}">
                <a16:creationId xmlns:a16="http://schemas.microsoft.com/office/drawing/2014/main" id="{9DC5B938-8212-4B46-B734-DB1B7F52BFBB}"/>
              </a:ext>
            </a:extLst>
          </p:cNvPr>
          <p:cNvCxnSpPr>
            <a:cxnSpLocks/>
            <a:endCxn id="239" idx="1"/>
          </p:cNvCxnSpPr>
          <p:nvPr/>
        </p:nvCxnSpPr>
        <p:spPr>
          <a:xfrm flipV="1">
            <a:off x="9613604" y="1505439"/>
            <a:ext cx="2700105" cy="2567"/>
          </a:xfrm>
          <a:prstGeom prst="straightConnector1">
            <a:avLst/>
          </a:prstGeom>
          <a:ln w="25400">
            <a:solidFill>
              <a:srgbClr val="5D170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1" name="组合 230">
            <a:extLst>
              <a:ext uri="{FF2B5EF4-FFF2-40B4-BE49-F238E27FC236}">
                <a16:creationId xmlns:a16="http://schemas.microsoft.com/office/drawing/2014/main" id="{AE0624DA-DA1C-45A0-85AE-BCDC13017101}"/>
              </a:ext>
            </a:extLst>
          </p:cNvPr>
          <p:cNvGrpSpPr/>
          <p:nvPr/>
        </p:nvGrpSpPr>
        <p:grpSpPr>
          <a:xfrm>
            <a:off x="10765886" y="1031701"/>
            <a:ext cx="52280" cy="5036035"/>
            <a:chOff x="10048214" y="1026086"/>
            <a:chExt cx="52280" cy="5036035"/>
          </a:xfrm>
        </p:grpSpPr>
        <p:cxnSp>
          <p:nvCxnSpPr>
            <p:cNvPr id="232" name="直接箭头连接符 231">
              <a:extLst>
                <a:ext uri="{FF2B5EF4-FFF2-40B4-BE49-F238E27FC236}">
                  <a16:creationId xmlns:a16="http://schemas.microsoft.com/office/drawing/2014/main" id="{6B59AC5B-4BCC-4A5C-8008-1843DFA26A0F}"/>
                </a:ext>
              </a:extLst>
            </p:cNvPr>
            <p:cNvCxnSpPr>
              <a:cxnSpLocks/>
            </p:cNvCxnSpPr>
            <p:nvPr/>
          </p:nvCxnSpPr>
          <p:spPr>
            <a:xfrm>
              <a:off x="10074876" y="1026088"/>
              <a:ext cx="0" cy="5036033"/>
            </a:xfrm>
            <a:prstGeom prst="straightConnector1">
              <a:avLst/>
            </a:prstGeom>
            <a:ln w="25400">
              <a:solidFill>
                <a:srgbClr val="5D1709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直接箭头连接符 232">
              <a:extLst>
                <a:ext uri="{FF2B5EF4-FFF2-40B4-BE49-F238E27FC236}">
                  <a16:creationId xmlns:a16="http://schemas.microsoft.com/office/drawing/2014/main" id="{48308C10-5D0B-495F-B36D-86B0494180C0}"/>
                </a:ext>
              </a:extLst>
            </p:cNvPr>
            <p:cNvCxnSpPr>
              <a:cxnSpLocks/>
            </p:cNvCxnSpPr>
            <p:nvPr/>
          </p:nvCxnSpPr>
          <p:spPr>
            <a:xfrm>
              <a:off x="10048214" y="1026087"/>
              <a:ext cx="0" cy="5036033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直接箭头连接符 233">
              <a:extLst>
                <a:ext uri="{FF2B5EF4-FFF2-40B4-BE49-F238E27FC236}">
                  <a16:creationId xmlns:a16="http://schemas.microsoft.com/office/drawing/2014/main" id="{753B368D-691A-45E5-B065-F5C5615847D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0494" y="1026086"/>
              <a:ext cx="0" cy="5036033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0" name="直接箭头连接符 239">
            <a:extLst>
              <a:ext uri="{FF2B5EF4-FFF2-40B4-BE49-F238E27FC236}">
                <a16:creationId xmlns:a16="http://schemas.microsoft.com/office/drawing/2014/main" id="{1DBF4AEC-1C24-48E7-97B6-D29FAC1B7805}"/>
              </a:ext>
            </a:extLst>
          </p:cNvPr>
          <p:cNvCxnSpPr>
            <a:cxnSpLocks/>
            <a:endCxn id="239" idx="2"/>
          </p:cNvCxnSpPr>
          <p:nvPr/>
        </p:nvCxnSpPr>
        <p:spPr>
          <a:xfrm>
            <a:off x="10788026" y="1733399"/>
            <a:ext cx="1406195" cy="1"/>
          </a:xfrm>
          <a:prstGeom prst="straightConnector1">
            <a:avLst/>
          </a:prstGeom>
          <a:ln w="25400">
            <a:solidFill>
              <a:srgbClr val="5D170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5" name="组合 234">
            <a:extLst>
              <a:ext uri="{FF2B5EF4-FFF2-40B4-BE49-F238E27FC236}">
                <a16:creationId xmlns:a16="http://schemas.microsoft.com/office/drawing/2014/main" id="{A5C10952-9628-4FDA-9BF5-722ED3C95F4B}"/>
              </a:ext>
            </a:extLst>
          </p:cNvPr>
          <p:cNvGrpSpPr/>
          <p:nvPr/>
        </p:nvGrpSpPr>
        <p:grpSpPr>
          <a:xfrm>
            <a:off x="11936874" y="1038844"/>
            <a:ext cx="52280" cy="5036035"/>
            <a:chOff x="10048214" y="1026086"/>
            <a:chExt cx="52280" cy="5036035"/>
          </a:xfrm>
        </p:grpSpPr>
        <p:cxnSp>
          <p:nvCxnSpPr>
            <p:cNvPr id="236" name="直接箭头连接符 235">
              <a:extLst>
                <a:ext uri="{FF2B5EF4-FFF2-40B4-BE49-F238E27FC236}">
                  <a16:creationId xmlns:a16="http://schemas.microsoft.com/office/drawing/2014/main" id="{2CB14799-0E3E-4374-8781-A420C76AA82A}"/>
                </a:ext>
              </a:extLst>
            </p:cNvPr>
            <p:cNvCxnSpPr>
              <a:cxnSpLocks/>
            </p:cNvCxnSpPr>
            <p:nvPr/>
          </p:nvCxnSpPr>
          <p:spPr>
            <a:xfrm>
              <a:off x="10074876" y="1026088"/>
              <a:ext cx="0" cy="5036033"/>
            </a:xfrm>
            <a:prstGeom prst="straightConnector1">
              <a:avLst/>
            </a:prstGeom>
            <a:ln w="25400">
              <a:solidFill>
                <a:srgbClr val="5D1709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直接箭头连接符 236">
              <a:extLst>
                <a:ext uri="{FF2B5EF4-FFF2-40B4-BE49-F238E27FC236}">
                  <a16:creationId xmlns:a16="http://schemas.microsoft.com/office/drawing/2014/main" id="{6DF6D831-1EBE-4BC0-B403-C85B3DE8E3FF}"/>
                </a:ext>
              </a:extLst>
            </p:cNvPr>
            <p:cNvCxnSpPr>
              <a:cxnSpLocks/>
            </p:cNvCxnSpPr>
            <p:nvPr/>
          </p:nvCxnSpPr>
          <p:spPr>
            <a:xfrm>
              <a:off x="10048214" y="1026087"/>
              <a:ext cx="0" cy="5036033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直接箭头连接符 237">
              <a:extLst>
                <a:ext uri="{FF2B5EF4-FFF2-40B4-BE49-F238E27FC236}">
                  <a16:creationId xmlns:a16="http://schemas.microsoft.com/office/drawing/2014/main" id="{EB9C2256-A8E3-4D35-89C6-4C0073D08290}"/>
                </a:ext>
              </a:extLst>
            </p:cNvPr>
            <p:cNvCxnSpPr>
              <a:cxnSpLocks/>
            </p:cNvCxnSpPr>
            <p:nvPr/>
          </p:nvCxnSpPr>
          <p:spPr>
            <a:xfrm>
              <a:off x="10100494" y="1026086"/>
              <a:ext cx="0" cy="5036033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7" name="直接箭头连接符 246">
            <a:extLst>
              <a:ext uri="{FF2B5EF4-FFF2-40B4-BE49-F238E27FC236}">
                <a16:creationId xmlns:a16="http://schemas.microsoft.com/office/drawing/2014/main" id="{1850FE13-4692-41D6-A531-D3A81949450C}"/>
              </a:ext>
            </a:extLst>
          </p:cNvPr>
          <p:cNvCxnSpPr>
            <a:cxnSpLocks/>
            <a:endCxn id="239" idx="3"/>
          </p:cNvCxnSpPr>
          <p:nvPr/>
        </p:nvCxnSpPr>
        <p:spPr>
          <a:xfrm>
            <a:off x="11963536" y="1961360"/>
            <a:ext cx="350173" cy="0"/>
          </a:xfrm>
          <a:prstGeom prst="straightConnector1">
            <a:avLst/>
          </a:prstGeom>
          <a:ln w="25400">
            <a:solidFill>
              <a:srgbClr val="5D170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直接箭头连接符 297">
            <a:extLst>
              <a:ext uri="{FF2B5EF4-FFF2-40B4-BE49-F238E27FC236}">
                <a16:creationId xmlns:a16="http://schemas.microsoft.com/office/drawing/2014/main" id="{82216FE3-5EAD-4620-80B2-B95029935D21}"/>
              </a:ext>
            </a:extLst>
          </p:cNvPr>
          <p:cNvCxnSpPr>
            <a:cxnSpLocks/>
          </p:cNvCxnSpPr>
          <p:nvPr/>
        </p:nvCxnSpPr>
        <p:spPr>
          <a:xfrm>
            <a:off x="13142369" y="6463659"/>
            <a:ext cx="1" cy="278422"/>
          </a:xfrm>
          <a:prstGeom prst="straightConnector1">
            <a:avLst/>
          </a:prstGeom>
          <a:ln w="25400">
            <a:solidFill>
              <a:srgbClr val="5D170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直接箭头连接符 298">
            <a:extLst>
              <a:ext uri="{FF2B5EF4-FFF2-40B4-BE49-F238E27FC236}">
                <a16:creationId xmlns:a16="http://schemas.microsoft.com/office/drawing/2014/main" id="{F7FD2329-DECB-49B8-A6D4-20A232038A72}"/>
              </a:ext>
            </a:extLst>
          </p:cNvPr>
          <p:cNvCxnSpPr>
            <a:cxnSpLocks/>
            <a:stCxn id="289" idx="4"/>
          </p:cNvCxnSpPr>
          <p:nvPr/>
        </p:nvCxnSpPr>
        <p:spPr>
          <a:xfrm>
            <a:off x="9606976" y="5577460"/>
            <a:ext cx="6628" cy="505529"/>
          </a:xfrm>
          <a:prstGeom prst="straightConnector1">
            <a:avLst/>
          </a:prstGeom>
          <a:ln w="25400">
            <a:solidFill>
              <a:srgbClr val="5D1709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直接箭头连接符 303">
            <a:extLst>
              <a:ext uri="{FF2B5EF4-FFF2-40B4-BE49-F238E27FC236}">
                <a16:creationId xmlns:a16="http://schemas.microsoft.com/office/drawing/2014/main" id="{B598BF2C-35EE-4EB7-95C3-DE818B64F678}"/>
              </a:ext>
            </a:extLst>
          </p:cNvPr>
          <p:cNvCxnSpPr>
            <a:cxnSpLocks/>
          </p:cNvCxnSpPr>
          <p:nvPr/>
        </p:nvCxnSpPr>
        <p:spPr>
          <a:xfrm>
            <a:off x="11969151" y="6074873"/>
            <a:ext cx="1173218" cy="381885"/>
          </a:xfrm>
          <a:prstGeom prst="straightConnector1">
            <a:avLst/>
          </a:prstGeom>
          <a:ln w="25400">
            <a:solidFill>
              <a:srgbClr val="5D1709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直接箭头连接符 307">
            <a:extLst>
              <a:ext uri="{FF2B5EF4-FFF2-40B4-BE49-F238E27FC236}">
                <a16:creationId xmlns:a16="http://schemas.microsoft.com/office/drawing/2014/main" id="{D9FA0607-EB03-49B0-A82D-BC9DBF9D59D4}"/>
              </a:ext>
            </a:extLst>
          </p:cNvPr>
          <p:cNvCxnSpPr>
            <a:cxnSpLocks/>
            <a:stCxn id="273" idx="4"/>
          </p:cNvCxnSpPr>
          <p:nvPr/>
        </p:nvCxnSpPr>
        <p:spPr>
          <a:xfrm flipH="1">
            <a:off x="13140046" y="5460048"/>
            <a:ext cx="1" cy="622941"/>
          </a:xfrm>
          <a:prstGeom prst="straightConnector1">
            <a:avLst/>
          </a:prstGeom>
          <a:ln w="25400">
            <a:solidFill>
              <a:srgbClr val="5D1709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2" name="矩形 311">
                <a:extLst>
                  <a:ext uri="{FF2B5EF4-FFF2-40B4-BE49-F238E27FC236}">
                    <a16:creationId xmlns:a16="http://schemas.microsoft.com/office/drawing/2014/main" id="{C8998EC8-DB21-425E-9227-B8C439D11C5B}"/>
                  </a:ext>
                </a:extLst>
              </p:cNvPr>
              <p:cNvSpPr/>
              <p:nvPr/>
            </p:nvSpPr>
            <p:spPr>
              <a:xfrm>
                <a:off x="13712994" y="4932691"/>
                <a:ext cx="410453" cy="644769"/>
              </a:xfrm>
              <a:prstGeom prst="rect">
                <a:avLst/>
              </a:prstGeom>
              <a:noFill/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altLang="zh-CN" b="0" dirty="0">
                  <a:solidFill>
                    <a:srgbClr val="D74514"/>
                  </a:solidFill>
                </a:endParaRPr>
              </a:p>
            </p:txBody>
          </p:sp>
        </mc:Choice>
        <mc:Fallback xmlns="">
          <p:sp>
            <p:nvSpPr>
              <p:cNvPr id="312" name="矩形 311">
                <a:extLst>
                  <a:ext uri="{FF2B5EF4-FFF2-40B4-BE49-F238E27FC236}">
                    <a16:creationId xmlns:a16="http://schemas.microsoft.com/office/drawing/2014/main" id="{C8998EC8-DB21-425E-9227-B8C439D11C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2994" y="4932691"/>
                <a:ext cx="410453" cy="644769"/>
              </a:xfrm>
              <a:prstGeom prst="rect">
                <a:avLst/>
              </a:prstGeom>
              <a:blipFill>
                <a:blip r:embed="rId36"/>
                <a:stretch>
                  <a:fillRect l="-597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3" name="直接箭头连接符 312">
            <a:extLst>
              <a:ext uri="{FF2B5EF4-FFF2-40B4-BE49-F238E27FC236}">
                <a16:creationId xmlns:a16="http://schemas.microsoft.com/office/drawing/2014/main" id="{D9388395-7E07-416B-B361-90E76D7FC1E8}"/>
              </a:ext>
            </a:extLst>
          </p:cNvPr>
          <p:cNvCxnSpPr>
            <a:cxnSpLocks/>
            <a:stCxn id="224" idx="1"/>
            <a:endCxn id="269" idx="6"/>
          </p:cNvCxnSpPr>
          <p:nvPr/>
        </p:nvCxnSpPr>
        <p:spPr>
          <a:xfrm flipH="1">
            <a:off x="13345274" y="4300163"/>
            <a:ext cx="367720" cy="1"/>
          </a:xfrm>
          <a:prstGeom prst="straightConnector1">
            <a:avLst/>
          </a:prstGeom>
          <a:ln w="25400">
            <a:solidFill>
              <a:srgbClr val="5D170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直接箭头连接符 315">
            <a:extLst>
              <a:ext uri="{FF2B5EF4-FFF2-40B4-BE49-F238E27FC236}">
                <a16:creationId xmlns:a16="http://schemas.microsoft.com/office/drawing/2014/main" id="{D302E670-6EB9-40F5-8435-212CAD3573A2}"/>
              </a:ext>
            </a:extLst>
          </p:cNvPr>
          <p:cNvCxnSpPr>
            <a:cxnSpLocks/>
            <a:stCxn id="312" idx="1"/>
            <a:endCxn id="273" idx="6"/>
          </p:cNvCxnSpPr>
          <p:nvPr/>
        </p:nvCxnSpPr>
        <p:spPr>
          <a:xfrm flipH="1" flipV="1">
            <a:off x="13345273" y="5254822"/>
            <a:ext cx="367721" cy="254"/>
          </a:xfrm>
          <a:prstGeom prst="straightConnector1">
            <a:avLst/>
          </a:prstGeom>
          <a:ln w="25400">
            <a:solidFill>
              <a:srgbClr val="5D170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71744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组合 99">
            <a:extLst>
              <a:ext uri="{FF2B5EF4-FFF2-40B4-BE49-F238E27FC236}">
                <a16:creationId xmlns:a16="http://schemas.microsoft.com/office/drawing/2014/main" id="{A9540070-66E6-4428-9101-12F772E0C6C6}"/>
              </a:ext>
            </a:extLst>
          </p:cNvPr>
          <p:cNvGrpSpPr/>
          <p:nvPr/>
        </p:nvGrpSpPr>
        <p:grpSpPr>
          <a:xfrm>
            <a:off x="1364081" y="464981"/>
            <a:ext cx="9463837" cy="5266279"/>
            <a:chOff x="1364081" y="464981"/>
            <a:chExt cx="9463837" cy="5266279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531C6C90-E3F0-4F99-904E-72BCE1D83A8C}"/>
                </a:ext>
              </a:extLst>
            </p:cNvPr>
            <p:cNvGrpSpPr/>
            <p:nvPr/>
          </p:nvGrpSpPr>
          <p:grpSpPr>
            <a:xfrm>
              <a:off x="1364081" y="464981"/>
              <a:ext cx="9463837" cy="2189032"/>
              <a:chOff x="582508" y="401751"/>
              <a:chExt cx="9463837" cy="21890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" name="矩形 2">
                    <a:extLst>
                      <a:ext uri="{FF2B5EF4-FFF2-40B4-BE49-F238E27FC236}">
                        <a16:creationId xmlns:a16="http://schemas.microsoft.com/office/drawing/2014/main" id="{3AC1095C-3F09-4407-9967-0815B2A3EB62}"/>
                      </a:ext>
                    </a:extLst>
                  </p:cNvPr>
                  <p:cNvSpPr/>
                  <p:nvPr/>
                </p:nvSpPr>
                <p:spPr>
                  <a:xfrm>
                    <a:off x="582508" y="606665"/>
                    <a:ext cx="657518" cy="854466"/>
                  </a:xfrm>
                  <a:prstGeom prst="rect">
                    <a:avLst/>
                  </a:prstGeom>
                  <a:solidFill>
                    <a:srgbClr val="F8CCB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𝑴</m:t>
                          </m:r>
                        </m:oMath>
                      </m:oMathPara>
                    </a14:m>
                    <a:endParaRPr lang="en-US" altLang="zh-CN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3" name="矩形 2">
                    <a:extLst>
                      <a:ext uri="{FF2B5EF4-FFF2-40B4-BE49-F238E27FC236}">
                        <a16:creationId xmlns:a16="http://schemas.microsoft.com/office/drawing/2014/main" id="{3AC1095C-3F09-4407-9967-0815B2A3EB6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2508" y="606665"/>
                    <a:ext cx="657518" cy="854466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椭圆 3">
                    <a:extLst>
                      <a:ext uri="{FF2B5EF4-FFF2-40B4-BE49-F238E27FC236}">
                        <a16:creationId xmlns:a16="http://schemas.microsoft.com/office/drawing/2014/main" id="{E293393D-4427-40A5-A214-DD34B38869F6}"/>
                      </a:ext>
                    </a:extLst>
                  </p:cNvPr>
                  <p:cNvSpPr/>
                  <p:nvPr/>
                </p:nvSpPr>
                <p:spPr>
                  <a:xfrm>
                    <a:off x="2513996" y="1985387"/>
                    <a:ext cx="604800" cy="605396"/>
                  </a:xfrm>
                  <a:prstGeom prst="ellipse">
                    <a:avLst/>
                  </a:prstGeom>
                  <a:solidFill>
                    <a:srgbClr val="FDEFE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𝑬</m:t>
                          </m:r>
                        </m:oMath>
                      </m:oMathPara>
                    </a14:m>
                    <a:endParaRPr lang="en-US" altLang="zh-CN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4" name="椭圆 3">
                    <a:extLst>
                      <a:ext uri="{FF2B5EF4-FFF2-40B4-BE49-F238E27FC236}">
                        <a16:creationId xmlns:a16="http://schemas.microsoft.com/office/drawing/2014/main" id="{E293393D-4427-40A5-A214-DD34B38869F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13996" y="1985387"/>
                    <a:ext cx="604800" cy="605396"/>
                  </a:xfrm>
                  <a:prstGeom prst="ellipse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椭圆 4">
                    <a:extLst>
                      <a:ext uri="{FF2B5EF4-FFF2-40B4-BE49-F238E27FC236}">
                        <a16:creationId xmlns:a16="http://schemas.microsoft.com/office/drawing/2014/main" id="{B93DAE62-1104-420D-A1F5-CCEAC50E8A74}"/>
                      </a:ext>
                    </a:extLst>
                  </p:cNvPr>
                  <p:cNvSpPr/>
                  <p:nvPr/>
                </p:nvSpPr>
                <p:spPr>
                  <a:xfrm>
                    <a:off x="3278224" y="731200"/>
                    <a:ext cx="604800" cy="605396"/>
                  </a:xfrm>
                  <a:prstGeom prst="ellipse">
                    <a:avLst/>
                  </a:prstGeom>
                  <a:solidFill>
                    <a:srgbClr val="FDEFE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∥</m:t>
                          </m:r>
                        </m:oMath>
                      </m:oMathPara>
                    </a14:m>
                    <a:endParaRPr lang="en-US" altLang="zh-CN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5" name="椭圆 4">
                    <a:extLst>
                      <a:ext uri="{FF2B5EF4-FFF2-40B4-BE49-F238E27FC236}">
                        <a16:creationId xmlns:a16="http://schemas.microsoft.com/office/drawing/2014/main" id="{B93DAE62-1104-420D-A1F5-CCEAC50E8A7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78224" y="731200"/>
                    <a:ext cx="604800" cy="605396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13A25467-F19A-43C7-9055-5F52237B07CD}"/>
                  </a:ext>
                </a:extLst>
              </p:cNvPr>
              <p:cNvGrpSpPr/>
              <p:nvPr/>
            </p:nvGrpSpPr>
            <p:grpSpPr>
              <a:xfrm>
                <a:off x="4755954" y="401751"/>
                <a:ext cx="657518" cy="1265433"/>
                <a:chOff x="4389864" y="3001767"/>
                <a:chExt cx="657518" cy="126543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矩形 24">
                      <a:extLst>
                        <a:ext uri="{FF2B5EF4-FFF2-40B4-BE49-F238E27FC236}">
                          <a16:creationId xmlns:a16="http://schemas.microsoft.com/office/drawing/2014/main" id="{35CF32AA-5102-4C03-8079-F32B86A0F4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89864" y="3001767"/>
                      <a:ext cx="657518" cy="854466"/>
                    </a:xfrm>
                    <a:prstGeom prst="rect">
                      <a:avLst/>
                    </a:prstGeom>
                    <a:solidFill>
                      <a:srgbClr val="F8CCB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 </m:t>
                            </m:r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𝑴</m:t>
                            </m:r>
                          </m:oMath>
                        </m:oMathPara>
                      </a14:m>
                      <a:endParaRPr lang="en-US" altLang="zh-CN" b="1" dirty="0">
                        <a:solidFill>
                          <a:srgbClr val="D7451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25" name="矩形 24">
                      <a:extLst>
                        <a:ext uri="{FF2B5EF4-FFF2-40B4-BE49-F238E27FC236}">
                          <a16:creationId xmlns:a16="http://schemas.microsoft.com/office/drawing/2014/main" id="{35CF32AA-5102-4C03-8079-F32B86A0F48A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89864" y="3001767"/>
                      <a:ext cx="657518" cy="854466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E1B64275-9934-438C-98F1-1B184FBBEA66}"/>
                    </a:ext>
                  </a:extLst>
                </p:cNvPr>
                <p:cNvSpPr/>
                <p:nvPr/>
              </p:nvSpPr>
              <p:spPr>
                <a:xfrm>
                  <a:off x="4389864" y="3864436"/>
                  <a:ext cx="657518" cy="402764"/>
                </a:xfrm>
                <a:prstGeom prst="rect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椭圆 6">
                    <a:extLst>
                      <a:ext uri="{FF2B5EF4-FFF2-40B4-BE49-F238E27FC236}">
                        <a16:creationId xmlns:a16="http://schemas.microsoft.com/office/drawing/2014/main" id="{E5EDD9D9-0AB4-4034-B077-8A340C9A8554}"/>
                      </a:ext>
                    </a:extLst>
                  </p:cNvPr>
                  <p:cNvSpPr/>
                  <p:nvPr/>
                </p:nvSpPr>
                <p:spPr>
                  <a:xfrm>
                    <a:off x="8098292" y="731200"/>
                    <a:ext cx="604800" cy="605396"/>
                  </a:xfrm>
                  <a:prstGeom prst="ellipse">
                    <a:avLst/>
                  </a:prstGeom>
                  <a:solidFill>
                    <a:srgbClr val="FDEFE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𝑯</m:t>
                          </m:r>
                        </m:oMath>
                      </m:oMathPara>
                    </a14:m>
                    <a:endParaRPr lang="en-US" altLang="zh-CN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7" name="椭圆 6">
                    <a:extLst>
                      <a:ext uri="{FF2B5EF4-FFF2-40B4-BE49-F238E27FC236}">
                        <a16:creationId xmlns:a16="http://schemas.microsoft.com/office/drawing/2014/main" id="{E5EDD9D9-0AB4-4034-B077-8A340C9A855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98292" y="731200"/>
                    <a:ext cx="604800" cy="605396"/>
                  </a:xfrm>
                  <a:prstGeom prst="ellipse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文本框 7">
                    <a:extLst>
                      <a:ext uri="{FF2B5EF4-FFF2-40B4-BE49-F238E27FC236}">
                        <a16:creationId xmlns:a16="http://schemas.microsoft.com/office/drawing/2014/main" id="{4F0B313C-AF15-4852-B384-E486D7A9C245}"/>
                      </a:ext>
                    </a:extLst>
                  </p:cNvPr>
                  <p:cNvSpPr txBox="1"/>
                  <p:nvPr/>
                </p:nvSpPr>
                <p:spPr>
                  <a:xfrm>
                    <a:off x="8843279" y="1616055"/>
                    <a:ext cx="1203066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𝐶𝑜𝑚𝑝𝑎𝑟𝑒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" name="文本框 7">
                    <a:extLst>
                      <a:ext uri="{FF2B5EF4-FFF2-40B4-BE49-F238E27FC236}">
                        <a16:creationId xmlns:a16="http://schemas.microsoft.com/office/drawing/2014/main" id="{4F0B313C-AF15-4852-B384-E486D7A9C24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43279" y="1616055"/>
                    <a:ext cx="1203066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11475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" name="直接箭头连接符 8">
                <a:extLst>
                  <a:ext uri="{FF2B5EF4-FFF2-40B4-BE49-F238E27FC236}">
                    <a16:creationId xmlns:a16="http://schemas.microsoft.com/office/drawing/2014/main" id="{E7A567D1-0E7A-4F45-A9B6-466F0DEE03EB}"/>
                  </a:ext>
                </a:extLst>
              </p:cNvPr>
              <p:cNvCxnSpPr>
                <a:cxnSpLocks/>
                <a:stCxn id="3" idx="3"/>
                <a:endCxn id="5" idx="2"/>
              </p:cNvCxnSpPr>
              <p:nvPr/>
            </p:nvCxnSpPr>
            <p:spPr>
              <a:xfrm>
                <a:off x="1240026" y="1033898"/>
                <a:ext cx="2038198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文本框 9">
                    <a:extLst>
                      <a:ext uri="{FF2B5EF4-FFF2-40B4-BE49-F238E27FC236}">
                        <a16:creationId xmlns:a16="http://schemas.microsoft.com/office/drawing/2014/main" id="{C7362B6F-43B5-41D8-8AB1-DE4C7F7321F0}"/>
                      </a:ext>
                    </a:extLst>
                  </p:cNvPr>
                  <p:cNvSpPr txBox="1"/>
                  <p:nvPr/>
                </p:nvSpPr>
                <p:spPr>
                  <a:xfrm>
                    <a:off x="2549696" y="1169970"/>
                    <a:ext cx="53340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𝑆𝐾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" name="文本框 9">
                    <a:extLst>
                      <a:ext uri="{FF2B5EF4-FFF2-40B4-BE49-F238E27FC236}">
                        <a16:creationId xmlns:a16="http://schemas.microsoft.com/office/drawing/2014/main" id="{C7362B6F-43B5-41D8-8AB1-DE4C7F7321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49696" y="1169970"/>
                    <a:ext cx="533400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1" name="直接箭头连接符 10">
                <a:extLst>
                  <a:ext uri="{FF2B5EF4-FFF2-40B4-BE49-F238E27FC236}">
                    <a16:creationId xmlns:a16="http://schemas.microsoft.com/office/drawing/2014/main" id="{19DAA688-AA42-4949-B164-435F8AEF27DD}"/>
                  </a:ext>
                </a:extLst>
              </p:cNvPr>
              <p:cNvCxnSpPr>
                <a:cxnSpLocks/>
                <a:stCxn id="10" idx="2"/>
                <a:endCxn id="4" idx="0"/>
              </p:cNvCxnSpPr>
              <p:nvPr/>
            </p:nvCxnSpPr>
            <p:spPr>
              <a:xfrm>
                <a:off x="2816396" y="1539302"/>
                <a:ext cx="0" cy="44608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连接符: 肘形 11">
                <a:extLst>
                  <a:ext uri="{FF2B5EF4-FFF2-40B4-BE49-F238E27FC236}">
                    <a16:creationId xmlns:a16="http://schemas.microsoft.com/office/drawing/2014/main" id="{10D0BC38-D84E-4162-BA09-3D3BBE1ECDE5}"/>
                  </a:ext>
                </a:extLst>
              </p:cNvPr>
              <p:cNvCxnSpPr>
                <a:cxnSpLocks/>
                <a:stCxn id="3" idx="2"/>
                <a:endCxn id="21" idx="2"/>
              </p:cNvCxnSpPr>
              <p:nvPr/>
            </p:nvCxnSpPr>
            <p:spPr>
              <a:xfrm rot="16200000" flipH="1">
                <a:off x="776053" y="1596345"/>
                <a:ext cx="826954" cy="556526"/>
              </a:xfrm>
              <a:prstGeom prst="bentConnector2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连接符: 肘形 12">
                <a:extLst>
                  <a:ext uri="{FF2B5EF4-FFF2-40B4-BE49-F238E27FC236}">
                    <a16:creationId xmlns:a16="http://schemas.microsoft.com/office/drawing/2014/main" id="{824D7227-E55C-4433-B7BA-C3A5240F68C2}"/>
                  </a:ext>
                </a:extLst>
              </p:cNvPr>
              <p:cNvCxnSpPr>
                <a:cxnSpLocks/>
                <a:stCxn id="4" idx="6"/>
                <a:endCxn id="5" idx="4"/>
              </p:cNvCxnSpPr>
              <p:nvPr/>
            </p:nvCxnSpPr>
            <p:spPr>
              <a:xfrm flipV="1">
                <a:off x="3118796" y="1336596"/>
                <a:ext cx="461828" cy="951489"/>
              </a:xfrm>
              <a:prstGeom prst="bentConnector2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箭头连接符 13">
                <a:extLst>
                  <a:ext uri="{FF2B5EF4-FFF2-40B4-BE49-F238E27FC236}">
                    <a16:creationId xmlns:a16="http://schemas.microsoft.com/office/drawing/2014/main" id="{B256C34A-C29B-482A-81F3-47ACD86ACCB2}"/>
                  </a:ext>
                </a:extLst>
              </p:cNvPr>
              <p:cNvCxnSpPr>
                <a:cxnSpLocks/>
                <a:stCxn id="5" idx="6"/>
              </p:cNvCxnSpPr>
              <p:nvPr/>
            </p:nvCxnSpPr>
            <p:spPr>
              <a:xfrm flipV="1">
                <a:off x="3883024" y="1032211"/>
                <a:ext cx="891507" cy="168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文本框 14">
                    <a:extLst>
                      <a:ext uri="{FF2B5EF4-FFF2-40B4-BE49-F238E27FC236}">
                        <a16:creationId xmlns:a16="http://schemas.microsoft.com/office/drawing/2014/main" id="{7CAA9F55-B38F-434C-BE0D-A485D4C7D092}"/>
                      </a:ext>
                    </a:extLst>
                  </p:cNvPr>
                  <p:cNvSpPr txBox="1"/>
                  <p:nvPr/>
                </p:nvSpPr>
                <p:spPr>
                  <a:xfrm>
                    <a:off x="6823172" y="1224444"/>
                    <a:ext cx="53340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𝑃𝐾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5" name="文本框 14">
                    <a:extLst>
                      <a:ext uri="{FF2B5EF4-FFF2-40B4-BE49-F238E27FC236}">
                        <a16:creationId xmlns:a16="http://schemas.microsoft.com/office/drawing/2014/main" id="{7CAA9F55-B38F-434C-BE0D-A485D4C7D09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23172" y="1224444"/>
                    <a:ext cx="533400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113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6" name="直接箭头连接符 15">
                <a:extLst>
                  <a:ext uri="{FF2B5EF4-FFF2-40B4-BE49-F238E27FC236}">
                    <a16:creationId xmlns:a16="http://schemas.microsoft.com/office/drawing/2014/main" id="{335FF3FD-C78F-4B5F-A79B-5F9AE1D715D1}"/>
                  </a:ext>
                </a:extLst>
              </p:cNvPr>
              <p:cNvCxnSpPr>
                <a:cxnSpLocks/>
                <a:stCxn id="15" idx="2"/>
                <a:endCxn id="23" idx="0"/>
              </p:cNvCxnSpPr>
              <p:nvPr/>
            </p:nvCxnSpPr>
            <p:spPr>
              <a:xfrm flipH="1">
                <a:off x="7088307" y="1593776"/>
                <a:ext cx="1565" cy="31523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连接符: 肘形 16">
                <a:extLst>
                  <a:ext uri="{FF2B5EF4-FFF2-40B4-BE49-F238E27FC236}">
                    <a16:creationId xmlns:a16="http://schemas.microsoft.com/office/drawing/2014/main" id="{6CF620A3-38B9-4930-808E-B325DFA8C930}"/>
                  </a:ext>
                </a:extLst>
              </p:cNvPr>
              <p:cNvCxnSpPr>
                <a:cxnSpLocks/>
                <a:stCxn id="7" idx="6"/>
                <a:endCxn id="8" idx="0"/>
              </p:cNvCxnSpPr>
              <p:nvPr/>
            </p:nvCxnSpPr>
            <p:spPr>
              <a:xfrm>
                <a:off x="8703092" y="1033898"/>
                <a:ext cx="741720" cy="582157"/>
              </a:xfrm>
              <a:prstGeom prst="bentConnector2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连接符: 肘形 17">
                <a:extLst>
                  <a:ext uri="{FF2B5EF4-FFF2-40B4-BE49-F238E27FC236}">
                    <a16:creationId xmlns:a16="http://schemas.microsoft.com/office/drawing/2014/main" id="{87CFE686-D790-407A-931C-269118BB6F21}"/>
                  </a:ext>
                </a:extLst>
              </p:cNvPr>
              <p:cNvCxnSpPr>
                <a:cxnSpLocks/>
                <a:stCxn id="26" idx="3"/>
                <a:endCxn id="23" idx="2"/>
              </p:cNvCxnSpPr>
              <p:nvPr/>
            </p:nvCxnSpPr>
            <p:spPr>
              <a:xfrm>
                <a:off x="5413472" y="1465802"/>
                <a:ext cx="1372435" cy="745902"/>
              </a:xfrm>
              <a:prstGeom prst="bentConnector3">
                <a:avLst>
                  <a:gd name="adj1" fmla="val 50000"/>
                </a:avLst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文本框 18">
                    <a:extLst>
                      <a:ext uri="{FF2B5EF4-FFF2-40B4-BE49-F238E27FC236}">
                        <a16:creationId xmlns:a16="http://schemas.microsoft.com/office/drawing/2014/main" id="{570DF93F-85BE-4379-BCA8-C4DC0BD5C04E}"/>
                      </a:ext>
                    </a:extLst>
                  </p:cNvPr>
                  <p:cNvSpPr txBox="1"/>
                  <p:nvPr/>
                </p:nvSpPr>
                <p:spPr>
                  <a:xfrm>
                    <a:off x="4014320" y="1683900"/>
                    <a:ext cx="2081680" cy="40421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𝑆𝐾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</m:d>
                            </m:e>
                          </m:d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9" name="文本框 18">
                    <a:extLst>
                      <a:ext uri="{FF2B5EF4-FFF2-40B4-BE49-F238E27FC236}">
                        <a16:creationId xmlns:a16="http://schemas.microsoft.com/office/drawing/2014/main" id="{570DF93F-85BE-4379-BCA8-C4DC0BD5C04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14320" y="1683900"/>
                    <a:ext cx="2081680" cy="404213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0" name="直接箭头连接符 19">
                <a:extLst>
                  <a:ext uri="{FF2B5EF4-FFF2-40B4-BE49-F238E27FC236}">
                    <a16:creationId xmlns:a16="http://schemas.microsoft.com/office/drawing/2014/main" id="{2B4DE098-C31A-428A-8673-DE80F2835FEE}"/>
                  </a:ext>
                </a:extLst>
              </p:cNvPr>
              <p:cNvCxnSpPr>
                <a:cxnSpLocks/>
                <a:endCxn id="7" idx="2"/>
              </p:cNvCxnSpPr>
              <p:nvPr/>
            </p:nvCxnSpPr>
            <p:spPr>
              <a:xfrm>
                <a:off x="5413472" y="1032211"/>
                <a:ext cx="2684820" cy="168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椭圆 20">
                    <a:extLst>
                      <a:ext uri="{FF2B5EF4-FFF2-40B4-BE49-F238E27FC236}">
                        <a16:creationId xmlns:a16="http://schemas.microsoft.com/office/drawing/2014/main" id="{0D6242FC-981A-4205-9337-5D6815AA2349}"/>
                      </a:ext>
                    </a:extLst>
                  </p:cNvPr>
                  <p:cNvSpPr/>
                  <p:nvPr/>
                </p:nvSpPr>
                <p:spPr>
                  <a:xfrm>
                    <a:off x="1467793" y="1985387"/>
                    <a:ext cx="604800" cy="605396"/>
                  </a:xfrm>
                  <a:prstGeom prst="ellipse">
                    <a:avLst/>
                  </a:prstGeom>
                  <a:solidFill>
                    <a:srgbClr val="FDEFE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𝑯</m:t>
                          </m:r>
                        </m:oMath>
                      </m:oMathPara>
                    </a14:m>
                    <a:endParaRPr lang="en-US" altLang="zh-CN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21" name="椭圆 20">
                    <a:extLst>
                      <a:ext uri="{FF2B5EF4-FFF2-40B4-BE49-F238E27FC236}">
                        <a16:creationId xmlns:a16="http://schemas.microsoft.com/office/drawing/2014/main" id="{0D6242FC-981A-4205-9337-5D6815AA234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67793" y="1985387"/>
                    <a:ext cx="604800" cy="605396"/>
                  </a:xfrm>
                  <a:prstGeom prst="ellipse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2" name="直接箭头连接符 21">
                <a:extLst>
                  <a:ext uri="{FF2B5EF4-FFF2-40B4-BE49-F238E27FC236}">
                    <a16:creationId xmlns:a16="http://schemas.microsoft.com/office/drawing/2014/main" id="{877DBA78-E46E-4EAC-8BE1-9DED12E76F52}"/>
                  </a:ext>
                </a:extLst>
              </p:cNvPr>
              <p:cNvCxnSpPr>
                <a:cxnSpLocks/>
                <a:stCxn id="21" idx="6"/>
                <a:endCxn id="4" idx="2"/>
              </p:cNvCxnSpPr>
              <p:nvPr/>
            </p:nvCxnSpPr>
            <p:spPr>
              <a:xfrm>
                <a:off x="2072593" y="2288085"/>
                <a:ext cx="441403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椭圆 22">
                    <a:extLst>
                      <a:ext uri="{FF2B5EF4-FFF2-40B4-BE49-F238E27FC236}">
                        <a16:creationId xmlns:a16="http://schemas.microsoft.com/office/drawing/2014/main" id="{1D6AD9F8-4503-418F-8EBB-299DA334EF7A}"/>
                      </a:ext>
                    </a:extLst>
                  </p:cNvPr>
                  <p:cNvSpPr/>
                  <p:nvPr/>
                </p:nvSpPr>
                <p:spPr>
                  <a:xfrm>
                    <a:off x="6785907" y="1909006"/>
                    <a:ext cx="604800" cy="605396"/>
                  </a:xfrm>
                  <a:prstGeom prst="ellipse">
                    <a:avLst/>
                  </a:prstGeom>
                  <a:solidFill>
                    <a:srgbClr val="FDEFE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𝑫</m:t>
                          </m:r>
                        </m:oMath>
                      </m:oMathPara>
                    </a14:m>
                    <a:endParaRPr lang="en-US" altLang="zh-CN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23" name="椭圆 22">
                    <a:extLst>
                      <a:ext uri="{FF2B5EF4-FFF2-40B4-BE49-F238E27FC236}">
                        <a16:creationId xmlns:a16="http://schemas.microsoft.com/office/drawing/2014/main" id="{1D6AD9F8-4503-418F-8EBB-299DA334EF7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85907" y="1909006"/>
                    <a:ext cx="604800" cy="605396"/>
                  </a:xfrm>
                  <a:prstGeom prst="ellipse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4" name="连接符: 肘形 23">
                <a:extLst>
                  <a:ext uri="{FF2B5EF4-FFF2-40B4-BE49-F238E27FC236}">
                    <a16:creationId xmlns:a16="http://schemas.microsoft.com/office/drawing/2014/main" id="{96F2FFC9-E212-4186-9EB7-72DDDBB466AD}"/>
                  </a:ext>
                </a:extLst>
              </p:cNvPr>
              <p:cNvCxnSpPr>
                <a:cxnSpLocks/>
                <a:stCxn id="23" idx="6"/>
                <a:endCxn id="8" idx="2"/>
              </p:cNvCxnSpPr>
              <p:nvPr/>
            </p:nvCxnSpPr>
            <p:spPr>
              <a:xfrm flipV="1">
                <a:off x="7390707" y="1985387"/>
                <a:ext cx="2054105" cy="226317"/>
              </a:xfrm>
              <a:prstGeom prst="bentConnector2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9" name="组合 98">
              <a:extLst>
                <a:ext uri="{FF2B5EF4-FFF2-40B4-BE49-F238E27FC236}">
                  <a16:creationId xmlns:a16="http://schemas.microsoft.com/office/drawing/2014/main" id="{7C1E2749-52C4-4246-BC27-573E91A969DC}"/>
                </a:ext>
              </a:extLst>
            </p:cNvPr>
            <p:cNvGrpSpPr/>
            <p:nvPr/>
          </p:nvGrpSpPr>
          <p:grpSpPr>
            <a:xfrm>
              <a:off x="1364081" y="2520675"/>
              <a:ext cx="9463837" cy="3210585"/>
              <a:chOff x="1364081" y="2783547"/>
              <a:chExt cx="9463837" cy="321058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矩形 27">
                    <a:extLst>
                      <a:ext uri="{FF2B5EF4-FFF2-40B4-BE49-F238E27FC236}">
                        <a16:creationId xmlns:a16="http://schemas.microsoft.com/office/drawing/2014/main" id="{1C7173B7-8159-474F-A972-D7C49462439B}"/>
                      </a:ext>
                    </a:extLst>
                  </p:cNvPr>
                  <p:cNvSpPr/>
                  <p:nvPr/>
                </p:nvSpPr>
                <p:spPr>
                  <a:xfrm>
                    <a:off x="1364081" y="3390767"/>
                    <a:ext cx="657518" cy="854466"/>
                  </a:xfrm>
                  <a:prstGeom prst="rect">
                    <a:avLst/>
                  </a:prstGeom>
                  <a:solidFill>
                    <a:srgbClr val="F8CCB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𝑴</m:t>
                          </m:r>
                        </m:oMath>
                      </m:oMathPara>
                    </a14:m>
                    <a:endParaRPr lang="en-US" altLang="zh-CN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28" name="矩形 27">
                    <a:extLst>
                      <a:ext uri="{FF2B5EF4-FFF2-40B4-BE49-F238E27FC236}">
                        <a16:creationId xmlns:a16="http://schemas.microsoft.com/office/drawing/2014/main" id="{1C7173B7-8159-474F-A972-D7C49462439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64081" y="3390767"/>
                    <a:ext cx="657518" cy="854466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椭圆 28">
                    <a:extLst>
                      <a:ext uri="{FF2B5EF4-FFF2-40B4-BE49-F238E27FC236}">
                        <a16:creationId xmlns:a16="http://schemas.microsoft.com/office/drawing/2014/main" id="{AC649ADA-B8E2-4047-95C1-BA97D2EB3231}"/>
                      </a:ext>
                    </a:extLst>
                  </p:cNvPr>
                  <p:cNvSpPr/>
                  <p:nvPr/>
                </p:nvSpPr>
                <p:spPr>
                  <a:xfrm>
                    <a:off x="3295569" y="4769489"/>
                    <a:ext cx="604800" cy="605396"/>
                  </a:xfrm>
                  <a:prstGeom prst="ellipse">
                    <a:avLst/>
                  </a:prstGeom>
                  <a:solidFill>
                    <a:srgbClr val="FDEFE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𝑺𝒊𝒈</m:t>
                          </m:r>
                        </m:oMath>
                      </m:oMathPara>
                    </a14:m>
                    <a:endParaRPr lang="en-US" altLang="zh-CN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29" name="椭圆 28">
                    <a:extLst>
                      <a:ext uri="{FF2B5EF4-FFF2-40B4-BE49-F238E27FC236}">
                        <a16:creationId xmlns:a16="http://schemas.microsoft.com/office/drawing/2014/main" id="{AC649ADA-B8E2-4047-95C1-BA97D2EB323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95569" y="4769489"/>
                    <a:ext cx="604800" cy="605396"/>
                  </a:xfrm>
                  <a:prstGeom prst="ellipse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椭圆 29">
                    <a:extLst>
                      <a:ext uri="{FF2B5EF4-FFF2-40B4-BE49-F238E27FC236}">
                        <a16:creationId xmlns:a16="http://schemas.microsoft.com/office/drawing/2014/main" id="{1358058B-2EA2-42B1-A79F-21E655826A46}"/>
                      </a:ext>
                    </a:extLst>
                  </p:cNvPr>
                  <p:cNvSpPr/>
                  <p:nvPr/>
                </p:nvSpPr>
                <p:spPr>
                  <a:xfrm>
                    <a:off x="4059797" y="3515302"/>
                    <a:ext cx="604800" cy="605396"/>
                  </a:xfrm>
                  <a:prstGeom prst="ellipse">
                    <a:avLst/>
                  </a:prstGeom>
                  <a:solidFill>
                    <a:srgbClr val="FDEFE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∥</m:t>
                          </m:r>
                        </m:oMath>
                      </m:oMathPara>
                    </a14:m>
                    <a:endParaRPr lang="en-US" altLang="zh-CN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30" name="椭圆 29">
                    <a:extLst>
                      <a:ext uri="{FF2B5EF4-FFF2-40B4-BE49-F238E27FC236}">
                        <a16:creationId xmlns:a16="http://schemas.microsoft.com/office/drawing/2014/main" id="{1358058B-2EA2-42B1-A79F-21E655826A4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59797" y="3515302"/>
                    <a:ext cx="604800" cy="605396"/>
                  </a:xfrm>
                  <a:prstGeom prst="ellipse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矩形 49">
                    <a:extLst>
                      <a:ext uri="{FF2B5EF4-FFF2-40B4-BE49-F238E27FC236}">
                        <a16:creationId xmlns:a16="http://schemas.microsoft.com/office/drawing/2014/main" id="{72E152F7-7C00-4361-BE13-59234B299157}"/>
                      </a:ext>
                    </a:extLst>
                  </p:cNvPr>
                  <p:cNvSpPr/>
                  <p:nvPr/>
                </p:nvSpPr>
                <p:spPr>
                  <a:xfrm>
                    <a:off x="5537527" y="3185853"/>
                    <a:ext cx="657518" cy="854466"/>
                  </a:xfrm>
                  <a:prstGeom prst="rect">
                    <a:avLst/>
                  </a:prstGeom>
                  <a:solidFill>
                    <a:srgbClr val="F8CCB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𝑴</m:t>
                          </m:r>
                        </m:oMath>
                      </m:oMathPara>
                    </a14:m>
                    <a:endParaRPr lang="en-US" altLang="zh-CN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50" name="矩形 49">
                    <a:extLst>
                      <a:ext uri="{FF2B5EF4-FFF2-40B4-BE49-F238E27FC236}">
                        <a16:creationId xmlns:a16="http://schemas.microsoft.com/office/drawing/2014/main" id="{72E152F7-7C00-4361-BE13-59234B29915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37527" y="3185853"/>
                    <a:ext cx="657518" cy="854466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矩形 50">
                    <a:extLst>
                      <a:ext uri="{FF2B5EF4-FFF2-40B4-BE49-F238E27FC236}">
                        <a16:creationId xmlns:a16="http://schemas.microsoft.com/office/drawing/2014/main" id="{65B7C62F-D059-4D3D-975E-2AACF660FA03}"/>
                      </a:ext>
                    </a:extLst>
                  </p:cNvPr>
                  <p:cNvSpPr/>
                  <p:nvPr/>
                </p:nvSpPr>
                <p:spPr>
                  <a:xfrm>
                    <a:off x="5537527" y="4053285"/>
                    <a:ext cx="657518" cy="402764"/>
                  </a:xfrm>
                  <a:prstGeom prst="rect">
                    <a:avLst/>
                  </a:prstGeom>
                  <a:solidFill>
                    <a:srgbClr val="FDEFE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𝒔</m:t>
                          </m:r>
                        </m:oMath>
                      </m:oMathPara>
                    </a14:m>
                    <a:endParaRPr lang="en-US" altLang="zh-CN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51" name="矩形 50">
                    <a:extLst>
                      <a:ext uri="{FF2B5EF4-FFF2-40B4-BE49-F238E27FC236}">
                        <a16:creationId xmlns:a16="http://schemas.microsoft.com/office/drawing/2014/main" id="{65B7C62F-D059-4D3D-975E-2AACF660FA0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37527" y="4053285"/>
                    <a:ext cx="657518" cy="402764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椭圆 31">
                    <a:extLst>
                      <a:ext uri="{FF2B5EF4-FFF2-40B4-BE49-F238E27FC236}">
                        <a16:creationId xmlns:a16="http://schemas.microsoft.com/office/drawing/2014/main" id="{802C5643-2CC1-41D1-B4C7-713F3E9517E5}"/>
                      </a:ext>
                    </a:extLst>
                  </p:cNvPr>
                  <p:cNvSpPr/>
                  <p:nvPr/>
                </p:nvSpPr>
                <p:spPr>
                  <a:xfrm>
                    <a:off x="6723405" y="3492811"/>
                    <a:ext cx="604800" cy="605396"/>
                  </a:xfrm>
                  <a:prstGeom prst="ellipse">
                    <a:avLst/>
                  </a:prstGeom>
                  <a:solidFill>
                    <a:srgbClr val="FDEFE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𝑯</m:t>
                          </m:r>
                        </m:oMath>
                      </m:oMathPara>
                    </a14:m>
                    <a:endParaRPr lang="en-US" altLang="zh-CN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32" name="椭圆 31">
                    <a:extLst>
                      <a:ext uri="{FF2B5EF4-FFF2-40B4-BE49-F238E27FC236}">
                        <a16:creationId xmlns:a16="http://schemas.microsoft.com/office/drawing/2014/main" id="{802C5643-2CC1-41D1-B4C7-713F3E9517E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23405" y="3492811"/>
                    <a:ext cx="604800" cy="605396"/>
                  </a:xfrm>
                  <a:prstGeom prst="ellipse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文本框 32">
                    <a:extLst>
                      <a:ext uri="{FF2B5EF4-FFF2-40B4-BE49-F238E27FC236}">
                        <a16:creationId xmlns:a16="http://schemas.microsoft.com/office/drawing/2014/main" id="{41369FEA-4A2B-4A6F-9C99-31DCF82945B1}"/>
                      </a:ext>
                    </a:extLst>
                  </p:cNvPr>
                  <p:cNvSpPr txBox="1"/>
                  <p:nvPr/>
                </p:nvSpPr>
                <p:spPr>
                  <a:xfrm>
                    <a:off x="9624852" y="4400157"/>
                    <a:ext cx="1203066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𝐶𝑜𝑚𝑝𝑎𝑟𝑒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3" name="文本框 32">
                    <a:extLst>
                      <a:ext uri="{FF2B5EF4-FFF2-40B4-BE49-F238E27FC236}">
                        <a16:creationId xmlns:a16="http://schemas.microsoft.com/office/drawing/2014/main" id="{41369FEA-4A2B-4A6F-9C99-31DCF82945B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24852" y="4400157"/>
                    <a:ext cx="1203066" cy="369332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b="-13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4" name="直接箭头连接符 33">
                <a:extLst>
                  <a:ext uri="{FF2B5EF4-FFF2-40B4-BE49-F238E27FC236}">
                    <a16:creationId xmlns:a16="http://schemas.microsoft.com/office/drawing/2014/main" id="{2F9EE95B-0D58-4B41-BFB4-814618E69421}"/>
                  </a:ext>
                </a:extLst>
              </p:cNvPr>
              <p:cNvCxnSpPr>
                <a:cxnSpLocks/>
                <a:stCxn id="28" idx="3"/>
                <a:endCxn id="30" idx="2"/>
              </p:cNvCxnSpPr>
              <p:nvPr/>
            </p:nvCxnSpPr>
            <p:spPr>
              <a:xfrm>
                <a:off x="2021599" y="3818000"/>
                <a:ext cx="2038198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文本框 34">
                    <a:extLst>
                      <a:ext uri="{FF2B5EF4-FFF2-40B4-BE49-F238E27FC236}">
                        <a16:creationId xmlns:a16="http://schemas.microsoft.com/office/drawing/2014/main" id="{CF9B8B8A-C6DE-47EA-9917-7795ECFE6B38}"/>
                      </a:ext>
                    </a:extLst>
                  </p:cNvPr>
                  <p:cNvSpPr txBox="1"/>
                  <p:nvPr/>
                </p:nvSpPr>
                <p:spPr>
                  <a:xfrm>
                    <a:off x="3545726" y="4215491"/>
                    <a:ext cx="53340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𝑆𝐾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5" name="文本框 34">
                    <a:extLst>
                      <a:ext uri="{FF2B5EF4-FFF2-40B4-BE49-F238E27FC236}">
                        <a16:creationId xmlns:a16="http://schemas.microsoft.com/office/drawing/2014/main" id="{CF9B8B8A-C6DE-47EA-9917-7795ECFE6B3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45726" y="4215491"/>
                    <a:ext cx="533400" cy="369332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6" name="直接箭头连接符 35">
                <a:extLst>
                  <a:ext uri="{FF2B5EF4-FFF2-40B4-BE49-F238E27FC236}">
                    <a16:creationId xmlns:a16="http://schemas.microsoft.com/office/drawing/2014/main" id="{0712D56C-DF9D-4E62-B549-D98DD7751083}"/>
                  </a:ext>
                </a:extLst>
              </p:cNvPr>
              <p:cNvCxnSpPr>
                <a:cxnSpLocks/>
                <a:stCxn id="35" idx="2"/>
                <a:endCxn id="29" idx="7"/>
              </p:cNvCxnSpPr>
              <p:nvPr/>
            </p:nvCxnSpPr>
            <p:spPr>
              <a:xfrm flipH="1">
                <a:off x="3811798" y="4584823"/>
                <a:ext cx="628" cy="27332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连接符: 肘形 36">
                <a:extLst>
                  <a:ext uri="{FF2B5EF4-FFF2-40B4-BE49-F238E27FC236}">
                    <a16:creationId xmlns:a16="http://schemas.microsoft.com/office/drawing/2014/main" id="{9710353B-86CF-48BC-A363-CE130CA6FC9D}"/>
                  </a:ext>
                </a:extLst>
              </p:cNvPr>
              <p:cNvCxnSpPr>
                <a:cxnSpLocks/>
                <a:stCxn id="28" idx="2"/>
                <a:endCxn id="46" idx="2"/>
              </p:cNvCxnSpPr>
              <p:nvPr/>
            </p:nvCxnSpPr>
            <p:spPr>
              <a:xfrm rot="16200000" flipH="1">
                <a:off x="1557626" y="4380447"/>
                <a:ext cx="826954" cy="556526"/>
              </a:xfrm>
              <a:prstGeom prst="bentConnector2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连接符: 肘形 37">
                <a:extLst>
                  <a:ext uri="{FF2B5EF4-FFF2-40B4-BE49-F238E27FC236}">
                    <a16:creationId xmlns:a16="http://schemas.microsoft.com/office/drawing/2014/main" id="{E785D3B5-C18B-4356-9592-4205C4C30AB9}"/>
                  </a:ext>
                </a:extLst>
              </p:cNvPr>
              <p:cNvCxnSpPr>
                <a:cxnSpLocks/>
                <a:stCxn id="29" idx="6"/>
                <a:endCxn id="30" idx="4"/>
              </p:cNvCxnSpPr>
              <p:nvPr/>
            </p:nvCxnSpPr>
            <p:spPr>
              <a:xfrm flipV="1">
                <a:off x="3900369" y="4120698"/>
                <a:ext cx="461828" cy="951489"/>
              </a:xfrm>
              <a:prstGeom prst="bentConnector2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箭头连接符 38">
                <a:extLst>
                  <a:ext uri="{FF2B5EF4-FFF2-40B4-BE49-F238E27FC236}">
                    <a16:creationId xmlns:a16="http://schemas.microsoft.com/office/drawing/2014/main" id="{BA4E17DB-BF6A-47AF-B8B2-CA9CE64D1303}"/>
                  </a:ext>
                </a:extLst>
              </p:cNvPr>
              <p:cNvCxnSpPr>
                <a:cxnSpLocks/>
                <a:stCxn id="30" idx="6"/>
              </p:cNvCxnSpPr>
              <p:nvPr/>
            </p:nvCxnSpPr>
            <p:spPr>
              <a:xfrm flipV="1">
                <a:off x="4664597" y="3816313"/>
                <a:ext cx="891507" cy="168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09F0BEBD-C189-4262-B74C-251F900424D7}"/>
                      </a:ext>
                    </a:extLst>
                  </p:cNvPr>
                  <p:cNvSpPr txBox="1"/>
                  <p:nvPr/>
                </p:nvSpPr>
                <p:spPr>
                  <a:xfrm>
                    <a:off x="8703813" y="2783547"/>
                    <a:ext cx="53340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𝑃𝐾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09F0BEBD-C189-4262-B74C-251F900424D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03813" y="2783547"/>
                    <a:ext cx="533400" cy="369332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r="-114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1" name="直接箭头连接符 40">
                <a:extLst>
                  <a:ext uri="{FF2B5EF4-FFF2-40B4-BE49-F238E27FC236}">
                    <a16:creationId xmlns:a16="http://schemas.microsoft.com/office/drawing/2014/main" id="{C0E893AE-80B5-4994-B4F5-DA1F6E105354}"/>
                  </a:ext>
                </a:extLst>
              </p:cNvPr>
              <p:cNvCxnSpPr>
                <a:cxnSpLocks/>
                <a:stCxn id="40" idx="2"/>
                <a:endCxn id="48" idx="7"/>
              </p:cNvCxnSpPr>
              <p:nvPr/>
            </p:nvCxnSpPr>
            <p:spPr>
              <a:xfrm>
                <a:off x="8970513" y="3152879"/>
                <a:ext cx="0" cy="42859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连接符: 肘形 41">
                <a:extLst>
                  <a:ext uri="{FF2B5EF4-FFF2-40B4-BE49-F238E27FC236}">
                    <a16:creationId xmlns:a16="http://schemas.microsoft.com/office/drawing/2014/main" id="{3FD67CB1-03F3-41EE-8078-C84EF3B15DB5}"/>
                  </a:ext>
                </a:extLst>
              </p:cNvPr>
              <p:cNvCxnSpPr>
                <a:cxnSpLocks/>
                <a:stCxn id="48" idx="6"/>
                <a:endCxn id="33" idx="0"/>
              </p:cNvCxnSpPr>
              <p:nvPr/>
            </p:nvCxnSpPr>
            <p:spPr>
              <a:xfrm>
                <a:off x="9059084" y="3795509"/>
                <a:ext cx="1167301" cy="604648"/>
              </a:xfrm>
              <a:prstGeom prst="bentConnector2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箭头连接符 44">
                <a:extLst>
                  <a:ext uri="{FF2B5EF4-FFF2-40B4-BE49-F238E27FC236}">
                    <a16:creationId xmlns:a16="http://schemas.microsoft.com/office/drawing/2014/main" id="{64907847-8690-4EEC-9B32-3589EC538CBB}"/>
                  </a:ext>
                </a:extLst>
              </p:cNvPr>
              <p:cNvCxnSpPr>
                <a:cxnSpLocks/>
                <a:endCxn id="32" idx="2"/>
              </p:cNvCxnSpPr>
              <p:nvPr/>
            </p:nvCxnSpPr>
            <p:spPr>
              <a:xfrm>
                <a:off x="6189898" y="3795509"/>
                <a:ext cx="533507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椭圆 45">
                    <a:extLst>
                      <a:ext uri="{FF2B5EF4-FFF2-40B4-BE49-F238E27FC236}">
                        <a16:creationId xmlns:a16="http://schemas.microsoft.com/office/drawing/2014/main" id="{2763F9D9-C634-4E50-8138-ACF75389940B}"/>
                      </a:ext>
                    </a:extLst>
                  </p:cNvPr>
                  <p:cNvSpPr/>
                  <p:nvPr/>
                </p:nvSpPr>
                <p:spPr>
                  <a:xfrm>
                    <a:off x="2249366" y="4769489"/>
                    <a:ext cx="604800" cy="605396"/>
                  </a:xfrm>
                  <a:prstGeom prst="ellipse">
                    <a:avLst/>
                  </a:prstGeom>
                  <a:solidFill>
                    <a:srgbClr val="FDEFE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𝑯</m:t>
                          </m:r>
                        </m:oMath>
                      </m:oMathPara>
                    </a14:m>
                    <a:endParaRPr lang="en-US" altLang="zh-CN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46" name="椭圆 45">
                    <a:extLst>
                      <a:ext uri="{FF2B5EF4-FFF2-40B4-BE49-F238E27FC236}">
                        <a16:creationId xmlns:a16="http://schemas.microsoft.com/office/drawing/2014/main" id="{2763F9D9-C634-4E50-8138-ACF75389940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49366" y="4769489"/>
                    <a:ext cx="604800" cy="605396"/>
                  </a:xfrm>
                  <a:prstGeom prst="ellipse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7" name="直接箭头连接符 46">
                <a:extLst>
                  <a:ext uri="{FF2B5EF4-FFF2-40B4-BE49-F238E27FC236}">
                    <a16:creationId xmlns:a16="http://schemas.microsoft.com/office/drawing/2014/main" id="{6ECEBF2C-BB6E-43B1-8A72-170758A7B322}"/>
                  </a:ext>
                </a:extLst>
              </p:cNvPr>
              <p:cNvCxnSpPr>
                <a:cxnSpLocks/>
                <a:stCxn id="46" idx="6"/>
                <a:endCxn id="29" idx="2"/>
              </p:cNvCxnSpPr>
              <p:nvPr/>
            </p:nvCxnSpPr>
            <p:spPr>
              <a:xfrm>
                <a:off x="2854166" y="5072187"/>
                <a:ext cx="441403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椭圆 47">
                    <a:extLst>
                      <a:ext uri="{FF2B5EF4-FFF2-40B4-BE49-F238E27FC236}">
                        <a16:creationId xmlns:a16="http://schemas.microsoft.com/office/drawing/2014/main" id="{946B7C19-3338-46AB-9482-E5429647B10B}"/>
                      </a:ext>
                    </a:extLst>
                  </p:cNvPr>
                  <p:cNvSpPr/>
                  <p:nvPr/>
                </p:nvSpPr>
                <p:spPr>
                  <a:xfrm>
                    <a:off x="8454284" y="3492811"/>
                    <a:ext cx="604800" cy="605396"/>
                  </a:xfrm>
                  <a:prstGeom prst="ellipse">
                    <a:avLst/>
                  </a:prstGeom>
                  <a:solidFill>
                    <a:srgbClr val="FDEFE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𝑽𝒆𝒓</m:t>
                          </m:r>
                        </m:oMath>
                      </m:oMathPara>
                    </a14:m>
                    <a:endParaRPr lang="en-US" altLang="zh-CN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48" name="椭圆 47">
                    <a:extLst>
                      <a:ext uri="{FF2B5EF4-FFF2-40B4-BE49-F238E27FC236}">
                        <a16:creationId xmlns:a16="http://schemas.microsoft.com/office/drawing/2014/main" id="{946B7C19-3338-46AB-9482-E5429647B10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54284" y="3492811"/>
                    <a:ext cx="604800" cy="605396"/>
                  </a:xfrm>
                  <a:prstGeom prst="ellipse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9" name="连接符: 肘形 48">
                <a:extLst>
                  <a:ext uri="{FF2B5EF4-FFF2-40B4-BE49-F238E27FC236}">
                    <a16:creationId xmlns:a16="http://schemas.microsoft.com/office/drawing/2014/main" id="{AFD70F65-0E73-4E12-8850-2E362D0733AD}"/>
                  </a:ext>
                </a:extLst>
              </p:cNvPr>
              <p:cNvCxnSpPr>
                <a:cxnSpLocks/>
                <a:stCxn id="65" idx="2"/>
                <a:endCxn id="33" idx="2"/>
              </p:cNvCxnSpPr>
              <p:nvPr/>
            </p:nvCxnSpPr>
            <p:spPr>
              <a:xfrm rot="5400000" flipH="1" flipV="1">
                <a:off x="7994429" y="2636199"/>
                <a:ext cx="98666" cy="4365246"/>
              </a:xfrm>
              <a:prstGeom prst="bentConnector3">
                <a:avLst>
                  <a:gd name="adj1" fmla="val -231691"/>
                </a:avLst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文本框 53">
                    <a:extLst>
                      <a:ext uri="{FF2B5EF4-FFF2-40B4-BE49-F238E27FC236}">
                        <a16:creationId xmlns:a16="http://schemas.microsoft.com/office/drawing/2014/main" id="{CD5ACE5C-DF73-4A6C-A2E3-1FBF43892C29}"/>
                      </a:ext>
                    </a:extLst>
                  </p:cNvPr>
                  <p:cNvSpPr txBox="1"/>
                  <p:nvPr/>
                </p:nvSpPr>
                <p:spPr>
                  <a:xfrm>
                    <a:off x="3117857" y="3957527"/>
                    <a:ext cx="53340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𝑃𝐾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4" name="文本框 53">
                    <a:extLst>
                      <a:ext uri="{FF2B5EF4-FFF2-40B4-BE49-F238E27FC236}">
                        <a16:creationId xmlns:a16="http://schemas.microsoft.com/office/drawing/2014/main" id="{CD5ACE5C-DF73-4A6C-A2E3-1FBF43892C2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17857" y="3957527"/>
                    <a:ext cx="533400" cy="369332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r="-227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5" name="直接箭头连接符 54">
                <a:extLst>
                  <a:ext uri="{FF2B5EF4-FFF2-40B4-BE49-F238E27FC236}">
                    <a16:creationId xmlns:a16="http://schemas.microsoft.com/office/drawing/2014/main" id="{BBA26179-1A54-4194-81D9-7534C7967182}"/>
                  </a:ext>
                </a:extLst>
              </p:cNvPr>
              <p:cNvCxnSpPr>
                <a:cxnSpLocks/>
                <a:stCxn id="54" idx="2"/>
                <a:endCxn id="29" idx="1"/>
              </p:cNvCxnSpPr>
              <p:nvPr/>
            </p:nvCxnSpPr>
            <p:spPr>
              <a:xfrm flipH="1">
                <a:off x="3384140" y="4326859"/>
                <a:ext cx="417" cy="53128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文本框 59">
                    <a:extLst>
                      <a:ext uri="{FF2B5EF4-FFF2-40B4-BE49-F238E27FC236}">
                        <a16:creationId xmlns:a16="http://schemas.microsoft.com/office/drawing/2014/main" id="{1A0F68DF-9E4A-4C0D-AE27-A112D1741B8D}"/>
                      </a:ext>
                    </a:extLst>
                  </p:cNvPr>
                  <p:cNvSpPr txBox="1"/>
                  <p:nvPr/>
                </p:nvSpPr>
                <p:spPr>
                  <a:xfrm>
                    <a:off x="3471663" y="5624800"/>
                    <a:ext cx="252612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0" name="文本框 59">
                    <a:extLst>
                      <a:ext uri="{FF2B5EF4-FFF2-40B4-BE49-F238E27FC236}">
                        <a16:creationId xmlns:a16="http://schemas.microsoft.com/office/drawing/2014/main" id="{1A0F68DF-9E4A-4C0D-AE27-A112D1741B8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71663" y="5624800"/>
                    <a:ext cx="252612" cy="369332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r="-1904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1" name="直接箭头连接符 60">
                <a:extLst>
                  <a:ext uri="{FF2B5EF4-FFF2-40B4-BE49-F238E27FC236}">
                    <a16:creationId xmlns:a16="http://schemas.microsoft.com/office/drawing/2014/main" id="{B361C9CE-0A53-470D-8B9A-58D369AED40F}"/>
                  </a:ext>
                </a:extLst>
              </p:cNvPr>
              <p:cNvCxnSpPr>
                <a:cxnSpLocks/>
                <a:stCxn id="60" idx="0"/>
                <a:endCxn id="29" idx="4"/>
              </p:cNvCxnSpPr>
              <p:nvPr/>
            </p:nvCxnSpPr>
            <p:spPr>
              <a:xfrm flipV="1">
                <a:off x="3597969" y="5374885"/>
                <a:ext cx="0" cy="24991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矩形 64">
                    <a:extLst>
                      <a:ext uri="{FF2B5EF4-FFF2-40B4-BE49-F238E27FC236}">
                        <a16:creationId xmlns:a16="http://schemas.microsoft.com/office/drawing/2014/main" id="{73227553-818F-4121-A5DB-952AC3175E97}"/>
                      </a:ext>
                    </a:extLst>
                  </p:cNvPr>
                  <p:cNvSpPr/>
                  <p:nvPr/>
                </p:nvSpPr>
                <p:spPr>
                  <a:xfrm>
                    <a:off x="5532380" y="4465391"/>
                    <a:ext cx="657518" cy="402764"/>
                  </a:xfrm>
                  <a:prstGeom prst="rect">
                    <a:avLst/>
                  </a:prstGeom>
                  <a:solidFill>
                    <a:srgbClr val="FDEFE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D74514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𝒓</m:t>
                          </m:r>
                        </m:oMath>
                      </m:oMathPara>
                    </a14:m>
                    <a:endParaRPr lang="en-US" altLang="zh-CN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65" name="矩形 64">
                    <a:extLst>
                      <a:ext uri="{FF2B5EF4-FFF2-40B4-BE49-F238E27FC236}">
                        <a16:creationId xmlns:a16="http://schemas.microsoft.com/office/drawing/2014/main" id="{73227553-818F-4121-A5DB-952AC3175E9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32380" y="4465391"/>
                    <a:ext cx="657518" cy="402764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80" name="连接符: 肘形 79">
                <a:extLst>
                  <a:ext uri="{FF2B5EF4-FFF2-40B4-BE49-F238E27FC236}">
                    <a16:creationId xmlns:a16="http://schemas.microsoft.com/office/drawing/2014/main" id="{5E30229A-3F84-4F61-AF5D-60C6B258F34A}"/>
                  </a:ext>
                </a:extLst>
              </p:cNvPr>
              <p:cNvCxnSpPr>
                <a:cxnSpLocks/>
                <a:stCxn id="65" idx="3"/>
                <a:endCxn id="48" idx="5"/>
              </p:cNvCxnSpPr>
              <p:nvPr/>
            </p:nvCxnSpPr>
            <p:spPr>
              <a:xfrm flipV="1">
                <a:off x="6189898" y="4009549"/>
                <a:ext cx="2780615" cy="657224"/>
              </a:xfrm>
              <a:prstGeom prst="bentConnector2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连接符: 肘形 82">
                <a:extLst>
                  <a:ext uri="{FF2B5EF4-FFF2-40B4-BE49-F238E27FC236}">
                    <a16:creationId xmlns:a16="http://schemas.microsoft.com/office/drawing/2014/main" id="{B5AEEE83-E1DD-4A36-827C-76ACD1D94977}"/>
                  </a:ext>
                </a:extLst>
              </p:cNvPr>
              <p:cNvCxnSpPr>
                <a:cxnSpLocks/>
                <a:stCxn id="51" idx="3"/>
                <a:endCxn id="48" idx="3"/>
              </p:cNvCxnSpPr>
              <p:nvPr/>
            </p:nvCxnSpPr>
            <p:spPr>
              <a:xfrm flipV="1">
                <a:off x="6195045" y="4009549"/>
                <a:ext cx="2347810" cy="245118"/>
              </a:xfrm>
              <a:prstGeom prst="bentConnector2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接箭头连接符 85">
                <a:extLst>
                  <a:ext uri="{FF2B5EF4-FFF2-40B4-BE49-F238E27FC236}">
                    <a16:creationId xmlns:a16="http://schemas.microsoft.com/office/drawing/2014/main" id="{40C83FCA-9856-4F71-BC81-79371BACFB5E}"/>
                  </a:ext>
                </a:extLst>
              </p:cNvPr>
              <p:cNvCxnSpPr>
                <a:cxnSpLocks/>
                <a:stCxn id="32" idx="6"/>
                <a:endCxn id="48" idx="2"/>
              </p:cNvCxnSpPr>
              <p:nvPr/>
            </p:nvCxnSpPr>
            <p:spPr>
              <a:xfrm>
                <a:off x="7328205" y="3795509"/>
                <a:ext cx="1126079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2" name="文本框 91">
                    <a:extLst>
                      <a:ext uri="{FF2B5EF4-FFF2-40B4-BE49-F238E27FC236}">
                        <a16:creationId xmlns:a16="http://schemas.microsoft.com/office/drawing/2014/main" id="{0E41A27F-7316-441B-B5B5-DCD68AA6BFB8}"/>
                      </a:ext>
                    </a:extLst>
                  </p:cNvPr>
                  <p:cNvSpPr txBox="1"/>
                  <p:nvPr/>
                </p:nvSpPr>
                <p:spPr>
                  <a:xfrm>
                    <a:off x="8276155" y="3027471"/>
                    <a:ext cx="53340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𝑃𝐾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2" name="文本框 91">
                    <a:extLst>
                      <a:ext uri="{FF2B5EF4-FFF2-40B4-BE49-F238E27FC236}">
                        <a16:creationId xmlns:a16="http://schemas.microsoft.com/office/drawing/2014/main" id="{0E41A27F-7316-441B-B5B5-DCD68AA6BFB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76155" y="3027471"/>
                    <a:ext cx="533400" cy="369332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r="-229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3" name="直接箭头连接符 92">
                <a:extLst>
                  <a:ext uri="{FF2B5EF4-FFF2-40B4-BE49-F238E27FC236}">
                    <a16:creationId xmlns:a16="http://schemas.microsoft.com/office/drawing/2014/main" id="{A4862ECF-24F1-4E70-960E-297FD91E45D8}"/>
                  </a:ext>
                </a:extLst>
              </p:cNvPr>
              <p:cNvCxnSpPr>
                <a:cxnSpLocks/>
                <a:stCxn id="92" idx="2"/>
                <a:endCxn id="48" idx="1"/>
              </p:cNvCxnSpPr>
              <p:nvPr/>
            </p:nvCxnSpPr>
            <p:spPr>
              <a:xfrm>
                <a:off x="8542855" y="3396803"/>
                <a:ext cx="0" cy="18466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1616445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B69BA8CD-10B5-40F5-9C60-694F039C1537}"/>
              </a:ext>
            </a:extLst>
          </p:cNvPr>
          <p:cNvSpPr/>
          <p:nvPr/>
        </p:nvSpPr>
        <p:spPr>
          <a:xfrm>
            <a:off x="2189210" y="1499362"/>
            <a:ext cx="2359912" cy="2958249"/>
          </a:xfrm>
          <a:custGeom>
            <a:avLst/>
            <a:gdLst>
              <a:gd name="connsiteX0" fmla="*/ 516 w 2359912"/>
              <a:gd name="connsiteY0" fmla="*/ -210 h 2958249"/>
              <a:gd name="connsiteX1" fmla="*/ 2360428 w 2359912"/>
              <a:gd name="connsiteY1" fmla="*/ -210 h 2958249"/>
              <a:gd name="connsiteX2" fmla="*/ 2360428 w 2359912"/>
              <a:gd name="connsiteY2" fmla="*/ 2958040 h 2958249"/>
              <a:gd name="connsiteX3" fmla="*/ 516 w 2359912"/>
              <a:gd name="connsiteY3" fmla="*/ 2958040 h 2958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59912" h="2958249">
                <a:moveTo>
                  <a:pt x="516" y="-210"/>
                </a:moveTo>
                <a:lnTo>
                  <a:pt x="2360428" y="-210"/>
                </a:lnTo>
                <a:lnTo>
                  <a:pt x="2360428" y="2958040"/>
                </a:lnTo>
                <a:lnTo>
                  <a:pt x="516" y="2958040"/>
                </a:lnTo>
                <a:close/>
              </a:path>
            </a:pathLst>
          </a:custGeom>
          <a:solidFill>
            <a:srgbClr val="FEF8F6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48768AF4-CEB5-4CE6-8781-7E2E252054C9}"/>
              </a:ext>
            </a:extLst>
          </p:cNvPr>
          <p:cNvSpPr/>
          <p:nvPr/>
        </p:nvSpPr>
        <p:spPr>
          <a:xfrm>
            <a:off x="2718914" y="1925237"/>
            <a:ext cx="343163" cy="357242"/>
          </a:xfrm>
          <a:custGeom>
            <a:avLst/>
            <a:gdLst>
              <a:gd name="connsiteX0" fmla="*/ 516 w 343163"/>
              <a:gd name="connsiteY0" fmla="*/ -210 h 357242"/>
              <a:gd name="connsiteX1" fmla="*/ 343680 w 343163"/>
              <a:gd name="connsiteY1" fmla="*/ -210 h 357242"/>
              <a:gd name="connsiteX2" fmla="*/ 343680 w 343163"/>
              <a:gd name="connsiteY2" fmla="*/ 357033 h 357242"/>
              <a:gd name="connsiteX3" fmla="*/ 516 w 343163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163" h="357242">
                <a:moveTo>
                  <a:pt x="516" y="-210"/>
                </a:moveTo>
                <a:lnTo>
                  <a:pt x="343680" y="-210"/>
                </a:lnTo>
                <a:lnTo>
                  <a:pt x="343680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FEEFE8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A68A3A87-7133-4F43-879B-D5CEEC94776E}"/>
              </a:ext>
            </a:extLst>
          </p:cNvPr>
          <p:cNvSpPr/>
          <p:nvPr/>
        </p:nvSpPr>
        <p:spPr>
          <a:xfrm>
            <a:off x="3405242" y="1925237"/>
            <a:ext cx="1001334" cy="357242"/>
          </a:xfrm>
          <a:custGeom>
            <a:avLst/>
            <a:gdLst>
              <a:gd name="connsiteX0" fmla="*/ 516 w 1001334"/>
              <a:gd name="connsiteY0" fmla="*/ -210 h 357242"/>
              <a:gd name="connsiteX1" fmla="*/ 1001851 w 1001334"/>
              <a:gd name="connsiteY1" fmla="*/ -210 h 357242"/>
              <a:gd name="connsiteX2" fmla="*/ 1001851 w 1001334"/>
              <a:gd name="connsiteY2" fmla="*/ 357033 h 357242"/>
              <a:gd name="connsiteX3" fmla="*/ 516 w 1001334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1334" h="357242">
                <a:moveTo>
                  <a:pt x="516" y="-210"/>
                </a:moveTo>
                <a:lnTo>
                  <a:pt x="1001851" y="-210"/>
                </a:lnTo>
                <a:lnTo>
                  <a:pt x="1001851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F8CCB9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5E783F2-82C2-4ED1-9290-FCF182895D45}"/>
              </a:ext>
            </a:extLst>
          </p:cNvPr>
          <p:cNvSpPr txBox="1"/>
          <p:nvPr/>
        </p:nvSpPr>
        <p:spPr>
          <a:xfrm>
            <a:off x="3572037" y="1946390"/>
            <a:ext cx="668589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000000"/>
                </a:solidFill>
                <a:latin typeface="微软雅黑"/>
                <a:ea typeface="微软雅黑"/>
                <a:sym typeface="微软雅黑"/>
                <a:rtl val="0"/>
              </a:rPr>
              <a:t>行记录</a:t>
            </a: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45CA6EF7-0CD3-4AA7-9923-20CDA92FCFFB}"/>
              </a:ext>
            </a:extLst>
          </p:cNvPr>
          <p:cNvSpPr/>
          <p:nvPr/>
        </p:nvSpPr>
        <p:spPr>
          <a:xfrm>
            <a:off x="2377510" y="1925237"/>
            <a:ext cx="341404" cy="357242"/>
          </a:xfrm>
          <a:custGeom>
            <a:avLst/>
            <a:gdLst>
              <a:gd name="connsiteX0" fmla="*/ 516 w 341404"/>
              <a:gd name="connsiteY0" fmla="*/ -210 h 357242"/>
              <a:gd name="connsiteX1" fmla="*/ 341920 w 341404"/>
              <a:gd name="connsiteY1" fmla="*/ -210 h 357242"/>
              <a:gd name="connsiteX2" fmla="*/ 341920 w 341404"/>
              <a:gd name="connsiteY2" fmla="*/ 357033 h 357242"/>
              <a:gd name="connsiteX3" fmla="*/ 516 w 341404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1404" h="357242">
                <a:moveTo>
                  <a:pt x="516" y="-210"/>
                </a:moveTo>
                <a:lnTo>
                  <a:pt x="341920" y="-210"/>
                </a:lnTo>
                <a:lnTo>
                  <a:pt x="341920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F0835B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A3FFD8-718C-42BF-A80A-005576587F5D}"/>
              </a:ext>
            </a:extLst>
          </p:cNvPr>
          <p:cNvSpPr txBox="1"/>
          <p:nvPr/>
        </p:nvSpPr>
        <p:spPr>
          <a:xfrm>
            <a:off x="2409470" y="1946390"/>
            <a:ext cx="277910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0</a:t>
            </a: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12A52DF1-44D4-4986-A8DB-637B400ECDE7}"/>
              </a:ext>
            </a:extLst>
          </p:cNvPr>
          <p:cNvSpPr/>
          <p:nvPr/>
        </p:nvSpPr>
        <p:spPr>
          <a:xfrm>
            <a:off x="3062078" y="1925237"/>
            <a:ext cx="343163" cy="357242"/>
          </a:xfrm>
          <a:custGeom>
            <a:avLst/>
            <a:gdLst>
              <a:gd name="connsiteX0" fmla="*/ 516 w 343163"/>
              <a:gd name="connsiteY0" fmla="*/ -210 h 357242"/>
              <a:gd name="connsiteX1" fmla="*/ 343680 w 343163"/>
              <a:gd name="connsiteY1" fmla="*/ -210 h 357242"/>
              <a:gd name="connsiteX2" fmla="*/ 343680 w 343163"/>
              <a:gd name="connsiteY2" fmla="*/ 357033 h 357242"/>
              <a:gd name="connsiteX3" fmla="*/ 516 w 343163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163" h="357242">
                <a:moveTo>
                  <a:pt x="516" y="-210"/>
                </a:moveTo>
                <a:lnTo>
                  <a:pt x="343680" y="-210"/>
                </a:lnTo>
                <a:lnTo>
                  <a:pt x="343680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D74514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BD4D09E-DF21-466A-99EA-BFB8A10DF2F7}"/>
              </a:ext>
            </a:extLst>
          </p:cNvPr>
          <p:cNvSpPr txBox="1"/>
          <p:nvPr/>
        </p:nvSpPr>
        <p:spPr>
          <a:xfrm>
            <a:off x="2784167" y="1031550"/>
            <a:ext cx="277910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 dirty="0"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1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E878EC47-5CC3-41C0-B827-65E504CE7406}"/>
              </a:ext>
            </a:extLst>
          </p:cNvPr>
          <p:cNvSpPr/>
          <p:nvPr/>
        </p:nvSpPr>
        <p:spPr>
          <a:xfrm>
            <a:off x="2718914" y="2592207"/>
            <a:ext cx="343163" cy="357242"/>
          </a:xfrm>
          <a:custGeom>
            <a:avLst/>
            <a:gdLst>
              <a:gd name="connsiteX0" fmla="*/ 516 w 343163"/>
              <a:gd name="connsiteY0" fmla="*/ -210 h 357242"/>
              <a:gd name="connsiteX1" fmla="*/ 343680 w 343163"/>
              <a:gd name="connsiteY1" fmla="*/ -210 h 357242"/>
              <a:gd name="connsiteX2" fmla="*/ 343680 w 343163"/>
              <a:gd name="connsiteY2" fmla="*/ 357033 h 357242"/>
              <a:gd name="connsiteX3" fmla="*/ 516 w 343163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163" h="357242">
                <a:moveTo>
                  <a:pt x="516" y="-210"/>
                </a:moveTo>
                <a:lnTo>
                  <a:pt x="343680" y="-210"/>
                </a:lnTo>
                <a:lnTo>
                  <a:pt x="343680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FEEFE8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515D8BEC-907A-438C-AEF5-9C6879E47A06}"/>
              </a:ext>
            </a:extLst>
          </p:cNvPr>
          <p:cNvSpPr/>
          <p:nvPr/>
        </p:nvSpPr>
        <p:spPr>
          <a:xfrm>
            <a:off x="3405242" y="2592207"/>
            <a:ext cx="1001334" cy="357242"/>
          </a:xfrm>
          <a:custGeom>
            <a:avLst/>
            <a:gdLst>
              <a:gd name="connsiteX0" fmla="*/ 516 w 1001334"/>
              <a:gd name="connsiteY0" fmla="*/ -210 h 357242"/>
              <a:gd name="connsiteX1" fmla="*/ 1001851 w 1001334"/>
              <a:gd name="connsiteY1" fmla="*/ -210 h 357242"/>
              <a:gd name="connsiteX2" fmla="*/ 1001851 w 1001334"/>
              <a:gd name="connsiteY2" fmla="*/ 357033 h 357242"/>
              <a:gd name="connsiteX3" fmla="*/ 516 w 1001334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1334" h="357242">
                <a:moveTo>
                  <a:pt x="516" y="-210"/>
                </a:moveTo>
                <a:lnTo>
                  <a:pt x="1001851" y="-210"/>
                </a:lnTo>
                <a:lnTo>
                  <a:pt x="1001851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F8CCB9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3979345-459E-42BE-A863-F89460CC45D6}"/>
              </a:ext>
            </a:extLst>
          </p:cNvPr>
          <p:cNvSpPr txBox="1"/>
          <p:nvPr/>
        </p:nvSpPr>
        <p:spPr>
          <a:xfrm>
            <a:off x="3572037" y="2613360"/>
            <a:ext cx="668589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000000"/>
                </a:solidFill>
                <a:latin typeface="微软雅黑"/>
                <a:ea typeface="微软雅黑"/>
                <a:sym typeface="微软雅黑"/>
                <a:rtl val="0"/>
              </a:rPr>
              <a:t>行记录</a:t>
            </a:r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835831F8-DECD-45A7-AD90-D2A484D66F7F}"/>
              </a:ext>
            </a:extLst>
          </p:cNvPr>
          <p:cNvSpPr/>
          <p:nvPr/>
        </p:nvSpPr>
        <p:spPr>
          <a:xfrm>
            <a:off x="2377510" y="2592207"/>
            <a:ext cx="341404" cy="357242"/>
          </a:xfrm>
          <a:custGeom>
            <a:avLst/>
            <a:gdLst>
              <a:gd name="connsiteX0" fmla="*/ 516 w 341404"/>
              <a:gd name="connsiteY0" fmla="*/ -210 h 357242"/>
              <a:gd name="connsiteX1" fmla="*/ 341920 w 341404"/>
              <a:gd name="connsiteY1" fmla="*/ -210 h 357242"/>
              <a:gd name="connsiteX2" fmla="*/ 341920 w 341404"/>
              <a:gd name="connsiteY2" fmla="*/ 357033 h 357242"/>
              <a:gd name="connsiteX3" fmla="*/ 516 w 341404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1404" h="357242">
                <a:moveTo>
                  <a:pt x="516" y="-210"/>
                </a:moveTo>
                <a:lnTo>
                  <a:pt x="341920" y="-210"/>
                </a:lnTo>
                <a:lnTo>
                  <a:pt x="341920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F0835B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7B450FE-C61E-4C33-AFC4-6098826CFE40}"/>
              </a:ext>
            </a:extLst>
          </p:cNvPr>
          <p:cNvSpPr txBox="1"/>
          <p:nvPr/>
        </p:nvSpPr>
        <p:spPr>
          <a:xfrm>
            <a:off x="2409470" y="2613360"/>
            <a:ext cx="277910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0</a:t>
            </a: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A7F4F83C-5C1D-46A0-A058-5252829DB283}"/>
              </a:ext>
            </a:extLst>
          </p:cNvPr>
          <p:cNvSpPr/>
          <p:nvPr/>
        </p:nvSpPr>
        <p:spPr>
          <a:xfrm>
            <a:off x="3062078" y="2592207"/>
            <a:ext cx="343163" cy="357242"/>
          </a:xfrm>
          <a:custGeom>
            <a:avLst/>
            <a:gdLst>
              <a:gd name="connsiteX0" fmla="*/ 516 w 343163"/>
              <a:gd name="connsiteY0" fmla="*/ -210 h 357242"/>
              <a:gd name="connsiteX1" fmla="*/ 343680 w 343163"/>
              <a:gd name="connsiteY1" fmla="*/ -210 h 357242"/>
              <a:gd name="connsiteX2" fmla="*/ 343680 w 343163"/>
              <a:gd name="connsiteY2" fmla="*/ 357033 h 357242"/>
              <a:gd name="connsiteX3" fmla="*/ 516 w 343163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163" h="357242">
                <a:moveTo>
                  <a:pt x="516" y="-210"/>
                </a:moveTo>
                <a:lnTo>
                  <a:pt x="343680" y="-210"/>
                </a:lnTo>
                <a:lnTo>
                  <a:pt x="343680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D74514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4052636-6822-4549-81A6-F78D9390C283}"/>
              </a:ext>
            </a:extLst>
          </p:cNvPr>
          <p:cNvSpPr txBox="1"/>
          <p:nvPr/>
        </p:nvSpPr>
        <p:spPr>
          <a:xfrm>
            <a:off x="3094388" y="2613360"/>
            <a:ext cx="277910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2</a:t>
            </a:r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EE7F9FCF-8C3B-4AA4-8407-E196D526CA85}"/>
              </a:ext>
            </a:extLst>
          </p:cNvPr>
          <p:cNvSpPr/>
          <p:nvPr/>
        </p:nvSpPr>
        <p:spPr>
          <a:xfrm>
            <a:off x="2718914" y="3259177"/>
            <a:ext cx="343163" cy="357242"/>
          </a:xfrm>
          <a:custGeom>
            <a:avLst/>
            <a:gdLst>
              <a:gd name="connsiteX0" fmla="*/ 516 w 343163"/>
              <a:gd name="connsiteY0" fmla="*/ -210 h 357242"/>
              <a:gd name="connsiteX1" fmla="*/ 343680 w 343163"/>
              <a:gd name="connsiteY1" fmla="*/ -210 h 357242"/>
              <a:gd name="connsiteX2" fmla="*/ 343680 w 343163"/>
              <a:gd name="connsiteY2" fmla="*/ 357033 h 357242"/>
              <a:gd name="connsiteX3" fmla="*/ 516 w 343163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163" h="357242">
                <a:moveTo>
                  <a:pt x="516" y="-210"/>
                </a:moveTo>
                <a:lnTo>
                  <a:pt x="343680" y="-210"/>
                </a:lnTo>
                <a:lnTo>
                  <a:pt x="343680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FEEFE8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DF1FBB5-F8FA-4A75-A327-6BBDECAD6386}"/>
              </a:ext>
            </a:extLst>
          </p:cNvPr>
          <p:cNvSpPr/>
          <p:nvPr/>
        </p:nvSpPr>
        <p:spPr>
          <a:xfrm>
            <a:off x="3405242" y="3259177"/>
            <a:ext cx="1001334" cy="357242"/>
          </a:xfrm>
          <a:custGeom>
            <a:avLst/>
            <a:gdLst>
              <a:gd name="connsiteX0" fmla="*/ 516 w 1001334"/>
              <a:gd name="connsiteY0" fmla="*/ -210 h 357242"/>
              <a:gd name="connsiteX1" fmla="*/ 1001851 w 1001334"/>
              <a:gd name="connsiteY1" fmla="*/ -210 h 357242"/>
              <a:gd name="connsiteX2" fmla="*/ 1001851 w 1001334"/>
              <a:gd name="connsiteY2" fmla="*/ 357033 h 357242"/>
              <a:gd name="connsiteX3" fmla="*/ 516 w 1001334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1334" h="357242">
                <a:moveTo>
                  <a:pt x="516" y="-210"/>
                </a:moveTo>
                <a:lnTo>
                  <a:pt x="1001851" y="-210"/>
                </a:lnTo>
                <a:lnTo>
                  <a:pt x="1001851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F8CCB9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17ADD6C-8900-4873-9A11-1A0AC2A6948C}"/>
              </a:ext>
            </a:extLst>
          </p:cNvPr>
          <p:cNvSpPr txBox="1"/>
          <p:nvPr/>
        </p:nvSpPr>
        <p:spPr>
          <a:xfrm>
            <a:off x="3572037" y="3280330"/>
            <a:ext cx="668589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000000"/>
                </a:solidFill>
                <a:latin typeface="微软雅黑"/>
                <a:ea typeface="微软雅黑"/>
                <a:sym typeface="微软雅黑"/>
                <a:rtl val="0"/>
              </a:rPr>
              <a:t>行记录</a:t>
            </a:r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B28C3343-531B-4794-90DD-679FDD45A70C}"/>
              </a:ext>
            </a:extLst>
          </p:cNvPr>
          <p:cNvSpPr/>
          <p:nvPr/>
        </p:nvSpPr>
        <p:spPr>
          <a:xfrm>
            <a:off x="2377510" y="3259177"/>
            <a:ext cx="341404" cy="357242"/>
          </a:xfrm>
          <a:custGeom>
            <a:avLst/>
            <a:gdLst>
              <a:gd name="connsiteX0" fmla="*/ 516 w 341404"/>
              <a:gd name="connsiteY0" fmla="*/ -210 h 357242"/>
              <a:gd name="connsiteX1" fmla="*/ 341920 w 341404"/>
              <a:gd name="connsiteY1" fmla="*/ -210 h 357242"/>
              <a:gd name="connsiteX2" fmla="*/ 341920 w 341404"/>
              <a:gd name="connsiteY2" fmla="*/ 357033 h 357242"/>
              <a:gd name="connsiteX3" fmla="*/ 516 w 341404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1404" h="357242">
                <a:moveTo>
                  <a:pt x="516" y="-210"/>
                </a:moveTo>
                <a:lnTo>
                  <a:pt x="341920" y="-210"/>
                </a:lnTo>
                <a:lnTo>
                  <a:pt x="341920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F0835B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CD8B668-DF68-467B-A821-0CDF80E0D4EA}"/>
              </a:ext>
            </a:extLst>
          </p:cNvPr>
          <p:cNvSpPr txBox="1"/>
          <p:nvPr/>
        </p:nvSpPr>
        <p:spPr>
          <a:xfrm>
            <a:off x="2409470" y="3280330"/>
            <a:ext cx="277910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0</a:t>
            </a:r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C347A2E0-9F60-442A-8545-1270B9431CE2}"/>
              </a:ext>
            </a:extLst>
          </p:cNvPr>
          <p:cNvSpPr/>
          <p:nvPr/>
        </p:nvSpPr>
        <p:spPr>
          <a:xfrm>
            <a:off x="3062078" y="3259177"/>
            <a:ext cx="343163" cy="357242"/>
          </a:xfrm>
          <a:custGeom>
            <a:avLst/>
            <a:gdLst>
              <a:gd name="connsiteX0" fmla="*/ 516 w 343163"/>
              <a:gd name="connsiteY0" fmla="*/ -210 h 357242"/>
              <a:gd name="connsiteX1" fmla="*/ 343680 w 343163"/>
              <a:gd name="connsiteY1" fmla="*/ -210 h 357242"/>
              <a:gd name="connsiteX2" fmla="*/ 343680 w 343163"/>
              <a:gd name="connsiteY2" fmla="*/ 357033 h 357242"/>
              <a:gd name="connsiteX3" fmla="*/ 516 w 343163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163" h="357242">
                <a:moveTo>
                  <a:pt x="516" y="-210"/>
                </a:moveTo>
                <a:lnTo>
                  <a:pt x="343680" y="-210"/>
                </a:lnTo>
                <a:lnTo>
                  <a:pt x="343680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D74514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FB7E755-B115-406C-BF87-A5434C6480F0}"/>
              </a:ext>
            </a:extLst>
          </p:cNvPr>
          <p:cNvSpPr txBox="1"/>
          <p:nvPr/>
        </p:nvSpPr>
        <p:spPr>
          <a:xfrm>
            <a:off x="3094388" y="3280330"/>
            <a:ext cx="277910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3</a:t>
            </a: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953835C6-9D6F-4285-A67A-6E3CE358510B}"/>
              </a:ext>
            </a:extLst>
          </p:cNvPr>
          <p:cNvSpPr/>
          <p:nvPr/>
        </p:nvSpPr>
        <p:spPr>
          <a:xfrm>
            <a:off x="2718914" y="3926147"/>
            <a:ext cx="343163" cy="357242"/>
          </a:xfrm>
          <a:custGeom>
            <a:avLst/>
            <a:gdLst>
              <a:gd name="connsiteX0" fmla="*/ 516 w 343163"/>
              <a:gd name="connsiteY0" fmla="*/ -210 h 357242"/>
              <a:gd name="connsiteX1" fmla="*/ 343680 w 343163"/>
              <a:gd name="connsiteY1" fmla="*/ -210 h 357242"/>
              <a:gd name="connsiteX2" fmla="*/ 343680 w 343163"/>
              <a:gd name="connsiteY2" fmla="*/ 357033 h 357242"/>
              <a:gd name="connsiteX3" fmla="*/ 516 w 343163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163" h="357242">
                <a:moveTo>
                  <a:pt x="516" y="-210"/>
                </a:moveTo>
                <a:lnTo>
                  <a:pt x="343680" y="-210"/>
                </a:lnTo>
                <a:lnTo>
                  <a:pt x="343680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FEEFE8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0" name="任意多边形: 形状 29">
            <a:extLst>
              <a:ext uri="{FF2B5EF4-FFF2-40B4-BE49-F238E27FC236}">
                <a16:creationId xmlns:a16="http://schemas.microsoft.com/office/drawing/2014/main" id="{DF39AFD3-544C-453E-A51A-13D892C802E9}"/>
              </a:ext>
            </a:extLst>
          </p:cNvPr>
          <p:cNvSpPr/>
          <p:nvPr/>
        </p:nvSpPr>
        <p:spPr>
          <a:xfrm>
            <a:off x="3405242" y="3926147"/>
            <a:ext cx="1001334" cy="357242"/>
          </a:xfrm>
          <a:custGeom>
            <a:avLst/>
            <a:gdLst>
              <a:gd name="connsiteX0" fmla="*/ 516 w 1001334"/>
              <a:gd name="connsiteY0" fmla="*/ -210 h 357242"/>
              <a:gd name="connsiteX1" fmla="*/ 1001851 w 1001334"/>
              <a:gd name="connsiteY1" fmla="*/ -210 h 357242"/>
              <a:gd name="connsiteX2" fmla="*/ 1001851 w 1001334"/>
              <a:gd name="connsiteY2" fmla="*/ 357033 h 357242"/>
              <a:gd name="connsiteX3" fmla="*/ 516 w 1001334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1334" h="357242">
                <a:moveTo>
                  <a:pt x="516" y="-210"/>
                </a:moveTo>
                <a:lnTo>
                  <a:pt x="1001851" y="-210"/>
                </a:lnTo>
                <a:lnTo>
                  <a:pt x="1001851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F8CCB9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852E077-3172-4299-A881-BD12B085F11C}"/>
              </a:ext>
            </a:extLst>
          </p:cNvPr>
          <p:cNvSpPr txBox="1"/>
          <p:nvPr/>
        </p:nvSpPr>
        <p:spPr>
          <a:xfrm>
            <a:off x="3572037" y="3945540"/>
            <a:ext cx="668589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000000"/>
                </a:solidFill>
                <a:latin typeface="微软雅黑"/>
                <a:ea typeface="微软雅黑"/>
                <a:sym typeface="微软雅黑"/>
                <a:rtl val="0"/>
              </a:rPr>
              <a:t>行记录</a:t>
            </a:r>
          </a:p>
        </p:txBody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F8386E70-4C26-48B2-AA98-151FC8130D34}"/>
              </a:ext>
            </a:extLst>
          </p:cNvPr>
          <p:cNvSpPr/>
          <p:nvPr/>
        </p:nvSpPr>
        <p:spPr>
          <a:xfrm>
            <a:off x="2377510" y="3926147"/>
            <a:ext cx="341404" cy="357242"/>
          </a:xfrm>
          <a:custGeom>
            <a:avLst/>
            <a:gdLst>
              <a:gd name="connsiteX0" fmla="*/ 516 w 341404"/>
              <a:gd name="connsiteY0" fmla="*/ -210 h 357242"/>
              <a:gd name="connsiteX1" fmla="*/ 341920 w 341404"/>
              <a:gd name="connsiteY1" fmla="*/ -210 h 357242"/>
              <a:gd name="connsiteX2" fmla="*/ 341920 w 341404"/>
              <a:gd name="connsiteY2" fmla="*/ 357033 h 357242"/>
              <a:gd name="connsiteX3" fmla="*/ 516 w 341404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1404" h="357242">
                <a:moveTo>
                  <a:pt x="516" y="-210"/>
                </a:moveTo>
                <a:lnTo>
                  <a:pt x="341920" y="-210"/>
                </a:lnTo>
                <a:lnTo>
                  <a:pt x="341920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F0835B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473EF18-D89A-4E8A-910F-1A8B2F8ACC76}"/>
              </a:ext>
            </a:extLst>
          </p:cNvPr>
          <p:cNvSpPr txBox="1"/>
          <p:nvPr/>
        </p:nvSpPr>
        <p:spPr>
          <a:xfrm>
            <a:off x="2409470" y="3945540"/>
            <a:ext cx="277910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4</a:t>
            </a:r>
          </a:p>
        </p:txBody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FF31FE08-1B65-45D0-9B47-BC5EA6F9ABE4}"/>
              </a:ext>
            </a:extLst>
          </p:cNvPr>
          <p:cNvSpPr/>
          <p:nvPr/>
        </p:nvSpPr>
        <p:spPr>
          <a:xfrm>
            <a:off x="3062078" y="3926147"/>
            <a:ext cx="343163" cy="357242"/>
          </a:xfrm>
          <a:custGeom>
            <a:avLst/>
            <a:gdLst>
              <a:gd name="connsiteX0" fmla="*/ 516 w 343163"/>
              <a:gd name="connsiteY0" fmla="*/ -210 h 357242"/>
              <a:gd name="connsiteX1" fmla="*/ 343680 w 343163"/>
              <a:gd name="connsiteY1" fmla="*/ -210 h 357242"/>
              <a:gd name="connsiteX2" fmla="*/ 343680 w 343163"/>
              <a:gd name="connsiteY2" fmla="*/ 357033 h 357242"/>
              <a:gd name="connsiteX3" fmla="*/ 516 w 343163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163" h="357242">
                <a:moveTo>
                  <a:pt x="516" y="-210"/>
                </a:moveTo>
                <a:lnTo>
                  <a:pt x="343680" y="-210"/>
                </a:lnTo>
                <a:lnTo>
                  <a:pt x="343680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D74514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9782C02-0572-4F3A-BD15-72D92AE79931}"/>
              </a:ext>
            </a:extLst>
          </p:cNvPr>
          <p:cNvSpPr txBox="1"/>
          <p:nvPr/>
        </p:nvSpPr>
        <p:spPr>
          <a:xfrm>
            <a:off x="3094388" y="3945540"/>
            <a:ext cx="277910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4</a:t>
            </a:r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C2F6E357-F273-41A0-8D0C-1953CBA540E2}"/>
              </a:ext>
            </a:extLst>
          </p:cNvPr>
          <p:cNvSpPr/>
          <p:nvPr/>
        </p:nvSpPr>
        <p:spPr>
          <a:xfrm rot="5400000" flipV="1">
            <a:off x="3260314" y="1907235"/>
            <a:ext cx="310837" cy="1063085"/>
          </a:xfrm>
          <a:custGeom>
            <a:avLst/>
            <a:gdLst>
              <a:gd name="connsiteX0" fmla="*/ 1853 w 310837"/>
              <a:gd name="connsiteY0" fmla="*/ 236 h 1063085"/>
              <a:gd name="connsiteX1" fmla="*/ 165338 w 310837"/>
              <a:gd name="connsiteY1" fmla="*/ 236 h 1063085"/>
              <a:gd name="connsiteX2" fmla="*/ 165338 w 310837"/>
              <a:gd name="connsiteY2" fmla="*/ 1022992 h 1063085"/>
              <a:gd name="connsiteX3" fmla="*/ 157272 w 310837"/>
              <a:gd name="connsiteY3" fmla="*/ 1014927 h 1063085"/>
              <a:gd name="connsiteX4" fmla="*/ 240098 w 310837"/>
              <a:gd name="connsiteY4" fmla="*/ 1014927 h 1063085"/>
              <a:gd name="connsiteX5" fmla="*/ 240098 w 310837"/>
              <a:gd name="connsiteY5" fmla="*/ 1031058 h 1063085"/>
              <a:gd name="connsiteX6" fmla="*/ 149207 w 310837"/>
              <a:gd name="connsiteY6" fmla="*/ 1031058 h 1063085"/>
              <a:gd name="connsiteX7" fmla="*/ 149207 w 310837"/>
              <a:gd name="connsiteY7" fmla="*/ 8302 h 1063085"/>
              <a:gd name="connsiteX8" fmla="*/ 157272 w 310837"/>
              <a:gd name="connsiteY8" fmla="*/ 16368 h 1063085"/>
              <a:gd name="connsiteX9" fmla="*/ 1853 w 310837"/>
              <a:gd name="connsiteY9" fmla="*/ 16368 h 1063085"/>
              <a:gd name="connsiteX10" fmla="*/ 232033 w 310837"/>
              <a:gd name="connsiteY10" fmla="*/ 982663 h 1063085"/>
              <a:gd name="connsiteX11" fmla="*/ 312691 w 310837"/>
              <a:gd name="connsiteY11" fmla="*/ 1022992 h 1063085"/>
              <a:gd name="connsiteX12" fmla="*/ 232033 w 310837"/>
              <a:gd name="connsiteY12" fmla="*/ 1063322 h 1063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0837" h="1063085">
                <a:moveTo>
                  <a:pt x="1853" y="236"/>
                </a:moveTo>
                <a:lnTo>
                  <a:pt x="165338" y="236"/>
                </a:lnTo>
                <a:lnTo>
                  <a:pt x="165338" y="1022992"/>
                </a:lnTo>
                <a:lnTo>
                  <a:pt x="157272" y="1014927"/>
                </a:lnTo>
                <a:lnTo>
                  <a:pt x="240098" y="1014927"/>
                </a:lnTo>
                <a:lnTo>
                  <a:pt x="240098" y="1031058"/>
                </a:lnTo>
                <a:lnTo>
                  <a:pt x="149207" y="1031058"/>
                </a:lnTo>
                <a:lnTo>
                  <a:pt x="149207" y="8302"/>
                </a:lnTo>
                <a:lnTo>
                  <a:pt x="157272" y="16368"/>
                </a:lnTo>
                <a:lnTo>
                  <a:pt x="1853" y="16368"/>
                </a:lnTo>
                <a:close/>
                <a:moveTo>
                  <a:pt x="232033" y="982663"/>
                </a:moveTo>
                <a:lnTo>
                  <a:pt x="312691" y="1022992"/>
                </a:lnTo>
                <a:lnTo>
                  <a:pt x="232033" y="1063322"/>
                </a:lnTo>
                <a:close/>
              </a:path>
            </a:pathLst>
          </a:custGeom>
          <a:solidFill>
            <a:srgbClr val="000000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38E4F9CD-A8DF-46B7-ADB1-3A8C41075B7B}"/>
              </a:ext>
            </a:extLst>
          </p:cNvPr>
          <p:cNvSpPr/>
          <p:nvPr/>
        </p:nvSpPr>
        <p:spPr>
          <a:xfrm rot="5400000" flipV="1">
            <a:off x="3260314" y="3241175"/>
            <a:ext cx="310837" cy="1063085"/>
          </a:xfrm>
          <a:custGeom>
            <a:avLst/>
            <a:gdLst>
              <a:gd name="connsiteX0" fmla="*/ 1853 w 310837"/>
              <a:gd name="connsiteY0" fmla="*/ 994 h 1063085"/>
              <a:gd name="connsiteX1" fmla="*/ 165338 w 310837"/>
              <a:gd name="connsiteY1" fmla="*/ 994 h 1063085"/>
              <a:gd name="connsiteX2" fmla="*/ 165338 w 310837"/>
              <a:gd name="connsiteY2" fmla="*/ 1023750 h 1063085"/>
              <a:gd name="connsiteX3" fmla="*/ 157272 w 310837"/>
              <a:gd name="connsiteY3" fmla="*/ 1015685 h 1063085"/>
              <a:gd name="connsiteX4" fmla="*/ 240098 w 310837"/>
              <a:gd name="connsiteY4" fmla="*/ 1015685 h 1063085"/>
              <a:gd name="connsiteX5" fmla="*/ 240098 w 310837"/>
              <a:gd name="connsiteY5" fmla="*/ 1031816 h 1063085"/>
              <a:gd name="connsiteX6" fmla="*/ 149207 w 310837"/>
              <a:gd name="connsiteY6" fmla="*/ 1031816 h 1063085"/>
              <a:gd name="connsiteX7" fmla="*/ 149207 w 310837"/>
              <a:gd name="connsiteY7" fmla="*/ 9060 h 1063085"/>
              <a:gd name="connsiteX8" fmla="*/ 157272 w 310837"/>
              <a:gd name="connsiteY8" fmla="*/ 17126 h 1063085"/>
              <a:gd name="connsiteX9" fmla="*/ 1853 w 310837"/>
              <a:gd name="connsiteY9" fmla="*/ 17126 h 1063085"/>
              <a:gd name="connsiteX10" fmla="*/ 232033 w 310837"/>
              <a:gd name="connsiteY10" fmla="*/ 983421 h 1063085"/>
              <a:gd name="connsiteX11" fmla="*/ 312691 w 310837"/>
              <a:gd name="connsiteY11" fmla="*/ 1023750 h 1063085"/>
              <a:gd name="connsiteX12" fmla="*/ 232033 w 310837"/>
              <a:gd name="connsiteY12" fmla="*/ 1064080 h 1063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0837" h="1063085">
                <a:moveTo>
                  <a:pt x="1853" y="994"/>
                </a:moveTo>
                <a:lnTo>
                  <a:pt x="165338" y="994"/>
                </a:lnTo>
                <a:lnTo>
                  <a:pt x="165338" y="1023750"/>
                </a:lnTo>
                <a:lnTo>
                  <a:pt x="157272" y="1015685"/>
                </a:lnTo>
                <a:lnTo>
                  <a:pt x="240098" y="1015685"/>
                </a:lnTo>
                <a:lnTo>
                  <a:pt x="240098" y="1031816"/>
                </a:lnTo>
                <a:lnTo>
                  <a:pt x="149207" y="1031816"/>
                </a:lnTo>
                <a:lnTo>
                  <a:pt x="149207" y="9060"/>
                </a:lnTo>
                <a:lnTo>
                  <a:pt x="157272" y="17126"/>
                </a:lnTo>
                <a:lnTo>
                  <a:pt x="1853" y="17126"/>
                </a:lnTo>
                <a:close/>
                <a:moveTo>
                  <a:pt x="232033" y="983421"/>
                </a:moveTo>
                <a:lnTo>
                  <a:pt x="312691" y="1023750"/>
                </a:lnTo>
                <a:lnTo>
                  <a:pt x="232033" y="1064080"/>
                </a:lnTo>
                <a:close/>
              </a:path>
            </a:pathLst>
          </a:custGeom>
          <a:solidFill>
            <a:srgbClr val="000000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F9E30958-0FC1-4F19-93FA-6D4C03ED8C05}"/>
              </a:ext>
            </a:extLst>
          </p:cNvPr>
          <p:cNvSpPr/>
          <p:nvPr/>
        </p:nvSpPr>
        <p:spPr>
          <a:xfrm rot="5400000" flipV="1">
            <a:off x="3260314" y="2574205"/>
            <a:ext cx="310837" cy="1063085"/>
          </a:xfrm>
          <a:custGeom>
            <a:avLst/>
            <a:gdLst>
              <a:gd name="connsiteX0" fmla="*/ 1853 w 310837"/>
              <a:gd name="connsiteY0" fmla="*/ 615 h 1063085"/>
              <a:gd name="connsiteX1" fmla="*/ 165338 w 310837"/>
              <a:gd name="connsiteY1" fmla="*/ 615 h 1063085"/>
              <a:gd name="connsiteX2" fmla="*/ 165338 w 310837"/>
              <a:gd name="connsiteY2" fmla="*/ 1023371 h 1063085"/>
              <a:gd name="connsiteX3" fmla="*/ 157272 w 310837"/>
              <a:gd name="connsiteY3" fmla="*/ 1015306 h 1063085"/>
              <a:gd name="connsiteX4" fmla="*/ 240098 w 310837"/>
              <a:gd name="connsiteY4" fmla="*/ 1015306 h 1063085"/>
              <a:gd name="connsiteX5" fmla="*/ 240098 w 310837"/>
              <a:gd name="connsiteY5" fmla="*/ 1031437 h 1063085"/>
              <a:gd name="connsiteX6" fmla="*/ 149207 w 310837"/>
              <a:gd name="connsiteY6" fmla="*/ 1031437 h 1063085"/>
              <a:gd name="connsiteX7" fmla="*/ 149207 w 310837"/>
              <a:gd name="connsiteY7" fmla="*/ 8681 h 1063085"/>
              <a:gd name="connsiteX8" fmla="*/ 157272 w 310837"/>
              <a:gd name="connsiteY8" fmla="*/ 16747 h 1063085"/>
              <a:gd name="connsiteX9" fmla="*/ 1853 w 310837"/>
              <a:gd name="connsiteY9" fmla="*/ 16747 h 1063085"/>
              <a:gd name="connsiteX10" fmla="*/ 232033 w 310837"/>
              <a:gd name="connsiteY10" fmla="*/ 983042 h 1063085"/>
              <a:gd name="connsiteX11" fmla="*/ 312691 w 310837"/>
              <a:gd name="connsiteY11" fmla="*/ 1023371 h 1063085"/>
              <a:gd name="connsiteX12" fmla="*/ 232033 w 310837"/>
              <a:gd name="connsiteY12" fmla="*/ 1063701 h 1063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0837" h="1063085">
                <a:moveTo>
                  <a:pt x="1853" y="615"/>
                </a:moveTo>
                <a:lnTo>
                  <a:pt x="165338" y="615"/>
                </a:lnTo>
                <a:lnTo>
                  <a:pt x="165338" y="1023371"/>
                </a:lnTo>
                <a:lnTo>
                  <a:pt x="157272" y="1015306"/>
                </a:lnTo>
                <a:lnTo>
                  <a:pt x="240098" y="1015306"/>
                </a:lnTo>
                <a:lnTo>
                  <a:pt x="240098" y="1031437"/>
                </a:lnTo>
                <a:lnTo>
                  <a:pt x="149207" y="1031437"/>
                </a:lnTo>
                <a:lnTo>
                  <a:pt x="149207" y="8681"/>
                </a:lnTo>
                <a:lnTo>
                  <a:pt x="157272" y="16747"/>
                </a:lnTo>
                <a:lnTo>
                  <a:pt x="1853" y="16747"/>
                </a:lnTo>
                <a:close/>
                <a:moveTo>
                  <a:pt x="232033" y="983042"/>
                </a:moveTo>
                <a:lnTo>
                  <a:pt x="312691" y="1023371"/>
                </a:lnTo>
                <a:lnTo>
                  <a:pt x="232033" y="1063701"/>
                </a:lnTo>
                <a:close/>
              </a:path>
            </a:pathLst>
          </a:custGeom>
          <a:solidFill>
            <a:srgbClr val="000000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FEBF9E0-6D0C-4130-965D-9CF9234B8E4F}"/>
              </a:ext>
            </a:extLst>
          </p:cNvPr>
          <p:cNvSpPr txBox="1"/>
          <p:nvPr/>
        </p:nvSpPr>
        <p:spPr>
          <a:xfrm>
            <a:off x="3067921" y="1539872"/>
            <a:ext cx="506686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000000"/>
                </a:solidFill>
                <a:latin typeface="微软雅黑"/>
                <a:ea typeface="微软雅黑"/>
                <a:sym typeface="微软雅黑"/>
                <a:rtl val="0"/>
              </a:rPr>
              <a:t>分组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873A616-84C8-44E7-8AC1-2408182BBCA0}"/>
              </a:ext>
            </a:extLst>
          </p:cNvPr>
          <p:cNvSpPr txBox="1"/>
          <p:nvPr/>
        </p:nvSpPr>
        <p:spPr>
          <a:xfrm>
            <a:off x="3437939" y="1539872"/>
            <a:ext cx="277910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000000"/>
                </a:solidFill>
                <a:latin typeface="微软雅黑"/>
                <a:ea typeface="微软雅黑"/>
                <a:sym typeface="微软雅黑"/>
                <a:rtl val="0"/>
              </a:rPr>
              <a:t>2</a:t>
            </a: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6DDB8A1E-77B2-4ADE-95AC-1DF219A2DE05}"/>
              </a:ext>
            </a:extLst>
          </p:cNvPr>
          <p:cNvSpPr/>
          <p:nvPr/>
        </p:nvSpPr>
        <p:spPr>
          <a:xfrm>
            <a:off x="4737422" y="1499362"/>
            <a:ext cx="2359912" cy="2958249"/>
          </a:xfrm>
          <a:custGeom>
            <a:avLst/>
            <a:gdLst>
              <a:gd name="connsiteX0" fmla="*/ 516 w 2359912"/>
              <a:gd name="connsiteY0" fmla="*/ -210 h 2958249"/>
              <a:gd name="connsiteX1" fmla="*/ 2360428 w 2359912"/>
              <a:gd name="connsiteY1" fmla="*/ -210 h 2958249"/>
              <a:gd name="connsiteX2" fmla="*/ 2360428 w 2359912"/>
              <a:gd name="connsiteY2" fmla="*/ 2958040 h 2958249"/>
              <a:gd name="connsiteX3" fmla="*/ 516 w 2359912"/>
              <a:gd name="connsiteY3" fmla="*/ 2958040 h 2958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59912" h="2958249">
                <a:moveTo>
                  <a:pt x="516" y="-210"/>
                </a:moveTo>
                <a:lnTo>
                  <a:pt x="2360428" y="-210"/>
                </a:lnTo>
                <a:lnTo>
                  <a:pt x="2360428" y="2958040"/>
                </a:lnTo>
                <a:lnTo>
                  <a:pt x="516" y="2958040"/>
                </a:lnTo>
                <a:close/>
              </a:path>
            </a:pathLst>
          </a:custGeom>
          <a:solidFill>
            <a:srgbClr val="FEF8F6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8E0769A0-FCE7-4749-9EEC-607F6CC93049}"/>
              </a:ext>
            </a:extLst>
          </p:cNvPr>
          <p:cNvSpPr/>
          <p:nvPr/>
        </p:nvSpPr>
        <p:spPr>
          <a:xfrm>
            <a:off x="5267127" y="1925237"/>
            <a:ext cx="343163" cy="357242"/>
          </a:xfrm>
          <a:custGeom>
            <a:avLst/>
            <a:gdLst>
              <a:gd name="connsiteX0" fmla="*/ 516 w 343163"/>
              <a:gd name="connsiteY0" fmla="*/ -210 h 357242"/>
              <a:gd name="connsiteX1" fmla="*/ 343680 w 343163"/>
              <a:gd name="connsiteY1" fmla="*/ -210 h 357242"/>
              <a:gd name="connsiteX2" fmla="*/ 343680 w 343163"/>
              <a:gd name="connsiteY2" fmla="*/ 357033 h 357242"/>
              <a:gd name="connsiteX3" fmla="*/ 516 w 343163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163" h="357242">
                <a:moveTo>
                  <a:pt x="516" y="-210"/>
                </a:moveTo>
                <a:lnTo>
                  <a:pt x="343680" y="-210"/>
                </a:lnTo>
                <a:lnTo>
                  <a:pt x="343680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FEEFE8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628BEBB8-50EB-4257-B274-FF8F949CAE66}"/>
              </a:ext>
            </a:extLst>
          </p:cNvPr>
          <p:cNvSpPr/>
          <p:nvPr/>
        </p:nvSpPr>
        <p:spPr>
          <a:xfrm>
            <a:off x="5951695" y="1925237"/>
            <a:ext cx="1003094" cy="357242"/>
          </a:xfrm>
          <a:custGeom>
            <a:avLst/>
            <a:gdLst>
              <a:gd name="connsiteX0" fmla="*/ 516 w 1003094"/>
              <a:gd name="connsiteY0" fmla="*/ -210 h 357242"/>
              <a:gd name="connsiteX1" fmla="*/ 1003611 w 1003094"/>
              <a:gd name="connsiteY1" fmla="*/ -210 h 357242"/>
              <a:gd name="connsiteX2" fmla="*/ 1003611 w 1003094"/>
              <a:gd name="connsiteY2" fmla="*/ 357033 h 357242"/>
              <a:gd name="connsiteX3" fmla="*/ 516 w 1003094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3094" h="357242">
                <a:moveTo>
                  <a:pt x="516" y="-210"/>
                </a:moveTo>
                <a:lnTo>
                  <a:pt x="1003611" y="-210"/>
                </a:lnTo>
                <a:lnTo>
                  <a:pt x="1003611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F8CCB9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01FF0986-B674-4243-A051-9E6E68176B50}"/>
              </a:ext>
            </a:extLst>
          </p:cNvPr>
          <p:cNvSpPr txBox="1"/>
          <p:nvPr/>
        </p:nvSpPr>
        <p:spPr>
          <a:xfrm>
            <a:off x="6119546" y="1946390"/>
            <a:ext cx="668589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000000"/>
                </a:solidFill>
                <a:latin typeface="微软雅黑"/>
                <a:ea typeface="微软雅黑"/>
                <a:sym typeface="微软雅黑"/>
                <a:rtl val="0"/>
              </a:rPr>
              <a:t>行记录</a:t>
            </a:r>
          </a:p>
        </p:txBody>
      </p:sp>
      <p:sp>
        <p:nvSpPr>
          <p:cNvPr id="45" name="任意多边形: 形状 44">
            <a:extLst>
              <a:ext uri="{FF2B5EF4-FFF2-40B4-BE49-F238E27FC236}">
                <a16:creationId xmlns:a16="http://schemas.microsoft.com/office/drawing/2014/main" id="{1CB9048E-55EF-4D77-8304-8AC4C8A2A979}"/>
              </a:ext>
            </a:extLst>
          </p:cNvPr>
          <p:cNvSpPr/>
          <p:nvPr/>
        </p:nvSpPr>
        <p:spPr>
          <a:xfrm>
            <a:off x="4923963" y="1925237"/>
            <a:ext cx="343163" cy="357242"/>
          </a:xfrm>
          <a:custGeom>
            <a:avLst/>
            <a:gdLst>
              <a:gd name="connsiteX0" fmla="*/ 516 w 343163"/>
              <a:gd name="connsiteY0" fmla="*/ -210 h 357242"/>
              <a:gd name="connsiteX1" fmla="*/ 343680 w 343163"/>
              <a:gd name="connsiteY1" fmla="*/ -210 h 357242"/>
              <a:gd name="connsiteX2" fmla="*/ 343680 w 343163"/>
              <a:gd name="connsiteY2" fmla="*/ 357033 h 357242"/>
              <a:gd name="connsiteX3" fmla="*/ 516 w 343163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163" h="357242">
                <a:moveTo>
                  <a:pt x="516" y="-210"/>
                </a:moveTo>
                <a:lnTo>
                  <a:pt x="343680" y="-210"/>
                </a:lnTo>
                <a:lnTo>
                  <a:pt x="343680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F0835B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D856C85-0D4D-419C-B8FD-AD5447100784}"/>
              </a:ext>
            </a:extLst>
          </p:cNvPr>
          <p:cNvSpPr txBox="1"/>
          <p:nvPr/>
        </p:nvSpPr>
        <p:spPr>
          <a:xfrm>
            <a:off x="4956994" y="1946390"/>
            <a:ext cx="277910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0</a:t>
            </a:r>
          </a:p>
        </p:txBody>
      </p:sp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1BD6CBEB-15B5-45F1-B744-53C4FF28BBC2}"/>
              </a:ext>
            </a:extLst>
          </p:cNvPr>
          <p:cNvSpPr/>
          <p:nvPr/>
        </p:nvSpPr>
        <p:spPr>
          <a:xfrm>
            <a:off x="5610290" y="1925237"/>
            <a:ext cx="341404" cy="357242"/>
          </a:xfrm>
          <a:custGeom>
            <a:avLst/>
            <a:gdLst>
              <a:gd name="connsiteX0" fmla="*/ 516 w 341404"/>
              <a:gd name="connsiteY0" fmla="*/ -210 h 357242"/>
              <a:gd name="connsiteX1" fmla="*/ 341920 w 341404"/>
              <a:gd name="connsiteY1" fmla="*/ -210 h 357242"/>
              <a:gd name="connsiteX2" fmla="*/ 341920 w 341404"/>
              <a:gd name="connsiteY2" fmla="*/ 357033 h 357242"/>
              <a:gd name="connsiteX3" fmla="*/ 516 w 341404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1404" h="357242">
                <a:moveTo>
                  <a:pt x="516" y="-210"/>
                </a:moveTo>
                <a:lnTo>
                  <a:pt x="341920" y="-210"/>
                </a:lnTo>
                <a:lnTo>
                  <a:pt x="341920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D74514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24FDE99F-EDE5-42A3-8261-001E3EF55AFE}"/>
              </a:ext>
            </a:extLst>
          </p:cNvPr>
          <p:cNvSpPr txBox="1"/>
          <p:nvPr/>
        </p:nvSpPr>
        <p:spPr>
          <a:xfrm>
            <a:off x="5641914" y="1946390"/>
            <a:ext cx="277910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5</a:t>
            </a: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88A66B25-F2DD-48A4-ABB4-BDA1877B8666}"/>
              </a:ext>
            </a:extLst>
          </p:cNvPr>
          <p:cNvSpPr/>
          <p:nvPr/>
        </p:nvSpPr>
        <p:spPr>
          <a:xfrm>
            <a:off x="5267127" y="2592207"/>
            <a:ext cx="343163" cy="357242"/>
          </a:xfrm>
          <a:custGeom>
            <a:avLst/>
            <a:gdLst>
              <a:gd name="connsiteX0" fmla="*/ 516 w 343163"/>
              <a:gd name="connsiteY0" fmla="*/ -210 h 357242"/>
              <a:gd name="connsiteX1" fmla="*/ 343680 w 343163"/>
              <a:gd name="connsiteY1" fmla="*/ -210 h 357242"/>
              <a:gd name="connsiteX2" fmla="*/ 343680 w 343163"/>
              <a:gd name="connsiteY2" fmla="*/ 357033 h 357242"/>
              <a:gd name="connsiteX3" fmla="*/ 516 w 343163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163" h="357242">
                <a:moveTo>
                  <a:pt x="516" y="-210"/>
                </a:moveTo>
                <a:lnTo>
                  <a:pt x="343680" y="-210"/>
                </a:lnTo>
                <a:lnTo>
                  <a:pt x="343680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FEEFE8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DDFA1CC2-ECB1-4EA9-AA29-30E33612E04C}"/>
              </a:ext>
            </a:extLst>
          </p:cNvPr>
          <p:cNvSpPr/>
          <p:nvPr/>
        </p:nvSpPr>
        <p:spPr>
          <a:xfrm>
            <a:off x="5951695" y="2592207"/>
            <a:ext cx="1003094" cy="357242"/>
          </a:xfrm>
          <a:custGeom>
            <a:avLst/>
            <a:gdLst>
              <a:gd name="connsiteX0" fmla="*/ 516 w 1003094"/>
              <a:gd name="connsiteY0" fmla="*/ -210 h 357242"/>
              <a:gd name="connsiteX1" fmla="*/ 1003611 w 1003094"/>
              <a:gd name="connsiteY1" fmla="*/ -210 h 357242"/>
              <a:gd name="connsiteX2" fmla="*/ 1003611 w 1003094"/>
              <a:gd name="connsiteY2" fmla="*/ 357033 h 357242"/>
              <a:gd name="connsiteX3" fmla="*/ 516 w 1003094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3094" h="357242">
                <a:moveTo>
                  <a:pt x="516" y="-210"/>
                </a:moveTo>
                <a:lnTo>
                  <a:pt x="1003611" y="-210"/>
                </a:lnTo>
                <a:lnTo>
                  <a:pt x="1003611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F8CCB9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D9E36623-AC4E-4A80-8622-CD1D09B150BB}"/>
              </a:ext>
            </a:extLst>
          </p:cNvPr>
          <p:cNvSpPr txBox="1"/>
          <p:nvPr/>
        </p:nvSpPr>
        <p:spPr>
          <a:xfrm>
            <a:off x="6119546" y="2613360"/>
            <a:ext cx="668589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000000"/>
                </a:solidFill>
                <a:latin typeface="微软雅黑"/>
                <a:ea typeface="微软雅黑"/>
                <a:sym typeface="微软雅黑"/>
                <a:rtl val="0"/>
              </a:rPr>
              <a:t>行记录</a:t>
            </a: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E580DA2F-9536-4CBB-B3CD-243C95BC5CCB}"/>
              </a:ext>
            </a:extLst>
          </p:cNvPr>
          <p:cNvSpPr/>
          <p:nvPr/>
        </p:nvSpPr>
        <p:spPr>
          <a:xfrm>
            <a:off x="4923963" y="2592207"/>
            <a:ext cx="343163" cy="357242"/>
          </a:xfrm>
          <a:custGeom>
            <a:avLst/>
            <a:gdLst>
              <a:gd name="connsiteX0" fmla="*/ 516 w 343163"/>
              <a:gd name="connsiteY0" fmla="*/ -210 h 357242"/>
              <a:gd name="connsiteX1" fmla="*/ 343680 w 343163"/>
              <a:gd name="connsiteY1" fmla="*/ -210 h 357242"/>
              <a:gd name="connsiteX2" fmla="*/ 343680 w 343163"/>
              <a:gd name="connsiteY2" fmla="*/ 357033 h 357242"/>
              <a:gd name="connsiteX3" fmla="*/ 516 w 343163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163" h="357242">
                <a:moveTo>
                  <a:pt x="516" y="-210"/>
                </a:moveTo>
                <a:lnTo>
                  <a:pt x="343680" y="-210"/>
                </a:lnTo>
                <a:lnTo>
                  <a:pt x="343680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F0835B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EEC85CF3-9440-47CE-BFAA-265CE3CAD580}"/>
              </a:ext>
            </a:extLst>
          </p:cNvPr>
          <p:cNvSpPr txBox="1"/>
          <p:nvPr/>
        </p:nvSpPr>
        <p:spPr>
          <a:xfrm>
            <a:off x="4956994" y="2613360"/>
            <a:ext cx="277910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0</a:t>
            </a:r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8DAEC798-D0E1-43FB-8B5F-6A260EA5EA14}"/>
              </a:ext>
            </a:extLst>
          </p:cNvPr>
          <p:cNvSpPr/>
          <p:nvPr/>
        </p:nvSpPr>
        <p:spPr>
          <a:xfrm>
            <a:off x="5610290" y="2592207"/>
            <a:ext cx="341404" cy="357242"/>
          </a:xfrm>
          <a:custGeom>
            <a:avLst/>
            <a:gdLst>
              <a:gd name="connsiteX0" fmla="*/ 516 w 341404"/>
              <a:gd name="connsiteY0" fmla="*/ -210 h 357242"/>
              <a:gd name="connsiteX1" fmla="*/ 341920 w 341404"/>
              <a:gd name="connsiteY1" fmla="*/ -210 h 357242"/>
              <a:gd name="connsiteX2" fmla="*/ 341920 w 341404"/>
              <a:gd name="connsiteY2" fmla="*/ 357033 h 357242"/>
              <a:gd name="connsiteX3" fmla="*/ 516 w 341404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1404" h="357242">
                <a:moveTo>
                  <a:pt x="516" y="-210"/>
                </a:moveTo>
                <a:lnTo>
                  <a:pt x="341920" y="-210"/>
                </a:lnTo>
                <a:lnTo>
                  <a:pt x="341920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D74514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5B32ED2-9BF4-4E25-A0E3-7489FE901A57}"/>
              </a:ext>
            </a:extLst>
          </p:cNvPr>
          <p:cNvSpPr txBox="1"/>
          <p:nvPr/>
        </p:nvSpPr>
        <p:spPr>
          <a:xfrm>
            <a:off x="5641914" y="2613360"/>
            <a:ext cx="277910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6</a:t>
            </a:r>
          </a:p>
        </p:txBody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4E938AB3-F36E-49F8-AA53-3644FD0CB6A7}"/>
              </a:ext>
            </a:extLst>
          </p:cNvPr>
          <p:cNvSpPr/>
          <p:nvPr/>
        </p:nvSpPr>
        <p:spPr>
          <a:xfrm>
            <a:off x="5267127" y="3259177"/>
            <a:ext cx="343163" cy="357242"/>
          </a:xfrm>
          <a:custGeom>
            <a:avLst/>
            <a:gdLst>
              <a:gd name="connsiteX0" fmla="*/ 516 w 343163"/>
              <a:gd name="connsiteY0" fmla="*/ -210 h 357242"/>
              <a:gd name="connsiteX1" fmla="*/ 343680 w 343163"/>
              <a:gd name="connsiteY1" fmla="*/ -210 h 357242"/>
              <a:gd name="connsiteX2" fmla="*/ 343680 w 343163"/>
              <a:gd name="connsiteY2" fmla="*/ 357033 h 357242"/>
              <a:gd name="connsiteX3" fmla="*/ 516 w 343163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163" h="357242">
                <a:moveTo>
                  <a:pt x="516" y="-210"/>
                </a:moveTo>
                <a:lnTo>
                  <a:pt x="343680" y="-210"/>
                </a:lnTo>
                <a:lnTo>
                  <a:pt x="343680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FEEFE8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C9F9F626-3D47-445E-9C30-3C132736D802}"/>
              </a:ext>
            </a:extLst>
          </p:cNvPr>
          <p:cNvSpPr/>
          <p:nvPr/>
        </p:nvSpPr>
        <p:spPr>
          <a:xfrm>
            <a:off x="5951695" y="3259177"/>
            <a:ext cx="1003094" cy="357242"/>
          </a:xfrm>
          <a:custGeom>
            <a:avLst/>
            <a:gdLst>
              <a:gd name="connsiteX0" fmla="*/ 516 w 1003094"/>
              <a:gd name="connsiteY0" fmla="*/ -210 h 357242"/>
              <a:gd name="connsiteX1" fmla="*/ 1003611 w 1003094"/>
              <a:gd name="connsiteY1" fmla="*/ -210 h 357242"/>
              <a:gd name="connsiteX2" fmla="*/ 1003611 w 1003094"/>
              <a:gd name="connsiteY2" fmla="*/ 357033 h 357242"/>
              <a:gd name="connsiteX3" fmla="*/ 516 w 1003094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3094" h="357242">
                <a:moveTo>
                  <a:pt x="516" y="-210"/>
                </a:moveTo>
                <a:lnTo>
                  <a:pt x="1003611" y="-210"/>
                </a:lnTo>
                <a:lnTo>
                  <a:pt x="1003611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F8CCB9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4918AC52-4AC9-4373-BB09-0C60413DC718}"/>
              </a:ext>
            </a:extLst>
          </p:cNvPr>
          <p:cNvSpPr txBox="1"/>
          <p:nvPr/>
        </p:nvSpPr>
        <p:spPr>
          <a:xfrm>
            <a:off x="6119546" y="3280330"/>
            <a:ext cx="668589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000000"/>
                </a:solidFill>
                <a:latin typeface="微软雅黑"/>
                <a:ea typeface="微软雅黑"/>
                <a:sym typeface="微软雅黑"/>
                <a:rtl val="0"/>
              </a:rPr>
              <a:t>行记录</a:t>
            </a: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BD339A91-4F0C-40AE-897C-FBCFAE7D6E0A}"/>
              </a:ext>
            </a:extLst>
          </p:cNvPr>
          <p:cNvSpPr/>
          <p:nvPr/>
        </p:nvSpPr>
        <p:spPr>
          <a:xfrm>
            <a:off x="4923963" y="3259177"/>
            <a:ext cx="343163" cy="357242"/>
          </a:xfrm>
          <a:custGeom>
            <a:avLst/>
            <a:gdLst>
              <a:gd name="connsiteX0" fmla="*/ 516 w 343163"/>
              <a:gd name="connsiteY0" fmla="*/ -210 h 357242"/>
              <a:gd name="connsiteX1" fmla="*/ 343680 w 343163"/>
              <a:gd name="connsiteY1" fmla="*/ -210 h 357242"/>
              <a:gd name="connsiteX2" fmla="*/ 343680 w 343163"/>
              <a:gd name="connsiteY2" fmla="*/ 357033 h 357242"/>
              <a:gd name="connsiteX3" fmla="*/ 516 w 343163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163" h="357242">
                <a:moveTo>
                  <a:pt x="516" y="-210"/>
                </a:moveTo>
                <a:lnTo>
                  <a:pt x="343680" y="-210"/>
                </a:lnTo>
                <a:lnTo>
                  <a:pt x="343680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F0835B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EA1FF7B2-4369-4E0A-A51A-B2C7C5C11B95}"/>
              </a:ext>
            </a:extLst>
          </p:cNvPr>
          <p:cNvSpPr txBox="1"/>
          <p:nvPr/>
        </p:nvSpPr>
        <p:spPr>
          <a:xfrm>
            <a:off x="4956994" y="3280330"/>
            <a:ext cx="277910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0</a:t>
            </a:r>
          </a:p>
        </p:txBody>
      </p:sp>
      <p:sp>
        <p:nvSpPr>
          <p:cNvPr id="61" name="任意多边形: 形状 60">
            <a:extLst>
              <a:ext uri="{FF2B5EF4-FFF2-40B4-BE49-F238E27FC236}">
                <a16:creationId xmlns:a16="http://schemas.microsoft.com/office/drawing/2014/main" id="{BB14C52D-0FC2-4546-B415-CB257B423D4D}"/>
              </a:ext>
            </a:extLst>
          </p:cNvPr>
          <p:cNvSpPr/>
          <p:nvPr/>
        </p:nvSpPr>
        <p:spPr>
          <a:xfrm>
            <a:off x="5610290" y="3259177"/>
            <a:ext cx="341404" cy="357242"/>
          </a:xfrm>
          <a:custGeom>
            <a:avLst/>
            <a:gdLst>
              <a:gd name="connsiteX0" fmla="*/ 516 w 341404"/>
              <a:gd name="connsiteY0" fmla="*/ -210 h 357242"/>
              <a:gd name="connsiteX1" fmla="*/ 341920 w 341404"/>
              <a:gd name="connsiteY1" fmla="*/ -210 h 357242"/>
              <a:gd name="connsiteX2" fmla="*/ 341920 w 341404"/>
              <a:gd name="connsiteY2" fmla="*/ 357033 h 357242"/>
              <a:gd name="connsiteX3" fmla="*/ 516 w 341404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1404" h="357242">
                <a:moveTo>
                  <a:pt x="516" y="-210"/>
                </a:moveTo>
                <a:lnTo>
                  <a:pt x="341920" y="-210"/>
                </a:lnTo>
                <a:lnTo>
                  <a:pt x="341920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D74514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94292D6A-2015-40E8-ABD1-B90F09E675A7}"/>
              </a:ext>
            </a:extLst>
          </p:cNvPr>
          <p:cNvSpPr txBox="1"/>
          <p:nvPr/>
        </p:nvSpPr>
        <p:spPr>
          <a:xfrm>
            <a:off x="5641914" y="3280330"/>
            <a:ext cx="277910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7</a:t>
            </a:r>
          </a:p>
        </p:txBody>
      </p:sp>
      <p:sp>
        <p:nvSpPr>
          <p:cNvPr id="63" name="任意多边形: 形状 62">
            <a:extLst>
              <a:ext uri="{FF2B5EF4-FFF2-40B4-BE49-F238E27FC236}">
                <a16:creationId xmlns:a16="http://schemas.microsoft.com/office/drawing/2014/main" id="{2AAF49ED-86CF-4881-BBC7-0FCE2C11F966}"/>
              </a:ext>
            </a:extLst>
          </p:cNvPr>
          <p:cNvSpPr/>
          <p:nvPr/>
        </p:nvSpPr>
        <p:spPr>
          <a:xfrm>
            <a:off x="5267127" y="3926147"/>
            <a:ext cx="343163" cy="357242"/>
          </a:xfrm>
          <a:custGeom>
            <a:avLst/>
            <a:gdLst>
              <a:gd name="connsiteX0" fmla="*/ 516 w 343163"/>
              <a:gd name="connsiteY0" fmla="*/ -210 h 357242"/>
              <a:gd name="connsiteX1" fmla="*/ 343680 w 343163"/>
              <a:gd name="connsiteY1" fmla="*/ -210 h 357242"/>
              <a:gd name="connsiteX2" fmla="*/ 343680 w 343163"/>
              <a:gd name="connsiteY2" fmla="*/ 357033 h 357242"/>
              <a:gd name="connsiteX3" fmla="*/ 516 w 343163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163" h="357242">
                <a:moveTo>
                  <a:pt x="516" y="-210"/>
                </a:moveTo>
                <a:lnTo>
                  <a:pt x="343680" y="-210"/>
                </a:lnTo>
                <a:lnTo>
                  <a:pt x="343680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FEEFE8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4" name="任意多边形: 形状 63">
            <a:extLst>
              <a:ext uri="{FF2B5EF4-FFF2-40B4-BE49-F238E27FC236}">
                <a16:creationId xmlns:a16="http://schemas.microsoft.com/office/drawing/2014/main" id="{5D8D08CA-64A0-4C79-B4BE-C3B4CB451682}"/>
              </a:ext>
            </a:extLst>
          </p:cNvPr>
          <p:cNvSpPr/>
          <p:nvPr/>
        </p:nvSpPr>
        <p:spPr>
          <a:xfrm>
            <a:off x="5951695" y="3926147"/>
            <a:ext cx="1003094" cy="357242"/>
          </a:xfrm>
          <a:custGeom>
            <a:avLst/>
            <a:gdLst>
              <a:gd name="connsiteX0" fmla="*/ 516 w 1003094"/>
              <a:gd name="connsiteY0" fmla="*/ -210 h 357242"/>
              <a:gd name="connsiteX1" fmla="*/ 1003611 w 1003094"/>
              <a:gd name="connsiteY1" fmla="*/ -210 h 357242"/>
              <a:gd name="connsiteX2" fmla="*/ 1003611 w 1003094"/>
              <a:gd name="connsiteY2" fmla="*/ 357033 h 357242"/>
              <a:gd name="connsiteX3" fmla="*/ 516 w 1003094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3094" h="357242">
                <a:moveTo>
                  <a:pt x="516" y="-210"/>
                </a:moveTo>
                <a:lnTo>
                  <a:pt x="1003611" y="-210"/>
                </a:lnTo>
                <a:lnTo>
                  <a:pt x="1003611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F8CCB9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A138FD43-6D21-4778-B659-211A017CC88D}"/>
              </a:ext>
            </a:extLst>
          </p:cNvPr>
          <p:cNvSpPr txBox="1"/>
          <p:nvPr/>
        </p:nvSpPr>
        <p:spPr>
          <a:xfrm>
            <a:off x="6119546" y="3945540"/>
            <a:ext cx="668589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000000"/>
                </a:solidFill>
                <a:latin typeface="微软雅黑"/>
                <a:ea typeface="微软雅黑"/>
                <a:sym typeface="微软雅黑"/>
                <a:rtl val="0"/>
              </a:rPr>
              <a:t>行记录</a:t>
            </a:r>
          </a:p>
        </p:txBody>
      </p:sp>
      <p:sp>
        <p:nvSpPr>
          <p:cNvPr id="66" name="任意多边形: 形状 65">
            <a:extLst>
              <a:ext uri="{FF2B5EF4-FFF2-40B4-BE49-F238E27FC236}">
                <a16:creationId xmlns:a16="http://schemas.microsoft.com/office/drawing/2014/main" id="{089D9B73-446E-472B-8E07-BBF0B4C51E45}"/>
              </a:ext>
            </a:extLst>
          </p:cNvPr>
          <p:cNvSpPr/>
          <p:nvPr/>
        </p:nvSpPr>
        <p:spPr>
          <a:xfrm>
            <a:off x="4923963" y="3926147"/>
            <a:ext cx="343163" cy="357242"/>
          </a:xfrm>
          <a:custGeom>
            <a:avLst/>
            <a:gdLst>
              <a:gd name="connsiteX0" fmla="*/ 516 w 343163"/>
              <a:gd name="connsiteY0" fmla="*/ -210 h 357242"/>
              <a:gd name="connsiteX1" fmla="*/ 343680 w 343163"/>
              <a:gd name="connsiteY1" fmla="*/ -210 h 357242"/>
              <a:gd name="connsiteX2" fmla="*/ 343680 w 343163"/>
              <a:gd name="connsiteY2" fmla="*/ 357033 h 357242"/>
              <a:gd name="connsiteX3" fmla="*/ 516 w 343163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163" h="357242">
                <a:moveTo>
                  <a:pt x="516" y="-210"/>
                </a:moveTo>
                <a:lnTo>
                  <a:pt x="343680" y="-210"/>
                </a:lnTo>
                <a:lnTo>
                  <a:pt x="343680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F0835B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913FA90-3F5E-494D-A435-D4A5A69396F4}"/>
              </a:ext>
            </a:extLst>
          </p:cNvPr>
          <p:cNvSpPr txBox="1"/>
          <p:nvPr/>
        </p:nvSpPr>
        <p:spPr>
          <a:xfrm>
            <a:off x="4956994" y="3945540"/>
            <a:ext cx="277910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4</a:t>
            </a:r>
          </a:p>
        </p:txBody>
      </p:sp>
      <p:sp>
        <p:nvSpPr>
          <p:cNvPr id="68" name="任意多边形: 形状 67">
            <a:extLst>
              <a:ext uri="{FF2B5EF4-FFF2-40B4-BE49-F238E27FC236}">
                <a16:creationId xmlns:a16="http://schemas.microsoft.com/office/drawing/2014/main" id="{50F4CF19-FEF1-4801-B090-EFBBB6FD9334}"/>
              </a:ext>
            </a:extLst>
          </p:cNvPr>
          <p:cNvSpPr/>
          <p:nvPr/>
        </p:nvSpPr>
        <p:spPr>
          <a:xfrm>
            <a:off x="5610290" y="3926147"/>
            <a:ext cx="341404" cy="357242"/>
          </a:xfrm>
          <a:custGeom>
            <a:avLst/>
            <a:gdLst>
              <a:gd name="connsiteX0" fmla="*/ 516 w 341404"/>
              <a:gd name="connsiteY0" fmla="*/ -210 h 357242"/>
              <a:gd name="connsiteX1" fmla="*/ 341920 w 341404"/>
              <a:gd name="connsiteY1" fmla="*/ -210 h 357242"/>
              <a:gd name="connsiteX2" fmla="*/ 341920 w 341404"/>
              <a:gd name="connsiteY2" fmla="*/ 357033 h 357242"/>
              <a:gd name="connsiteX3" fmla="*/ 516 w 341404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1404" h="357242">
                <a:moveTo>
                  <a:pt x="516" y="-210"/>
                </a:moveTo>
                <a:lnTo>
                  <a:pt x="341920" y="-210"/>
                </a:lnTo>
                <a:lnTo>
                  <a:pt x="341920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D74514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27806EC7-653C-4A25-99C8-4323EE8246BA}"/>
              </a:ext>
            </a:extLst>
          </p:cNvPr>
          <p:cNvSpPr txBox="1"/>
          <p:nvPr/>
        </p:nvSpPr>
        <p:spPr>
          <a:xfrm>
            <a:off x="5641914" y="3945540"/>
            <a:ext cx="277910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8</a:t>
            </a:r>
          </a:p>
        </p:txBody>
      </p:sp>
      <p:sp>
        <p:nvSpPr>
          <p:cNvPr id="70" name="任意多边形: 形状 69">
            <a:extLst>
              <a:ext uri="{FF2B5EF4-FFF2-40B4-BE49-F238E27FC236}">
                <a16:creationId xmlns:a16="http://schemas.microsoft.com/office/drawing/2014/main" id="{3476F798-AEFD-4E76-B186-1722661ABBC0}"/>
              </a:ext>
            </a:extLst>
          </p:cNvPr>
          <p:cNvSpPr/>
          <p:nvPr/>
        </p:nvSpPr>
        <p:spPr>
          <a:xfrm rot="5400000" flipV="1">
            <a:off x="5806767" y="1907235"/>
            <a:ext cx="310837" cy="1063085"/>
          </a:xfrm>
          <a:custGeom>
            <a:avLst/>
            <a:gdLst>
              <a:gd name="connsiteX0" fmla="*/ 3300 w 310837"/>
              <a:gd name="connsiteY0" fmla="*/ 236 h 1063085"/>
              <a:gd name="connsiteX1" fmla="*/ 166785 w 310837"/>
              <a:gd name="connsiteY1" fmla="*/ 236 h 1063085"/>
              <a:gd name="connsiteX2" fmla="*/ 166785 w 310837"/>
              <a:gd name="connsiteY2" fmla="*/ 1022992 h 1063085"/>
              <a:gd name="connsiteX3" fmla="*/ 158719 w 310837"/>
              <a:gd name="connsiteY3" fmla="*/ 1014927 h 1063085"/>
              <a:gd name="connsiteX4" fmla="*/ 241545 w 310837"/>
              <a:gd name="connsiteY4" fmla="*/ 1014927 h 1063085"/>
              <a:gd name="connsiteX5" fmla="*/ 241545 w 310837"/>
              <a:gd name="connsiteY5" fmla="*/ 1031058 h 1063085"/>
              <a:gd name="connsiteX6" fmla="*/ 150654 w 310837"/>
              <a:gd name="connsiteY6" fmla="*/ 1031058 h 1063085"/>
              <a:gd name="connsiteX7" fmla="*/ 150654 w 310837"/>
              <a:gd name="connsiteY7" fmla="*/ 8302 h 1063085"/>
              <a:gd name="connsiteX8" fmla="*/ 158719 w 310837"/>
              <a:gd name="connsiteY8" fmla="*/ 16368 h 1063085"/>
              <a:gd name="connsiteX9" fmla="*/ 3300 w 310837"/>
              <a:gd name="connsiteY9" fmla="*/ 16368 h 1063085"/>
              <a:gd name="connsiteX10" fmla="*/ 233480 w 310837"/>
              <a:gd name="connsiteY10" fmla="*/ 982663 h 1063085"/>
              <a:gd name="connsiteX11" fmla="*/ 314138 w 310837"/>
              <a:gd name="connsiteY11" fmla="*/ 1022992 h 1063085"/>
              <a:gd name="connsiteX12" fmla="*/ 233480 w 310837"/>
              <a:gd name="connsiteY12" fmla="*/ 1063322 h 1063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0837" h="1063085">
                <a:moveTo>
                  <a:pt x="3300" y="236"/>
                </a:moveTo>
                <a:lnTo>
                  <a:pt x="166785" y="236"/>
                </a:lnTo>
                <a:lnTo>
                  <a:pt x="166785" y="1022992"/>
                </a:lnTo>
                <a:lnTo>
                  <a:pt x="158719" y="1014927"/>
                </a:lnTo>
                <a:lnTo>
                  <a:pt x="241545" y="1014927"/>
                </a:lnTo>
                <a:lnTo>
                  <a:pt x="241545" y="1031058"/>
                </a:lnTo>
                <a:lnTo>
                  <a:pt x="150654" y="1031058"/>
                </a:lnTo>
                <a:lnTo>
                  <a:pt x="150654" y="8302"/>
                </a:lnTo>
                <a:lnTo>
                  <a:pt x="158719" y="16368"/>
                </a:lnTo>
                <a:lnTo>
                  <a:pt x="3300" y="16368"/>
                </a:lnTo>
                <a:close/>
                <a:moveTo>
                  <a:pt x="233480" y="982663"/>
                </a:moveTo>
                <a:lnTo>
                  <a:pt x="314138" y="1022992"/>
                </a:lnTo>
                <a:lnTo>
                  <a:pt x="233480" y="1063322"/>
                </a:lnTo>
                <a:close/>
              </a:path>
            </a:pathLst>
          </a:custGeom>
          <a:solidFill>
            <a:srgbClr val="000000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1" name="任意多边形: 形状 70">
            <a:extLst>
              <a:ext uri="{FF2B5EF4-FFF2-40B4-BE49-F238E27FC236}">
                <a16:creationId xmlns:a16="http://schemas.microsoft.com/office/drawing/2014/main" id="{6E463941-6C82-4E74-ABC9-336D0E7E6A86}"/>
              </a:ext>
            </a:extLst>
          </p:cNvPr>
          <p:cNvSpPr/>
          <p:nvPr/>
        </p:nvSpPr>
        <p:spPr>
          <a:xfrm rot="5400000" flipV="1">
            <a:off x="5806767" y="3241175"/>
            <a:ext cx="310837" cy="1063085"/>
          </a:xfrm>
          <a:custGeom>
            <a:avLst/>
            <a:gdLst>
              <a:gd name="connsiteX0" fmla="*/ 3300 w 310837"/>
              <a:gd name="connsiteY0" fmla="*/ 994 h 1063085"/>
              <a:gd name="connsiteX1" fmla="*/ 166785 w 310837"/>
              <a:gd name="connsiteY1" fmla="*/ 994 h 1063085"/>
              <a:gd name="connsiteX2" fmla="*/ 166785 w 310837"/>
              <a:gd name="connsiteY2" fmla="*/ 1023750 h 1063085"/>
              <a:gd name="connsiteX3" fmla="*/ 158719 w 310837"/>
              <a:gd name="connsiteY3" fmla="*/ 1015685 h 1063085"/>
              <a:gd name="connsiteX4" fmla="*/ 241545 w 310837"/>
              <a:gd name="connsiteY4" fmla="*/ 1015685 h 1063085"/>
              <a:gd name="connsiteX5" fmla="*/ 241545 w 310837"/>
              <a:gd name="connsiteY5" fmla="*/ 1031816 h 1063085"/>
              <a:gd name="connsiteX6" fmla="*/ 150654 w 310837"/>
              <a:gd name="connsiteY6" fmla="*/ 1031816 h 1063085"/>
              <a:gd name="connsiteX7" fmla="*/ 150654 w 310837"/>
              <a:gd name="connsiteY7" fmla="*/ 9060 h 1063085"/>
              <a:gd name="connsiteX8" fmla="*/ 158719 w 310837"/>
              <a:gd name="connsiteY8" fmla="*/ 17126 h 1063085"/>
              <a:gd name="connsiteX9" fmla="*/ 3300 w 310837"/>
              <a:gd name="connsiteY9" fmla="*/ 17126 h 1063085"/>
              <a:gd name="connsiteX10" fmla="*/ 233480 w 310837"/>
              <a:gd name="connsiteY10" fmla="*/ 983421 h 1063085"/>
              <a:gd name="connsiteX11" fmla="*/ 314138 w 310837"/>
              <a:gd name="connsiteY11" fmla="*/ 1023750 h 1063085"/>
              <a:gd name="connsiteX12" fmla="*/ 233480 w 310837"/>
              <a:gd name="connsiteY12" fmla="*/ 1064080 h 1063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0837" h="1063085">
                <a:moveTo>
                  <a:pt x="3300" y="994"/>
                </a:moveTo>
                <a:lnTo>
                  <a:pt x="166785" y="994"/>
                </a:lnTo>
                <a:lnTo>
                  <a:pt x="166785" y="1023750"/>
                </a:lnTo>
                <a:lnTo>
                  <a:pt x="158719" y="1015685"/>
                </a:lnTo>
                <a:lnTo>
                  <a:pt x="241545" y="1015685"/>
                </a:lnTo>
                <a:lnTo>
                  <a:pt x="241545" y="1031816"/>
                </a:lnTo>
                <a:lnTo>
                  <a:pt x="150654" y="1031816"/>
                </a:lnTo>
                <a:lnTo>
                  <a:pt x="150654" y="9060"/>
                </a:lnTo>
                <a:lnTo>
                  <a:pt x="158719" y="17126"/>
                </a:lnTo>
                <a:lnTo>
                  <a:pt x="3300" y="17126"/>
                </a:lnTo>
                <a:close/>
                <a:moveTo>
                  <a:pt x="233480" y="983421"/>
                </a:moveTo>
                <a:lnTo>
                  <a:pt x="314138" y="1023750"/>
                </a:lnTo>
                <a:lnTo>
                  <a:pt x="233480" y="1064080"/>
                </a:lnTo>
                <a:close/>
              </a:path>
            </a:pathLst>
          </a:custGeom>
          <a:solidFill>
            <a:srgbClr val="000000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2" name="任意多边形: 形状 71">
            <a:extLst>
              <a:ext uri="{FF2B5EF4-FFF2-40B4-BE49-F238E27FC236}">
                <a16:creationId xmlns:a16="http://schemas.microsoft.com/office/drawing/2014/main" id="{B4008961-5852-4237-95F6-EBFBD2CAAEE1}"/>
              </a:ext>
            </a:extLst>
          </p:cNvPr>
          <p:cNvSpPr/>
          <p:nvPr/>
        </p:nvSpPr>
        <p:spPr>
          <a:xfrm rot="5400000" flipV="1">
            <a:off x="5806767" y="2574205"/>
            <a:ext cx="310837" cy="1063085"/>
          </a:xfrm>
          <a:custGeom>
            <a:avLst/>
            <a:gdLst>
              <a:gd name="connsiteX0" fmla="*/ 3300 w 310837"/>
              <a:gd name="connsiteY0" fmla="*/ 615 h 1063085"/>
              <a:gd name="connsiteX1" fmla="*/ 166785 w 310837"/>
              <a:gd name="connsiteY1" fmla="*/ 615 h 1063085"/>
              <a:gd name="connsiteX2" fmla="*/ 166785 w 310837"/>
              <a:gd name="connsiteY2" fmla="*/ 1023371 h 1063085"/>
              <a:gd name="connsiteX3" fmla="*/ 158719 w 310837"/>
              <a:gd name="connsiteY3" fmla="*/ 1015306 h 1063085"/>
              <a:gd name="connsiteX4" fmla="*/ 241545 w 310837"/>
              <a:gd name="connsiteY4" fmla="*/ 1015306 h 1063085"/>
              <a:gd name="connsiteX5" fmla="*/ 241545 w 310837"/>
              <a:gd name="connsiteY5" fmla="*/ 1031437 h 1063085"/>
              <a:gd name="connsiteX6" fmla="*/ 150654 w 310837"/>
              <a:gd name="connsiteY6" fmla="*/ 1031437 h 1063085"/>
              <a:gd name="connsiteX7" fmla="*/ 150654 w 310837"/>
              <a:gd name="connsiteY7" fmla="*/ 8681 h 1063085"/>
              <a:gd name="connsiteX8" fmla="*/ 158719 w 310837"/>
              <a:gd name="connsiteY8" fmla="*/ 16747 h 1063085"/>
              <a:gd name="connsiteX9" fmla="*/ 3300 w 310837"/>
              <a:gd name="connsiteY9" fmla="*/ 16747 h 1063085"/>
              <a:gd name="connsiteX10" fmla="*/ 233480 w 310837"/>
              <a:gd name="connsiteY10" fmla="*/ 983042 h 1063085"/>
              <a:gd name="connsiteX11" fmla="*/ 314138 w 310837"/>
              <a:gd name="connsiteY11" fmla="*/ 1023371 h 1063085"/>
              <a:gd name="connsiteX12" fmla="*/ 233480 w 310837"/>
              <a:gd name="connsiteY12" fmla="*/ 1063701 h 1063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0837" h="1063085">
                <a:moveTo>
                  <a:pt x="3300" y="615"/>
                </a:moveTo>
                <a:lnTo>
                  <a:pt x="166785" y="615"/>
                </a:lnTo>
                <a:lnTo>
                  <a:pt x="166785" y="1023371"/>
                </a:lnTo>
                <a:lnTo>
                  <a:pt x="158719" y="1015306"/>
                </a:lnTo>
                <a:lnTo>
                  <a:pt x="241545" y="1015306"/>
                </a:lnTo>
                <a:lnTo>
                  <a:pt x="241545" y="1031437"/>
                </a:lnTo>
                <a:lnTo>
                  <a:pt x="150654" y="1031437"/>
                </a:lnTo>
                <a:lnTo>
                  <a:pt x="150654" y="8681"/>
                </a:lnTo>
                <a:lnTo>
                  <a:pt x="158719" y="16747"/>
                </a:lnTo>
                <a:lnTo>
                  <a:pt x="3300" y="16747"/>
                </a:lnTo>
                <a:close/>
                <a:moveTo>
                  <a:pt x="233480" y="983042"/>
                </a:moveTo>
                <a:lnTo>
                  <a:pt x="314138" y="1023371"/>
                </a:lnTo>
                <a:lnTo>
                  <a:pt x="233480" y="1063701"/>
                </a:lnTo>
                <a:close/>
              </a:path>
            </a:pathLst>
          </a:custGeom>
          <a:solidFill>
            <a:srgbClr val="000000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2E40114D-25E1-4B44-B612-34C560D872D1}"/>
              </a:ext>
            </a:extLst>
          </p:cNvPr>
          <p:cNvSpPr txBox="1"/>
          <p:nvPr/>
        </p:nvSpPr>
        <p:spPr>
          <a:xfrm>
            <a:off x="5615429" y="1539872"/>
            <a:ext cx="506686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000000"/>
                </a:solidFill>
                <a:latin typeface="微软雅黑"/>
                <a:ea typeface="微软雅黑"/>
                <a:sym typeface="微软雅黑"/>
                <a:rtl val="0"/>
              </a:rPr>
              <a:t>分组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BBC9A9F-7E74-4477-A58E-7E69775C13CE}"/>
              </a:ext>
            </a:extLst>
          </p:cNvPr>
          <p:cNvSpPr txBox="1"/>
          <p:nvPr/>
        </p:nvSpPr>
        <p:spPr>
          <a:xfrm>
            <a:off x="5985450" y="1539872"/>
            <a:ext cx="277909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000000"/>
                </a:solidFill>
                <a:latin typeface="微软雅黑"/>
                <a:ea typeface="微软雅黑"/>
                <a:sym typeface="微软雅黑"/>
                <a:rtl val="0"/>
              </a:rPr>
              <a:t>3</a:t>
            </a:r>
          </a:p>
        </p:txBody>
      </p:sp>
      <p:sp>
        <p:nvSpPr>
          <p:cNvPr id="75" name="任意多边形: 形状 74">
            <a:extLst>
              <a:ext uri="{FF2B5EF4-FFF2-40B4-BE49-F238E27FC236}">
                <a16:creationId xmlns:a16="http://schemas.microsoft.com/office/drawing/2014/main" id="{A3EE5C97-1562-4C12-9FD2-E6706B016E5A}"/>
              </a:ext>
            </a:extLst>
          </p:cNvPr>
          <p:cNvSpPr/>
          <p:nvPr/>
        </p:nvSpPr>
        <p:spPr>
          <a:xfrm>
            <a:off x="7283875" y="1499362"/>
            <a:ext cx="2359912" cy="2958249"/>
          </a:xfrm>
          <a:custGeom>
            <a:avLst/>
            <a:gdLst>
              <a:gd name="connsiteX0" fmla="*/ 516 w 2359912"/>
              <a:gd name="connsiteY0" fmla="*/ -210 h 2958249"/>
              <a:gd name="connsiteX1" fmla="*/ 2360428 w 2359912"/>
              <a:gd name="connsiteY1" fmla="*/ -210 h 2958249"/>
              <a:gd name="connsiteX2" fmla="*/ 2360428 w 2359912"/>
              <a:gd name="connsiteY2" fmla="*/ 2958040 h 2958249"/>
              <a:gd name="connsiteX3" fmla="*/ 516 w 2359912"/>
              <a:gd name="connsiteY3" fmla="*/ 2958040 h 2958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59912" h="2958249">
                <a:moveTo>
                  <a:pt x="516" y="-210"/>
                </a:moveTo>
                <a:lnTo>
                  <a:pt x="2360428" y="-210"/>
                </a:lnTo>
                <a:lnTo>
                  <a:pt x="2360428" y="2958040"/>
                </a:lnTo>
                <a:lnTo>
                  <a:pt x="516" y="2958040"/>
                </a:lnTo>
                <a:close/>
              </a:path>
            </a:pathLst>
          </a:custGeom>
          <a:solidFill>
            <a:srgbClr val="FEF8F6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6" name="任意多边形: 形状 75">
            <a:extLst>
              <a:ext uri="{FF2B5EF4-FFF2-40B4-BE49-F238E27FC236}">
                <a16:creationId xmlns:a16="http://schemas.microsoft.com/office/drawing/2014/main" id="{15871284-8DFF-4F15-9DD2-739A22F69B73}"/>
              </a:ext>
            </a:extLst>
          </p:cNvPr>
          <p:cNvSpPr/>
          <p:nvPr/>
        </p:nvSpPr>
        <p:spPr>
          <a:xfrm>
            <a:off x="7815339" y="1925237"/>
            <a:ext cx="341404" cy="357242"/>
          </a:xfrm>
          <a:custGeom>
            <a:avLst/>
            <a:gdLst>
              <a:gd name="connsiteX0" fmla="*/ 516 w 341404"/>
              <a:gd name="connsiteY0" fmla="*/ -210 h 357242"/>
              <a:gd name="connsiteX1" fmla="*/ 341920 w 341404"/>
              <a:gd name="connsiteY1" fmla="*/ -210 h 357242"/>
              <a:gd name="connsiteX2" fmla="*/ 341920 w 341404"/>
              <a:gd name="connsiteY2" fmla="*/ 357033 h 357242"/>
              <a:gd name="connsiteX3" fmla="*/ 516 w 341404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1404" h="357242">
                <a:moveTo>
                  <a:pt x="516" y="-210"/>
                </a:moveTo>
                <a:lnTo>
                  <a:pt x="341920" y="-210"/>
                </a:lnTo>
                <a:lnTo>
                  <a:pt x="341920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FEEFE8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7" name="任意多边形: 形状 76">
            <a:extLst>
              <a:ext uri="{FF2B5EF4-FFF2-40B4-BE49-F238E27FC236}">
                <a16:creationId xmlns:a16="http://schemas.microsoft.com/office/drawing/2014/main" id="{AF4E1256-2465-42E4-BDFB-9A0BDD48FACE}"/>
              </a:ext>
            </a:extLst>
          </p:cNvPr>
          <p:cNvSpPr/>
          <p:nvPr/>
        </p:nvSpPr>
        <p:spPr>
          <a:xfrm>
            <a:off x="8499907" y="1925237"/>
            <a:ext cx="1001334" cy="357242"/>
          </a:xfrm>
          <a:custGeom>
            <a:avLst/>
            <a:gdLst>
              <a:gd name="connsiteX0" fmla="*/ 516 w 1001334"/>
              <a:gd name="connsiteY0" fmla="*/ -210 h 357242"/>
              <a:gd name="connsiteX1" fmla="*/ 1001851 w 1001334"/>
              <a:gd name="connsiteY1" fmla="*/ -210 h 357242"/>
              <a:gd name="connsiteX2" fmla="*/ 1001851 w 1001334"/>
              <a:gd name="connsiteY2" fmla="*/ 357033 h 357242"/>
              <a:gd name="connsiteX3" fmla="*/ 516 w 1001334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1334" h="357242">
                <a:moveTo>
                  <a:pt x="516" y="-210"/>
                </a:moveTo>
                <a:lnTo>
                  <a:pt x="1001851" y="-210"/>
                </a:lnTo>
                <a:lnTo>
                  <a:pt x="1001851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F8CCB9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D8C72371-C5BA-436B-8946-935DE025473C}"/>
              </a:ext>
            </a:extLst>
          </p:cNvPr>
          <p:cNvSpPr txBox="1"/>
          <p:nvPr/>
        </p:nvSpPr>
        <p:spPr>
          <a:xfrm>
            <a:off x="8667072" y="1946390"/>
            <a:ext cx="668589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000000"/>
                </a:solidFill>
                <a:latin typeface="微软雅黑"/>
                <a:ea typeface="微软雅黑"/>
                <a:sym typeface="微软雅黑"/>
                <a:rtl val="0"/>
              </a:rPr>
              <a:t>行记录</a:t>
            </a:r>
          </a:p>
        </p:txBody>
      </p:sp>
      <p:sp>
        <p:nvSpPr>
          <p:cNvPr id="79" name="任意多边形: 形状 78">
            <a:extLst>
              <a:ext uri="{FF2B5EF4-FFF2-40B4-BE49-F238E27FC236}">
                <a16:creationId xmlns:a16="http://schemas.microsoft.com/office/drawing/2014/main" id="{1840F37E-E9F0-4551-9AA4-BCB084C11BBA}"/>
              </a:ext>
            </a:extLst>
          </p:cNvPr>
          <p:cNvSpPr/>
          <p:nvPr/>
        </p:nvSpPr>
        <p:spPr>
          <a:xfrm>
            <a:off x="7472175" y="1925237"/>
            <a:ext cx="343163" cy="357242"/>
          </a:xfrm>
          <a:custGeom>
            <a:avLst/>
            <a:gdLst>
              <a:gd name="connsiteX0" fmla="*/ 516 w 343163"/>
              <a:gd name="connsiteY0" fmla="*/ -210 h 357242"/>
              <a:gd name="connsiteX1" fmla="*/ 343680 w 343163"/>
              <a:gd name="connsiteY1" fmla="*/ -210 h 357242"/>
              <a:gd name="connsiteX2" fmla="*/ 343680 w 343163"/>
              <a:gd name="connsiteY2" fmla="*/ 357033 h 357242"/>
              <a:gd name="connsiteX3" fmla="*/ 516 w 343163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163" h="357242">
                <a:moveTo>
                  <a:pt x="516" y="-210"/>
                </a:moveTo>
                <a:lnTo>
                  <a:pt x="343680" y="-210"/>
                </a:lnTo>
                <a:lnTo>
                  <a:pt x="343680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F0835B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E172E05B-5B0D-4156-8AC9-E6E6C2FB767A}"/>
              </a:ext>
            </a:extLst>
          </p:cNvPr>
          <p:cNvSpPr txBox="1"/>
          <p:nvPr/>
        </p:nvSpPr>
        <p:spPr>
          <a:xfrm>
            <a:off x="7504503" y="1946390"/>
            <a:ext cx="277910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0</a:t>
            </a:r>
          </a:p>
        </p:txBody>
      </p:sp>
      <p:sp>
        <p:nvSpPr>
          <p:cNvPr id="81" name="任意多边形: 形状 80">
            <a:extLst>
              <a:ext uri="{FF2B5EF4-FFF2-40B4-BE49-F238E27FC236}">
                <a16:creationId xmlns:a16="http://schemas.microsoft.com/office/drawing/2014/main" id="{C4FF1DA2-B6B1-411B-9469-11E4898B40DA}"/>
              </a:ext>
            </a:extLst>
          </p:cNvPr>
          <p:cNvSpPr/>
          <p:nvPr/>
        </p:nvSpPr>
        <p:spPr>
          <a:xfrm>
            <a:off x="8156743" y="1925237"/>
            <a:ext cx="343163" cy="357242"/>
          </a:xfrm>
          <a:custGeom>
            <a:avLst/>
            <a:gdLst>
              <a:gd name="connsiteX0" fmla="*/ 516 w 343163"/>
              <a:gd name="connsiteY0" fmla="*/ -210 h 357242"/>
              <a:gd name="connsiteX1" fmla="*/ 343680 w 343163"/>
              <a:gd name="connsiteY1" fmla="*/ -210 h 357242"/>
              <a:gd name="connsiteX2" fmla="*/ 343680 w 343163"/>
              <a:gd name="connsiteY2" fmla="*/ 357033 h 357242"/>
              <a:gd name="connsiteX3" fmla="*/ 516 w 343163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163" h="357242">
                <a:moveTo>
                  <a:pt x="516" y="-210"/>
                </a:moveTo>
                <a:lnTo>
                  <a:pt x="343680" y="-210"/>
                </a:lnTo>
                <a:lnTo>
                  <a:pt x="343680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D74514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1E9454A6-B2CE-4A13-965F-F951D94DD577}"/>
              </a:ext>
            </a:extLst>
          </p:cNvPr>
          <p:cNvSpPr txBox="1"/>
          <p:nvPr/>
        </p:nvSpPr>
        <p:spPr>
          <a:xfrm>
            <a:off x="8189423" y="1946390"/>
            <a:ext cx="277910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9</a:t>
            </a:r>
          </a:p>
        </p:txBody>
      </p:sp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29BA24D0-25D3-4D44-BE0F-8090F177F68A}"/>
              </a:ext>
            </a:extLst>
          </p:cNvPr>
          <p:cNvSpPr/>
          <p:nvPr/>
        </p:nvSpPr>
        <p:spPr>
          <a:xfrm>
            <a:off x="7815339" y="2592207"/>
            <a:ext cx="341404" cy="357242"/>
          </a:xfrm>
          <a:custGeom>
            <a:avLst/>
            <a:gdLst>
              <a:gd name="connsiteX0" fmla="*/ 516 w 341404"/>
              <a:gd name="connsiteY0" fmla="*/ -210 h 357242"/>
              <a:gd name="connsiteX1" fmla="*/ 341920 w 341404"/>
              <a:gd name="connsiteY1" fmla="*/ -210 h 357242"/>
              <a:gd name="connsiteX2" fmla="*/ 341920 w 341404"/>
              <a:gd name="connsiteY2" fmla="*/ 357033 h 357242"/>
              <a:gd name="connsiteX3" fmla="*/ 516 w 341404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1404" h="357242">
                <a:moveTo>
                  <a:pt x="516" y="-210"/>
                </a:moveTo>
                <a:lnTo>
                  <a:pt x="341920" y="-210"/>
                </a:lnTo>
                <a:lnTo>
                  <a:pt x="341920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FEEFE8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4" name="任意多边形: 形状 83">
            <a:extLst>
              <a:ext uri="{FF2B5EF4-FFF2-40B4-BE49-F238E27FC236}">
                <a16:creationId xmlns:a16="http://schemas.microsoft.com/office/drawing/2014/main" id="{46415830-6D9F-4D0C-8488-F55E3C51AEE0}"/>
              </a:ext>
            </a:extLst>
          </p:cNvPr>
          <p:cNvSpPr/>
          <p:nvPr/>
        </p:nvSpPr>
        <p:spPr>
          <a:xfrm>
            <a:off x="8499907" y="2592207"/>
            <a:ext cx="1001334" cy="357242"/>
          </a:xfrm>
          <a:custGeom>
            <a:avLst/>
            <a:gdLst>
              <a:gd name="connsiteX0" fmla="*/ 516 w 1001334"/>
              <a:gd name="connsiteY0" fmla="*/ -210 h 357242"/>
              <a:gd name="connsiteX1" fmla="*/ 1001851 w 1001334"/>
              <a:gd name="connsiteY1" fmla="*/ -210 h 357242"/>
              <a:gd name="connsiteX2" fmla="*/ 1001851 w 1001334"/>
              <a:gd name="connsiteY2" fmla="*/ 357033 h 357242"/>
              <a:gd name="connsiteX3" fmla="*/ 516 w 1001334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1334" h="357242">
                <a:moveTo>
                  <a:pt x="516" y="-210"/>
                </a:moveTo>
                <a:lnTo>
                  <a:pt x="1001851" y="-210"/>
                </a:lnTo>
                <a:lnTo>
                  <a:pt x="1001851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F8CCB9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59B6B2B6-C09A-4F03-AA4D-B8755924681C}"/>
              </a:ext>
            </a:extLst>
          </p:cNvPr>
          <p:cNvSpPr txBox="1"/>
          <p:nvPr/>
        </p:nvSpPr>
        <p:spPr>
          <a:xfrm>
            <a:off x="8667072" y="2613360"/>
            <a:ext cx="668589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000000"/>
                </a:solidFill>
                <a:latin typeface="微软雅黑"/>
                <a:ea typeface="微软雅黑"/>
                <a:sym typeface="微软雅黑"/>
                <a:rtl val="0"/>
              </a:rPr>
              <a:t>行记录</a:t>
            </a:r>
          </a:p>
        </p:txBody>
      </p:sp>
      <p:sp>
        <p:nvSpPr>
          <p:cNvPr id="86" name="任意多边形: 形状 85">
            <a:extLst>
              <a:ext uri="{FF2B5EF4-FFF2-40B4-BE49-F238E27FC236}">
                <a16:creationId xmlns:a16="http://schemas.microsoft.com/office/drawing/2014/main" id="{D9B60A03-9F4A-4A68-937B-310EC3A33821}"/>
              </a:ext>
            </a:extLst>
          </p:cNvPr>
          <p:cNvSpPr/>
          <p:nvPr/>
        </p:nvSpPr>
        <p:spPr>
          <a:xfrm>
            <a:off x="7472175" y="2592207"/>
            <a:ext cx="343163" cy="357242"/>
          </a:xfrm>
          <a:custGeom>
            <a:avLst/>
            <a:gdLst>
              <a:gd name="connsiteX0" fmla="*/ 516 w 343163"/>
              <a:gd name="connsiteY0" fmla="*/ -210 h 357242"/>
              <a:gd name="connsiteX1" fmla="*/ 343680 w 343163"/>
              <a:gd name="connsiteY1" fmla="*/ -210 h 357242"/>
              <a:gd name="connsiteX2" fmla="*/ 343680 w 343163"/>
              <a:gd name="connsiteY2" fmla="*/ 357033 h 357242"/>
              <a:gd name="connsiteX3" fmla="*/ 516 w 343163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163" h="357242">
                <a:moveTo>
                  <a:pt x="516" y="-210"/>
                </a:moveTo>
                <a:lnTo>
                  <a:pt x="343680" y="-210"/>
                </a:lnTo>
                <a:lnTo>
                  <a:pt x="343680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F0835B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157893EA-10E1-48D1-A7DF-C9A6703AF16F}"/>
              </a:ext>
            </a:extLst>
          </p:cNvPr>
          <p:cNvSpPr txBox="1"/>
          <p:nvPr/>
        </p:nvSpPr>
        <p:spPr>
          <a:xfrm>
            <a:off x="7504503" y="2613360"/>
            <a:ext cx="277910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0</a:t>
            </a:r>
          </a:p>
        </p:txBody>
      </p:sp>
      <p:sp>
        <p:nvSpPr>
          <p:cNvPr id="88" name="任意多边形: 形状 87">
            <a:extLst>
              <a:ext uri="{FF2B5EF4-FFF2-40B4-BE49-F238E27FC236}">
                <a16:creationId xmlns:a16="http://schemas.microsoft.com/office/drawing/2014/main" id="{478C3DCC-0966-49D8-B00E-5181CE3B0044}"/>
              </a:ext>
            </a:extLst>
          </p:cNvPr>
          <p:cNvSpPr/>
          <p:nvPr/>
        </p:nvSpPr>
        <p:spPr>
          <a:xfrm>
            <a:off x="8156743" y="2592207"/>
            <a:ext cx="343163" cy="357242"/>
          </a:xfrm>
          <a:custGeom>
            <a:avLst/>
            <a:gdLst>
              <a:gd name="connsiteX0" fmla="*/ 516 w 343163"/>
              <a:gd name="connsiteY0" fmla="*/ -210 h 357242"/>
              <a:gd name="connsiteX1" fmla="*/ 343680 w 343163"/>
              <a:gd name="connsiteY1" fmla="*/ -210 h 357242"/>
              <a:gd name="connsiteX2" fmla="*/ 343680 w 343163"/>
              <a:gd name="connsiteY2" fmla="*/ 357033 h 357242"/>
              <a:gd name="connsiteX3" fmla="*/ 516 w 343163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163" h="357242">
                <a:moveTo>
                  <a:pt x="516" y="-210"/>
                </a:moveTo>
                <a:lnTo>
                  <a:pt x="343680" y="-210"/>
                </a:lnTo>
                <a:lnTo>
                  <a:pt x="343680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D74514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127360F9-8A22-46F7-9591-E3921E654771}"/>
              </a:ext>
            </a:extLst>
          </p:cNvPr>
          <p:cNvSpPr txBox="1"/>
          <p:nvPr/>
        </p:nvSpPr>
        <p:spPr>
          <a:xfrm>
            <a:off x="8142049" y="2613360"/>
            <a:ext cx="372940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10</a:t>
            </a:r>
          </a:p>
        </p:txBody>
      </p:sp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7B22C3F1-A0A0-492D-B18B-B984BF19C747}"/>
              </a:ext>
            </a:extLst>
          </p:cNvPr>
          <p:cNvSpPr/>
          <p:nvPr/>
        </p:nvSpPr>
        <p:spPr>
          <a:xfrm>
            <a:off x="7815339" y="3259177"/>
            <a:ext cx="341404" cy="357242"/>
          </a:xfrm>
          <a:custGeom>
            <a:avLst/>
            <a:gdLst>
              <a:gd name="connsiteX0" fmla="*/ 516 w 341404"/>
              <a:gd name="connsiteY0" fmla="*/ -210 h 357242"/>
              <a:gd name="connsiteX1" fmla="*/ 341920 w 341404"/>
              <a:gd name="connsiteY1" fmla="*/ -210 h 357242"/>
              <a:gd name="connsiteX2" fmla="*/ 341920 w 341404"/>
              <a:gd name="connsiteY2" fmla="*/ 357033 h 357242"/>
              <a:gd name="connsiteX3" fmla="*/ 516 w 341404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1404" h="357242">
                <a:moveTo>
                  <a:pt x="516" y="-210"/>
                </a:moveTo>
                <a:lnTo>
                  <a:pt x="341920" y="-210"/>
                </a:lnTo>
                <a:lnTo>
                  <a:pt x="341920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FEEFE8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5A0681F6-4FDA-4B96-B6C8-B5ACF3F6F60A}"/>
              </a:ext>
            </a:extLst>
          </p:cNvPr>
          <p:cNvSpPr/>
          <p:nvPr/>
        </p:nvSpPr>
        <p:spPr>
          <a:xfrm>
            <a:off x="8499907" y="3259177"/>
            <a:ext cx="1001334" cy="357242"/>
          </a:xfrm>
          <a:custGeom>
            <a:avLst/>
            <a:gdLst>
              <a:gd name="connsiteX0" fmla="*/ 516 w 1001334"/>
              <a:gd name="connsiteY0" fmla="*/ -210 h 357242"/>
              <a:gd name="connsiteX1" fmla="*/ 1001851 w 1001334"/>
              <a:gd name="connsiteY1" fmla="*/ -210 h 357242"/>
              <a:gd name="connsiteX2" fmla="*/ 1001851 w 1001334"/>
              <a:gd name="connsiteY2" fmla="*/ 357033 h 357242"/>
              <a:gd name="connsiteX3" fmla="*/ 516 w 1001334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1334" h="357242">
                <a:moveTo>
                  <a:pt x="516" y="-210"/>
                </a:moveTo>
                <a:lnTo>
                  <a:pt x="1001851" y="-210"/>
                </a:lnTo>
                <a:lnTo>
                  <a:pt x="1001851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F8CCB9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F4D972B6-61A4-4213-8DA5-4F7F083D8D67}"/>
              </a:ext>
            </a:extLst>
          </p:cNvPr>
          <p:cNvSpPr txBox="1"/>
          <p:nvPr/>
        </p:nvSpPr>
        <p:spPr>
          <a:xfrm>
            <a:off x="8667072" y="3280330"/>
            <a:ext cx="668589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000000"/>
                </a:solidFill>
                <a:latin typeface="微软雅黑"/>
                <a:ea typeface="微软雅黑"/>
                <a:sym typeface="微软雅黑"/>
                <a:rtl val="0"/>
              </a:rPr>
              <a:t>行记录</a:t>
            </a:r>
          </a:p>
        </p:txBody>
      </p:sp>
      <p:sp>
        <p:nvSpPr>
          <p:cNvPr id="93" name="任意多边形: 形状 92">
            <a:extLst>
              <a:ext uri="{FF2B5EF4-FFF2-40B4-BE49-F238E27FC236}">
                <a16:creationId xmlns:a16="http://schemas.microsoft.com/office/drawing/2014/main" id="{17DD1EAF-57F2-402A-80F5-1688F4669386}"/>
              </a:ext>
            </a:extLst>
          </p:cNvPr>
          <p:cNvSpPr/>
          <p:nvPr/>
        </p:nvSpPr>
        <p:spPr>
          <a:xfrm>
            <a:off x="7472175" y="3259177"/>
            <a:ext cx="343163" cy="357242"/>
          </a:xfrm>
          <a:custGeom>
            <a:avLst/>
            <a:gdLst>
              <a:gd name="connsiteX0" fmla="*/ 516 w 343163"/>
              <a:gd name="connsiteY0" fmla="*/ -210 h 357242"/>
              <a:gd name="connsiteX1" fmla="*/ 343680 w 343163"/>
              <a:gd name="connsiteY1" fmla="*/ -210 h 357242"/>
              <a:gd name="connsiteX2" fmla="*/ 343680 w 343163"/>
              <a:gd name="connsiteY2" fmla="*/ 357033 h 357242"/>
              <a:gd name="connsiteX3" fmla="*/ 516 w 343163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163" h="357242">
                <a:moveTo>
                  <a:pt x="516" y="-210"/>
                </a:moveTo>
                <a:lnTo>
                  <a:pt x="343680" y="-210"/>
                </a:lnTo>
                <a:lnTo>
                  <a:pt x="343680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F0835B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E0244B89-4B38-426B-999C-C7F906945BEF}"/>
              </a:ext>
            </a:extLst>
          </p:cNvPr>
          <p:cNvSpPr txBox="1"/>
          <p:nvPr/>
        </p:nvSpPr>
        <p:spPr>
          <a:xfrm>
            <a:off x="7504503" y="3280330"/>
            <a:ext cx="277910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0</a:t>
            </a:r>
          </a:p>
        </p:txBody>
      </p:sp>
      <p:sp>
        <p:nvSpPr>
          <p:cNvPr id="95" name="任意多边形: 形状 94">
            <a:extLst>
              <a:ext uri="{FF2B5EF4-FFF2-40B4-BE49-F238E27FC236}">
                <a16:creationId xmlns:a16="http://schemas.microsoft.com/office/drawing/2014/main" id="{82C8A607-1B05-4DE1-8451-8CCFCB789C45}"/>
              </a:ext>
            </a:extLst>
          </p:cNvPr>
          <p:cNvSpPr/>
          <p:nvPr/>
        </p:nvSpPr>
        <p:spPr>
          <a:xfrm>
            <a:off x="8156743" y="3259177"/>
            <a:ext cx="343163" cy="357242"/>
          </a:xfrm>
          <a:custGeom>
            <a:avLst/>
            <a:gdLst>
              <a:gd name="connsiteX0" fmla="*/ 516 w 343163"/>
              <a:gd name="connsiteY0" fmla="*/ -210 h 357242"/>
              <a:gd name="connsiteX1" fmla="*/ 343680 w 343163"/>
              <a:gd name="connsiteY1" fmla="*/ -210 h 357242"/>
              <a:gd name="connsiteX2" fmla="*/ 343680 w 343163"/>
              <a:gd name="connsiteY2" fmla="*/ 357033 h 357242"/>
              <a:gd name="connsiteX3" fmla="*/ 516 w 343163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163" h="357242">
                <a:moveTo>
                  <a:pt x="516" y="-210"/>
                </a:moveTo>
                <a:lnTo>
                  <a:pt x="343680" y="-210"/>
                </a:lnTo>
                <a:lnTo>
                  <a:pt x="343680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D74514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B4F01869-5C2A-4D40-9591-E57DC2105C43}"/>
              </a:ext>
            </a:extLst>
          </p:cNvPr>
          <p:cNvSpPr txBox="1"/>
          <p:nvPr/>
        </p:nvSpPr>
        <p:spPr>
          <a:xfrm>
            <a:off x="8142049" y="3280330"/>
            <a:ext cx="372940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11</a:t>
            </a:r>
          </a:p>
        </p:txBody>
      </p:sp>
      <p:sp>
        <p:nvSpPr>
          <p:cNvPr id="97" name="任意多边形: 形状 96">
            <a:extLst>
              <a:ext uri="{FF2B5EF4-FFF2-40B4-BE49-F238E27FC236}">
                <a16:creationId xmlns:a16="http://schemas.microsoft.com/office/drawing/2014/main" id="{76E39DA7-F7B0-4E03-947C-2E7FCF7376A8}"/>
              </a:ext>
            </a:extLst>
          </p:cNvPr>
          <p:cNvSpPr/>
          <p:nvPr/>
        </p:nvSpPr>
        <p:spPr>
          <a:xfrm>
            <a:off x="7815339" y="3926147"/>
            <a:ext cx="341404" cy="357242"/>
          </a:xfrm>
          <a:custGeom>
            <a:avLst/>
            <a:gdLst>
              <a:gd name="connsiteX0" fmla="*/ 516 w 341404"/>
              <a:gd name="connsiteY0" fmla="*/ -210 h 357242"/>
              <a:gd name="connsiteX1" fmla="*/ 341920 w 341404"/>
              <a:gd name="connsiteY1" fmla="*/ -210 h 357242"/>
              <a:gd name="connsiteX2" fmla="*/ 341920 w 341404"/>
              <a:gd name="connsiteY2" fmla="*/ 357033 h 357242"/>
              <a:gd name="connsiteX3" fmla="*/ 516 w 341404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1404" h="357242">
                <a:moveTo>
                  <a:pt x="516" y="-210"/>
                </a:moveTo>
                <a:lnTo>
                  <a:pt x="341920" y="-210"/>
                </a:lnTo>
                <a:lnTo>
                  <a:pt x="341920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FEEFE8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8" name="任意多边形: 形状 97">
            <a:extLst>
              <a:ext uri="{FF2B5EF4-FFF2-40B4-BE49-F238E27FC236}">
                <a16:creationId xmlns:a16="http://schemas.microsoft.com/office/drawing/2014/main" id="{6729E170-214A-4EB6-8064-D2C70E7EF3E4}"/>
              </a:ext>
            </a:extLst>
          </p:cNvPr>
          <p:cNvSpPr/>
          <p:nvPr/>
        </p:nvSpPr>
        <p:spPr>
          <a:xfrm>
            <a:off x="8499907" y="3926147"/>
            <a:ext cx="1001334" cy="357242"/>
          </a:xfrm>
          <a:custGeom>
            <a:avLst/>
            <a:gdLst>
              <a:gd name="connsiteX0" fmla="*/ 516 w 1001334"/>
              <a:gd name="connsiteY0" fmla="*/ -210 h 357242"/>
              <a:gd name="connsiteX1" fmla="*/ 1001851 w 1001334"/>
              <a:gd name="connsiteY1" fmla="*/ -210 h 357242"/>
              <a:gd name="connsiteX2" fmla="*/ 1001851 w 1001334"/>
              <a:gd name="connsiteY2" fmla="*/ 357033 h 357242"/>
              <a:gd name="connsiteX3" fmla="*/ 516 w 1001334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1334" h="357242">
                <a:moveTo>
                  <a:pt x="516" y="-210"/>
                </a:moveTo>
                <a:lnTo>
                  <a:pt x="1001851" y="-210"/>
                </a:lnTo>
                <a:lnTo>
                  <a:pt x="1001851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F8CCB9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594B3916-4082-4EA9-8E10-5784767B52B1}"/>
              </a:ext>
            </a:extLst>
          </p:cNvPr>
          <p:cNvSpPr txBox="1"/>
          <p:nvPr/>
        </p:nvSpPr>
        <p:spPr>
          <a:xfrm>
            <a:off x="8667072" y="3945540"/>
            <a:ext cx="668589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000000"/>
                </a:solidFill>
                <a:latin typeface="微软雅黑"/>
                <a:ea typeface="微软雅黑"/>
                <a:sym typeface="微软雅黑"/>
                <a:rtl val="0"/>
              </a:rPr>
              <a:t>行记录</a:t>
            </a:r>
          </a:p>
        </p:txBody>
      </p:sp>
      <p:sp>
        <p:nvSpPr>
          <p:cNvPr id="100" name="任意多边形: 形状 99">
            <a:extLst>
              <a:ext uri="{FF2B5EF4-FFF2-40B4-BE49-F238E27FC236}">
                <a16:creationId xmlns:a16="http://schemas.microsoft.com/office/drawing/2014/main" id="{26FA1F60-C98C-4FD6-845F-7E2AE3F29F77}"/>
              </a:ext>
            </a:extLst>
          </p:cNvPr>
          <p:cNvSpPr/>
          <p:nvPr/>
        </p:nvSpPr>
        <p:spPr>
          <a:xfrm>
            <a:off x="7472175" y="3926147"/>
            <a:ext cx="343163" cy="357242"/>
          </a:xfrm>
          <a:custGeom>
            <a:avLst/>
            <a:gdLst>
              <a:gd name="connsiteX0" fmla="*/ 516 w 343163"/>
              <a:gd name="connsiteY0" fmla="*/ -210 h 357242"/>
              <a:gd name="connsiteX1" fmla="*/ 343680 w 343163"/>
              <a:gd name="connsiteY1" fmla="*/ -210 h 357242"/>
              <a:gd name="connsiteX2" fmla="*/ 343680 w 343163"/>
              <a:gd name="connsiteY2" fmla="*/ 357033 h 357242"/>
              <a:gd name="connsiteX3" fmla="*/ 516 w 343163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163" h="357242">
                <a:moveTo>
                  <a:pt x="516" y="-210"/>
                </a:moveTo>
                <a:lnTo>
                  <a:pt x="343680" y="-210"/>
                </a:lnTo>
                <a:lnTo>
                  <a:pt x="343680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F0835B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500DDBF9-F7B1-4960-B0BF-31F56ECFB89C}"/>
              </a:ext>
            </a:extLst>
          </p:cNvPr>
          <p:cNvSpPr txBox="1"/>
          <p:nvPr/>
        </p:nvSpPr>
        <p:spPr>
          <a:xfrm>
            <a:off x="7504503" y="3945540"/>
            <a:ext cx="277910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4</a:t>
            </a:r>
          </a:p>
        </p:txBody>
      </p:sp>
      <p:sp>
        <p:nvSpPr>
          <p:cNvPr id="102" name="任意多边形: 形状 101">
            <a:extLst>
              <a:ext uri="{FF2B5EF4-FFF2-40B4-BE49-F238E27FC236}">
                <a16:creationId xmlns:a16="http://schemas.microsoft.com/office/drawing/2014/main" id="{0968B169-0B8D-4F3D-B272-FF78F294FF6E}"/>
              </a:ext>
            </a:extLst>
          </p:cNvPr>
          <p:cNvSpPr/>
          <p:nvPr/>
        </p:nvSpPr>
        <p:spPr>
          <a:xfrm>
            <a:off x="8156743" y="3926147"/>
            <a:ext cx="343163" cy="357242"/>
          </a:xfrm>
          <a:custGeom>
            <a:avLst/>
            <a:gdLst>
              <a:gd name="connsiteX0" fmla="*/ 516 w 343163"/>
              <a:gd name="connsiteY0" fmla="*/ -210 h 357242"/>
              <a:gd name="connsiteX1" fmla="*/ 343680 w 343163"/>
              <a:gd name="connsiteY1" fmla="*/ -210 h 357242"/>
              <a:gd name="connsiteX2" fmla="*/ 343680 w 343163"/>
              <a:gd name="connsiteY2" fmla="*/ 357033 h 357242"/>
              <a:gd name="connsiteX3" fmla="*/ 516 w 343163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163" h="357242">
                <a:moveTo>
                  <a:pt x="516" y="-210"/>
                </a:moveTo>
                <a:lnTo>
                  <a:pt x="343680" y="-210"/>
                </a:lnTo>
                <a:lnTo>
                  <a:pt x="343680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D74514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DD34CD8F-D5A8-45A6-84D9-0B77E11485EB}"/>
              </a:ext>
            </a:extLst>
          </p:cNvPr>
          <p:cNvSpPr txBox="1"/>
          <p:nvPr/>
        </p:nvSpPr>
        <p:spPr>
          <a:xfrm>
            <a:off x="8142049" y="3945540"/>
            <a:ext cx="372940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12</a:t>
            </a:r>
          </a:p>
        </p:txBody>
      </p:sp>
      <p:sp>
        <p:nvSpPr>
          <p:cNvPr id="104" name="任意多边形: 形状 103">
            <a:extLst>
              <a:ext uri="{FF2B5EF4-FFF2-40B4-BE49-F238E27FC236}">
                <a16:creationId xmlns:a16="http://schemas.microsoft.com/office/drawing/2014/main" id="{0AD1499F-9CC2-4A11-9187-3F2F05366484}"/>
              </a:ext>
            </a:extLst>
          </p:cNvPr>
          <p:cNvSpPr/>
          <p:nvPr/>
        </p:nvSpPr>
        <p:spPr>
          <a:xfrm rot="5400000" flipV="1">
            <a:off x="8354979" y="1907235"/>
            <a:ext cx="310837" cy="1063085"/>
          </a:xfrm>
          <a:custGeom>
            <a:avLst/>
            <a:gdLst>
              <a:gd name="connsiteX0" fmla="*/ 4748 w 310837"/>
              <a:gd name="connsiteY0" fmla="*/ 236 h 1063085"/>
              <a:gd name="connsiteX1" fmla="*/ 168233 w 310837"/>
              <a:gd name="connsiteY1" fmla="*/ 236 h 1063085"/>
              <a:gd name="connsiteX2" fmla="*/ 168233 w 310837"/>
              <a:gd name="connsiteY2" fmla="*/ 1022992 h 1063085"/>
              <a:gd name="connsiteX3" fmla="*/ 160167 w 310837"/>
              <a:gd name="connsiteY3" fmla="*/ 1014927 h 1063085"/>
              <a:gd name="connsiteX4" fmla="*/ 242993 w 310837"/>
              <a:gd name="connsiteY4" fmla="*/ 1014927 h 1063085"/>
              <a:gd name="connsiteX5" fmla="*/ 242993 w 310837"/>
              <a:gd name="connsiteY5" fmla="*/ 1031058 h 1063085"/>
              <a:gd name="connsiteX6" fmla="*/ 152102 w 310837"/>
              <a:gd name="connsiteY6" fmla="*/ 1031058 h 1063085"/>
              <a:gd name="connsiteX7" fmla="*/ 152102 w 310837"/>
              <a:gd name="connsiteY7" fmla="*/ 8302 h 1063085"/>
              <a:gd name="connsiteX8" fmla="*/ 160167 w 310837"/>
              <a:gd name="connsiteY8" fmla="*/ 16368 h 1063085"/>
              <a:gd name="connsiteX9" fmla="*/ 4748 w 310837"/>
              <a:gd name="connsiteY9" fmla="*/ 16368 h 1063085"/>
              <a:gd name="connsiteX10" fmla="*/ 234928 w 310837"/>
              <a:gd name="connsiteY10" fmla="*/ 982663 h 1063085"/>
              <a:gd name="connsiteX11" fmla="*/ 315586 w 310837"/>
              <a:gd name="connsiteY11" fmla="*/ 1022992 h 1063085"/>
              <a:gd name="connsiteX12" fmla="*/ 234928 w 310837"/>
              <a:gd name="connsiteY12" fmla="*/ 1063322 h 1063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0837" h="1063085">
                <a:moveTo>
                  <a:pt x="4748" y="236"/>
                </a:moveTo>
                <a:lnTo>
                  <a:pt x="168233" y="236"/>
                </a:lnTo>
                <a:lnTo>
                  <a:pt x="168233" y="1022992"/>
                </a:lnTo>
                <a:lnTo>
                  <a:pt x="160167" y="1014927"/>
                </a:lnTo>
                <a:lnTo>
                  <a:pt x="242993" y="1014927"/>
                </a:lnTo>
                <a:lnTo>
                  <a:pt x="242993" y="1031058"/>
                </a:lnTo>
                <a:lnTo>
                  <a:pt x="152102" y="1031058"/>
                </a:lnTo>
                <a:lnTo>
                  <a:pt x="152102" y="8302"/>
                </a:lnTo>
                <a:lnTo>
                  <a:pt x="160167" y="16368"/>
                </a:lnTo>
                <a:lnTo>
                  <a:pt x="4748" y="16368"/>
                </a:lnTo>
                <a:close/>
                <a:moveTo>
                  <a:pt x="234928" y="982663"/>
                </a:moveTo>
                <a:lnTo>
                  <a:pt x="315586" y="1022992"/>
                </a:lnTo>
                <a:lnTo>
                  <a:pt x="234928" y="1063322"/>
                </a:lnTo>
                <a:close/>
              </a:path>
            </a:pathLst>
          </a:custGeom>
          <a:solidFill>
            <a:srgbClr val="000000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5" name="任意多边形: 形状 104">
            <a:extLst>
              <a:ext uri="{FF2B5EF4-FFF2-40B4-BE49-F238E27FC236}">
                <a16:creationId xmlns:a16="http://schemas.microsoft.com/office/drawing/2014/main" id="{11CFAE86-2C6A-4DAA-AA05-C7D1F6A1552D}"/>
              </a:ext>
            </a:extLst>
          </p:cNvPr>
          <p:cNvSpPr/>
          <p:nvPr/>
        </p:nvSpPr>
        <p:spPr>
          <a:xfrm rot="5400000" flipV="1">
            <a:off x="8354979" y="3241175"/>
            <a:ext cx="310837" cy="1063085"/>
          </a:xfrm>
          <a:custGeom>
            <a:avLst/>
            <a:gdLst>
              <a:gd name="connsiteX0" fmla="*/ 4748 w 310837"/>
              <a:gd name="connsiteY0" fmla="*/ 994 h 1063085"/>
              <a:gd name="connsiteX1" fmla="*/ 168233 w 310837"/>
              <a:gd name="connsiteY1" fmla="*/ 994 h 1063085"/>
              <a:gd name="connsiteX2" fmla="*/ 168233 w 310837"/>
              <a:gd name="connsiteY2" fmla="*/ 1023750 h 1063085"/>
              <a:gd name="connsiteX3" fmla="*/ 160167 w 310837"/>
              <a:gd name="connsiteY3" fmla="*/ 1015685 h 1063085"/>
              <a:gd name="connsiteX4" fmla="*/ 242993 w 310837"/>
              <a:gd name="connsiteY4" fmla="*/ 1015685 h 1063085"/>
              <a:gd name="connsiteX5" fmla="*/ 242993 w 310837"/>
              <a:gd name="connsiteY5" fmla="*/ 1031816 h 1063085"/>
              <a:gd name="connsiteX6" fmla="*/ 152102 w 310837"/>
              <a:gd name="connsiteY6" fmla="*/ 1031816 h 1063085"/>
              <a:gd name="connsiteX7" fmla="*/ 152102 w 310837"/>
              <a:gd name="connsiteY7" fmla="*/ 9060 h 1063085"/>
              <a:gd name="connsiteX8" fmla="*/ 160167 w 310837"/>
              <a:gd name="connsiteY8" fmla="*/ 17126 h 1063085"/>
              <a:gd name="connsiteX9" fmla="*/ 4748 w 310837"/>
              <a:gd name="connsiteY9" fmla="*/ 17126 h 1063085"/>
              <a:gd name="connsiteX10" fmla="*/ 234928 w 310837"/>
              <a:gd name="connsiteY10" fmla="*/ 983421 h 1063085"/>
              <a:gd name="connsiteX11" fmla="*/ 315586 w 310837"/>
              <a:gd name="connsiteY11" fmla="*/ 1023750 h 1063085"/>
              <a:gd name="connsiteX12" fmla="*/ 234928 w 310837"/>
              <a:gd name="connsiteY12" fmla="*/ 1064080 h 1063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0837" h="1063085">
                <a:moveTo>
                  <a:pt x="4748" y="994"/>
                </a:moveTo>
                <a:lnTo>
                  <a:pt x="168233" y="994"/>
                </a:lnTo>
                <a:lnTo>
                  <a:pt x="168233" y="1023750"/>
                </a:lnTo>
                <a:lnTo>
                  <a:pt x="160167" y="1015685"/>
                </a:lnTo>
                <a:lnTo>
                  <a:pt x="242993" y="1015685"/>
                </a:lnTo>
                <a:lnTo>
                  <a:pt x="242993" y="1031816"/>
                </a:lnTo>
                <a:lnTo>
                  <a:pt x="152102" y="1031816"/>
                </a:lnTo>
                <a:lnTo>
                  <a:pt x="152102" y="9060"/>
                </a:lnTo>
                <a:lnTo>
                  <a:pt x="160167" y="17126"/>
                </a:lnTo>
                <a:lnTo>
                  <a:pt x="4748" y="17126"/>
                </a:lnTo>
                <a:close/>
                <a:moveTo>
                  <a:pt x="234928" y="983421"/>
                </a:moveTo>
                <a:lnTo>
                  <a:pt x="315586" y="1023750"/>
                </a:lnTo>
                <a:lnTo>
                  <a:pt x="234928" y="1064080"/>
                </a:lnTo>
                <a:close/>
              </a:path>
            </a:pathLst>
          </a:custGeom>
          <a:solidFill>
            <a:srgbClr val="000000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6" name="任意多边形: 形状 105">
            <a:extLst>
              <a:ext uri="{FF2B5EF4-FFF2-40B4-BE49-F238E27FC236}">
                <a16:creationId xmlns:a16="http://schemas.microsoft.com/office/drawing/2014/main" id="{D049BA13-2163-4B65-B502-75A76DDF399C}"/>
              </a:ext>
            </a:extLst>
          </p:cNvPr>
          <p:cNvSpPr/>
          <p:nvPr/>
        </p:nvSpPr>
        <p:spPr>
          <a:xfrm rot="5400000" flipV="1">
            <a:off x="8354979" y="2574205"/>
            <a:ext cx="310837" cy="1063085"/>
          </a:xfrm>
          <a:custGeom>
            <a:avLst/>
            <a:gdLst>
              <a:gd name="connsiteX0" fmla="*/ 4748 w 310837"/>
              <a:gd name="connsiteY0" fmla="*/ 615 h 1063085"/>
              <a:gd name="connsiteX1" fmla="*/ 168233 w 310837"/>
              <a:gd name="connsiteY1" fmla="*/ 615 h 1063085"/>
              <a:gd name="connsiteX2" fmla="*/ 168233 w 310837"/>
              <a:gd name="connsiteY2" fmla="*/ 1023371 h 1063085"/>
              <a:gd name="connsiteX3" fmla="*/ 160167 w 310837"/>
              <a:gd name="connsiteY3" fmla="*/ 1015306 h 1063085"/>
              <a:gd name="connsiteX4" fmla="*/ 242993 w 310837"/>
              <a:gd name="connsiteY4" fmla="*/ 1015306 h 1063085"/>
              <a:gd name="connsiteX5" fmla="*/ 242993 w 310837"/>
              <a:gd name="connsiteY5" fmla="*/ 1031437 h 1063085"/>
              <a:gd name="connsiteX6" fmla="*/ 152102 w 310837"/>
              <a:gd name="connsiteY6" fmla="*/ 1031437 h 1063085"/>
              <a:gd name="connsiteX7" fmla="*/ 152102 w 310837"/>
              <a:gd name="connsiteY7" fmla="*/ 8681 h 1063085"/>
              <a:gd name="connsiteX8" fmla="*/ 160167 w 310837"/>
              <a:gd name="connsiteY8" fmla="*/ 16747 h 1063085"/>
              <a:gd name="connsiteX9" fmla="*/ 4748 w 310837"/>
              <a:gd name="connsiteY9" fmla="*/ 16747 h 1063085"/>
              <a:gd name="connsiteX10" fmla="*/ 234928 w 310837"/>
              <a:gd name="connsiteY10" fmla="*/ 983042 h 1063085"/>
              <a:gd name="connsiteX11" fmla="*/ 315586 w 310837"/>
              <a:gd name="connsiteY11" fmla="*/ 1023371 h 1063085"/>
              <a:gd name="connsiteX12" fmla="*/ 234928 w 310837"/>
              <a:gd name="connsiteY12" fmla="*/ 1063701 h 1063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0837" h="1063085">
                <a:moveTo>
                  <a:pt x="4748" y="615"/>
                </a:moveTo>
                <a:lnTo>
                  <a:pt x="168233" y="615"/>
                </a:lnTo>
                <a:lnTo>
                  <a:pt x="168233" y="1023371"/>
                </a:lnTo>
                <a:lnTo>
                  <a:pt x="160167" y="1015306"/>
                </a:lnTo>
                <a:lnTo>
                  <a:pt x="242993" y="1015306"/>
                </a:lnTo>
                <a:lnTo>
                  <a:pt x="242993" y="1031437"/>
                </a:lnTo>
                <a:lnTo>
                  <a:pt x="152102" y="1031437"/>
                </a:lnTo>
                <a:lnTo>
                  <a:pt x="152102" y="8681"/>
                </a:lnTo>
                <a:lnTo>
                  <a:pt x="160167" y="16747"/>
                </a:lnTo>
                <a:lnTo>
                  <a:pt x="4748" y="16747"/>
                </a:lnTo>
                <a:close/>
                <a:moveTo>
                  <a:pt x="234928" y="983042"/>
                </a:moveTo>
                <a:lnTo>
                  <a:pt x="315586" y="1023371"/>
                </a:lnTo>
                <a:lnTo>
                  <a:pt x="234928" y="1063701"/>
                </a:lnTo>
                <a:close/>
              </a:path>
            </a:pathLst>
          </a:custGeom>
          <a:solidFill>
            <a:srgbClr val="000000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6EA5F8FD-FD7F-4F40-BB79-C4377A347427}"/>
              </a:ext>
            </a:extLst>
          </p:cNvPr>
          <p:cNvSpPr txBox="1"/>
          <p:nvPr/>
        </p:nvSpPr>
        <p:spPr>
          <a:xfrm>
            <a:off x="8162955" y="1539872"/>
            <a:ext cx="506686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000000"/>
                </a:solidFill>
                <a:latin typeface="微软雅黑"/>
                <a:ea typeface="微软雅黑"/>
                <a:sym typeface="微软雅黑"/>
                <a:rtl val="0"/>
              </a:rPr>
              <a:t>分组</a:t>
            </a: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66E2A51D-52B6-4167-85FE-7A5E11ACFCF5}"/>
              </a:ext>
            </a:extLst>
          </p:cNvPr>
          <p:cNvSpPr txBox="1"/>
          <p:nvPr/>
        </p:nvSpPr>
        <p:spPr>
          <a:xfrm>
            <a:off x="8532976" y="1539872"/>
            <a:ext cx="277909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000000"/>
                </a:solidFill>
                <a:latin typeface="微软雅黑"/>
                <a:ea typeface="微软雅黑"/>
                <a:sym typeface="微软雅黑"/>
                <a:rtl val="0"/>
              </a:rPr>
              <a:t>4</a:t>
            </a:r>
          </a:p>
        </p:txBody>
      </p:sp>
      <p:sp>
        <p:nvSpPr>
          <p:cNvPr id="109" name="任意多边形: 形状 108">
            <a:extLst>
              <a:ext uri="{FF2B5EF4-FFF2-40B4-BE49-F238E27FC236}">
                <a16:creationId xmlns:a16="http://schemas.microsoft.com/office/drawing/2014/main" id="{AFB1B74F-E873-489D-AAA9-EB364DC26122}"/>
              </a:ext>
            </a:extLst>
          </p:cNvPr>
          <p:cNvSpPr/>
          <p:nvPr/>
        </p:nvSpPr>
        <p:spPr>
          <a:xfrm>
            <a:off x="2884196" y="1788995"/>
            <a:ext cx="3610595" cy="2792295"/>
          </a:xfrm>
          <a:custGeom>
            <a:avLst/>
            <a:gdLst>
              <a:gd name="connsiteX0" fmla="*/ 3562717 w 3610595"/>
              <a:gd name="connsiteY0" fmla="*/ 64319 h 2792295"/>
              <a:gd name="connsiteX1" fmla="*/ 3562717 w 3610595"/>
              <a:gd name="connsiteY1" fmla="*/ 7855 h 2792295"/>
              <a:gd name="connsiteX2" fmla="*/ 3570776 w 3610595"/>
              <a:gd name="connsiteY2" fmla="*/ 15920 h 2792295"/>
              <a:gd name="connsiteX3" fmla="*/ 1745760 w 3610595"/>
              <a:gd name="connsiteY3" fmla="*/ 15920 h 2792295"/>
              <a:gd name="connsiteX4" fmla="*/ 1753820 w 3610595"/>
              <a:gd name="connsiteY4" fmla="*/ 7855 h 2792295"/>
              <a:gd name="connsiteX5" fmla="*/ 1753820 w 3610595"/>
              <a:gd name="connsiteY5" fmla="*/ 2792086 h 2792295"/>
              <a:gd name="connsiteX6" fmla="*/ 516 w 3610595"/>
              <a:gd name="connsiteY6" fmla="*/ 2792086 h 2792295"/>
              <a:gd name="connsiteX7" fmla="*/ 516 w 3610595"/>
              <a:gd name="connsiteY7" fmla="*/ 2493656 h 2792295"/>
              <a:gd name="connsiteX8" fmla="*/ 16636 w 3610595"/>
              <a:gd name="connsiteY8" fmla="*/ 2493656 h 2792295"/>
              <a:gd name="connsiteX9" fmla="*/ 16636 w 3610595"/>
              <a:gd name="connsiteY9" fmla="*/ 2784026 h 2792295"/>
              <a:gd name="connsiteX10" fmla="*/ 8576 w 3610595"/>
              <a:gd name="connsiteY10" fmla="*/ 2775948 h 2792295"/>
              <a:gd name="connsiteX11" fmla="*/ 1745760 w 3610595"/>
              <a:gd name="connsiteY11" fmla="*/ 2775948 h 2792295"/>
              <a:gd name="connsiteX12" fmla="*/ 1737682 w 3610595"/>
              <a:gd name="connsiteY12" fmla="*/ 2784026 h 2792295"/>
              <a:gd name="connsiteX13" fmla="*/ 1737682 w 3610595"/>
              <a:gd name="connsiteY13" fmla="*/ -210 h 2792295"/>
              <a:gd name="connsiteX14" fmla="*/ 3578854 w 3610595"/>
              <a:gd name="connsiteY14" fmla="*/ -210 h 2792295"/>
              <a:gd name="connsiteX15" fmla="*/ 3578854 w 3610595"/>
              <a:gd name="connsiteY15" fmla="*/ 64319 h 2792295"/>
              <a:gd name="connsiteX16" fmla="*/ 3611112 w 3610595"/>
              <a:gd name="connsiteY16" fmla="*/ 56254 h 2792295"/>
              <a:gd name="connsiteX17" fmla="*/ 3570776 w 3610595"/>
              <a:gd name="connsiteY17" fmla="*/ 136911 h 2792295"/>
              <a:gd name="connsiteX18" fmla="*/ 3530459 w 3610595"/>
              <a:gd name="connsiteY18" fmla="*/ 56254 h 2792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610595" h="2792295">
                <a:moveTo>
                  <a:pt x="3562717" y="64319"/>
                </a:moveTo>
                <a:lnTo>
                  <a:pt x="3562717" y="7855"/>
                </a:lnTo>
                <a:lnTo>
                  <a:pt x="3570776" y="15920"/>
                </a:lnTo>
                <a:lnTo>
                  <a:pt x="1745760" y="15920"/>
                </a:lnTo>
                <a:lnTo>
                  <a:pt x="1753820" y="7855"/>
                </a:lnTo>
                <a:lnTo>
                  <a:pt x="1753820" y="2792086"/>
                </a:lnTo>
                <a:lnTo>
                  <a:pt x="516" y="2792086"/>
                </a:lnTo>
                <a:lnTo>
                  <a:pt x="516" y="2493656"/>
                </a:lnTo>
                <a:lnTo>
                  <a:pt x="16636" y="2493656"/>
                </a:lnTo>
                <a:lnTo>
                  <a:pt x="16636" y="2784026"/>
                </a:lnTo>
                <a:lnTo>
                  <a:pt x="8576" y="2775948"/>
                </a:lnTo>
                <a:lnTo>
                  <a:pt x="1745760" y="2775948"/>
                </a:lnTo>
                <a:lnTo>
                  <a:pt x="1737682" y="2784026"/>
                </a:lnTo>
                <a:lnTo>
                  <a:pt x="1737682" y="-210"/>
                </a:lnTo>
                <a:lnTo>
                  <a:pt x="3578854" y="-210"/>
                </a:lnTo>
                <a:lnTo>
                  <a:pt x="3578854" y="64319"/>
                </a:lnTo>
                <a:close/>
                <a:moveTo>
                  <a:pt x="3611112" y="56254"/>
                </a:moveTo>
                <a:lnTo>
                  <a:pt x="3570776" y="136911"/>
                </a:lnTo>
                <a:lnTo>
                  <a:pt x="3530459" y="56254"/>
                </a:lnTo>
                <a:close/>
              </a:path>
            </a:pathLst>
          </a:custGeom>
          <a:solidFill>
            <a:srgbClr val="000000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0" name="任意多边形: 形状 109">
            <a:extLst>
              <a:ext uri="{FF2B5EF4-FFF2-40B4-BE49-F238E27FC236}">
                <a16:creationId xmlns:a16="http://schemas.microsoft.com/office/drawing/2014/main" id="{8ABA734C-D51C-4089-A13A-3F564629F8B1}"/>
              </a:ext>
            </a:extLst>
          </p:cNvPr>
          <p:cNvSpPr/>
          <p:nvPr/>
        </p:nvSpPr>
        <p:spPr>
          <a:xfrm>
            <a:off x="5430648" y="1809758"/>
            <a:ext cx="3610595" cy="2764617"/>
          </a:xfrm>
          <a:custGeom>
            <a:avLst/>
            <a:gdLst>
              <a:gd name="connsiteX0" fmla="*/ 3562716 w 3610595"/>
              <a:gd name="connsiteY0" fmla="*/ 43557 h 2764617"/>
              <a:gd name="connsiteX1" fmla="*/ 3562716 w 3610595"/>
              <a:gd name="connsiteY1" fmla="*/ 7857 h 2764617"/>
              <a:gd name="connsiteX2" fmla="*/ 3570777 w 3610595"/>
              <a:gd name="connsiteY2" fmla="*/ 15922 h 2764617"/>
              <a:gd name="connsiteX3" fmla="*/ 1763077 w 3610595"/>
              <a:gd name="connsiteY3" fmla="*/ 15922 h 2764617"/>
              <a:gd name="connsiteX4" fmla="*/ 1771137 w 3610595"/>
              <a:gd name="connsiteY4" fmla="*/ 7857 h 2764617"/>
              <a:gd name="connsiteX5" fmla="*/ 1771137 w 3610595"/>
              <a:gd name="connsiteY5" fmla="*/ 2764407 h 2764617"/>
              <a:gd name="connsiteX6" fmla="*/ 516 w 3610595"/>
              <a:gd name="connsiteY6" fmla="*/ 2764407 h 2764617"/>
              <a:gd name="connsiteX7" fmla="*/ 516 w 3610595"/>
              <a:gd name="connsiteY7" fmla="*/ 2472894 h 2764617"/>
              <a:gd name="connsiteX8" fmla="*/ 16636 w 3610595"/>
              <a:gd name="connsiteY8" fmla="*/ 2472894 h 2764617"/>
              <a:gd name="connsiteX9" fmla="*/ 16636 w 3610595"/>
              <a:gd name="connsiteY9" fmla="*/ 2756347 h 2764617"/>
              <a:gd name="connsiteX10" fmla="*/ 8576 w 3610595"/>
              <a:gd name="connsiteY10" fmla="*/ 2748287 h 2764617"/>
              <a:gd name="connsiteX11" fmla="*/ 1763077 w 3610595"/>
              <a:gd name="connsiteY11" fmla="*/ 2748287 h 2764617"/>
              <a:gd name="connsiteX12" fmla="*/ 1754999 w 3610595"/>
              <a:gd name="connsiteY12" fmla="*/ 2756347 h 2764617"/>
              <a:gd name="connsiteX13" fmla="*/ 1754999 w 3610595"/>
              <a:gd name="connsiteY13" fmla="*/ -210 h 2764617"/>
              <a:gd name="connsiteX14" fmla="*/ 3578854 w 3610595"/>
              <a:gd name="connsiteY14" fmla="*/ -210 h 2764617"/>
              <a:gd name="connsiteX15" fmla="*/ 3578854 w 3610595"/>
              <a:gd name="connsiteY15" fmla="*/ 43557 h 2764617"/>
              <a:gd name="connsiteX16" fmla="*/ 3611111 w 3610595"/>
              <a:gd name="connsiteY16" fmla="*/ 35491 h 2764617"/>
              <a:gd name="connsiteX17" fmla="*/ 3570777 w 3610595"/>
              <a:gd name="connsiteY17" fmla="*/ 116149 h 2764617"/>
              <a:gd name="connsiteX18" fmla="*/ 3530459 w 3610595"/>
              <a:gd name="connsiteY18" fmla="*/ 35491 h 2764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610595" h="2764617">
                <a:moveTo>
                  <a:pt x="3562716" y="43557"/>
                </a:moveTo>
                <a:lnTo>
                  <a:pt x="3562716" y="7857"/>
                </a:lnTo>
                <a:lnTo>
                  <a:pt x="3570777" y="15922"/>
                </a:lnTo>
                <a:lnTo>
                  <a:pt x="1763077" y="15922"/>
                </a:lnTo>
                <a:lnTo>
                  <a:pt x="1771137" y="7857"/>
                </a:lnTo>
                <a:lnTo>
                  <a:pt x="1771137" y="2764407"/>
                </a:lnTo>
                <a:lnTo>
                  <a:pt x="516" y="2764407"/>
                </a:lnTo>
                <a:lnTo>
                  <a:pt x="516" y="2472894"/>
                </a:lnTo>
                <a:lnTo>
                  <a:pt x="16636" y="2472894"/>
                </a:lnTo>
                <a:lnTo>
                  <a:pt x="16636" y="2756347"/>
                </a:lnTo>
                <a:lnTo>
                  <a:pt x="8576" y="2748287"/>
                </a:lnTo>
                <a:lnTo>
                  <a:pt x="1763077" y="2748287"/>
                </a:lnTo>
                <a:lnTo>
                  <a:pt x="1754999" y="2756347"/>
                </a:lnTo>
                <a:lnTo>
                  <a:pt x="1754999" y="-210"/>
                </a:lnTo>
                <a:lnTo>
                  <a:pt x="3578854" y="-210"/>
                </a:lnTo>
                <a:lnTo>
                  <a:pt x="3578854" y="43557"/>
                </a:lnTo>
                <a:close/>
                <a:moveTo>
                  <a:pt x="3611111" y="35491"/>
                </a:moveTo>
                <a:lnTo>
                  <a:pt x="3570777" y="116149"/>
                </a:lnTo>
                <a:lnTo>
                  <a:pt x="3530459" y="35491"/>
                </a:lnTo>
                <a:close/>
              </a:path>
            </a:pathLst>
          </a:custGeom>
          <a:solidFill>
            <a:srgbClr val="000000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1" name="任意多边形: 形状 110">
            <a:extLst>
              <a:ext uri="{FF2B5EF4-FFF2-40B4-BE49-F238E27FC236}">
                <a16:creationId xmlns:a16="http://schemas.microsoft.com/office/drawing/2014/main" id="{C881802A-3C9F-421E-B504-2625FC1183C0}"/>
              </a:ext>
            </a:extLst>
          </p:cNvPr>
          <p:cNvSpPr/>
          <p:nvPr/>
        </p:nvSpPr>
        <p:spPr>
          <a:xfrm>
            <a:off x="0" y="1525759"/>
            <a:ext cx="2000909" cy="2960009"/>
          </a:xfrm>
          <a:custGeom>
            <a:avLst/>
            <a:gdLst>
              <a:gd name="connsiteX0" fmla="*/ 516 w 2000909"/>
              <a:gd name="connsiteY0" fmla="*/ -210 h 2960009"/>
              <a:gd name="connsiteX1" fmla="*/ 2001426 w 2000909"/>
              <a:gd name="connsiteY1" fmla="*/ -210 h 2960009"/>
              <a:gd name="connsiteX2" fmla="*/ 2001426 w 2000909"/>
              <a:gd name="connsiteY2" fmla="*/ 2959799 h 2960009"/>
              <a:gd name="connsiteX3" fmla="*/ 516 w 2000909"/>
              <a:gd name="connsiteY3" fmla="*/ 2959799 h 2960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0909" h="2960009">
                <a:moveTo>
                  <a:pt x="516" y="-210"/>
                </a:moveTo>
                <a:lnTo>
                  <a:pt x="2001426" y="-210"/>
                </a:lnTo>
                <a:lnTo>
                  <a:pt x="2001426" y="2959799"/>
                </a:lnTo>
                <a:lnTo>
                  <a:pt x="516" y="2959799"/>
                </a:lnTo>
                <a:close/>
              </a:path>
            </a:pathLst>
          </a:custGeom>
          <a:solidFill>
            <a:srgbClr val="FEF8F6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2" name="任意多边形: 形状 111">
            <a:extLst>
              <a:ext uri="{FF2B5EF4-FFF2-40B4-BE49-F238E27FC236}">
                <a16:creationId xmlns:a16="http://schemas.microsoft.com/office/drawing/2014/main" id="{D4FAA2DA-A7ED-47CB-AB12-097E1814A631}"/>
              </a:ext>
            </a:extLst>
          </p:cNvPr>
          <p:cNvSpPr/>
          <p:nvPr/>
        </p:nvSpPr>
        <p:spPr>
          <a:xfrm>
            <a:off x="513866" y="3954304"/>
            <a:ext cx="343163" cy="355482"/>
          </a:xfrm>
          <a:custGeom>
            <a:avLst/>
            <a:gdLst>
              <a:gd name="connsiteX0" fmla="*/ 516 w 343163"/>
              <a:gd name="connsiteY0" fmla="*/ -210 h 355482"/>
              <a:gd name="connsiteX1" fmla="*/ 343680 w 343163"/>
              <a:gd name="connsiteY1" fmla="*/ -210 h 355482"/>
              <a:gd name="connsiteX2" fmla="*/ 343680 w 343163"/>
              <a:gd name="connsiteY2" fmla="*/ 355273 h 355482"/>
              <a:gd name="connsiteX3" fmla="*/ 516 w 343163"/>
              <a:gd name="connsiteY3" fmla="*/ 355273 h 355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163" h="355482">
                <a:moveTo>
                  <a:pt x="516" y="-210"/>
                </a:moveTo>
                <a:lnTo>
                  <a:pt x="343680" y="-210"/>
                </a:lnTo>
                <a:lnTo>
                  <a:pt x="343680" y="355273"/>
                </a:lnTo>
                <a:lnTo>
                  <a:pt x="516" y="355273"/>
                </a:lnTo>
                <a:close/>
              </a:path>
            </a:pathLst>
          </a:custGeom>
          <a:solidFill>
            <a:srgbClr val="FEEFE8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3" name="任意多边形: 形状 112">
            <a:extLst>
              <a:ext uri="{FF2B5EF4-FFF2-40B4-BE49-F238E27FC236}">
                <a16:creationId xmlns:a16="http://schemas.microsoft.com/office/drawing/2014/main" id="{2DAD9241-58C6-4C76-823C-0B4E2EA3437B}"/>
              </a:ext>
            </a:extLst>
          </p:cNvPr>
          <p:cNvSpPr/>
          <p:nvPr/>
        </p:nvSpPr>
        <p:spPr>
          <a:xfrm>
            <a:off x="857030" y="3954304"/>
            <a:ext cx="1001334" cy="355482"/>
          </a:xfrm>
          <a:custGeom>
            <a:avLst/>
            <a:gdLst>
              <a:gd name="connsiteX0" fmla="*/ 516 w 1001334"/>
              <a:gd name="connsiteY0" fmla="*/ -210 h 355482"/>
              <a:gd name="connsiteX1" fmla="*/ 1001851 w 1001334"/>
              <a:gd name="connsiteY1" fmla="*/ -210 h 355482"/>
              <a:gd name="connsiteX2" fmla="*/ 1001851 w 1001334"/>
              <a:gd name="connsiteY2" fmla="*/ 355273 h 355482"/>
              <a:gd name="connsiteX3" fmla="*/ 516 w 1001334"/>
              <a:gd name="connsiteY3" fmla="*/ 355273 h 355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1334" h="355482">
                <a:moveTo>
                  <a:pt x="516" y="-210"/>
                </a:moveTo>
                <a:lnTo>
                  <a:pt x="1001851" y="-210"/>
                </a:lnTo>
                <a:lnTo>
                  <a:pt x="1001851" y="355273"/>
                </a:lnTo>
                <a:lnTo>
                  <a:pt x="516" y="355273"/>
                </a:lnTo>
                <a:close/>
              </a:path>
            </a:pathLst>
          </a:custGeom>
          <a:solidFill>
            <a:srgbClr val="F8CCB9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EA0A532B-2CB0-4930-89E2-632BA4D585D5}"/>
              </a:ext>
            </a:extLst>
          </p:cNvPr>
          <p:cNvSpPr txBox="1"/>
          <p:nvPr/>
        </p:nvSpPr>
        <p:spPr>
          <a:xfrm>
            <a:off x="943496" y="3973697"/>
            <a:ext cx="830492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000000"/>
                </a:solidFill>
                <a:latin typeface="微软雅黑"/>
                <a:ea typeface="微软雅黑"/>
                <a:sym typeface="微软雅黑"/>
                <a:rtl val="0"/>
              </a:rPr>
              <a:t>最小记录</a:t>
            </a:r>
          </a:p>
        </p:txBody>
      </p:sp>
      <p:sp>
        <p:nvSpPr>
          <p:cNvPr id="115" name="任意多边形: 形状 114">
            <a:extLst>
              <a:ext uri="{FF2B5EF4-FFF2-40B4-BE49-F238E27FC236}">
                <a16:creationId xmlns:a16="http://schemas.microsoft.com/office/drawing/2014/main" id="{9BFAF432-577E-40B9-A939-45BD1FC2957A}"/>
              </a:ext>
            </a:extLst>
          </p:cNvPr>
          <p:cNvSpPr/>
          <p:nvPr/>
        </p:nvSpPr>
        <p:spPr>
          <a:xfrm>
            <a:off x="172461" y="3954304"/>
            <a:ext cx="341404" cy="355482"/>
          </a:xfrm>
          <a:custGeom>
            <a:avLst/>
            <a:gdLst>
              <a:gd name="connsiteX0" fmla="*/ 516 w 341404"/>
              <a:gd name="connsiteY0" fmla="*/ -210 h 355482"/>
              <a:gd name="connsiteX1" fmla="*/ 341920 w 341404"/>
              <a:gd name="connsiteY1" fmla="*/ -210 h 355482"/>
              <a:gd name="connsiteX2" fmla="*/ 341920 w 341404"/>
              <a:gd name="connsiteY2" fmla="*/ 355273 h 355482"/>
              <a:gd name="connsiteX3" fmla="*/ 516 w 341404"/>
              <a:gd name="connsiteY3" fmla="*/ 355273 h 355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1404" h="355482">
                <a:moveTo>
                  <a:pt x="516" y="-210"/>
                </a:moveTo>
                <a:lnTo>
                  <a:pt x="341920" y="-210"/>
                </a:lnTo>
                <a:lnTo>
                  <a:pt x="341920" y="355273"/>
                </a:lnTo>
                <a:lnTo>
                  <a:pt x="516" y="355273"/>
                </a:lnTo>
                <a:close/>
              </a:path>
            </a:pathLst>
          </a:custGeom>
          <a:solidFill>
            <a:srgbClr val="F0835B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902C34D6-D4EB-4177-AB1C-4D103CCEA5F7}"/>
              </a:ext>
            </a:extLst>
          </p:cNvPr>
          <p:cNvSpPr txBox="1"/>
          <p:nvPr/>
        </p:nvSpPr>
        <p:spPr>
          <a:xfrm>
            <a:off x="204050" y="3973697"/>
            <a:ext cx="277910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1</a:t>
            </a: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E44BCFD2-7060-4ECB-9271-2904ACFB3F90}"/>
              </a:ext>
            </a:extLst>
          </p:cNvPr>
          <p:cNvSpPr txBox="1"/>
          <p:nvPr/>
        </p:nvSpPr>
        <p:spPr>
          <a:xfrm>
            <a:off x="677032" y="1568029"/>
            <a:ext cx="506686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000000"/>
                </a:solidFill>
                <a:latin typeface="微软雅黑"/>
                <a:ea typeface="微软雅黑"/>
                <a:sym typeface="微软雅黑"/>
                <a:rtl val="0"/>
              </a:rPr>
              <a:t>分组</a:t>
            </a: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BC460BBE-61C6-4880-9BAF-510DD9A25B0D}"/>
              </a:ext>
            </a:extLst>
          </p:cNvPr>
          <p:cNvSpPr txBox="1"/>
          <p:nvPr/>
        </p:nvSpPr>
        <p:spPr>
          <a:xfrm>
            <a:off x="1047051" y="1568029"/>
            <a:ext cx="277910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000000"/>
                </a:solidFill>
                <a:latin typeface="微软雅黑"/>
                <a:ea typeface="微软雅黑"/>
                <a:sym typeface="微软雅黑"/>
                <a:rtl val="0"/>
              </a:rPr>
              <a:t>1</a:t>
            </a:r>
          </a:p>
        </p:txBody>
      </p:sp>
      <p:sp>
        <p:nvSpPr>
          <p:cNvPr id="119" name="任意多边形: 形状 118">
            <a:extLst>
              <a:ext uri="{FF2B5EF4-FFF2-40B4-BE49-F238E27FC236}">
                <a16:creationId xmlns:a16="http://schemas.microsoft.com/office/drawing/2014/main" id="{32FDE42B-52B8-4DA4-B0B1-5AE7EDF8F7D7}"/>
              </a:ext>
            </a:extLst>
          </p:cNvPr>
          <p:cNvSpPr/>
          <p:nvPr/>
        </p:nvSpPr>
        <p:spPr>
          <a:xfrm rot="10800000" flipV="1">
            <a:off x="677382" y="2065289"/>
            <a:ext cx="1699789" cy="2540692"/>
          </a:xfrm>
          <a:custGeom>
            <a:avLst/>
            <a:gdLst>
              <a:gd name="connsiteX0" fmla="*/ 72977 w 1699789"/>
              <a:gd name="connsiteY0" fmla="*/ 32608 h 2540692"/>
              <a:gd name="connsiteX1" fmla="*/ 275947 w 1699789"/>
              <a:gd name="connsiteY1" fmla="*/ 32608 h 2540692"/>
              <a:gd name="connsiteX2" fmla="*/ 275947 w 1699789"/>
              <a:gd name="connsiteY2" fmla="*/ 2532977 h 2540692"/>
              <a:gd name="connsiteX3" fmla="*/ 267880 w 1699789"/>
              <a:gd name="connsiteY3" fmla="*/ 2524900 h 2540692"/>
              <a:gd name="connsiteX4" fmla="*/ 1692109 w 1699789"/>
              <a:gd name="connsiteY4" fmla="*/ 2524900 h 2540692"/>
              <a:gd name="connsiteX5" fmla="*/ 1684044 w 1699789"/>
              <a:gd name="connsiteY5" fmla="*/ 2532977 h 2540692"/>
              <a:gd name="connsiteX6" fmla="*/ 1684044 w 1699789"/>
              <a:gd name="connsiteY6" fmla="*/ 2247007 h 2540692"/>
              <a:gd name="connsiteX7" fmla="*/ 1700175 w 1699789"/>
              <a:gd name="connsiteY7" fmla="*/ 2247007 h 2540692"/>
              <a:gd name="connsiteX8" fmla="*/ 1700175 w 1699789"/>
              <a:gd name="connsiteY8" fmla="*/ 2541037 h 2540692"/>
              <a:gd name="connsiteX9" fmla="*/ 259815 w 1699789"/>
              <a:gd name="connsiteY9" fmla="*/ 2541037 h 2540692"/>
              <a:gd name="connsiteX10" fmla="*/ 259815 w 1699789"/>
              <a:gd name="connsiteY10" fmla="*/ 40674 h 2540692"/>
              <a:gd name="connsiteX11" fmla="*/ 267880 w 1699789"/>
              <a:gd name="connsiteY11" fmla="*/ 48739 h 2540692"/>
              <a:gd name="connsiteX12" fmla="*/ 72977 w 1699789"/>
              <a:gd name="connsiteY12" fmla="*/ 48739 h 2540692"/>
              <a:gd name="connsiteX13" fmla="*/ 81043 w 1699789"/>
              <a:gd name="connsiteY13" fmla="*/ 81003 h 2540692"/>
              <a:gd name="connsiteX14" fmla="*/ 385 w 1699789"/>
              <a:gd name="connsiteY14" fmla="*/ 40674 h 2540692"/>
              <a:gd name="connsiteX15" fmla="*/ 81043 w 1699789"/>
              <a:gd name="connsiteY15" fmla="*/ 345 h 254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699789" h="2540692">
                <a:moveTo>
                  <a:pt x="72977" y="32608"/>
                </a:moveTo>
                <a:lnTo>
                  <a:pt x="275947" y="32608"/>
                </a:lnTo>
                <a:lnTo>
                  <a:pt x="275947" y="2532977"/>
                </a:lnTo>
                <a:lnTo>
                  <a:pt x="267880" y="2524900"/>
                </a:lnTo>
                <a:lnTo>
                  <a:pt x="1692109" y="2524900"/>
                </a:lnTo>
                <a:lnTo>
                  <a:pt x="1684044" y="2532977"/>
                </a:lnTo>
                <a:lnTo>
                  <a:pt x="1684044" y="2247007"/>
                </a:lnTo>
                <a:lnTo>
                  <a:pt x="1700175" y="2247007"/>
                </a:lnTo>
                <a:lnTo>
                  <a:pt x="1700175" y="2541037"/>
                </a:lnTo>
                <a:lnTo>
                  <a:pt x="259815" y="2541037"/>
                </a:lnTo>
                <a:lnTo>
                  <a:pt x="259815" y="40674"/>
                </a:lnTo>
                <a:lnTo>
                  <a:pt x="267880" y="48739"/>
                </a:lnTo>
                <a:lnTo>
                  <a:pt x="72977" y="48739"/>
                </a:lnTo>
                <a:close/>
                <a:moveTo>
                  <a:pt x="81043" y="81003"/>
                </a:moveTo>
                <a:lnTo>
                  <a:pt x="385" y="40674"/>
                </a:lnTo>
                <a:lnTo>
                  <a:pt x="81043" y="345"/>
                </a:lnTo>
                <a:close/>
              </a:path>
            </a:pathLst>
          </a:custGeom>
          <a:solidFill>
            <a:srgbClr val="000000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0" name="任意多边形: 形状 119">
            <a:extLst>
              <a:ext uri="{FF2B5EF4-FFF2-40B4-BE49-F238E27FC236}">
                <a16:creationId xmlns:a16="http://schemas.microsoft.com/office/drawing/2014/main" id="{3E0794D5-291F-434B-BB9F-5FBC879590B3}"/>
              </a:ext>
            </a:extLst>
          </p:cNvPr>
          <p:cNvSpPr/>
          <p:nvPr/>
        </p:nvSpPr>
        <p:spPr>
          <a:xfrm>
            <a:off x="9832087" y="1499362"/>
            <a:ext cx="2359912" cy="3630499"/>
          </a:xfrm>
          <a:custGeom>
            <a:avLst/>
            <a:gdLst>
              <a:gd name="connsiteX0" fmla="*/ 516 w 2359912"/>
              <a:gd name="connsiteY0" fmla="*/ -210 h 3630499"/>
              <a:gd name="connsiteX1" fmla="*/ 2360428 w 2359912"/>
              <a:gd name="connsiteY1" fmla="*/ -210 h 3630499"/>
              <a:gd name="connsiteX2" fmla="*/ 2360428 w 2359912"/>
              <a:gd name="connsiteY2" fmla="*/ 3630289 h 3630499"/>
              <a:gd name="connsiteX3" fmla="*/ 516 w 2359912"/>
              <a:gd name="connsiteY3" fmla="*/ 3630289 h 3630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59912" h="3630499">
                <a:moveTo>
                  <a:pt x="516" y="-210"/>
                </a:moveTo>
                <a:lnTo>
                  <a:pt x="2360428" y="-210"/>
                </a:lnTo>
                <a:lnTo>
                  <a:pt x="2360428" y="3630289"/>
                </a:lnTo>
                <a:lnTo>
                  <a:pt x="516" y="3630289"/>
                </a:lnTo>
                <a:close/>
              </a:path>
            </a:pathLst>
          </a:custGeom>
          <a:solidFill>
            <a:srgbClr val="FEF8F6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1" name="任意多边形: 形状 120">
            <a:extLst>
              <a:ext uri="{FF2B5EF4-FFF2-40B4-BE49-F238E27FC236}">
                <a16:creationId xmlns:a16="http://schemas.microsoft.com/office/drawing/2014/main" id="{7626F79F-23BA-4242-B5DA-5B31AD6AE498}"/>
              </a:ext>
            </a:extLst>
          </p:cNvPr>
          <p:cNvSpPr/>
          <p:nvPr/>
        </p:nvSpPr>
        <p:spPr>
          <a:xfrm>
            <a:off x="10361792" y="1925237"/>
            <a:ext cx="343163" cy="357242"/>
          </a:xfrm>
          <a:custGeom>
            <a:avLst/>
            <a:gdLst>
              <a:gd name="connsiteX0" fmla="*/ 516 w 343163"/>
              <a:gd name="connsiteY0" fmla="*/ -210 h 357242"/>
              <a:gd name="connsiteX1" fmla="*/ 343680 w 343163"/>
              <a:gd name="connsiteY1" fmla="*/ -210 h 357242"/>
              <a:gd name="connsiteX2" fmla="*/ 343680 w 343163"/>
              <a:gd name="connsiteY2" fmla="*/ 357033 h 357242"/>
              <a:gd name="connsiteX3" fmla="*/ 516 w 343163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163" h="357242">
                <a:moveTo>
                  <a:pt x="516" y="-210"/>
                </a:moveTo>
                <a:lnTo>
                  <a:pt x="343680" y="-210"/>
                </a:lnTo>
                <a:lnTo>
                  <a:pt x="343680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FEEFE8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2" name="任意多边形: 形状 121">
            <a:extLst>
              <a:ext uri="{FF2B5EF4-FFF2-40B4-BE49-F238E27FC236}">
                <a16:creationId xmlns:a16="http://schemas.microsoft.com/office/drawing/2014/main" id="{FCF31640-3F9C-4958-B1FF-319DB64BCB2D}"/>
              </a:ext>
            </a:extLst>
          </p:cNvPr>
          <p:cNvSpPr/>
          <p:nvPr/>
        </p:nvSpPr>
        <p:spPr>
          <a:xfrm>
            <a:off x="11046360" y="1925237"/>
            <a:ext cx="1003094" cy="357242"/>
          </a:xfrm>
          <a:custGeom>
            <a:avLst/>
            <a:gdLst>
              <a:gd name="connsiteX0" fmla="*/ 516 w 1003094"/>
              <a:gd name="connsiteY0" fmla="*/ -210 h 357242"/>
              <a:gd name="connsiteX1" fmla="*/ 1003611 w 1003094"/>
              <a:gd name="connsiteY1" fmla="*/ -210 h 357242"/>
              <a:gd name="connsiteX2" fmla="*/ 1003611 w 1003094"/>
              <a:gd name="connsiteY2" fmla="*/ 357033 h 357242"/>
              <a:gd name="connsiteX3" fmla="*/ 516 w 1003094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3094" h="357242">
                <a:moveTo>
                  <a:pt x="516" y="-210"/>
                </a:moveTo>
                <a:lnTo>
                  <a:pt x="1003611" y="-210"/>
                </a:lnTo>
                <a:lnTo>
                  <a:pt x="1003611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F8CCB9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5EA42E6E-A26F-45F0-8199-B9DFB1DE0EE5}"/>
              </a:ext>
            </a:extLst>
          </p:cNvPr>
          <p:cNvSpPr txBox="1"/>
          <p:nvPr/>
        </p:nvSpPr>
        <p:spPr>
          <a:xfrm>
            <a:off x="11214581" y="1946390"/>
            <a:ext cx="668589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000000"/>
                </a:solidFill>
                <a:latin typeface="微软雅黑"/>
                <a:ea typeface="微软雅黑"/>
                <a:sym typeface="微软雅黑"/>
                <a:rtl val="0"/>
              </a:rPr>
              <a:t>行记录</a:t>
            </a:r>
          </a:p>
        </p:txBody>
      </p:sp>
      <p:sp>
        <p:nvSpPr>
          <p:cNvPr id="124" name="任意多边形: 形状 123">
            <a:extLst>
              <a:ext uri="{FF2B5EF4-FFF2-40B4-BE49-F238E27FC236}">
                <a16:creationId xmlns:a16="http://schemas.microsoft.com/office/drawing/2014/main" id="{A586126D-0365-45BE-B0DD-2351ED0D34E7}"/>
              </a:ext>
            </a:extLst>
          </p:cNvPr>
          <p:cNvSpPr/>
          <p:nvPr/>
        </p:nvSpPr>
        <p:spPr>
          <a:xfrm>
            <a:off x="10020387" y="1925237"/>
            <a:ext cx="341404" cy="357242"/>
          </a:xfrm>
          <a:custGeom>
            <a:avLst/>
            <a:gdLst>
              <a:gd name="connsiteX0" fmla="*/ 516 w 341404"/>
              <a:gd name="connsiteY0" fmla="*/ -210 h 357242"/>
              <a:gd name="connsiteX1" fmla="*/ 341920 w 341404"/>
              <a:gd name="connsiteY1" fmla="*/ -210 h 357242"/>
              <a:gd name="connsiteX2" fmla="*/ 341920 w 341404"/>
              <a:gd name="connsiteY2" fmla="*/ 357033 h 357242"/>
              <a:gd name="connsiteX3" fmla="*/ 516 w 341404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1404" h="357242">
                <a:moveTo>
                  <a:pt x="516" y="-210"/>
                </a:moveTo>
                <a:lnTo>
                  <a:pt x="341920" y="-210"/>
                </a:lnTo>
                <a:lnTo>
                  <a:pt x="341920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F0835B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28118A4B-EEFD-4300-8311-0728D1897236}"/>
              </a:ext>
            </a:extLst>
          </p:cNvPr>
          <p:cNvSpPr txBox="1"/>
          <p:nvPr/>
        </p:nvSpPr>
        <p:spPr>
          <a:xfrm>
            <a:off x="10052029" y="1946390"/>
            <a:ext cx="277910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0</a:t>
            </a:r>
          </a:p>
        </p:txBody>
      </p:sp>
      <p:sp>
        <p:nvSpPr>
          <p:cNvPr id="126" name="任意多边形: 形状 125">
            <a:extLst>
              <a:ext uri="{FF2B5EF4-FFF2-40B4-BE49-F238E27FC236}">
                <a16:creationId xmlns:a16="http://schemas.microsoft.com/office/drawing/2014/main" id="{D594CFFE-0E5B-4D86-8084-F94CCF72FB11}"/>
              </a:ext>
            </a:extLst>
          </p:cNvPr>
          <p:cNvSpPr/>
          <p:nvPr/>
        </p:nvSpPr>
        <p:spPr>
          <a:xfrm>
            <a:off x="10704956" y="1925237"/>
            <a:ext cx="341404" cy="357242"/>
          </a:xfrm>
          <a:custGeom>
            <a:avLst/>
            <a:gdLst>
              <a:gd name="connsiteX0" fmla="*/ 516 w 341404"/>
              <a:gd name="connsiteY0" fmla="*/ -210 h 357242"/>
              <a:gd name="connsiteX1" fmla="*/ 341920 w 341404"/>
              <a:gd name="connsiteY1" fmla="*/ -210 h 357242"/>
              <a:gd name="connsiteX2" fmla="*/ 341920 w 341404"/>
              <a:gd name="connsiteY2" fmla="*/ 357033 h 357242"/>
              <a:gd name="connsiteX3" fmla="*/ 516 w 341404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1404" h="357242">
                <a:moveTo>
                  <a:pt x="516" y="-210"/>
                </a:moveTo>
                <a:lnTo>
                  <a:pt x="341920" y="-210"/>
                </a:lnTo>
                <a:lnTo>
                  <a:pt x="341920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D74514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A39270AF-2726-468D-BE77-C8FB3346392A}"/>
              </a:ext>
            </a:extLst>
          </p:cNvPr>
          <p:cNvSpPr txBox="1"/>
          <p:nvPr/>
        </p:nvSpPr>
        <p:spPr>
          <a:xfrm>
            <a:off x="10689557" y="1946390"/>
            <a:ext cx="372940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13</a:t>
            </a:r>
          </a:p>
        </p:txBody>
      </p:sp>
      <p:sp>
        <p:nvSpPr>
          <p:cNvPr id="128" name="任意多边形: 形状 127">
            <a:extLst>
              <a:ext uri="{FF2B5EF4-FFF2-40B4-BE49-F238E27FC236}">
                <a16:creationId xmlns:a16="http://schemas.microsoft.com/office/drawing/2014/main" id="{DEE65782-B686-4FBC-B645-F09A9DC26884}"/>
              </a:ext>
            </a:extLst>
          </p:cNvPr>
          <p:cNvSpPr/>
          <p:nvPr/>
        </p:nvSpPr>
        <p:spPr>
          <a:xfrm>
            <a:off x="10361792" y="2592207"/>
            <a:ext cx="343163" cy="357242"/>
          </a:xfrm>
          <a:custGeom>
            <a:avLst/>
            <a:gdLst>
              <a:gd name="connsiteX0" fmla="*/ 516 w 343163"/>
              <a:gd name="connsiteY0" fmla="*/ -210 h 357242"/>
              <a:gd name="connsiteX1" fmla="*/ 343680 w 343163"/>
              <a:gd name="connsiteY1" fmla="*/ -210 h 357242"/>
              <a:gd name="connsiteX2" fmla="*/ 343680 w 343163"/>
              <a:gd name="connsiteY2" fmla="*/ 357033 h 357242"/>
              <a:gd name="connsiteX3" fmla="*/ 516 w 343163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163" h="357242">
                <a:moveTo>
                  <a:pt x="516" y="-210"/>
                </a:moveTo>
                <a:lnTo>
                  <a:pt x="343680" y="-210"/>
                </a:lnTo>
                <a:lnTo>
                  <a:pt x="343680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FEEFE8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9" name="任意多边形: 形状 128">
            <a:extLst>
              <a:ext uri="{FF2B5EF4-FFF2-40B4-BE49-F238E27FC236}">
                <a16:creationId xmlns:a16="http://schemas.microsoft.com/office/drawing/2014/main" id="{9E295CA1-921F-4F38-8376-7EB715C9D809}"/>
              </a:ext>
            </a:extLst>
          </p:cNvPr>
          <p:cNvSpPr/>
          <p:nvPr/>
        </p:nvSpPr>
        <p:spPr>
          <a:xfrm>
            <a:off x="11046360" y="2592207"/>
            <a:ext cx="1003094" cy="357242"/>
          </a:xfrm>
          <a:custGeom>
            <a:avLst/>
            <a:gdLst>
              <a:gd name="connsiteX0" fmla="*/ 516 w 1003094"/>
              <a:gd name="connsiteY0" fmla="*/ -210 h 357242"/>
              <a:gd name="connsiteX1" fmla="*/ 1003611 w 1003094"/>
              <a:gd name="connsiteY1" fmla="*/ -210 h 357242"/>
              <a:gd name="connsiteX2" fmla="*/ 1003611 w 1003094"/>
              <a:gd name="connsiteY2" fmla="*/ 357033 h 357242"/>
              <a:gd name="connsiteX3" fmla="*/ 516 w 1003094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3094" h="357242">
                <a:moveTo>
                  <a:pt x="516" y="-210"/>
                </a:moveTo>
                <a:lnTo>
                  <a:pt x="1003611" y="-210"/>
                </a:lnTo>
                <a:lnTo>
                  <a:pt x="1003611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F8CCB9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2DE35CEB-6A33-41BF-AD29-89EFE9C86831}"/>
              </a:ext>
            </a:extLst>
          </p:cNvPr>
          <p:cNvSpPr txBox="1"/>
          <p:nvPr/>
        </p:nvSpPr>
        <p:spPr>
          <a:xfrm>
            <a:off x="11214581" y="2613360"/>
            <a:ext cx="668589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000000"/>
                </a:solidFill>
                <a:latin typeface="微软雅黑"/>
                <a:ea typeface="微软雅黑"/>
                <a:sym typeface="微软雅黑"/>
                <a:rtl val="0"/>
              </a:rPr>
              <a:t>行记录</a:t>
            </a:r>
          </a:p>
        </p:txBody>
      </p:sp>
      <p:sp>
        <p:nvSpPr>
          <p:cNvPr id="131" name="任意多边形: 形状 130">
            <a:extLst>
              <a:ext uri="{FF2B5EF4-FFF2-40B4-BE49-F238E27FC236}">
                <a16:creationId xmlns:a16="http://schemas.microsoft.com/office/drawing/2014/main" id="{86AB54A9-BA02-4D18-B5EA-B0A2EAAA9E7A}"/>
              </a:ext>
            </a:extLst>
          </p:cNvPr>
          <p:cNvSpPr/>
          <p:nvPr/>
        </p:nvSpPr>
        <p:spPr>
          <a:xfrm>
            <a:off x="10020387" y="2592207"/>
            <a:ext cx="341404" cy="357242"/>
          </a:xfrm>
          <a:custGeom>
            <a:avLst/>
            <a:gdLst>
              <a:gd name="connsiteX0" fmla="*/ 516 w 341404"/>
              <a:gd name="connsiteY0" fmla="*/ -210 h 357242"/>
              <a:gd name="connsiteX1" fmla="*/ 341920 w 341404"/>
              <a:gd name="connsiteY1" fmla="*/ -210 h 357242"/>
              <a:gd name="connsiteX2" fmla="*/ 341920 w 341404"/>
              <a:gd name="connsiteY2" fmla="*/ 357033 h 357242"/>
              <a:gd name="connsiteX3" fmla="*/ 516 w 341404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1404" h="357242">
                <a:moveTo>
                  <a:pt x="516" y="-210"/>
                </a:moveTo>
                <a:lnTo>
                  <a:pt x="341920" y="-210"/>
                </a:lnTo>
                <a:lnTo>
                  <a:pt x="341920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F0835B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ACE65491-59E3-4537-97B4-71E3776F55D6}"/>
              </a:ext>
            </a:extLst>
          </p:cNvPr>
          <p:cNvSpPr txBox="1"/>
          <p:nvPr/>
        </p:nvSpPr>
        <p:spPr>
          <a:xfrm>
            <a:off x="10052029" y="2613360"/>
            <a:ext cx="277910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0</a:t>
            </a:r>
          </a:p>
        </p:txBody>
      </p:sp>
      <p:sp>
        <p:nvSpPr>
          <p:cNvPr id="133" name="任意多边形: 形状 132">
            <a:extLst>
              <a:ext uri="{FF2B5EF4-FFF2-40B4-BE49-F238E27FC236}">
                <a16:creationId xmlns:a16="http://schemas.microsoft.com/office/drawing/2014/main" id="{B39250A1-CFB0-46A4-983D-654A158BD8DF}"/>
              </a:ext>
            </a:extLst>
          </p:cNvPr>
          <p:cNvSpPr/>
          <p:nvPr/>
        </p:nvSpPr>
        <p:spPr>
          <a:xfrm>
            <a:off x="10704956" y="2592207"/>
            <a:ext cx="341404" cy="357242"/>
          </a:xfrm>
          <a:custGeom>
            <a:avLst/>
            <a:gdLst>
              <a:gd name="connsiteX0" fmla="*/ 516 w 341404"/>
              <a:gd name="connsiteY0" fmla="*/ -210 h 357242"/>
              <a:gd name="connsiteX1" fmla="*/ 341920 w 341404"/>
              <a:gd name="connsiteY1" fmla="*/ -210 h 357242"/>
              <a:gd name="connsiteX2" fmla="*/ 341920 w 341404"/>
              <a:gd name="connsiteY2" fmla="*/ 357033 h 357242"/>
              <a:gd name="connsiteX3" fmla="*/ 516 w 341404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1404" h="357242">
                <a:moveTo>
                  <a:pt x="516" y="-210"/>
                </a:moveTo>
                <a:lnTo>
                  <a:pt x="341920" y="-210"/>
                </a:lnTo>
                <a:lnTo>
                  <a:pt x="341920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D74514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C954BD88-2A0D-48FB-9F95-688142A8FC3A}"/>
              </a:ext>
            </a:extLst>
          </p:cNvPr>
          <p:cNvSpPr txBox="1"/>
          <p:nvPr/>
        </p:nvSpPr>
        <p:spPr>
          <a:xfrm>
            <a:off x="10689557" y="2613360"/>
            <a:ext cx="372940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14</a:t>
            </a:r>
          </a:p>
        </p:txBody>
      </p:sp>
      <p:sp>
        <p:nvSpPr>
          <p:cNvPr id="135" name="任意多边形: 形状 134">
            <a:extLst>
              <a:ext uri="{FF2B5EF4-FFF2-40B4-BE49-F238E27FC236}">
                <a16:creationId xmlns:a16="http://schemas.microsoft.com/office/drawing/2014/main" id="{4CAE8936-E301-4D6A-B939-07B1895D9D51}"/>
              </a:ext>
            </a:extLst>
          </p:cNvPr>
          <p:cNvSpPr/>
          <p:nvPr/>
        </p:nvSpPr>
        <p:spPr>
          <a:xfrm>
            <a:off x="10361792" y="3259177"/>
            <a:ext cx="343163" cy="357242"/>
          </a:xfrm>
          <a:custGeom>
            <a:avLst/>
            <a:gdLst>
              <a:gd name="connsiteX0" fmla="*/ 516 w 343163"/>
              <a:gd name="connsiteY0" fmla="*/ -210 h 357242"/>
              <a:gd name="connsiteX1" fmla="*/ 343680 w 343163"/>
              <a:gd name="connsiteY1" fmla="*/ -210 h 357242"/>
              <a:gd name="connsiteX2" fmla="*/ 343680 w 343163"/>
              <a:gd name="connsiteY2" fmla="*/ 357033 h 357242"/>
              <a:gd name="connsiteX3" fmla="*/ 516 w 343163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163" h="357242">
                <a:moveTo>
                  <a:pt x="516" y="-210"/>
                </a:moveTo>
                <a:lnTo>
                  <a:pt x="343680" y="-210"/>
                </a:lnTo>
                <a:lnTo>
                  <a:pt x="343680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FEEFE8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6" name="任意多边形: 形状 135">
            <a:extLst>
              <a:ext uri="{FF2B5EF4-FFF2-40B4-BE49-F238E27FC236}">
                <a16:creationId xmlns:a16="http://schemas.microsoft.com/office/drawing/2014/main" id="{E3969D30-448D-4B89-825E-FAD6DA6D6A62}"/>
              </a:ext>
            </a:extLst>
          </p:cNvPr>
          <p:cNvSpPr/>
          <p:nvPr/>
        </p:nvSpPr>
        <p:spPr>
          <a:xfrm>
            <a:off x="11046360" y="3259177"/>
            <a:ext cx="1003094" cy="357242"/>
          </a:xfrm>
          <a:custGeom>
            <a:avLst/>
            <a:gdLst>
              <a:gd name="connsiteX0" fmla="*/ 516 w 1003094"/>
              <a:gd name="connsiteY0" fmla="*/ -210 h 357242"/>
              <a:gd name="connsiteX1" fmla="*/ 1003611 w 1003094"/>
              <a:gd name="connsiteY1" fmla="*/ -210 h 357242"/>
              <a:gd name="connsiteX2" fmla="*/ 1003611 w 1003094"/>
              <a:gd name="connsiteY2" fmla="*/ 357033 h 357242"/>
              <a:gd name="connsiteX3" fmla="*/ 516 w 1003094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3094" h="357242">
                <a:moveTo>
                  <a:pt x="516" y="-210"/>
                </a:moveTo>
                <a:lnTo>
                  <a:pt x="1003611" y="-210"/>
                </a:lnTo>
                <a:lnTo>
                  <a:pt x="1003611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F8CCB9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5A4D85F2-D086-41A8-A54B-E47CE491E2B5}"/>
              </a:ext>
            </a:extLst>
          </p:cNvPr>
          <p:cNvSpPr txBox="1"/>
          <p:nvPr/>
        </p:nvSpPr>
        <p:spPr>
          <a:xfrm>
            <a:off x="11214581" y="3280330"/>
            <a:ext cx="668589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000000"/>
                </a:solidFill>
                <a:latin typeface="微软雅黑"/>
                <a:ea typeface="微软雅黑"/>
                <a:sym typeface="微软雅黑"/>
                <a:rtl val="0"/>
              </a:rPr>
              <a:t>行记录</a:t>
            </a:r>
          </a:p>
        </p:txBody>
      </p:sp>
      <p:sp>
        <p:nvSpPr>
          <p:cNvPr id="138" name="任意多边形: 形状 137">
            <a:extLst>
              <a:ext uri="{FF2B5EF4-FFF2-40B4-BE49-F238E27FC236}">
                <a16:creationId xmlns:a16="http://schemas.microsoft.com/office/drawing/2014/main" id="{E0251DD4-E396-49D5-83D9-5775A5695EA0}"/>
              </a:ext>
            </a:extLst>
          </p:cNvPr>
          <p:cNvSpPr/>
          <p:nvPr/>
        </p:nvSpPr>
        <p:spPr>
          <a:xfrm>
            <a:off x="10020387" y="3259177"/>
            <a:ext cx="341404" cy="357242"/>
          </a:xfrm>
          <a:custGeom>
            <a:avLst/>
            <a:gdLst>
              <a:gd name="connsiteX0" fmla="*/ 516 w 341404"/>
              <a:gd name="connsiteY0" fmla="*/ -210 h 357242"/>
              <a:gd name="connsiteX1" fmla="*/ 341920 w 341404"/>
              <a:gd name="connsiteY1" fmla="*/ -210 h 357242"/>
              <a:gd name="connsiteX2" fmla="*/ 341920 w 341404"/>
              <a:gd name="connsiteY2" fmla="*/ 357033 h 357242"/>
              <a:gd name="connsiteX3" fmla="*/ 516 w 341404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1404" h="357242">
                <a:moveTo>
                  <a:pt x="516" y="-210"/>
                </a:moveTo>
                <a:lnTo>
                  <a:pt x="341920" y="-210"/>
                </a:lnTo>
                <a:lnTo>
                  <a:pt x="341920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F0835B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BF467D66-F6F5-49CB-8D55-B3E98CB1EB9F}"/>
              </a:ext>
            </a:extLst>
          </p:cNvPr>
          <p:cNvSpPr txBox="1"/>
          <p:nvPr/>
        </p:nvSpPr>
        <p:spPr>
          <a:xfrm>
            <a:off x="10052029" y="3280330"/>
            <a:ext cx="277910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0</a:t>
            </a:r>
          </a:p>
        </p:txBody>
      </p:sp>
      <p:sp>
        <p:nvSpPr>
          <p:cNvPr id="140" name="任意多边形: 形状 139">
            <a:extLst>
              <a:ext uri="{FF2B5EF4-FFF2-40B4-BE49-F238E27FC236}">
                <a16:creationId xmlns:a16="http://schemas.microsoft.com/office/drawing/2014/main" id="{422FE9D5-0A75-4C28-A266-0C49BE14C88D}"/>
              </a:ext>
            </a:extLst>
          </p:cNvPr>
          <p:cNvSpPr/>
          <p:nvPr/>
        </p:nvSpPr>
        <p:spPr>
          <a:xfrm>
            <a:off x="10704956" y="3259177"/>
            <a:ext cx="341404" cy="357242"/>
          </a:xfrm>
          <a:custGeom>
            <a:avLst/>
            <a:gdLst>
              <a:gd name="connsiteX0" fmla="*/ 516 w 341404"/>
              <a:gd name="connsiteY0" fmla="*/ -210 h 357242"/>
              <a:gd name="connsiteX1" fmla="*/ 341920 w 341404"/>
              <a:gd name="connsiteY1" fmla="*/ -210 h 357242"/>
              <a:gd name="connsiteX2" fmla="*/ 341920 w 341404"/>
              <a:gd name="connsiteY2" fmla="*/ 357033 h 357242"/>
              <a:gd name="connsiteX3" fmla="*/ 516 w 341404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1404" h="357242">
                <a:moveTo>
                  <a:pt x="516" y="-210"/>
                </a:moveTo>
                <a:lnTo>
                  <a:pt x="341920" y="-210"/>
                </a:lnTo>
                <a:lnTo>
                  <a:pt x="341920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D74514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703BD8E3-ACC1-492B-838B-75BC6C961E6C}"/>
              </a:ext>
            </a:extLst>
          </p:cNvPr>
          <p:cNvSpPr txBox="1"/>
          <p:nvPr/>
        </p:nvSpPr>
        <p:spPr>
          <a:xfrm>
            <a:off x="10689557" y="3280330"/>
            <a:ext cx="372940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15</a:t>
            </a:r>
          </a:p>
        </p:txBody>
      </p:sp>
      <p:sp>
        <p:nvSpPr>
          <p:cNvPr id="142" name="任意多边形: 形状 141">
            <a:extLst>
              <a:ext uri="{FF2B5EF4-FFF2-40B4-BE49-F238E27FC236}">
                <a16:creationId xmlns:a16="http://schemas.microsoft.com/office/drawing/2014/main" id="{A0446A7E-D2AB-4E8C-8A24-D0722F82301A}"/>
              </a:ext>
            </a:extLst>
          </p:cNvPr>
          <p:cNvSpPr/>
          <p:nvPr/>
        </p:nvSpPr>
        <p:spPr>
          <a:xfrm>
            <a:off x="10361792" y="3926147"/>
            <a:ext cx="343163" cy="357242"/>
          </a:xfrm>
          <a:custGeom>
            <a:avLst/>
            <a:gdLst>
              <a:gd name="connsiteX0" fmla="*/ 516 w 343163"/>
              <a:gd name="connsiteY0" fmla="*/ -210 h 357242"/>
              <a:gd name="connsiteX1" fmla="*/ 343680 w 343163"/>
              <a:gd name="connsiteY1" fmla="*/ -210 h 357242"/>
              <a:gd name="connsiteX2" fmla="*/ 343680 w 343163"/>
              <a:gd name="connsiteY2" fmla="*/ 357033 h 357242"/>
              <a:gd name="connsiteX3" fmla="*/ 516 w 343163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163" h="357242">
                <a:moveTo>
                  <a:pt x="516" y="-210"/>
                </a:moveTo>
                <a:lnTo>
                  <a:pt x="343680" y="-210"/>
                </a:lnTo>
                <a:lnTo>
                  <a:pt x="343680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FEEFE8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3" name="任意多边形: 形状 142">
            <a:extLst>
              <a:ext uri="{FF2B5EF4-FFF2-40B4-BE49-F238E27FC236}">
                <a16:creationId xmlns:a16="http://schemas.microsoft.com/office/drawing/2014/main" id="{CB4738E2-B80F-43FE-8D6B-5E9C614A4E84}"/>
              </a:ext>
            </a:extLst>
          </p:cNvPr>
          <p:cNvSpPr/>
          <p:nvPr/>
        </p:nvSpPr>
        <p:spPr>
          <a:xfrm>
            <a:off x="11046360" y="3926147"/>
            <a:ext cx="1003094" cy="357242"/>
          </a:xfrm>
          <a:custGeom>
            <a:avLst/>
            <a:gdLst>
              <a:gd name="connsiteX0" fmla="*/ 516 w 1003094"/>
              <a:gd name="connsiteY0" fmla="*/ -210 h 357242"/>
              <a:gd name="connsiteX1" fmla="*/ 1003611 w 1003094"/>
              <a:gd name="connsiteY1" fmla="*/ -210 h 357242"/>
              <a:gd name="connsiteX2" fmla="*/ 1003611 w 1003094"/>
              <a:gd name="connsiteY2" fmla="*/ 357033 h 357242"/>
              <a:gd name="connsiteX3" fmla="*/ 516 w 1003094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3094" h="357242">
                <a:moveTo>
                  <a:pt x="516" y="-210"/>
                </a:moveTo>
                <a:lnTo>
                  <a:pt x="1003611" y="-210"/>
                </a:lnTo>
                <a:lnTo>
                  <a:pt x="1003611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F8CCB9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E9131F8E-DE77-4B09-BD3E-3579E6E3CD34}"/>
              </a:ext>
            </a:extLst>
          </p:cNvPr>
          <p:cNvSpPr txBox="1"/>
          <p:nvPr/>
        </p:nvSpPr>
        <p:spPr>
          <a:xfrm>
            <a:off x="11214581" y="3945540"/>
            <a:ext cx="668589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000000"/>
                </a:solidFill>
                <a:latin typeface="微软雅黑"/>
                <a:ea typeface="微软雅黑"/>
                <a:sym typeface="微软雅黑"/>
                <a:rtl val="0"/>
              </a:rPr>
              <a:t>行记录</a:t>
            </a:r>
          </a:p>
        </p:txBody>
      </p:sp>
      <p:sp>
        <p:nvSpPr>
          <p:cNvPr id="145" name="任意多边形: 形状 144">
            <a:extLst>
              <a:ext uri="{FF2B5EF4-FFF2-40B4-BE49-F238E27FC236}">
                <a16:creationId xmlns:a16="http://schemas.microsoft.com/office/drawing/2014/main" id="{FDC72D8A-F3DF-4633-ABD9-90AADB05166E}"/>
              </a:ext>
            </a:extLst>
          </p:cNvPr>
          <p:cNvSpPr/>
          <p:nvPr/>
        </p:nvSpPr>
        <p:spPr>
          <a:xfrm>
            <a:off x="10020387" y="3926147"/>
            <a:ext cx="341404" cy="357242"/>
          </a:xfrm>
          <a:custGeom>
            <a:avLst/>
            <a:gdLst>
              <a:gd name="connsiteX0" fmla="*/ 516 w 341404"/>
              <a:gd name="connsiteY0" fmla="*/ -210 h 357242"/>
              <a:gd name="connsiteX1" fmla="*/ 341920 w 341404"/>
              <a:gd name="connsiteY1" fmla="*/ -210 h 357242"/>
              <a:gd name="connsiteX2" fmla="*/ 341920 w 341404"/>
              <a:gd name="connsiteY2" fmla="*/ 357033 h 357242"/>
              <a:gd name="connsiteX3" fmla="*/ 516 w 341404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1404" h="357242">
                <a:moveTo>
                  <a:pt x="516" y="-210"/>
                </a:moveTo>
                <a:lnTo>
                  <a:pt x="341920" y="-210"/>
                </a:lnTo>
                <a:lnTo>
                  <a:pt x="341920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F0835B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8600C670-32AF-4B79-8B43-0632763CD15E}"/>
              </a:ext>
            </a:extLst>
          </p:cNvPr>
          <p:cNvSpPr txBox="1"/>
          <p:nvPr/>
        </p:nvSpPr>
        <p:spPr>
          <a:xfrm>
            <a:off x="10052029" y="3945540"/>
            <a:ext cx="277910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0</a:t>
            </a:r>
          </a:p>
        </p:txBody>
      </p:sp>
      <p:sp>
        <p:nvSpPr>
          <p:cNvPr id="147" name="任意多边形: 形状 146">
            <a:extLst>
              <a:ext uri="{FF2B5EF4-FFF2-40B4-BE49-F238E27FC236}">
                <a16:creationId xmlns:a16="http://schemas.microsoft.com/office/drawing/2014/main" id="{0C9995DE-B41C-4D1C-879D-AF0D9672CF0F}"/>
              </a:ext>
            </a:extLst>
          </p:cNvPr>
          <p:cNvSpPr/>
          <p:nvPr/>
        </p:nvSpPr>
        <p:spPr>
          <a:xfrm>
            <a:off x="10704956" y="3926147"/>
            <a:ext cx="341404" cy="357242"/>
          </a:xfrm>
          <a:custGeom>
            <a:avLst/>
            <a:gdLst>
              <a:gd name="connsiteX0" fmla="*/ 516 w 341404"/>
              <a:gd name="connsiteY0" fmla="*/ -210 h 357242"/>
              <a:gd name="connsiteX1" fmla="*/ 341920 w 341404"/>
              <a:gd name="connsiteY1" fmla="*/ -210 h 357242"/>
              <a:gd name="connsiteX2" fmla="*/ 341920 w 341404"/>
              <a:gd name="connsiteY2" fmla="*/ 357033 h 357242"/>
              <a:gd name="connsiteX3" fmla="*/ 516 w 341404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1404" h="357242">
                <a:moveTo>
                  <a:pt x="516" y="-210"/>
                </a:moveTo>
                <a:lnTo>
                  <a:pt x="341920" y="-210"/>
                </a:lnTo>
                <a:lnTo>
                  <a:pt x="341920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D74514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49E3B14F-CC66-47D3-B2A5-31E1506A558E}"/>
              </a:ext>
            </a:extLst>
          </p:cNvPr>
          <p:cNvSpPr txBox="1"/>
          <p:nvPr/>
        </p:nvSpPr>
        <p:spPr>
          <a:xfrm>
            <a:off x="10689557" y="3945540"/>
            <a:ext cx="372940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16</a:t>
            </a:r>
          </a:p>
        </p:txBody>
      </p:sp>
      <p:sp>
        <p:nvSpPr>
          <p:cNvPr id="149" name="任意多边形: 形状 148">
            <a:extLst>
              <a:ext uri="{FF2B5EF4-FFF2-40B4-BE49-F238E27FC236}">
                <a16:creationId xmlns:a16="http://schemas.microsoft.com/office/drawing/2014/main" id="{FB35515F-E6FF-4118-B6EF-75D6D283BF07}"/>
              </a:ext>
            </a:extLst>
          </p:cNvPr>
          <p:cNvSpPr/>
          <p:nvPr/>
        </p:nvSpPr>
        <p:spPr>
          <a:xfrm rot="5400000" flipV="1">
            <a:off x="10901432" y="1907235"/>
            <a:ext cx="310837" cy="1063085"/>
          </a:xfrm>
          <a:custGeom>
            <a:avLst/>
            <a:gdLst>
              <a:gd name="connsiteX0" fmla="*/ 6195 w 310837"/>
              <a:gd name="connsiteY0" fmla="*/ 236 h 1063085"/>
              <a:gd name="connsiteX1" fmla="*/ 169680 w 310837"/>
              <a:gd name="connsiteY1" fmla="*/ 236 h 1063085"/>
              <a:gd name="connsiteX2" fmla="*/ 169680 w 310837"/>
              <a:gd name="connsiteY2" fmla="*/ 1022992 h 1063085"/>
              <a:gd name="connsiteX3" fmla="*/ 161614 w 310837"/>
              <a:gd name="connsiteY3" fmla="*/ 1014927 h 1063085"/>
              <a:gd name="connsiteX4" fmla="*/ 244440 w 310837"/>
              <a:gd name="connsiteY4" fmla="*/ 1014927 h 1063085"/>
              <a:gd name="connsiteX5" fmla="*/ 244440 w 310837"/>
              <a:gd name="connsiteY5" fmla="*/ 1031058 h 1063085"/>
              <a:gd name="connsiteX6" fmla="*/ 153549 w 310837"/>
              <a:gd name="connsiteY6" fmla="*/ 1031058 h 1063085"/>
              <a:gd name="connsiteX7" fmla="*/ 153549 w 310837"/>
              <a:gd name="connsiteY7" fmla="*/ 8302 h 1063085"/>
              <a:gd name="connsiteX8" fmla="*/ 161614 w 310837"/>
              <a:gd name="connsiteY8" fmla="*/ 16368 h 1063085"/>
              <a:gd name="connsiteX9" fmla="*/ 6195 w 310837"/>
              <a:gd name="connsiteY9" fmla="*/ 16368 h 1063085"/>
              <a:gd name="connsiteX10" fmla="*/ 236375 w 310837"/>
              <a:gd name="connsiteY10" fmla="*/ 982663 h 1063085"/>
              <a:gd name="connsiteX11" fmla="*/ 317033 w 310837"/>
              <a:gd name="connsiteY11" fmla="*/ 1022992 h 1063085"/>
              <a:gd name="connsiteX12" fmla="*/ 236375 w 310837"/>
              <a:gd name="connsiteY12" fmla="*/ 1063322 h 1063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0837" h="1063085">
                <a:moveTo>
                  <a:pt x="6195" y="236"/>
                </a:moveTo>
                <a:lnTo>
                  <a:pt x="169680" y="236"/>
                </a:lnTo>
                <a:lnTo>
                  <a:pt x="169680" y="1022992"/>
                </a:lnTo>
                <a:lnTo>
                  <a:pt x="161614" y="1014927"/>
                </a:lnTo>
                <a:lnTo>
                  <a:pt x="244440" y="1014927"/>
                </a:lnTo>
                <a:lnTo>
                  <a:pt x="244440" y="1031058"/>
                </a:lnTo>
                <a:lnTo>
                  <a:pt x="153549" y="1031058"/>
                </a:lnTo>
                <a:lnTo>
                  <a:pt x="153549" y="8302"/>
                </a:lnTo>
                <a:lnTo>
                  <a:pt x="161614" y="16368"/>
                </a:lnTo>
                <a:lnTo>
                  <a:pt x="6195" y="16368"/>
                </a:lnTo>
                <a:close/>
                <a:moveTo>
                  <a:pt x="236375" y="982663"/>
                </a:moveTo>
                <a:lnTo>
                  <a:pt x="317033" y="1022992"/>
                </a:lnTo>
                <a:lnTo>
                  <a:pt x="236375" y="1063322"/>
                </a:lnTo>
                <a:close/>
              </a:path>
            </a:pathLst>
          </a:custGeom>
          <a:solidFill>
            <a:srgbClr val="000000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0" name="任意多边形: 形状 149">
            <a:extLst>
              <a:ext uri="{FF2B5EF4-FFF2-40B4-BE49-F238E27FC236}">
                <a16:creationId xmlns:a16="http://schemas.microsoft.com/office/drawing/2014/main" id="{9FB32EE1-9AA8-472B-98CC-EE031801AAA7}"/>
              </a:ext>
            </a:extLst>
          </p:cNvPr>
          <p:cNvSpPr/>
          <p:nvPr/>
        </p:nvSpPr>
        <p:spPr>
          <a:xfrm rot="5400000" flipV="1">
            <a:off x="10901432" y="3241175"/>
            <a:ext cx="310837" cy="1063085"/>
          </a:xfrm>
          <a:custGeom>
            <a:avLst/>
            <a:gdLst>
              <a:gd name="connsiteX0" fmla="*/ 6195 w 310837"/>
              <a:gd name="connsiteY0" fmla="*/ 994 h 1063085"/>
              <a:gd name="connsiteX1" fmla="*/ 169680 w 310837"/>
              <a:gd name="connsiteY1" fmla="*/ 994 h 1063085"/>
              <a:gd name="connsiteX2" fmla="*/ 169680 w 310837"/>
              <a:gd name="connsiteY2" fmla="*/ 1023750 h 1063085"/>
              <a:gd name="connsiteX3" fmla="*/ 161614 w 310837"/>
              <a:gd name="connsiteY3" fmla="*/ 1015685 h 1063085"/>
              <a:gd name="connsiteX4" fmla="*/ 244440 w 310837"/>
              <a:gd name="connsiteY4" fmla="*/ 1015685 h 1063085"/>
              <a:gd name="connsiteX5" fmla="*/ 244440 w 310837"/>
              <a:gd name="connsiteY5" fmla="*/ 1031816 h 1063085"/>
              <a:gd name="connsiteX6" fmla="*/ 153549 w 310837"/>
              <a:gd name="connsiteY6" fmla="*/ 1031816 h 1063085"/>
              <a:gd name="connsiteX7" fmla="*/ 153549 w 310837"/>
              <a:gd name="connsiteY7" fmla="*/ 9060 h 1063085"/>
              <a:gd name="connsiteX8" fmla="*/ 161614 w 310837"/>
              <a:gd name="connsiteY8" fmla="*/ 17126 h 1063085"/>
              <a:gd name="connsiteX9" fmla="*/ 6195 w 310837"/>
              <a:gd name="connsiteY9" fmla="*/ 17126 h 1063085"/>
              <a:gd name="connsiteX10" fmla="*/ 236375 w 310837"/>
              <a:gd name="connsiteY10" fmla="*/ 983421 h 1063085"/>
              <a:gd name="connsiteX11" fmla="*/ 317033 w 310837"/>
              <a:gd name="connsiteY11" fmla="*/ 1023750 h 1063085"/>
              <a:gd name="connsiteX12" fmla="*/ 236375 w 310837"/>
              <a:gd name="connsiteY12" fmla="*/ 1064080 h 1063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0837" h="1063085">
                <a:moveTo>
                  <a:pt x="6195" y="994"/>
                </a:moveTo>
                <a:lnTo>
                  <a:pt x="169680" y="994"/>
                </a:lnTo>
                <a:lnTo>
                  <a:pt x="169680" y="1023750"/>
                </a:lnTo>
                <a:lnTo>
                  <a:pt x="161614" y="1015685"/>
                </a:lnTo>
                <a:lnTo>
                  <a:pt x="244440" y="1015685"/>
                </a:lnTo>
                <a:lnTo>
                  <a:pt x="244440" y="1031816"/>
                </a:lnTo>
                <a:lnTo>
                  <a:pt x="153549" y="1031816"/>
                </a:lnTo>
                <a:lnTo>
                  <a:pt x="153549" y="9060"/>
                </a:lnTo>
                <a:lnTo>
                  <a:pt x="161614" y="17126"/>
                </a:lnTo>
                <a:lnTo>
                  <a:pt x="6195" y="17126"/>
                </a:lnTo>
                <a:close/>
                <a:moveTo>
                  <a:pt x="236375" y="983421"/>
                </a:moveTo>
                <a:lnTo>
                  <a:pt x="317033" y="1023750"/>
                </a:lnTo>
                <a:lnTo>
                  <a:pt x="236375" y="1064080"/>
                </a:lnTo>
                <a:close/>
              </a:path>
            </a:pathLst>
          </a:custGeom>
          <a:solidFill>
            <a:srgbClr val="000000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1" name="任意多边形: 形状 150">
            <a:extLst>
              <a:ext uri="{FF2B5EF4-FFF2-40B4-BE49-F238E27FC236}">
                <a16:creationId xmlns:a16="http://schemas.microsoft.com/office/drawing/2014/main" id="{918B131B-026D-4BA4-95AA-2C38B3A3EB5F}"/>
              </a:ext>
            </a:extLst>
          </p:cNvPr>
          <p:cNvSpPr/>
          <p:nvPr/>
        </p:nvSpPr>
        <p:spPr>
          <a:xfrm rot="5400000" flipV="1">
            <a:off x="10901432" y="2574205"/>
            <a:ext cx="310837" cy="1063085"/>
          </a:xfrm>
          <a:custGeom>
            <a:avLst/>
            <a:gdLst>
              <a:gd name="connsiteX0" fmla="*/ 6195 w 310837"/>
              <a:gd name="connsiteY0" fmla="*/ 615 h 1063085"/>
              <a:gd name="connsiteX1" fmla="*/ 169680 w 310837"/>
              <a:gd name="connsiteY1" fmla="*/ 615 h 1063085"/>
              <a:gd name="connsiteX2" fmla="*/ 169680 w 310837"/>
              <a:gd name="connsiteY2" fmla="*/ 1023371 h 1063085"/>
              <a:gd name="connsiteX3" fmla="*/ 161614 w 310837"/>
              <a:gd name="connsiteY3" fmla="*/ 1015306 h 1063085"/>
              <a:gd name="connsiteX4" fmla="*/ 244440 w 310837"/>
              <a:gd name="connsiteY4" fmla="*/ 1015306 h 1063085"/>
              <a:gd name="connsiteX5" fmla="*/ 244440 w 310837"/>
              <a:gd name="connsiteY5" fmla="*/ 1031437 h 1063085"/>
              <a:gd name="connsiteX6" fmla="*/ 153549 w 310837"/>
              <a:gd name="connsiteY6" fmla="*/ 1031437 h 1063085"/>
              <a:gd name="connsiteX7" fmla="*/ 153549 w 310837"/>
              <a:gd name="connsiteY7" fmla="*/ 8681 h 1063085"/>
              <a:gd name="connsiteX8" fmla="*/ 161614 w 310837"/>
              <a:gd name="connsiteY8" fmla="*/ 16747 h 1063085"/>
              <a:gd name="connsiteX9" fmla="*/ 6195 w 310837"/>
              <a:gd name="connsiteY9" fmla="*/ 16747 h 1063085"/>
              <a:gd name="connsiteX10" fmla="*/ 236375 w 310837"/>
              <a:gd name="connsiteY10" fmla="*/ 983042 h 1063085"/>
              <a:gd name="connsiteX11" fmla="*/ 317033 w 310837"/>
              <a:gd name="connsiteY11" fmla="*/ 1023371 h 1063085"/>
              <a:gd name="connsiteX12" fmla="*/ 236375 w 310837"/>
              <a:gd name="connsiteY12" fmla="*/ 1063701 h 1063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0837" h="1063085">
                <a:moveTo>
                  <a:pt x="6195" y="615"/>
                </a:moveTo>
                <a:lnTo>
                  <a:pt x="169680" y="615"/>
                </a:lnTo>
                <a:lnTo>
                  <a:pt x="169680" y="1023371"/>
                </a:lnTo>
                <a:lnTo>
                  <a:pt x="161614" y="1015306"/>
                </a:lnTo>
                <a:lnTo>
                  <a:pt x="244440" y="1015306"/>
                </a:lnTo>
                <a:lnTo>
                  <a:pt x="244440" y="1031437"/>
                </a:lnTo>
                <a:lnTo>
                  <a:pt x="153549" y="1031437"/>
                </a:lnTo>
                <a:lnTo>
                  <a:pt x="153549" y="8681"/>
                </a:lnTo>
                <a:lnTo>
                  <a:pt x="161614" y="16747"/>
                </a:lnTo>
                <a:lnTo>
                  <a:pt x="6195" y="16747"/>
                </a:lnTo>
                <a:close/>
                <a:moveTo>
                  <a:pt x="236375" y="983042"/>
                </a:moveTo>
                <a:lnTo>
                  <a:pt x="317033" y="1023371"/>
                </a:lnTo>
                <a:lnTo>
                  <a:pt x="236375" y="1063701"/>
                </a:lnTo>
                <a:close/>
              </a:path>
            </a:pathLst>
          </a:custGeom>
          <a:solidFill>
            <a:srgbClr val="000000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0C0F474A-A58B-485E-9FB2-3C30D1A8272A}"/>
              </a:ext>
            </a:extLst>
          </p:cNvPr>
          <p:cNvSpPr txBox="1"/>
          <p:nvPr/>
        </p:nvSpPr>
        <p:spPr>
          <a:xfrm>
            <a:off x="10710464" y="1539872"/>
            <a:ext cx="506686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000000"/>
                </a:solidFill>
                <a:latin typeface="微软雅黑"/>
                <a:ea typeface="微软雅黑"/>
                <a:sym typeface="微软雅黑"/>
                <a:rtl val="0"/>
              </a:rPr>
              <a:t>分组</a:t>
            </a:r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F210153E-D10F-4257-84E8-E47C719567BE}"/>
              </a:ext>
            </a:extLst>
          </p:cNvPr>
          <p:cNvSpPr txBox="1"/>
          <p:nvPr/>
        </p:nvSpPr>
        <p:spPr>
          <a:xfrm>
            <a:off x="11080484" y="1539872"/>
            <a:ext cx="277909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000000"/>
                </a:solidFill>
                <a:latin typeface="微软雅黑"/>
                <a:ea typeface="微软雅黑"/>
                <a:sym typeface="微软雅黑"/>
                <a:rtl val="0"/>
              </a:rPr>
              <a:t>5</a:t>
            </a:r>
          </a:p>
        </p:txBody>
      </p:sp>
      <p:sp>
        <p:nvSpPr>
          <p:cNvPr id="154" name="任意多边形: 形状 153">
            <a:extLst>
              <a:ext uri="{FF2B5EF4-FFF2-40B4-BE49-F238E27FC236}">
                <a16:creationId xmlns:a16="http://schemas.microsoft.com/office/drawing/2014/main" id="{2655CA89-8C08-420E-878C-4777C94CF367}"/>
              </a:ext>
            </a:extLst>
          </p:cNvPr>
          <p:cNvSpPr/>
          <p:nvPr/>
        </p:nvSpPr>
        <p:spPr>
          <a:xfrm>
            <a:off x="10374110" y="4596636"/>
            <a:ext cx="343163" cy="355482"/>
          </a:xfrm>
          <a:custGeom>
            <a:avLst/>
            <a:gdLst>
              <a:gd name="connsiteX0" fmla="*/ 516 w 343163"/>
              <a:gd name="connsiteY0" fmla="*/ -210 h 355482"/>
              <a:gd name="connsiteX1" fmla="*/ 343680 w 343163"/>
              <a:gd name="connsiteY1" fmla="*/ -210 h 355482"/>
              <a:gd name="connsiteX2" fmla="*/ 343680 w 343163"/>
              <a:gd name="connsiteY2" fmla="*/ 355273 h 355482"/>
              <a:gd name="connsiteX3" fmla="*/ 516 w 343163"/>
              <a:gd name="connsiteY3" fmla="*/ 355273 h 355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163" h="355482">
                <a:moveTo>
                  <a:pt x="516" y="-210"/>
                </a:moveTo>
                <a:lnTo>
                  <a:pt x="343680" y="-210"/>
                </a:lnTo>
                <a:lnTo>
                  <a:pt x="343680" y="355273"/>
                </a:lnTo>
                <a:lnTo>
                  <a:pt x="516" y="355273"/>
                </a:lnTo>
                <a:close/>
              </a:path>
            </a:pathLst>
          </a:custGeom>
          <a:solidFill>
            <a:srgbClr val="FEEFE8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5" name="任意多边形: 形状 154">
            <a:extLst>
              <a:ext uri="{FF2B5EF4-FFF2-40B4-BE49-F238E27FC236}">
                <a16:creationId xmlns:a16="http://schemas.microsoft.com/office/drawing/2014/main" id="{EF83C664-4E0B-4E1A-8F54-BE7B2F2D5418}"/>
              </a:ext>
            </a:extLst>
          </p:cNvPr>
          <p:cNvSpPr/>
          <p:nvPr/>
        </p:nvSpPr>
        <p:spPr>
          <a:xfrm>
            <a:off x="10717274" y="4596636"/>
            <a:ext cx="1001334" cy="355482"/>
          </a:xfrm>
          <a:custGeom>
            <a:avLst/>
            <a:gdLst>
              <a:gd name="connsiteX0" fmla="*/ 516 w 1001334"/>
              <a:gd name="connsiteY0" fmla="*/ -210 h 355482"/>
              <a:gd name="connsiteX1" fmla="*/ 1001851 w 1001334"/>
              <a:gd name="connsiteY1" fmla="*/ -210 h 355482"/>
              <a:gd name="connsiteX2" fmla="*/ 1001851 w 1001334"/>
              <a:gd name="connsiteY2" fmla="*/ 355273 h 355482"/>
              <a:gd name="connsiteX3" fmla="*/ 516 w 1001334"/>
              <a:gd name="connsiteY3" fmla="*/ 355273 h 355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1334" h="355482">
                <a:moveTo>
                  <a:pt x="516" y="-210"/>
                </a:moveTo>
                <a:lnTo>
                  <a:pt x="1001851" y="-210"/>
                </a:lnTo>
                <a:lnTo>
                  <a:pt x="1001851" y="355273"/>
                </a:lnTo>
                <a:lnTo>
                  <a:pt x="516" y="355273"/>
                </a:lnTo>
                <a:close/>
              </a:path>
            </a:pathLst>
          </a:custGeom>
          <a:solidFill>
            <a:srgbClr val="F8CCB9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6" name="文本框 155">
            <a:extLst>
              <a:ext uri="{FF2B5EF4-FFF2-40B4-BE49-F238E27FC236}">
                <a16:creationId xmlns:a16="http://schemas.microsoft.com/office/drawing/2014/main" id="{2B67E098-2783-4F6D-9DC1-49F1E1E44BD8}"/>
              </a:ext>
            </a:extLst>
          </p:cNvPr>
          <p:cNvSpPr txBox="1"/>
          <p:nvPr/>
        </p:nvSpPr>
        <p:spPr>
          <a:xfrm>
            <a:off x="10804156" y="4616030"/>
            <a:ext cx="830492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000000"/>
                </a:solidFill>
                <a:latin typeface="微软雅黑"/>
                <a:ea typeface="微软雅黑"/>
                <a:sym typeface="微软雅黑"/>
                <a:rtl val="0"/>
              </a:rPr>
              <a:t>最大记录</a:t>
            </a:r>
          </a:p>
        </p:txBody>
      </p:sp>
      <p:sp>
        <p:nvSpPr>
          <p:cNvPr id="157" name="任意多边形: 形状 156">
            <a:extLst>
              <a:ext uri="{FF2B5EF4-FFF2-40B4-BE49-F238E27FC236}">
                <a16:creationId xmlns:a16="http://schemas.microsoft.com/office/drawing/2014/main" id="{2C1EE9EE-9EEE-43E8-B6DE-63D27194C9DA}"/>
              </a:ext>
            </a:extLst>
          </p:cNvPr>
          <p:cNvSpPr/>
          <p:nvPr/>
        </p:nvSpPr>
        <p:spPr>
          <a:xfrm>
            <a:off x="10032706" y="4596636"/>
            <a:ext cx="341404" cy="355482"/>
          </a:xfrm>
          <a:custGeom>
            <a:avLst/>
            <a:gdLst>
              <a:gd name="connsiteX0" fmla="*/ 516 w 341404"/>
              <a:gd name="connsiteY0" fmla="*/ -210 h 355482"/>
              <a:gd name="connsiteX1" fmla="*/ 341920 w 341404"/>
              <a:gd name="connsiteY1" fmla="*/ -210 h 355482"/>
              <a:gd name="connsiteX2" fmla="*/ 341920 w 341404"/>
              <a:gd name="connsiteY2" fmla="*/ 355273 h 355482"/>
              <a:gd name="connsiteX3" fmla="*/ 516 w 341404"/>
              <a:gd name="connsiteY3" fmla="*/ 355273 h 355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1404" h="355482">
                <a:moveTo>
                  <a:pt x="516" y="-210"/>
                </a:moveTo>
                <a:lnTo>
                  <a:pt x="341920" y="-210"/>
                </a:lnTo>
                <a:lnTo>
                  <a:pt x="341920" y="355273"/>
                </a:lnTo>
                <a:lnTo>
                  <a:pt x="516" y="355273"/>
                </a:lnTo>
                <a:close/>
              </a:path>
            </a:pathLst>
          </a:custGeom>
          <a:solidFill>
            <a:srgbClr val="F0835B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87EAA1BD-CBF2-4218-81CF-422360E552C9}"/>
              </a:ext>
            </a:extLst>
          </p:cNvPr>
          <p:cNvSpPr txBox="1"/>
          <p:nvPr/>
        </p:nvSpPr>
        <p:spPr>
          <a:xfrm>
            <a:off x="10064717" y="4616030"/>
            <a:ext cx="277910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5</a:t>
            </a:r>
          </a:p>
        </p:txBody>
      </p:sp>
      <p:sp>
        <p:nvSpPr>
          <p:cNvPr id="159" name="任意多边形: 形状 158">
            <a:extLst>
              <a:ext uri="{FF2B5EF4-FFF2-40B4-BE49-F238E27FC236}">
                <a16:creationId xmlns:a16="http://schemas.microsoft.com/office/drawing/2014/main" id="{D3F491D4-5AC6-49DE-A159-87E2F6042E20}"/>
              </a:ext>
            </a:extLst>
          </p:cNvPr>
          <p:cNvSpPr/>
          <p:nvPr/>
        </p:nvSpPr>
        <p:spPr>
          <a:xfrm rot="5400000" flipV="1">
            <a:off x="10735167" y="4074410"/>
            <a:ext cx="313604" cy="733322"/>
          </a:xfrm>
          <a:custGeom>
            <a:avLst/>
            <a:gdLst>
              <a:gd name="connsiteX0" fmla="*/ 6100 w 313604"/>
              <a:gd name="connsiteY0" fmla="*/ 1468 h 733322"/>
              <a:gd name="connsiteX1" fmla="*/ 170968 w 313604"/>
              <a:gd name="connsiteY1" fmla="*/ 1468 h 733322"/>
              <a:gd name="connsiteX2" fmla="*/ 170968 w 313604"/>
              <a:gd name="connsiteY2" fmla="*/ 694461 h 733322"/>
              <a:gd name="connsiteX3" fmla="*/ 162903 w 313604"/>
              <a:gd name="connsiteY3" fmla="*/ 686396 h 733322"/>
              <a:gd name="connsiteX4" fmla="*/ 247112 w 313604"/>
              <a:gd name="connsiteY4" fmla="*/ 686396 h 733322"/>
              <a:gd name="connsiteX5" fmla="*/ 247112 w 313604"/>
              <a:gd name="connsiteY5" fmla="*/ 702526 h 733322"/>
              <a:gd name="connsiteX6" fmla="*/ 154837 w 313604"/>
              <a:gd name="connsiteY6" fmla="*/ 702526 h 733322"/>
              <a:gd name="connsiteX7" fmla="*/ 154837 w 313604"/>
              <a:gd name="connsiteY7" fmla="*/ 9534 h 733322"/>
              <a:gd name="connsiteX8" fmla="*/ 162903 w 313604"/>
              <a:gd name="connsiteY8" fmla="*/ 17599 h 733322"/>
              <a:gd name="connsiteX9" fmla="*/ 6100 w 313604"/>
              <a:gd name="connsiteY9" fmla="*/ 17599 h 733322"/>
              <a:gd name="connsiteX10" fmla="*/ 239047 w 313604"/>
              <a:gd name="connsiteY10" fmla="*/ 654131 h 733322"/>
              <a:gd name="connsiteX11" fmla="*/ 319705 w 313604"/>
              <a:gd name="connsiteY11" fmla="*/ 694461 h 733322"/>
              <a:gd name="connsiteX12" fmla="*/ 239047 w 313604"/>
              <a:gd name="connsiteY12" fmla="*/ 734791 h 733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3604" h="733322">
                <a:moveTo>
                  <a:pt x="6100" y="1468"/>
                </a:moveTo>
                <a:lnTo>
                  <a:pt x="170968" y="1468"/>
                </a:lnTo>
                <a:lnTo>
                  <a:pt x="170968" y="694461"/>
                </a:lnTo>
                <a:lnTo>
                  <a:pt x="162903" y="686396"/>
                </a:lnTo>
                <a:lnTo>
                  <a:pt x="247112" y="686396"/>
                </a:lnTo>
                <a:lnTo>
                  <a:pt x="247112" y="702526"/>
                </a:lnTo>
                <a:lnTo>
                  <a:pt x="154837" y="702526"/>
                </a:lnTo>
                <a:lnTo>
                  <a:pt x="154837" y="9534"/>
                </a:lnTo>
                <a:lnTo>
                  <a:pt x="162903" y="17599"/>
                </a:lnTo>
                <a:lnTo>
                  <a:pt x="6100" y="17599"/>
                </a:lnTo>
                <a:close/>
                <a:moveTo>
                  <a:pt x="239047" y="654131"/>
                </a:moveTo>
                <a:lnTo>
                  <a:pt x="319705" y="694461"/>
                </a:lnTo>
                <a:lnTo>
                  <a:pt x="239047" y="734791"/>
                </a:lnTo>
                <a:close/>
              </a:path>
            </a:pathLst>
          </a:custGeom>
          <a:solidFill>
            <a:srgbClr val="000000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60" name="任意多边形: 形状 159">
            <a:extLst>
              <a:ext uri="{FF2B5EF4-FFF2-40B4-BE49-F238E27FC236}">
                <a16:creationId xmlns:a16="http://schemas.microsoft.com/office/drawing/2014/main" id="{687E6966-468B-4BD6-97B2-C267F9914F87}"/>
              </a:ext>
            </a:extLst>
          </p:cNvPr>
          <p:cNvSpPr/>
          <p:nvPr/>
        </p:nvSpPr>
        <p:spPr>
          <a:xfrm>
            <a:off x="0" y="4733902"/>
            <a:ext cx="9724739" cy="624734"/>
          </a:xfrm>
          <a:custGeom>
            <a:avLst/>
            <a:gdLst>
              <a:gd name="connsiteX0" fmla="*/ 516 w 9724739"/>
              <a:gd name="connsiteY0" fmla="*/ -210 h 624734"/>
              <a:gd name="connsiteX1" fmla="*/ 9725255 w 9724739"/>
              <a:gd name="connsiteY1" fmla="*/ -210 h 624734"/>
              <a:gd name="connsiteX2" fmla="*/ 9725255 w 9724739"/>
              <a:gd name="connsiteY2" fmla="*/ 624524 h 624734"/>
              <a:gd name="connsiteX3" fmla="*/ 516 w 9724739"/>
              <a:gd name="connsiteY3" fmla="*/ 624524 h 624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24739" h="624734">
                <a:moveTo>
                  <a:pt x="516" y="-210"/>
                </a:moveTo>
                <a:lnTo>
                  <a:pt x="9725255" y="-210"/>
                </a:lnTo>
                <a:lnTo>
                  <a:pt x="9725255" y="624524"/>
                </a:lnTo>
                <a:lnTo>
                  <a:pt x="516" y="624524"/>
                </a:lnTo>
                <a:close/>
              </a:path>
            </a:pathLst>
          </a:custGeom>
          <a:solidFill>
            <a:srgbClr val="FEF8F6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61" name="任意多边形: 形状 160">
            <a:extLst>
              <a:ext uri="{FF2B5EF4-FFF2-40B4-BE49-F238E27FC236}">
                <a16:creationId xmlns:a16="http://schemas.microsoft.com/office/drawing/2014/main" id="{DB48ABBD-562D-4814-B1F7-5013A86ECFBD}"/>
              </a:ext>
            </a:extLst>
          </p:cNvPr>
          <p:cNvSpPr/>
          <p:nvPr/>
        </p:nvSpPr>
        <p:spPr>
          <a:xfrm>
            <a:off x="1186115" y="4867648"/>
            <a:ext cx="343163" cy="357242"/>
          </a:xfrm>
          <a:custGeom>
            <a:avLst/>
            <a:gdLst>
              <a:gd name="connsiteX0" fmla="*/ 516 w 343163"/>
              <a:gd name="connsiteY0" fmla="*/ -210 h 357242"/>
              <a:gd name="connsiteX1" fmla="*/ 343680 w 343163"/>
              <a:gd name="connsiteY1" fmla="*/ -210 h 357242"/>
              <a:gd name="connsiteX2" fmla="*/ 343680 w 343163"/>
              <a:gd name="connsiteY2" fmla="*/ 357033 h 357242"/>
              <a:gd name="connsiteX3" fmla="*/ 516 w 343163"/>
              <a:gd name="connsiteY3" fmla="*/ 357033 h 3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163" h="357242">
                <a:moveTo>
                  <a:pt x="516" y="-210"/>
                </a:moveTo>
                <a:lnTo>
                  <a:pt x="343680" y="-210"/>
                </a:lnTo>
                <a:lnTo>
                  <a:pt x="343680" y="357033"/>
                </a:lnTo>
                <a:lnTo>
                  <a:pt x="516" y="357033"/>
                </a:lnTo>
                <a:close/>
              </a:path>
            </a:pathLst>
          </a:custGeom>
          <a:solidFill>
            <a:srgbClr val="D74514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F9E0667E-7EB9-4152-961C-A4A4B8657489}"/>
              </a:ext>
            </a:extLst>
          </p:cNvPr>
          <p:cNvSpPr txBox="1"/>
          <p:nvPr/>
        </p:nvSpPr>
        <p:spPr>
          <a:xfrm>
            <a:off x="1218742" y="4888801"/>
            <a:ext cx="277910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0</a:t>
            </a:r>
          </a:p>
        </p:txBody>
      </p:sp>
      <p:sp>
        <p:nvSpPr>
          <p:cNvPr id="163" name="任意多边形: 形状 162">
            <a:extLst>
              <a:ext uri="{FF2B5EF4-FFF2-40B4-BE49-F238E27FC236}">
                <a16:creationId xmlns:a16="http://schemas.microsoft.com/office/drawing/2014/main" id="{39E80044-F8AD-4824-A4BF-092A5BCEE161}"/>
              </a:ext>
            </a:extLst>
          </p:cNvPr>
          <p:cNvSpPr/>
          <p:nvPr/>
        </p:nvSpPr>
        <p:spPr>
          <a:xfrm>
            <a:off x="7978861" y="1813198"/>
            <a:ext cx="3610595" cy="2760032"/>
          </a:xfrm>
          <a:custGeom>
            <a:avLst/>
            <a:gdLst>
              <a:gd name="connsiteX0" fmla="*/ 3562716 w 3610595"/>
              <a:gd name="connsiteY0" fmla="*/ 40116 h 2760032"/>
              <a:gd name="connsiteX1" fmla="*/ 3562716 w 3610595"/>
              <a:gd name="connsiteY1" fmla="*/ 7857 h 2760032"/>
              <a:gd name="connsiteX2" fmla="*/ 3570777 w 3610595"/>
              <a:gd name="connsiteY2" fmla="*/ 15922 h 2760032"/>
              <a:gd name="connsiteX3" fmla="*/ 1761898 w 3610595"/>
              <a:gd name="connsiteY3" fmla="*/ 15922 h 2760032"/>
              <a:gd name="connsiteX4" fmla="*/ 1769958 w 3610595"/>
              <a:gd name="connsiteY4" fmla="*/ 7857 h 2760032"/>
              <a:gd name="connsiteX5" fmla="*/ 1769958 w 3610595"/>
              <a:gd name="connsiteY5" fmla="*/ 2759823 h 2760032"/>
              <a:gd name="connsiteX6" fmla="*/ 516 w 3610595"/>
              <a:gd name="connsiteY6" fmla="*/ 2759823 h 2760032"/>
              <a:gd name="connsiteX7" fmla="*/ 516 w 3610595"/>
              <a:gd name="connsiteY7" fmla="*/ 2469453 h 2760032"/>
              <a:gd name="connsiteX8" fmla="*/ 16636 w 3610595"/>
              <a:gd name="connsiteY8" fmla="*/ 2469453 h 2760032"/>
              <a:gd name="connsiteX9" fmla="*/ 16636 w 3610595"/>
              <a:gd name="connsiteY9" fmla="*/ 2751763 h 2760032"/>
              <a:gd name="connsiteX10" fmla="*/ 8576 w 3610595"/>
              <a:gd name="connsiteY10" fmla="*/ 2743685 h 2760032"/>
              <a:gd name="connsiteX11" fmla="*/ 1761898 w 3610595"/>
              <a:gd name="connsiteY11" fmla="*/ 2743685 h 2760032"/>
              <a:gd name="connsiteX12" fmla="*/ 1753838 w 3610595"/>
              <a:gd name="connsiteY12" fmla="*/ 2751763 h 2760032"/>
              <a:gd name="connsiteX13" fmla="*/ 1753838 w 3610595"/>
              <a:gd name="connsiteY13" fmla="*/ -210 h 2760032"/>
              <a:gd name="connsiteX14" fmla="*/ 3578854 w 3610595"/>
              <a:gd name="connsiteY14" fmla="*/ -210 h 2760032"/>
              <a:gd name="connsiteX15" fmla="*/ 3578854 w 3610595"/>
              <a:gd name="connsiteY15" fmla="*/ 40116 h 2760032"/>
              <a:gd name="connsiteX16" fmla="*/ 3611111 w 3610595"/>
              <a:gd name="connsiteY16" fmla="*/ 32051 h 2760032"/>
              <a:gd name="connsiteX17" fmla="*/ 3570777 w 3610595"/>
              <a:gd name="connsiteY17" fmla="*/ 112709 h 2760032"/>
              <a:gd name="connsiteX18" fmla="*/ 3530459 w 3610595"/>
              <a:gd name="connsiteY18" fmla="*/ 32051 h 2760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610595" h="2760032">
                <a:moveTo>
                  <a:pt x="3562716" y="40116"/>
                </a:moveTo>
                <a:lnTo>
                  <a:pt x="3562716" y="7857"/>
                </a:lnTo>
                <a:lnTo>
                  <a:pt x="3570777" y="15922"/>
                </a:lnTo>
                <a:lnTo>
                  <a:pt x="1761898" y="15922"/>
                </a:lnTo>
                <a:lnTo>
                  <a:pt x="1769958" y="7857"/>
                </a:lnTo>
                <a:lnTo>
                  <a:pt x="1769958" y="2759823"/>
                </a:lnTo>
                <a:lnTo>
                  <a:pt x="516" y="2759823"/>
                </a:lnTo>
                <a:lnTo>
                  <a:pt x="516" y="2469453"/>
                </a:lnTo>
                <a:lnTo>
                  <a:pt x="16636" y="2469453"/>
                </a:lnTo>
                <a:lnTo>
                  <a:pt x="16636" y="2751763"/>
                </a:lnTo>
                <a:lnTo>
                  <a:pt x="8576" y="2743685"/>
                </a:lnTo>
                <a:lnTo>
                  <a:pt x="1761898" y="2743685"/>
                </a:lnTo>
                <a:lnTo>
                  <a:pt x="1753838" y="2751763"/>
                </a:lnTo>
                <a:lnTo>
                  <a:pt x="1753838" y="-210"/>
                </a:lnTo>
                <a:lnTo>
                  <a:pt x="3578854" y="-210"/>
                </a:lnTo>
                <a:lnTo>
                  <a:pt x="3578854" y="40116"/>
                </a:lnTo>
                <a:close/>
                <a:moveTo>
                  <a:pt x="3611111" y="32051"/>
                </a:moveTo>
                <a:lnTo>
                  <a:pt x="3570777" y="112709"/>
                </a:lnTo>
                <a:lnTo>
                  <a:pt x="3530459" y="32051"/>
                </a:lnTo>
                <a:close/>
              </a:path>
            </a:pathLst>
          </a:custGeom>
          <a:solidFill>
            <a:srgbClr val="000000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64" name="任意多边形: 形状 163">
            <a:extLst>
              <a:ext uri="{FF2B5EF4-FFF2-40B4-BE49-F238E27FC236}">
                <a16:creationId xmlns:a16="http://schemas.microsoft.com/office/drawing/2014/main" id="{C391C5B1-D1E7-488B-9CD6-14F3A5BFAB94}"/>
              </a:ext>
            </a:extLst>
          </p:cNvPr>
          <p:cNvSpPr/>
          <p:nvPr/>
        </p:nvSpPr>
        <p:spPr>
          <a:xfrm flipV="1">
            <a:off x="1317368" y="4310670"/>
            <a:ext cx="80658" cy="557893"/>
          </a:xfrm>
          <a:custGeom>
            <a:avLst/>
            <a:gdLst>
              <a:gd name="connsiteX0" fmla="*/ 49166 w 80658"/>
              <a:gd name="connsiteY0" fmla="*/ 1598 h 557893"/>
              <a:gd name="connsiteX1" fmla="*/ 49166 w 80658"/>
              <a:gd name="connsiteY1" fmla="*/ 49992 h 557893"/>
              <a:gd name="connsiteX2" fmla="*/ 33034 w 80658"/>
              <a:gd name="connsiteY2" fmla="*/ 49992 h 557893"/>
              <a:gd name="connsiteX3" fmla="*/ 33034 w 80658"/>
              <a:gd name="connsiteY3" fmla="*/ 1598 h 557893"/>
              <a:gd name="connsiteX4" fmla="*/ 49166 w 80658"/>
              <a:gd name="connsiteY4" fmla="*/ 66124 h 557893"/>
              <a:gd name="connsiteX5" fmla="*/ 49166 w 80658"/>
              <a:gd name="connsiteY5" fmla="*/ 114519 h 557893"/>
              <a:gd name="connsiteX6" fmla="*/ 33034 w 80658"/>
              <a:gd name="connsiteY6" fmla="*/ 114519 h 557893"/>
              <a:gd name="connsiteX7" fmla="*/ 33034 w 80658"/>
              <a:gd name="connsiteY7" fmla="*/ 66124 h 557893"/>
              <a:gd name="connsiteX8" fmla="*/ 49166 w 80658"/>
              <a:gd name="connsiteY8" fmla="*/ 130651 h 557893"/>
              <a:gd name="connsiteX9" fmla="*/ 49166 w 80658"/>
              <a:gd name="connsiteY9" fmla="*/ 179045 h 557893"/>
              <a:gd name="connsiteX10" fmla="*/ 33035 w 80658"/>
              <a:gd name="connsiteY10" fmla="*/ 179045 h 557893"/>
              <a:gd name="connsiteX11" fmla="*/ 33034 w 80658"/>
              <a:gd name="connsiteY11" fmla="*/ 130651 h 557893"/>
              <a:gd name="connsiteX12" fmla="*/ 49166 w 80658"/>
              <a:gd name="connsiteY12" fmla="*/ 195177 h 557893"/>
              <a:gd name="connsiteX13" fmla="*/ 49166 w 80658"/>
              <a:gd name="connsiteY13" fmla="*/ 243572 h 557893"/>
              <a:gd name="connsiteX14" fmla="*/ 33035 w 80658"/>
              <a:gd name="connsiteY14" fmla="*/ 243572 h 557893"/>
              <a:gd name="connsiteX15" fmla="*/ 33035 w 80658"/>
              <a:gd name="connsiteY15" fmla="*/ 195177 h 557893"/>
              <a:gd name="connsiteX16" fmla="*/ 49166 w 80658"/>
              <a:gd name="connsiteY16" fmla="*/ 259704 h 557893"/>
              <a:gd name="connsiteX17" fmla="*/ 49166 w 80658"/>
              <a:gd name="connsiteY17" fmla="*/ 308099 h 557893"/>
              <a:gd name="connsiteX18" fmla="*/ 33035 w 80658"/>
              <a:gd name="connsiteY18" fmla="*/ 308099 h 557893"/>
              <a:gd name="connsiteX19" fmla="*/ 33035 w 80658"/>
              <a:gd name="connsiteY19" fmla="*/ 259704 h 557893"/>
              <a:gd name="connsiteX20" fmla="*/ 49166 w 80658"/>
              <a:gd name="connsiteY20" fmla="*/ 324230 h 557893"/>
              <a:gd name="connsiteX21" fmla="*/ 49166 w 80658"/>
              <a:gd name="connsiteY21" fmla="*/ 372625 h 557893"/>
              <a:gd name="connsiteX22" fmla="*/ 33035 w 80658"/>
              <a:gd name="connsiteY22" fmla="*/ 372625 h 557893"/>
              <a:gd name="connsiteX23" fmla="*/ 33035 w 80658"/>
              <a:gd name="connsiteY23" fmla="*/ 324230 h 557893"/>
              <a:gd name="connsiteX24" fmla="*/ 49166 w 80658"/>
              <a:gd name="connsiteY24" fmla="*/ 388757 h 557893"/>
              <a:gd name="connsiteX25" fmla="*/ 49166 w 80658"/>
              <a:gd name="connsiteY25" fmla="*/ 437152 h 557893"/>
              <a:gd name="connsiteX26" fmla="*/ 33035 w 80658"/>
              <a:gd name="connsiteY26" fmla="*/ 437152 h 557893"/>
              <a:gd name="connsiteX27" fmla="*/ 33035 w 80658"/>
              <a:gd name="connsiteY27" fmla="*/ 388757 h 557893"/>
              <a:gd name="connsiteX28" fmla="*/ 49166 w 80658"/>
              <a:gd name="connsiteY28" fmla="*/ 453284 h 557893"/>
              <a:gd name="connsiteX29" fmla="*/ 49167 w 80658"/>
              <a:gd name="connsiteY29" fmla="*/ 486898 h 557893"/>
              <a:gd name="connsiteX30" fmla="*/ 33035 w 80658"/>
              <a:gd name="connsiteY30" fmla="*/ 486898 h 557893"/>
              <a:gd name="connsiteX31" fmla="*/ 33035 w 80658"/>
              <a:gd name="connsiteY31" fmla="*/ 453284 h 557893"/>
              <a:gd name="connsiteX32" fmla="*/ 81430 w 80658"/>
              <a:gd name="connsiteY32" fmla="*/ 478833 h 557893"/>
              <a:gd name="connsiteX33" fmla="*/ 41101 w 80658"/>
              <a:gd name="connsiteY33" fmla="*/ 559491 h 557893"/>
              <a:gd name="connsiteX34" fmla="*/ 772 w 80658"/>
              <a:gd name="connsiteY34" fmla="*/ 478833 h 557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80658" h="557893">
                <a:moveTo>
                  <a:pt x="49166" y="1598"/>
                </a:moveTo>
                <a:lnTo>
                  <a:pt x="49166" y="49992"/>
                </a:lnTo>
                <a:lnTo>
                  <a:pt x="33034" y="49992"/>
                </a:lnTo>
                <a:lnTo>
                  <a:pt x="33034" y="1598"/>
                </a:lnTo>
                <a:close/>
                <a:moveTo>
                  <a:pt x="49166" y="66124"/>
                </a:moveTo>
                <a:lnTo>
                  <a:pt x="49166" y="114519"/>
                </a:lnTo>
                <a:lnTo>
                  <a:pt x="33034" y="114519"/>
                </a:lnTo>
                <a:lnTo>
                  <a:pt x="33034" y="66124"/>
                </a:lnTo>
                <a:close/>
                <a:moveTo>
                  <a:pt x="49166" y="130651"/>
                </a:moveTo>
                <a:lnTo>
                  <a:pt x="49166" y="179045"/>
                </a:lnTo>
                <a:lnTo>
                  <a:pt x="33035" y="179045"/>
                </a:lnTo>
                <a:lnTo>
                  <a:pt x="33034" y="130651"/>
                </a:lnTo>
                <a:close/>
                <a:moveTo>
                  <a:pt x="49166" y="195177"/>
                </a:moveTo>
                <a:lnTo>
                  <a:pt x="49166" y="243572"/>
                </a:lnTo>
                <a:lnTo>
                  <a:pt x="33035" y="243572"/>
                </a:lnTo>
                <a:lnTo>
                  <a:pt x="33035" y="195177"/>
                </a:lnTo>
                <a:close/>
                <a:moveTo>
                  <a:pt x="49166" y="259704"/>
                </a:moveTo>
                <a:lnTo>
                  <a:pt x="49166" y="308099"/>
                </a:lnTo>
                <a:lnTo>
                  <a:pt x="33035" y="308099"/>
                </a:lnTo>
                <a:lnTo>
                  <a:pt x="33035" y="259704"/>
                </a:lnTo>
                <a:close/>
                <a:moveTo>
                  <a:pt x="49166" y="324230"/>
                </a:moveTo>
                <a:lnTo>
                  <a:pt x="49166" y="372625"/>
                </a:lnTo>
                <a:lnTo>
                  <a:pt x="33035" y="372625"/>
                </a:lnTo>
                <a:lnTo>
                  <a:pt x="33035" y="324230"/>
                </a:lnTo>
                <a:close/>
                <a:moveTo>
                  <a:pt x="49166" y="388757"/>
                </a:moveTo>
                <a:lnTo>
                  <a:pt x="49166" y="437152"/>
                </a:lnTo>
                <a:lnTo>
                  <a:pt x="33035" y="437152"/>
                </a:lnTo>
                <a:lnTo>
                  <a:pt x="33035" y="388757"/>
                </a:lnTo>
                <a:close/>
                <a:moveTo>
                  <a:pt x="49166" y="453284"/>
                </a:moveTo>
                <a:lnTo>
                  <a:pt x="49167" y="486898"/>
                </a:lnTo>
                <a:lnTo>
                  <a:pt x="33035" y="486898"/>
                </a:lnTo>
                <a:lnTo>
                  <a:pt x="33035" y="453284"/>
                </a:lnTo>
                <a:close/>
                <a:moveTo>
                  <a:pt x="81430" y="478833"/>
                </a:moveTo>
                <a:lnTo>
                  <a:pt x="41101" y="559491"/>
                </a:lnTo>
                <a:lnTo>
                  <a:pt x="772" y="478833"/>
                </a:lnTo>
                <a:close/>
              </a:path>
            </a:pathLst>
          </a:custGeom>
          <a:solidFill>
            <a:srgbClr val="D74514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65" name="任意多边形: 形状 164">
            <a:extLst>
              <a:ext uri="{FF2B5EF4-FFF2-40B4-BE49-F238E27FC236}">
                <a16:creationId xmlns:a16="http://schemas.microsoft.com/office/drawing/2014/main" id="{AAA3243D-E7F4-4443-B402-D34C6951BDC0}"/>
              </a:ext>
            </a:extLst>
          </p:cNvPr>
          <p:cNvSpPr/>
          <p:nvPr/>
        </p:nvSpPr>
        <p:spPr>
          <a:xfrm>
            <a:off x="3734327" y="4867648"/>
            <a:ext cx="343163" cy="355482"/>
          </a:xfrm>
          <a:custGeom>
            <a:avLst/>
            <a:gdLst>
              <a:gd name="connsiteX0" fmla="*/ 516 w 343163"/>
              <a:gd name="connsiteY0" fmla="*/ -210 h 355482"/>
              <a:gd name="connsiteX1" fmla="*/ 343680 w 343163"/>
              <a:gd name="connsiteY1" fmla="*/ -210 h 355482"/>
              <a:gd name="connsiteX2" fmla="*/ 343680 w 343163"/>
              <a:gd name="connsiteY2" fmla="*/ 355273 h 355482"/>
              <a:gd name="connsiteX3" fmla="*/ 516 w 343163"/>
              <a:gd name="connsiteY3" fmla="*/ 355273 h 355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163" h="355482">
                <a:moveTo>
                  <a:pt x="516" y="-210"/>
                </a:moveTo>
                <a:lnTo>
                  <a:pt x="343680" y="-210"/>
                </a:lnTo>
                <a:lnTo>
                  <a:pt x="343680" y="355273"/>
                </a:lnTo>
                <a:lnTo>
                  <a:pt x="516" y="355273"/>
                </a:lnTo>
                <a:close/>
              </a:path>
            </a:pathLst>
          </a:custGeom>
          <a:solidFill>
            <a:srgbClr val="D74514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66" name="文本框 165">
            <a:extLst>
              <a:ext uri="{FF2B5EF4-FFF2-40B4-BE49-F238E27FC236}">
                <a16:creationId xmlns:a16="http://schemas.microsoft.com/office/drawing/2014/main" id="{75D04601-BB11-4A1B-A733-C9C048975990}"/>
              </a:ext>
            </a:extLst>
          </p:cNvPr>
          <p:cNvSpPr txBox="1"/>
          <p:nvPr/>
        </p:nvSpPr>
        <p:spPr>
          <a:xfrm>
            <a:off x="3766620" y="4887041"/>
            <a:ext cx="277910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1</a:t>
            </a:r>
          </a:p>
        </p:txBody>
      </p:sp>
      <p:sp>
        <p:nvSpPr>
          <p:cNvPr id="167" name="任意多边形: 形状 166">
            <a:extLst>
              <a:ext uri="{FF2B5EF4-FFF2-40B4-BE49-F238E27FC236}">
                <a16:creationId xmlns:a16="http://schemas.microsoft.com/office/drawing/2014/main" id="{297AD46B-039A-4594-B6BD-A215013641CF}"/>
              </a:ext>
            </a:extLst>
          </p:cNvPr>
          <p:cNvSpPr/>
          <p:nvPr/>
        </p:nvSpPr>
        <p:spPr>
          <a:xfrm>
            <a:off x="6282540" y="4867648"/>
            <a:ext cx="341404" cy="355482"/>
          </a:xfrm>
          <a:custGeom>
            <a:avLst/>
            <a:gdLst>
              <a:gd name="connsiteX0" fmla="*/ 516 w 341404"/>
              <a:gd name="connsiteY0" fmla="*/ -210 h 355482"/>
              <a:gd name="connsiteX1" fmla="*/ 341920 w 341404"/>
              <a:gd name="connsiteY1" fmla="*/ -210 h 355482"/>
              <a:gd name="connsiteX2" fmla="*/ 341920 w 341404"/>
              <a:gd name="connsiteY2" fmla="*/ 355273 h 355482"/>
              <a:gd name="connsiteX3" fmla="*/ 516 w 341404"/>
              <a:gd name="connsiteY3" fmla="*/ 355273 h 355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1404" h="355482">
                <a:moveTo>
                  <a:pt x="516" y="-210"/>
                </a:moveTo>
                <a:lnTo>
                  <a:pt x="341920" y="-210"/>
                </a:lnTo>
                <a:lnTo>
                  <a:pt x="341920" y="355273"/>
                </a:lnTo>
                <a:lnTo>
                  <a:pt x="516" y="355273"/>
                </a:lnTo>
                <a:close/>
              </a:path>
            </a:pathLst>
          </a:custGeom>
          <a:solidFill>
            <a:srgbClr val="D74514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68" name="文本框 167">
            <a:extLst>
              <a:ext uri="{FF2B5EF4-FFF2-40B4-BE49-F238E27FC236}">
                <a16:creationId xmlns:a16="http://schemas.microsoft.com/office/drawing/2014/main" id="{CC5FFCFE-A941-4E01-9998-8336A3C071CE}"/>
              </a:ext>
            </a:extLst>
          </p:cNvPr>
          <p:cNvSpPr txBox="1"/>
          <p:nvPr/>
        </p:nvSpPr>
        <p:spPr>
          <a:xfrm>
            <a:off x="6314146" y="4887041"/>
            <a:ext cx="277910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2</a:t>
            </a:r>
          </a:p>
        </p:txBody>
      </p:sp>
      <p:sp>
        <p:nvSpPr>
          <p:cNvPr id="169" name="任意多边形: 形状 168">
            <a:extLst>
              <a:ext uri="{FF2B5EF4-FFF2-40B4-BE49-F238E27FC236}">
                <a16:creationId xmlns:a16="http://schemas.microsoft.com/office/drawing/2014/main" id="{908858D5-F179-4E3B-A04C-1428441D903C}"/>
              </a:ext>
            </a:extLst>
          </p:cNvPr>
          <p:cNvSpPr/>
          <p:nvPr/>
        </p:nvSpPr>
        <p:spPr>
          <a:xfrm>
            <a:off x="8828993" y="4864128"/>
            <a:ext cx="343163" cy="355482"/>
          </a:xfrm>
          <a:custGeom>
            <a:avLst/>
            <a:gdLst>
              <a:gd name="connsiteX0" fmla="*/ 516 w 343163"/>
              <a:gd name="connsiteY0" fmla="*/ -210 h 355482"/>
              <a:gd name="connsiteX1" fmla="*/ 343680 w 343163"/>
              <a:gd name="connsiteY1" fmla="*/ -210 h 355482"/>
              <a:gd name="connsiteX2" fmla="*/ 343680 w 343163"/>
              <a:gd name="connsiteY2" fmla="*/ 355273 h 355482"/>
              <a:gd name="connsiteX3" fmla="*/ 516 w 343163"/>
              <a:gd name="connsiteY3" fmla="*/ 355273 h 355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163" h="355482">
                <a:moveTo>
                  <a:pt x="516" y="-210"/>
                </a:moveTo>
                <a:lnTo>
                  <a:pt x="343680" y="-210"/>
                </a:lnTo>
                <a:lnTo>
                  <a:pt x="343680" y="355273"/>
                </a:lnTo>
                <a:lnTo>
                  <a:pt x="516" y="355273"/>
                </a:lnTo>
                <a:close/>
              </a:path>
            </a:pathLst>
          </a:custGeom>
          <a:solidFill>
            <a:srgbClr val="D74514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70" name="文本框 169">
            <a:extLst>
              <a:ext uri="{FF2B5EF4-FFF2-40B4-BE49-F238E27FC236}">
                <a16:creationId xmlns:a16="http://schemas.microsoft.com/office/drawing/2014/main" id="{E7069391-49E9-4248-951E-3115201FC64A}"/>
              </a:ext>
            </a:extLst>
          </p:cNvPr>
          <p:cNvSpPr txBox="1"/>
          <p:nvPr/>
        </p:nvSpPr>
        <p:spPr>
          <a:xfrm>
            <a:off x="8861655" y="4883522"/>
            <a:ext cx="277910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3</a:t>
            </a:r>
          </a:p>
        </p:txBody>
      </p:sp>
      <p:sp>
        <p:nvSpPr>
          <p:cNvPr id="171" name="任意多边形: 形状 170">
            <a:extLst>
              <a:ext uri="{FF2B5EF4-FFF2-40B4-BE49-F238E27FC236}">
                <a16:creationId xmlns:a16="http://schemas.microsoft.com/office/drawing/2014/main" id="{1EF69C83-00CE-486C-B62B-E86B714A0020}"/>
              </a:ext>
            </a:extLst>
          </p:cNvPr>
          <p:cNvSpPr/>
          <p:nvPr/>
        </p:nvSpPr>
        <p:spPr>
          <a:xfrm>
            <a:off x="9275986" y="4860609"/>
            <a:ext cx="343163" cy="355482"/>
          </a:xfrm>
          <a:custGeom>
            <a:avLst/>
            <a:gdLst>
              <a:gd name="connsiteX0" fmla="*/ 516 w 343163"/>
              <a:gd name="connsiteY0" fmla="*/ -210 h 355482"/>
              <a:gd name="connsiteX1" fmla="*/ 343680 w 343163"/>
              <a:gd name="connsiteY1" fmla="*/ -210 h 355482"/>
              <a:gd name="connsiteX2" fmla="*/ 343680 w 343163"/>
              <a:gd name="connsiteY2" fmla="*/ 355273 h 355482"/>
              <a:gd name="connsiteX3" fmla="*/ 516 w 343163"/>
              <a:gd name="connsiteY3" fmla="*/ 355273 h 355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163" h="355482">
                <a:moveTo>
                  <a:pt x="516" y="-210"/>
                </a:moveTo>
                <a:lnTo>
                  <a:pt x="343680" y="-210"/>
                </a:lnTo>
                <a:lnTo>
                  <a:pt x="343680" y="355273"/>
                </a:lnTo>
                <a:lnTo>
                  <a:pt x="516" y="355273"/>
                </a:lnTo>
                <a:close/>
              </a:path>
            </a:pathLst>
          </a:custGeom>
          <a:solidFill>
            <a:srgbClr val="D74514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BC59E975-21F7-4451-963C-5CBA2F37B057}"/>
              </a:ext>
            </a:extLst>
          </p:cNvPr>
          <p:cNvSpPr txBox="1"/>
          <p:nvPr/>
        </p:nvSpPr>
        <p:spPr>
          <a:xfrm>
            <a:off x="9309035" y="4880002"/>
            <a:ext cx="277910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4</a:t>
            </a:r>
          </a:p>
        </p:txBody>
      </p:sp>
      <p:sp>
        <p:nvSpPr>
          <p:cNvPr id="173" name="任意多边形: 形状 172">
            <a:extLst>
              <a:ext uri="{FF2B5EF4-FFF2-40B4-BE49-F238E27FC236}">
                <a16:creationId xmlns:a16="http://schemas.microsoft.com/office/drawing/2014/main" id="{A4EE7A0F-8E40-4267-8BE2-0370335BA3DD}"/>
              </a:ext>
            </a:extLst>
          </p:cNvPr>
          <p:cNvSpPr/>
          <p:nvPr/>
        </p:nvSpPr>
        <p:spPr>
          <a:xfrm flipV="1">
            <a:off x="3865581" y="4284267"/>
            <a:ext cx="80658" cy="584418"/>
          </a:xfrm>
          <a:custGeom>
            <a:avLst/>
            <a:gdLst>
              <a:gd name="connsiteX0" fmla="*/ 50614 w 80658"/>
              <a:gd name="connsiteY0" fmla="*/ 1582 h 584418"/>
              <a:gd name="connsiteX1" fmla="*/ 50614 w 80658"/>
              <a:gd name="connsiteY1" fmla="*/ 49977 h 584418"/>
              <a:gd name="connsiteX2" fmla="*/ 34482 w 80658"/>
              <a:gd name="connsiteY2" fmla="*/ 49977 h 584418"/>
              <a:gd name="connsiteX3" fmla="*/ 34482 w 80658"/>
              <a:gd name="connsiteY3" fmla="*/ 1583 h 584418"/>
              <a:gd name="connsiteX4" fmla="*/ 50614 w 80658"/>
              <a:gd name="connsiteY4" fmla="*/ 66109 h 584418"/>
              <a:gd name="connsiteX5" fmla="*/ 50614 w 80658"/>
              <a:gd name="connsiteY5" fmla="*/ 114504 h 584418"/>
              <a:gd name="connsiteX6" fmla="*/ 34482 w 80658"/>
              <a:gd name="connsiteY6" fmla="*/ 114504 h 584418"/>
              <a:gd name="connsiteX7" fmla="*/ 34482 w 80658"/>
              <a:gd name="connsiteY7" fmla="*/ 66109 h 584418"/>
              <a:gd name="connsiteX8" fmla="*/ 50614 w 80658"/>
              <a:gd name="connsiteY8" fmla="*/ 130636 h 584418"/>
              <a:gd name="connsiteX9" fmla="*/ 50614 w 80658"/>
              <a:gd name="connsiteY9" fmla="*/ 179030 h 584418"/>
              <a:gd name="connsiteX10" fmla="*/ 34483 w 80658"/>
              <a:gd name="connsiteY10" fmla="*/ 179030 h 584418"/>
              <a:gd name="connsiteX11" fmla="*/ 34482 w 80658"/>
              <a:gd name="connsiteY11" fmla="*/ 130636 h 584418"/>
              <a:gd name="connsiteX12" fmla="*/ 50614 w 80658"/>
              <a:gd name="connsiteY12" fmla="*/ 195162 h 584418"/>
              <a:gd name="connsiteX13" fmla="*/ 50614 w 80658"/>
              <a:gd name="connsiteY13" fmla="*/ 243557 h 584418"/>
              <a:gd name="connsiteX14" fmla="*/ 34483 w 80658"/>
              <a:gd name="connsiteY14" fmla="*/ 243557 h 584418"/>
              <a:gd name="connsiteX15" fmla="*/ 34483 w 80658"/>
              <a:gd name="connsiteY15" fmla="*/ 195162 h 584418"/>
              <a:gd name="connsiteX16" fmla="*/ 50614 w 80658"/>
              <a:gd name="connsiteY16" fmla="*/ 259689 h 584418"/>
              <a:gd name="connsiteX17" fmla="*/ 50614 w 80658"/>
              <a:gd name="connsiteY17" fmla="*/ 308084 h 584418"/>
              <a:gd name="connsiteX18" fmla="*/ 34483 w 80658"/>
              <a:gd name="connsiteY18" fmla="*/ 308084 h 584418"/>
              <a:gd name="connsiteX19" fmla="*/ 34483 w 80658"/>
              <a:gd name="connsiteY19" fmla="*/ 259689 h 584418"/>
              <a:gd name="connsiteX20" fmla="*/ 50614 w 80658"/>
              <a:gd name="connsiteY20" fmla="*/ 324215 h 584418"/>
              <a:gd name="connsiteX21" fmla="*/ 50614 w 80658"/>
              <a:gd name="connsiteY21" fmla="*/ 372610 h 584418"/>
              <a:gd name="connsiteX22" fmla="*/ 34483 w 80658"/>
              <a:gd name="connsiteY22" fmla="*/ 372610 h 584418"/>
              <a:gd name="connsiteX23" fmla="*/ 34483 w 80658"/>
              <a:gd name="connsiteY23" fmla="*/ 324215 h 584418"/>
              <a:gd name="connsiteX24" fmla="*/ 50614 w 80658"/>
              <a:gd name="connsiteY24" fmla="*/ 388742 h 584418"/>
              <a:gd name="connsiteX25" fmla="*/ 50614 w 80658"/>
              <a:gd name="connsiteY25" fmla="*/ 437137 h 584418"/>
              <a:gd name="connsiteX26" fmla="*/ 34483 w 80658"/>
              <a:gd name="connsiteY26" fmla="*/ 437137 h 584418"/>
              <a:gd name="connsiteX27" fmla="*/ 34483 w 80658"/>
              <a:gd name="connsiteY27" fmla="*/ 388742 h 584418"/>
              <a:gd name="connsiteX28" fmla="*/ 50614 w 80658"/>
              <a:gd name="connsiteY28" fmla="*/ 453269 h 584418"/>
              <a:gd name="connsiteX29" fmla="*/ 50614 w 80658"/>
              <a:gd name="connsiteY29" fmla="*/ 501664 h 584418"/>
              <a:gd name="connsiteX30" fmla="*/ 34483 w 80658"/>
              <a:gd name="connsiteY30" fmla="*/ 501664 h 584418"/>
              <a:gd name="connsiteX31" fmla="*/ 34483 w 80658"/>
              <a:gd name="connsiteY31" fmla="*/ 453269 h 584418"/>
              <a:gd name="connsiteX32" fmla="*/ 82878 w 80658"/>
              <a:gd name="connsiteY32" fmla="*/ 505342 h 584418"/>
              <a:gd name="connsiteX33" fmla="*/ 42549 w 80658"/>
              <a:gd name="connsiteY33" fmla="*/ 586001 h 584418"/>
              <a:gd name="connsiteX34" fmla="*/ 2220 w 80658"/>
              <a:gd name="connsiteY34" fmla="*/ 505342 h 584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80658" h="584418">
                <a:moveTo>
                  <a:pt x="50614" y="1582"/>
                </a:moveTo>
                <a:lnTo>
                  <a:pt x="50614" y="49977"/>
                </a:lnTo>
                <a:lnTo>
                  <a:pt x="34482" y="49977"/>
                </a:lnTo>
                <a:lnTo>
                  <a:pt x="34482" y="1583"/>
                </a:lnTo>
                <a:close/>
                <a:moveTo>
                  <a:pt x="50614" y="66109"/>
                </a:moveTo>
                <a:lnTo>
                  <a:pt x="50614" y="114504"/>
                </a:lnTo>
                <a:lnTo>
                  <a:pt x="34482" y="114504"/>
                </a:lnTo>
                <a:lnTo>
                  <a:pt x="34482" y="66109"/>
                </a:lnTo>
                <a:close/>
                <a:moveTo>
                  <a:pt x="50614" y="130636"/>
                </a:moveTo>
                <a:lnTo>
                  <a:pt x="50614" y="179030"/>
                </a:lnTo>
                <a:lnTo>
                  <a:pt x="34483" y="179030"/>
                </a:lnTo>
                <a:lnTo>
                  <a:pt x="34482" y="130636"/>
                </a:lnTo>
                <a:close/>
                <a:moveTo>
                  <a:pt x="50614" y="195162"/>
                </a:moveTo>
                <a:lnTo>
                  <a:pt x="50614" y="243557"/>
                </a:lnTo>
                <a:lnTo>
                  <a:pt x="34483" y="243557"/>
                </a:lnTo>
                <a:lnTo>
                  <a:pt x="34483" y="195162"/>
                </a:lnTo>
                <a:close/>
                <a:moveTo>
                  <a:pt x="50614" y="259689"/>
                </a:moveTo>
                <a:lnTo>
                  <a:pt x="50614" y="308084"/>
                </a:lnTo>
                <a:lnTo>
                  <a:pt x="34483" y="308084"/>
                </a:lnTo>
                <a:lnTo>
                  <a:pt x="34483" y="259689"/>
                </a:lnTo>
                <a:close/>
                <a:moveTo>
                  <a:pt x="50614" y="324215"/>
                </a:moveTo>
                <a:lnTo>
                  <a:pt x="50614" y="372610"/>
                </a:lnTo>
                <a:lnTo>
                  <a:pt x="34483" y="372610"/>
                </a:lnTo>
                <a:lnTo>
                  <a:pt x="34483" y="324215"/>
                </a:lnTo>
                <a:close/>
                <a:moveTo>
                  <a:pt x="50614" y="388742"/>
                </a:moveTo>
                <a:lnTo>
                  <a:pt x="50614" y="437137"/>
                </a:lnTo>
                <a:lnTo>
                  <a:pt x="34483" y="437137"/>
                </a:lnTo>
                <a:lnTo>
                  <a:pt x="34483" y="388742"/>
                </a:lnTo>
                <a:close/>
                <a:moveTo>
                  <a:pt x="50614" y="453269"/>
                </a:moveTo>
                <a:lnTo>
                  <a:pt x="50614" y="501664"/>
                </a:lnTo>
                <a:lnTo>
                  <a:pt x="34483" y="501664"/>
                </a:lnTo>
                <a:lnTo>
                  <a:pt x="34483" y="453269"/>
                </a:lnTo>
                <a:close/>
                <a:moveTo>
                  <a:pt x="82878" y="505342"/>
                </a:moveTo>
                <a:lnTo>
                  <a:pt x="42549" y="586001"/>
                </a:lnTo>
                <a:lnTo>
                  <a:pt x="2220" y="505342"/>
                </a:lnTo>
                <a:close/>
              </a:path>
            </a:pathLst>
          </a:custGeom>
          <a:solidFill>
            <a:srgbClr val="D74514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74" name="任意多边形: 形状 173">
            <a:extLst>
              <a:ext uri="{FF2B5EF4-FFF2-40B4-BE49-F238E27FC236}">
                <a16:creationId xmlns:a16="http://schemas.microsoft.com/office/drawing/2014/main" id="{9B9DD537-1CC9-4D1A-B232-17DF46A39E0B}"/>
              </a:ext>
            </a:extLst>
          </p:cNvPr>
          <p:cNvSpPr/>
          <p:nvPr/>
        </p:nvSpPr>
        <p:spPr>
          <a:xfrm flipV="1">
            <a:off x="6413793" y="4284267"/>
            <a:ext cx="80658" cy="584418"/>
          </a:xfrm>
          <a:custGeom>
            <a:avLst/>
            <a:gdLst>
              <a:gd name="connsiteX0" fmla="*/ 52062 w 80658"/>
              <a:gd name="connsiteY0" fmla="*/ 1582 h 584418"/>
              <a:gd name="connsiteX1" fmla="*/ 52062 w 80658"/>
              <a:gd name="connsiteY1" fmla="*/ 49977 h 584418"/>
              <a:gd name="connsiteX2" fmla="*/ 35930 w 80658"/>
              <a:gd name="connsiteY2" fmla="*/ 49977 h 584418"/>
              <a:gd name="connsiteX3" fmla="*/ 35930 w 80658"/>
              <a:gd name="connsiteY3" fmla="*/ 1583 h 584418"/>
              <a:gd name="connsiteX4" fmla="*/ 52062 w 80658"/>
              <a:gd name="connsiteY4" fmla="*/ 66109 h 584418"/>
              <a:gd name="connsiteX5" fmla="*/ 52062 w 80658"/>
              <a:gd name="connsiteY5" fmla="*/ 114504 h 584418"/>
              <a:gd name="connsiteX6" fmla="*/ 35930 w 80658"/>
              <a:gd name="connsiteY6" fmla="*/ 114504 h 584418"/>
              <a:gd name="connsiteX7" fmla="*/ 35930 w 80658"/>
              <a:gd name="connsiteY7" fmla="*/ 66109 h 584418"/>
              <a:gd name="connsiteX8" fmla="*/ 52062 w 80658"/>
              <a:gd name="connsiteY8" fmla="*/ 130636 h 584418"/>
              <a:gd name="connsiteX9" fmla="*/ 52062 w 80658"/>
              <a:gd name="connsiteY9" fmla="*/ 179030 h 584418"/>
              <a:gd name="connsiteX10" fmla="*/ 35931 w 80658"/>
              <a:gd name="connsiteY10" fmla="*/ 179030 h 584418"/>
              <a:gd name="connsiteX11" fmla="*/ 35930 w 80658"/>
              <a:gd name="connsiteY11" fmla="*/ 130636 h 584418"/>
              <a:gd name="connsiteX12" fmla="*/ 52062 w 80658"/>
              <a:gd name="connsiteY12" fmla="*/ 195162 h 584418"/>
              <a:gd name="connsiteX13" fmla="*/ 52062 w 80658"/>
              <a:gd name="connsiteY13" fmla="*/ 243557 h 584418"/>
              <a:gd name="connsiteX14" fmla="*/ 35931 w 80658"/>
              <a:gd name="connsiteY14" fmla="*/ 243557 h 584418"/>
              <a:gd name="connsiteX15" fmla="*/ 35931 w 80658"/>
              <a:gd name="connsiteY15" fmla="*/ 195162 h 584418"/>
              <a:gd name="connsiteX16" fmla="*/ 52062 w 80658"/>
              <a:gd name="connsiteY16" fmla="*/ 259689 h 584418"/>
              <a:gd name="connsiteX17" fmla="*/ 52062 w 80658"/>
              <a:gd name="connsiteY17" fmla="*/ 308084 h 584418"/>
              <a:gd name="connsiteX18" fmla="*/ 35931 w 80658"/>
              <a:gd name="connsiteY18" fmla="*/ 308084 h 584418"/>
              <a:gd name="connsiteX19" fmla="*/ 35931 w 80658"/>
              <a:gd name="connsiteY19" fmla="*/ 259689 h 584418"/>
              <a:gd name="connsiteX20" fmla="*/ 52062 w 80658"/>
              <a:gd name="connsiteY20" fmla="*/ 324215 h 584418"/>
              <a:gd name="connsiteX21" fmla="*/ 52062 w 80658"/>
              <a:gd name="connsiteY21" fmla="*/ 372610 h 584418"/>
              <a:gd name="connsiteX22" fmla="*/ 35931 w 80658"/>
              <a:gd name="connsiteY22" fmla="*/ 372610 h 584418"/>
              <a:gd name="connsiteX23" fmla="*/ 35931 w 80658"/>
              <a:gd name="connsiteY23" fmla="*/ 324215 h 584418"/>
              <a:gd name="connsiteX24" fmla="*/ 52062 w 80658"/>
              <a:gd name="connsiteY24" fmla="*/ 388742 h 584418"/>
              <a:gd name="connsiteX25" fmla="*/ 52062 w 80658"/>
              <a:gd name="connsiteY25" fmla="*/ 437137 h 584418"/>
              <a:gd name="connsiteX26" fmla="*/ 35931 w 80658"/>
              <a:gd name="connsiteY26" fmla="*/ 437137 h 584418"/>
              <a:gd name="connsiteX27" fmla="*/ 35931 w 80658"/>
              <a:gd name="connsiteY27" fmla="*/ 388742 h 584418"/>
              <a:gd name="connsiteX28" fmla="*/ 52062 w 80658"/>
              <a:gd name="connsiteY28" fmla="*/ 453269 h 584418"/>
              <a:gd name="connsiteX29" fmla="*/ 52062 w 80658"/>
              <a:gd name="connsiteY29" fmla="*/ 501664 h 584418"/>
              <a:gd name="connsiteX30" fmla="*/ 35931 w 80658"/>
              <a:gd name="connsiteY30" fmla="*/ 501664 h 584418"/>
              <a:gd name="connsiteX31" fmla="*/ 35931 w 80658"/>
              <a:gd name="connsiteY31" fmla="*/ 453269 h 584418"/>
              <a:gd name="connsiteX32" fmla="*/ 84326 w 80658"/>
              <a:gd name="connsiteY32" fmla="*/ 505342 h 584418"/>
              <a:gd name="connsiteX33" fmla="*/ 43997 w 80658"/>
              <a:gd name="connsiteY33" fmla="*/ 586001 h 584418"/>
              <a:gd name="connsiteX34" fmla="*/ 3668 w 80658"/>
              <a:gd name="connsiteY34" fmla="*/ 505342 h 584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80658" h="584418">
                <a:moveTo>
                  <a:pt x="52062" y="1582"/>
                </a:moveTo>
                <a:lnTo>
                  <a:pt x="52062" y="49977"/>
                </a:lnTo>
                <a:lnTo>
                  <a:pt x="35930" y="49977"/>
                </a:lnTo>
                <a:lnTo>
                  <a:pt x="35930" y="1583"/>
                </a:lnTo>
                <a:close/>
                <a:moveTo>
                  <a:pt x="52062" y="66109"/>
                </a:moveTo>
                <a:lnTo>
                  <a:pt x="52062" y="114504"/>
                </a:lnTo>
                <a:lnTo>
                  <a:pt x="35930" y="114504"/>
                </a:lnTo>
                <a:lnTo>
                  <a:pt x="35930" y="66109"/>
                </a:lnTo>
                <a:close/>
                <a:moveTo>
                  <a:pt x="52062" y="130636"/>
                </a:moveTo>
                <a:lnTo>
                  <a:pt x="52062" y="179030"/>
                </a:lnTo>
                <a:lnTo>
                  <a:pt x="35931" y="179030"/>
                </a:lnTo>
                <a:lnTo>
                  <a:pt x="35930" y="130636"/>
                </a:lnTo>
                <a:close/>
                <a:moveTo>
                  <a:pt x="52062" y="195162"/>
                </a:moveTo>
                <a:lnTo>
                  <a:pt x="52062" y="243557"/>
                </a:lnTo>
                <a:lnTo>
                  <a:pt x="35931" y="243557"/>
                </a:lnTo>
                <a:lnTo>
                  <a:pt x="35931" y="195162"/>
                </a:lnTo>
                <a:close/>
                <a:moveTo>
                  <a:pt x="52062" y="259689"/>
                </a:moveTo>
                <a:lnTo>
                  <a:pt x="52062" y="308084"/>
                </a:lnTo>
                <a:lnTo>
                  <a:pt x="35931" y="308084"/>
                </a:lnTo>
                <a:lnTo>
                  <a:pt x="35931" y="259689"/>
                </a:lnTo>
                <a:close/>
                <a:moveTo>
                  <a:pt x="52062" y="324215"/>
                </a:moveTo>
                <a:lnTo>
                  <a:pt x="52062" y="372610"/>
                </a:lnTo>
                <a:lnTo>
                  <a:pt x="35931" y="372610"/>
                </a:lnTo>
                <a:lnTo>
                  <a:pt x="35931" y="324215"/>
                </a:lnTo>
                <a:close/>
                <a:moveTo>
                  <a:pt x="52062" y="388742"/>
                </a:moveTo>
                <a:lnTo>
                  <a:pt x="52062" y="437137"/>
                </a:lnTo>
                <a:lnTo>
                  <a:pt x="35931" y="437137"/>
                </a:lnTo>
                <a:lnTo>
                  <a:pt x="35931" y="388742"/>
                </a:lnTo>
                <a:close/>
                <a:moveTo>
                  <a:pt x="52062" y="453269"/>
                </a:moveTo>
                <a:lnTo>
                  <a:pt x="52062" y="501664"/>
                </a:lnTo>
                <a:lnTo>
                  <a:pt x="35931" y="501664"/>
                </a:lnTo>
                <a:lnTo>
                  <a:pt x="35931" y="453269"/>
                </a:lnTo>
                <a:close/>
                <a:moveTo>
                  <a:pt x="84326" y="505342"/>
                </a:moveTo>
                <a:lnTo>
                  <a:pt x="43997" y="586001"/>
                </a:lnTo>
                <a:lnTo>
                  <a:pt x="3668" y="505342"/>
                </a:lnTo>
                <a:close/>
              </a:path>
            </a:pathLst>
          </a:custGeom>
          <a:solidFill>
            <a:srgbClr val="D74514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75" name="任意多边形: 形状 174">
            <a:extLst>
              <a:ext uri="{FF2B5EF4-FFF2-40B4-BE49-F238E27FC236}">
                <a16:creationId xmlns:a16="http://schemas.microsoft.com/office/drawing/2014/main" id="{A369BC34-456C-4795-A83A-435621F3C30E}"/>
              </a:ext>
            </a:extLst>
          </p:cNvPr>
          <p:cNvSpPr/>
          <p:nvPr/>
        </p:nvSpPr>
        <p:spPr>
          <a:xfrm flipV="1">
            <a:off x="8960246" y="4284267"/>
            <a:ext cx="80658" cy="581515"/>
          </a:xfrm>
          <a:custGeom>
            <a:avLst/>
            <a:gdLst>
              <a:gd name="connsiteX0" fmla="*/ 53509 w 80658"/>
              <a:gd name="connsiteY0" fmla="*/ 1582 h 581515"/>
              <a:gd name="connsiteX1" fmla="*/ 53509 w 80658"/>
              <a:gd name="connsiteY1" fmla="*/ 49977 h 581515"/>
              <a:gd name="connsiteX2" fmla="*/ 37377 w 80658"/>
              <a:gd name="connsiteY2" fmla="*/ 49977 h 581515"/>
              <a:gd name="connsiteX3" fmla="*/ 37377 w 80658"/>
              <a:gd name="connsiteY3" fmla="*/ 1583 h 581515"/>
              <a:gd name="connsiteX4" fmla="*/ 53509 w 80658"/>
              <a:gd name="connsiteY4" fmla="*/ 66109 h 581515"/>
              <a:gd name="connsiteX5" fmla="*/ 53509 w 80658"/>
              <a:gd name="connsiteY5" fmla="*/ 114504 h 581515"/>
              <a:gd name="connsiteX6" fmla="*/ 37377 w 80658"/>
              <a:gd name="connsiteY6" fmla="*/ 114504 h 581515"/>
              <a:gd name="connsiteX7" fmla="*/ 37377 w 80658"/>
              <a:gd name="connsiteY7" fmla="*/ 66109 h 581515"/>
              <a:gd name="connsiteX8" fmla="*/ 53509 w 80658"/>
              <a:gd name="connsiteY8" fmla="*/ 130636 h 581515"/>
              <a:gd name="connsiteX9" fmla="*/ 53509 w 80658"/>
              <a:gd name="connsiteY9" fmla="*/ 179030 h 581515"/>
              <a:gd name="connsiteX10" fmla="*/ 37378 w 80658"/>
              <a:gd name="connsiteY10" fmla="*/ 179030 h 581515"/>
              <a:gd name="connsiteX11" fmla="*/ 37377 w 80658"/>
              <a:gd name="connsiteY11" fmla="*/ 130636 h 581515"/>
              <a:gd name="connsiteX12" fmla="*/ 53509 w 80658"/>
              <a:gd name="connsiteY12" fmla="*/ 195162 h 581515"/>
              <a:gd name="connsiteX13" fmla="*/ 53509 w 80658"/>
              <a:gd name="connsiteY13" fmla="*/ 243557 h 581515"/>
              <a:gd name="connsiteX14" fmla="*/ 37378 w 80658"/>
              <a:gd name="connsiteY14" fmla="*/ 243557 h 581515"/>
              <a:gd name="connsiteX15" fmla="*/ 37378 w 80658"/>
              <a:gd name="connsiteY15" fmla="*/ 195162 h 581515"/>
              <a:gd name="connsiteX16" fmla="*/ 53509 w 80658"/>
              <a:gd name="connsiteY16" fmla="*/ 259689 h 581515"/>
              <a:gd name="connsiteX17" fmla="*/ 53509 w 80658"/>
              <a:gd name="connsiteY17" fmla="*/ 308084 h 581515"/>
              <a:gd name="connsiteX18" fmla="*/ 37378 w 80658"/>
              <a:gd name="connsiteY18" fmla="*/ 308084 h 581515"/>
              <a:gd name="connsiteX19" fmla="*/ 37378 w 80658"/>
              <a:gd name="connsiteY19" fmla="*/ 259689 h 581515"/>
              <a:gd name="connsiteX20" fmla="*/ 53509 w 80658"/>
              <a:gd name="connsiteY20" fmla="*/ 324215 h 581515"/>
              <a:gd name="connsiteX21" fmla="*/ 53509 w 80658"/>
              <a:gd name="connsiteY21" fmla="*/ 372610 h 581515"/>
              <a:gd name="connsiteX22" fmla="*/ 37378 w 80658"/>
              <a:gd name="connsiteY22" fmla="*/ 372610 h 581515"/>
              <a:gd name="connsiteX23" fmla="*/ 37378 w 80658"/>
              <a:gd name="connsiteY23" fmla="*/ 324215 h 581515"/>
              <a:gd name="connsiteX24" fmla="*/ 53509 w 80658"/>
              <a:gd name="connsiteY24" fmla="*/ 388742 h 581515"/>
              <a:gd name="connsiteX25" fmla="*/ 53509 w 80658"/>
              <a:gd name="connsiteY25" fmla="*/ 437137 h 581515"/>
              <a:gd name="connsiteX26" fmla="*/ 37378 w 80658"/>
              <a:gd name="connsiteY26" fmla="*/ 437137 h 581515"/>
              <a:gd name="connsiteX27" fmla="*/ 37378 w 80658"/>
              <a:gd name="connsiteY27" fmla="*/ 388742 h 581515"/>
              <a:gd name="connsiteX28" fmla="*/ 53509 w 80658"/>
              <a:gd name="connsiteY28" fmla="*/ 453269 h 581515"/>
              <a:gd name="connsiteX29" fmla="*/ 53509 w 80658"/>
              <a:gd name="connsiteY29" fmla="*/ 501664 h 581515"/>
              <a:gd name="connsiteX30" fmla="*/ 37378 w 80658"/>
              <a:gd name="connsiteY30" fmla="*/ 501664 h 581515"/>
              <a:gd name="connsiteX31" fmla="*/ 37378 w 80658"/>
              <a:gd name="connsiteY31" fmla="*/ 453269 h 581515"/>
              <a:gd name="connsiteX32" fmla="*/ 85773 w 80658"/>
              <a:gd name="connsiteY32" fmla="*/ 502440 h 581515"/>
              <a:gd name="connsiteX33" fmla="*/ 45444 w 80658"/>
              <a:gd name="connsiteY33" fmla="*/ 583098 h 581515"/>
              <a:gd name="connsiteX34" fmla="*/ 5115 w 80658"/>
              <a:gd name="connsiteY34" fmla="*/ 502440 h 58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80658" h="581515">
                <a:moveTo>
                  <a:pt x="53509" y="1582"/>
                </a:moveTo>
                <a:lnTo>
                  <a:pt x="53509" y="49977"/>
                </a:lnTo>
                <a:lnTo>
                  <a:pt x="37377" y="49977"/>
                </a:lnTo>
                <a:lnTo>
                  <a:pt x="37377" y="1583"/>
                </a:lnTo>
                <a:close/>
                <a:moveTo>
                  <a:pt x="53509" y="66109"/>
                </a:moveTo>
                <a:lnTo>
                  <a:pt x="53509" y="114504"/>
                </a:lnTo>
                <a:lnTo>
                  <a:pt x="37377" y="114504"/>
                </a:lnTo>
                <a:lnTo>
                  <a:pt x="37377" y="66109"/>
                </a:lnTo>
                <a:close/>
                <a:moveTo>
                  <a:pt x="53509" y="130636"/>
                </a:moveTo>
                <a:lnTo>
                  <a:pt x="53509" y="179030"/>
                </a:lnTo>
                <a:lnTo>
                  <a:pt x="37378" y="179030"/>
                </a:lnTo>
                <a:lnTo>
                  <a:pt x="37377" y="130636"/>
                </a:lnTo>
                <a:close/>
                <a:moveTo>
                  <a:pt x="53509" y="195162"/>
                </a:moveTo>
                <a:lnTo>
                  <a:pt x="53509" y="243557"/>
                </a:lnTo>
                <a:lnTo>
                  <a:pt x="37378" y="243557"/>
                </a:lnTo>
                <a:lnTo>
                  <a:pt x="37378" y="195162"/>
                </a:lnTo>
                <a:close/>
                <a:moveTo>
                  <a:pt x="53509" y="259689"/>
                </a:moveTo>
                <a:lnTo>
                  <a:pt x="53509" y="308084"/>
                </a:lnTo>
                <a:lnTo>
                  <a:pt x="37378" y="308084"/>
                </a:lnTo>
                <a:lnTo>
                  <a:pt x="37378" y="259689"/>
                </a:lnTo>
                <a:close/>
                <a:moveTo>
                  <a:pt x="53509" y="324215"/>
                </a:moveTo>
                <a:lnTo>
                  <a:pt x="53509" y="372610"/>
                </a:lnTo>
                <a:lnTo>
                  <a:pt x="37378" y="372610"/>
                </a:lnTo>
                <a:lnTo>
                  <a:pt x="37378" y="324215"/>
                </a:lnTo>
                <a:close/>
                <a:moveTo>
                  <a:pt x="53509" y="388742"/>
                </a:moveTo>
                <a:lnTo>
                  <a:pt x="53509" y="437137"/>
                </a:lnTo>
                <a:lnTo>
                  <a:pt x="37378" y="437137"/>
                </a:lnTo>
                <a:lnTo>
                  <a:pt x="37378" y="388742"/>
                </a:lnTo>
                <a:close/>
                <a:moveTo>
                  <a:pt x="53509" y="453269"/>
                </a:moveTo>
                <a:lnTo>
                  <a:pt x="53509" y="501664"/>
                </a:lnTo>
                <a:lnTo>
                  <a:pt x="37378" y="501664"/>
                </a:lnTo>
                <a:lnTo>
                  <a:pt x="37378" y="453269"/>
                </a:lnTo>
                <a:close/>
                <a:moveTo>
                  <a:pt x="85773" y="502440"/>
                </a:moveTo>
                <a:lnTo>
                  <a:pt x="45444" y="583098"/>
                </a:lnTo>
                <a:lnTo>
                  <a:pt x="5115" y="502440"/>
                </a:lnTo>
                <a:close/>
              </a:path>
            </a:pathLst>
          </a:custGeom>
          <a:solidFill>
            <a:srgbClr val="D74514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76" name="任意多边形: 形状 175">
            <a:extLst>
              <a:ext uri="{FF2B5EF4-FFF2-40B4-BE49-F238E27FC236}">
                <a16:creationId xmlns:a16="http://schemas.microsoft.com/office/drawing/2014/main" id="{7B6394FE-F335-47E9-A00C-F4A86BD4B159}"/>
              </a:ext>
            </a:extLst>
          </p:cNvPr>
          <p:cNvSpPr/>
          <p:nvPr/>
        </p:nvSpPr>
        <p:spPr>
          <a:xfrm flipV="1">
            <a:off x="9620030" y="4953002"/>
            <a:ext cx="1639475" cy="93941"/>
          </a:xfrm>
          <a:custGeom>
            <a:avLst/>
            <a:gdLst>
              <a:gd name="connsiteX0" fmla="*/ 5467 w 1639475"/>
              <a:gd name="connsiteY0" fmla="*/ 1967 h 93941"/>
              <a:gd name="connsiteX1" fmla="*/ 53861 w 1639475"/>
              <a:gd name="connsiteY1" fmla="*/ 1967 h 93941"/>
              <a:gd name="connsiteX2" fmla="*/ 53861 w 1639475"/>
              <a:gd name="connsiteY2" fmla="*/ 18099 h 93941"/>
              <a:gd name="connsiteX3" fmla="*/ 5467 w 1639475"/>
              <a:gd name="connsiteY3" fmla="*/ 18099 h 93941"/>
              <a:gd name="connsiteX4" fmla="*/ 69993 w 1639475"/>
              <a:gd name="connsiteY4" fmla="*/ 1967 h 93941"/>
              <a:gd name="connsiteX5" fmla="*/ 118388 w 1639475"/>
              <a:gd name="connsiteY5" fmla="*/ 1967 h 93941"/>
              <a:gd name="connsiteX6" fmla="*/ 118388 w 1639475"/>
              <a:gd name="connsiteY6" fmla="*/ 18099 h 93941"/>
              <a:gd name="connsiteX7" fmla="*/ 69993 w 1639475"/>
              <a:gd name="connsiteY7" fmla="*/ 18099 h 93941"/>
              <a:gd name="connsiteX8" fmla="*/ 134520 w 1639475"/>
              <a:gd name="connsiteY8" fmla="*/ 1967 h 93941"/>
              <a:gd name="connsiteX9" fmla="*/ 182914 w 1639475"/>
              <a:gd name="connsiteY9" fmla="*/ 1967 h 93941"/>
              <a:gd name="connsiteX10" fmla="*/ 182914 w 1639475"/>
              <a:gd name="connsiteY10" fmla="*/ 18099 h 93941"/>
              <a:gd name="connsiteX11" fmla="*/ 134520 w 1639475"/>
              <a:gd name="connsiteY11" fmla="*/ 18099 h 93941"/>
              <a:gd name="connsiteX12" fmla="*/ 199046 w 1639475"/>
              <a:gd name="connsiteY12" fmla="*/ 1967 h 93941"/>
              <a:gd name="connsiteX13" fmla="*/ 247441 w 1639475"/>
              <a:gd name="connsiteY13" fmla="*/ 1967 h 93941"/>
              <a:gd name="connsiteX14" fmla="*/ 247441 w 1639475"/>
              <a:gd name="connsiteY14" fmla="*/ 18099 h 93941"/>
              <a:gd name="connsiteX15" fmla="*/ 199046 w 1639475"/>
              <a:gd name="connsiteY15" fmla="*/ 18099 h 93941"/>
              <a:gd name="connsiteX16" fmla="*/ 263573 w 1639475"/>
              <a:gd name="connsiteY16" fmla="*/ 1967 h 93941"/>
              <a:gd name="connsiteX17" fmla="*/ 311968 w 1639475"/>
              <a:gd name="connsiteY17" fmla="*/ 1967 h 93941"/>
              <a:gd name="connsiteX18" fmla="*/ 311968 w 1639475"/>
              <a:gd name="connsiteY18" fmla="*/ 18099 h 93941"/>
              <a:gd name="connsiteX19" fmla="*/ 263573 w 1639475"/>
              <a:gd name="connsiteY19" fmla="*/ 18099 h 93941"/>
              <a:gd name="connsiteX20" fmla="*/ 328099 w 1639475"/>
              <a:gd name="connsiteY20" fmla="*/ 1967 h 93941"/>
              <a:gd name="connsiteX21" fmla="*/ 376494 w 1639475"/>
              <a:gd name="connsiteY21" fmla="*/ 1967 h 93941"/>
              <a:gd name="connsiteX22" fmla="*/ 376494 w 1639475"/>
              <a:gd name="connsiteY22" fmla="*/ 18099 h 93941"/>
              <a:gd name="connsiteX23" fmla="*/ 328099 w 1639475"/>
              <a:gd name="connsiteY23" fmla="*/ 18099 h 93941"/>
              <a:gd name="connsiteX24" fmla="*/ 392626 w 1639475"/>
              <a:gd name="connsiteY24" fmla="*/ 1967 h 93941"/>
              <a:gd name="connsiteX25" fmla="*/ 441021 w 1639475"/>
              <a:gd name="connsiteY25" fmla="*/ 1967 h 93941"/>
              <a:gd name="connsiteX26" fmla="*/ 441021 w 1639475"/>
              <a:gd name="connsiteY26" fmla="*/ 18099 h 93941"/>
              <a:gd name="connsiteX27" fmla="*/ 392626 w 1639475"/>
              <a:gd name="connsiteY27" fmla="*/ 18099 h 93941"/>
              <a:gd name="connsiteX28" fmla="*/ 457153 w 1639475"/>
              <a:gd name="connsiteY28" fmla="*/ 1967 h 93941"/>
              <a:gd name="connsiteX29" fmla="*/ 505548 w 1639475"/>
              <a:gd name="connsiteY29" fmla="*/ 1967 h 93941"/>
              <a:gd name="connsiteX30" fmla="*/ 505548 w 1639475"/>
              <a:gd name="connsiteY30" fmla="*/ 18099 h 93941"/>
              <a:gd name="connsiteX31" fmla="*/ 457153 w 1639475"/>
              <a:gd name="connsiteY31" fmla="*/ 18099 h 93941"/>
              <a:gd name="connsiteX32" fmla="*/ 521678 w 1639475"/>
              <a:gd name="connsiteY32" fmla="*/ 1967 h 93941"/>
              <a:gd name="connsiteX33" fmla="*/ 570073 w 1639475"/>
              <a:gd name="connsiteY33" fmla="*/ 1967 h 93941"/>
              <a:gd name="connsiteX34" fmla="*/ 570073 w 1639475"/>
              <a:gd name="connsiteY34" fmla="*/ 18099 h 93941"/>
              <a:gd name="connsiteX35" fmla="*/ 521678 w 1639475"/>
              <a:gd name="connsiteY35" fmla="*/ 18099 h 93941"/>
              <a:gd name="connsiteX36" fmla="*/ 586206 w 1639475"/>
              <a:gd name="connsiteY36" fmla="*/ 1967 h 93941"/>
              <a:gd name="connsiteX37" fmla="*/ 634600 w 1639475"/>
              <a:gd name="connsiteY37" fmla="*/ 1967 h 93941"/>
              <a:gd name="connsiteX38" fmla="*/ 634600 w 1639475"/>
              <a:gd name="connsiteY38" fmla="*/ 18099 h 93941"/>
              <a:gd name="connsiteX39" fmla="*/ 586206 w 1639475"/>
              <a:gd name="connsiteY39" fmla="*/ 18099 h 93941"/>
              <a:gd name="connsiteX40" fmla="*/ 650733 w 1639475"/>
              <a:gd name="connsiteY40" fmla="*/ 1967 h 93941"/>
              <a:gd name="connsiteX41" fmla="*/ 699128 w 1639475"/>
              <a:gd name="connsiteY41" fmla="*/ 1967 h 93941"/>
              <a:gd name="connsiteX42" fmla="*/ 699128 w 1639475"/>
              <a:gd name="connsiteY42" fmla="*/ 18099 h 93941"/>
              <a:gd name="connsiteX43" fmla="*/ 650733 w 1639475"/>
              <a:gd name="connsiteY43" fmla="*/ 18099 h 93941"/>
              <a:gd name="connsiteX44" fmla="*/ 715258 w 1639475"/>
              <a:gd name="connsiteY44" fmla="*/ 1967 h 93941"/>
              <a:gd name="connsiteX45" fmla="*/ 763653 w 1639475"/>
              <a:gd name="connsiteY45" fmla="*/ 1967 h 93941"/>
              <a:gd name="connsiteX46" fmla="*/ 763653 w 1639475"/>
              <a:gd name="connsiteY46" fmla="*/ 18099 h 93941"/>
              <a:gd name="connsiteX47" fmla="*/ 715258 w 1639475"/>
              <a:gd name="connsiteY47" fmla="*/ 18099 h 93941"/>
              <a:gd name="connsiteX48" fmla="*/ 779785 w 1639475"/>
              <a:gd name="connsiteY48" fmla="*/ 1967 h 93941"/>
              <a:gd name="connsiteX49" fmla="*/ 828180 w 1639475"/>
              <a:gd name="connsiteY49" fmla="*/ 1967 h 93941"/>
              <a:gd name="connsiteX50" fmla="*/ 828180 w 1639475"/>
              <a:gd name="connsiteY50" fmla="*/ 18099 h 93941"/>
              <a:gd name="connsiteX51" fmla="*/ 779785 w 1639475"/>
              <a:gd name="connsiteY51" fmla="*/ 18099 h 93941"/>
              <a:gd name="connsiteX52" fmla="*/ 844312 w 1639475"/>
              <a:gd name="connsiteY52" fmla="*/ 1967 h 93941"/>
              <a:gd name="connsiteX53" fmla="*/ 892707 w 1639475"/>
              <a:gd name="connsiteY53" fmla="*/ 1967 h 93941"/>
              <a:gd name="connsiteX54" fmla="*/ 892707 w 1639475"/>
              <a:gd name="connsiteY54" fmla="*/ 18099 h 93941"/>
              <a:gd name="connsiteX55" fmla="*/ 844312 w 1639475"/>
              <a:gd name="connsiteY55" fmla="*/ 18099 h 93941"/>
              <a:gd name="connsiteX56" fmla="*/ 908838 w 1639475"/>
              <a:gd name="connsiteY56" fmla="*/ 1967 h 93941"/>
              <a:gd name="connsiteX57" fmla="*/ 957233 w 1639475"/>
              <a:gd name="connsiteY57" fmla="*/ 1967 h 93941"/>
              <a:gd name="connsiteX58" fmla="*/ 957233 w 1639475"/>
              <a:gd name="connsiteY58" fmla="*/ 18099 h 93941"/>
              <a:gd name="connsiteX59" fmla="*/ 908838 w 1639475"/>
              <a:gd name="connsiteY59" fmla="*/ 18099 h 93941"/>
              <a:gd name="connsiteX60" fmla="*/ 973365 w 1639475"/>
              <a:gd name="connsiteY60" fmla="*/ 1967 h 93941"/>
              <a:gd name="connsiteX61" fmla="*/ 1021760 w 1639475"/>
              <a:gd name="connsiteY61" fmla="*/ 1967 h 93941"/>
              <a:gd name="connsiteX62" fmla="*/ 1021760 w 1639475"/>
              <a:gd name="connsiteY62" fmla="*/ 18099 h 93941"/>
              <a:gd name="connsiteX63" fmla="*/ 973365 w 1639475"/>
              <a:gd name="connsiteY63" fmla="*/ 18099 h 93941"/>
              <a:gd name="connsiteX64" fmla="*/ 1037892 w 1639475"/>
              <a:gd name="connsiteY64" fmla="*/ 1967 h 93941"/>
              <a:gd name="connsiteX65" fmla="*/ 1086287 w 1639475"/>
              <a:gd name="connsiteY65" fmla="*/ 1967 h 93941"/>
              <a:gd name="connsiteX66" fmla="*/ 1086287 w 1639475"/>
              <a:gd name="connsiteY66" fmla="*/ 18099 h 93941"/>
              <a:gd name="connsiteX67" fmla="*/ 1037892 w 1639475"/>
              <a:gd name="connsiteY67" fmla="*/ 18099 h 93941"/>
              <a:gd name="connsiteX68" fmla="*/ 1102417 w 1639475"/>
              <a:gd name="connsiteY68" fmla="*/ 1967 h 93941"/>
              <a:gd name="connsiteX69" fmla="*/ 1150812 w 1639475"/>
              <a:gd name="connsiteY69" fmla="*/ 1967 h 93941"/>
              <a:gd name="connsiteX70" fmla="*/ 1150812 w 1639475"/>
              <a:gd name="connsiteY70" fmla="*/ 18099 h 93941"/>
              <a:gd name="connsiteX71" fmla="*/ 1102417 w 1639475"/>
              <a:gd name="connsiteY71" fmla="*/ 18099 h 93941"/>
              <a:gd name="connsiteX72" fmla="*/ 1166945 w 1639475"/>
              <a:gd name="connsiteY72" fmla="*/ 1967 h 93941"/>
              <a:gd name="connsiteX73" fmla="*/ 1215340 w 1639475"/>
              <a:gd name="connsiteY73" fmla="*/ 1967 h 93941"/>
              <a:gd name="connsiteX74" fmla="*/ 1215340 w 1639475"/>
              <a:gd name="connsiteY74" fmla="*/ 18099 h 93941"/>
              <a:gd name="connsiteX75" fmla="*/ 1166945 w 1639475"/>
              <a:gd name="connsiteY75" fmla="*/ 18099 h 93941"/>
              <a:gd name="connsiteX76" fmla="*/ 1231472 w 1639475"/>
              <a:gd name="connsiteY76" fmla="*/ 1967 h 93941"/>
              <a:gd name="connsiteX77" fmla="*/ 1279867 w 1639475"/>
              <a:gd name="connsiteY77" fmla="*/ 1967 h 93941"/>
              <a:gd name="connsiteX78" fmla="*/ 1279867 w 1639475"/>
              <a:gd name="connsiteY78" fmla="*/ 18099 h 93941"/>
              <a:gd name="connsiteX79" fmla="*/ 1231472 w 1639475"/>
              <a:gd name="connsiteY79" fmla="*/ 18099 h 93941"/>
              <a:gd name="connsiteX80" fmla="*/ 1295997 w 1639475"/>
              <a:gd name="connsiteY80" fmla="*/ 1967 h 93941"/>
              <a:gd name="connsiteX81" fmla="*/ 1344392 w 1639475"/>
              <a:gd name="connsiteY81" fmla="*/ 1967 h 93941"/>
              <a:gd name="connsiteX82" fmla="*/ 1344392 w 1639475"/>
              <a:gd name="connsiteY82" fmla="*/ 18099 h 93941"/>
              <a:gd name="connsiteX83" fmla="*/ 1295997 w 1639475"/>
              <a:gd name="connsiteY83" fmla="*/ 18099 h 93941"/>
              <a:gd name="connsiteX84" fmla="*/ 1360524 w 1639475"/>
              <a:gd name="connsiteY84" fmla="*/ 1967 h 93941"/>
              <a:gd name="connsiteX85" fmla="*/ 1408919 w 1639475"/>
              <a:gd name="connsiteY85" fmla="*/ 1967 h 93941"/>
              <a:gd name="connsiteX86" fmla="*/ 1408919 w 1639475"/>
              <a:gd name="connsiteY86" fmla="*/ 18099 h 93941"/>
              <a:gd name="connsiteX87" fmla="*/ 1360524 w 1639475"/>
              <a:gd name="connsiteY87" fmla="*/ 18099 h 93941"/>
              <a:gd name="connsiteX88" fmla="*/ 1425051 w 1639475"/>
              <a:gd name="connsiteY88" fmla="*/ 1967 h 93941"/>
              <a:gd name="connsiteX89" fmla="*/ 1473446 w 1639475"/>
              <a:gd name="connsiteY89" fmla="*/ 1967 h 93941"/>
              <a:gd name="connsiteX90" fmla="*/ 1473446 w 1639475"/>
              <a:gd name="connsiteY90" fmla="*/ 18099 h 93941"/>
              <a:gd name="connsiteX91" fmla="*/ 1425051 w 1639475"/>
              <a:gd name="connsiteY91" fmla="*/ 18099 h 93941"/>
              <a:gd name="connsiteX92" fmla="*/ 1489577 w 1639475"/>
              <a:gd name="connsiteY92" fmla="*/ 1967 h 93941"/>
              <a:gd name="connsiteX93" fmla="*/ 1537972 w 1639475"/>
              <a:gd name="connsiteY93" fmla="*/ 1967 h 93941"/>
              <a:gd name="connsiteX94" fmla="*/ 1537972 w 1639475"/>
              <a:gd name="connsiteY94" fmla="*/ 18099 h 93941"/>
              <a:gd name="connsiteX95" fmla="*/ 1489577 w 1639475"/>
              <a:gd name="connsiteY95" fmla="*/ 18099 h 93941"/>
              <a:gd name="connsiteX96" fmla="*/ 1554104 w 1639475"/>
              <a:gd name="connsiteY96" fmla="*/ 1967 h 93941"/>
              <a:gd name="connsiteX97" fmla="*/ 1602499 w 1639475"/>
              <a:gd name="connsiteY97" fmla="*/ 1967 h 93941"/>
              <a:gd name="connsiteX98" fmla="*/ 1602499 w 1639475"/>
              <a:gd name="connsiteY98" fmla="*/ 18099 h 93941"/>
              <a:gd name="connsiteX99" fmla="*/ 1554104 w 1639475"/>
              <a:gd name="connsiteY99" fmla="*/ 18099 h 93941"/>
              <a:gd name="connsiteX100" fmla="*/ 1644942 w 1639475"/>
              <a:gd name="connsiteY100" fmla="*/ 15251 h 93941"/>
              <a:gd name="connsiteX101" fmla="*/ 1604612 w 1639475"/>
              <a:gd name="connsiteY101" fmla="*/ 95909 h 93941"/>
              <a:gd name="connsiteX102" fmla="*/ 1564284 w 1639475"/>
              <a:gd name="connsiteY102" fmla="*/ 15251 h 9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1639475" h="93941">
                <a:moveTo>
                  <a:pt x="5467" y="1967"/>
                </a:moveTo>
                <a:lnTo>
                  <a:pt x="53861" y="1967"/>
                </a:lnTo>
                <a:lnTo>
                  <a:pt x="53861" y="18099"/>
                </a:lnTo>
                <a:lnTo>
                  <a:pt x="5467" y="18099"/>
                </a:lnTo>
                <a:close/>
                <a:moveTo>
                  <a:pt x="69993" y="1967"/>
                </a:moveTo>
                <a:lnTo>
                  <a:pt x="118388" y="1967"/>
                </a:lnTo>
                <a:lnTo>
                  <a:pt x="118388" y="18099"/>
                </a:lnTo>
                <a:lnTo>
                  <a:pt x="69993" y="18099"/>
                </a:lnTo>
                <a:close/>
                <a:moveTo>
                  <a:pt x="134520" y="1967"/>
                </a:moveTo>
                <a:lnTo>
                  <a:pt x="182914" y="1967"/>
                </a:lnTo>
                <a:lnTo>
                  <a:pt x="182914" y="18099"/>
                </a:lnTo>
                <a:lnTo>
                  <a:pt x="134520" y="18099"/>
                </a:lnTo>
                <a:close/>
                <a:moveTo>
                  <a:pt x="199046" y="1967"/>
                </a:moveTo>
                <a:lnTo>
                  <a:pt x="247441" y="1967"/>
                </a:lnTo>
                <a:lnTo>
                  <a:pt x="247441" y="18099"/>
                </a:lnTo>
                <a:lnTo>
                  <a:pt x="199046" y="18099"/>
                </a:lnTo>
                <a:close/>
                <a:moveTo>
                  <a:pt x="263573" y="1967"/>
                </a:moveTo>
                <a:lnTo>
                  <a:pt x="311968" y="1967"/>
                </a:lnTo>
                <a:lnTo>
                  <a:pt x="311968" y="18099"/>
                </a:lnTo>
                <a:lnTo>
                  <a:pt x="263573" y="18099"/>
                </a:lnTo>
                <a:close/>
                <a:moveTo>
                  <a:pt x="328099" y="1967"/>
                </a:moveTo>
                <a:lnTo>
                  <a:pt x="376494" y="1967"/>
                </a:lnTo>
                <a:lnTo>
                  <a:pt x="376494" y="18099"/>
                </a:lnTo>
                <a:lnTo>
                  <a:pt x="328099" y="18099"/>
                </a:lnTo>
                <a:close/>
                <a:moveTo>
                  <a:pt x="392626" y="1967"/>
                </a:moveTo>
                <a:lnTo>
                  <a:pt x="441021" y="1967"/>
                </a:lnTo>
                <a:lnTo>
                  <a:pt x="441021" y="18099"/>
                </a:lnTo>
                <a:lnTo>
                  <a:pt x="392626" y="18099"/>
                </a:lnTo>
                <a:close/>
                <a:moveTo>
                  <a:pt x="457153" y="1967"/>
                </a:moveTo>
                <a:lnTo>
                  <a:pt x="505548" y="1967"/>
                </a:lnTo>
                <a:lnTo>
                  <a:pt x="505548" y="18099"/>
                </a:lnTo>
                <a:lnTo>
                  <a:pt x="457153" y="18099"/>
                </a:lnTo>
                <a:close/>
                <a:moveTo>
                  <a:pt x="521678" y="1967"/>
                </a:moveTo>
                <a:lnTo>
                  <a:pt x="570073" y="1967"/>
                </a:lnTo>
                <a:lnTo>
                  <a:pt x="570073" y="18099"/>
                </a:lnTo>
                <a:lnTo>
                  <a:pt x="521678" y="18099"/>
                </a:lnTo>
                <a:close/>
                <a:moveTo>
                  <a:pt x="586206" y="1967"/>
                </a:moveTo>
                <a:lnTo>
                  <a:pt x="634600" y="1967"/>
                </a:lnTo>
                <a:lnTo>
                  <a:pt x="634600" y="18099"/>
                </a:lnTo>
                <a:lnTo>
                  <a:pt x="586206" y="18099"/>
                </a:lnTo>
                <a:close/>
                <a:moveTo>
                  <a:pt x="650733" y="1967"/>
                </a:moveTo>
                <a:lnTo>
                  <a:pt x="699128" y="1967"/>
                </a:lnTo>
                <a:lnTo>
                  <a:pt x="699128" y="18099"/>
                </a:lnTo>
                <a:lnTo>
                  <a:pt x="650733" y="18099"/>
                </a:lnTo>
                <a:close/>
                <a:moveTo>
                  <a:pt x="715258" y="1967"/>
                </a:moveTo>
                <a:lnTo>
                  <a:pt x="763653" y="1967"/>
                </a:lnTo>
                <a:lnTo>
                  <a:pt x="763653" y="18099"/>
                </a:lnTo>
                <a:lnTo>
                  <a:pt x="715258" y="18099"/>
                </a:lnTo>
                <a:close/>
                <a:moveTo>
                  <a:pt x="779785" y="1967"/>
                </a:moveTo>
                <a:lnTo>
                  <a:pt x="828180" y="1967"/>
                </a:lnTo>
                <a:lnTo>
                  <a:pt x="828180" y="18099"/>
                </a:lnTo>
                <a:lnTo>
                  <a:pt x="779785" y="18099"/>
                </a:lnTo>
                <a:close/>
                <a:moveTo>
                  <a:pt x="844312" y="1967"/>
                </a:moveTo>
                <a:lnTo>
                  <a:pt x="892707" y="1967"/>
                </a:lnTo>
                <a:lnTo>
                  <a:pt x="892707" y="18099"/>
                </a:lnTo>
                <a:lnTo>
                  <a:pt x="844312" y="18099"/>
                </a:lnTo>
                <a:close/>
                <a:moveTo>
                  <a:pt x="908838" y="1967"/>
                </a:moveTo>
                <a:lnTo>
                  <a:pt x="957233" y="1967"/>
                </a:lnTo>
                <a:lnTo>
                  <a:pt x="957233" y="18099"/>
                </a:lnTo>
                <a:lnTo>
                  <a:pt x="908838" y="18099"/>
                </a:lnTo>
                <a:close/>
                <a:moveTo>
                  <a:pt x="973365" y="1967"/>
                </a:moveTo>
                <a:lnTo>
                  <a:pt x="1021760" y="1967"/>
                </a:lnTo>
                <a:lnTo>
                  <a:pt x="1021760" y="18099"/>
                </a:lnTo>
                <a:lnTo>
                  <a:pt x="973365" y="18099"/>
                </a:lnTo>
                <a:close/>
                <a:moveTo>
                  <a:pt x="1037892" y="1967"/>
                </a:moveTo>
                <a:lnTo>
                  <a:pt x="1086287" y="1967"/>
                </a:lnTo>
                <a:lnTo>
                  <a:pt x="1086287" y="18099"/>
                </a:lnTo>
                <a:lnTo>
                  <a:pt x="1037892" y="18099"/>
                </a:lnTo>
                <a:close/>
                <a:moveTo>
                  <a:pt x="1102417" y="1967"/>
                </a:moveTo>
                <a:lnTo>
                  <a:pt x="1150812" y="1967"/>
                </a:lnTo>
                <a:lnTo>
                  <a:pt x="1150812" y="18099"/>
                </a:lnTo>
                <a:lnTo>
                  <a:pt x="1102417" y="18099"/>
                </a:lnTo>
                <a:close/>
                <a:moveTo>
                  <a:pt x="1166945" y="1967"/>
                </a:moveTo>
                <a:lnTo>
                  <a:pt x="1215340" y="1967"/>
                </a:lnTo>
                <a:lnTo>
                  <a:pt x="1215340" y="18099"/>
                </a:lnTo>
                <a:lnTo>
                  <a:pt x="1166945" y="18099"/>
                </a:lnTo>
                <a:close/>
                <a:moveTo>
                  <a:pt x="1231472" y="1967"/>
                </a:moveTo>
                <a:lnTo>
                  <a:pt x="1279867" y="1967"/>
                </a:lnTo>
                <a:lnTo>
                  <a:pt x="1279867" y="18099"/>
                </a:lnTo>
                <a:lnTo>
                  <a:pt x="1231472" y="18099"/>
                </a:lnTo>
                <a:close/>
                <a:moveTo>
                  <a:pt x="1295997" y="1967"/>
                </a:moveTo>
                <a:lnTo>
                  <a:pt x="1344392" y="1967"/>
                </a:lnTo>
                <a:lnTo>
                  <a:pt x="1344392" y="18099"/>
                </a:lnTo>
                <a:lnTo>
                  <a:pt x="1295997" y="18099"/>
                </a:lnTo>
                <a:close/>
                <a:moveTo>
                  <a:pt x="1360524" y="1967"/>
                </a:moveTo>
                <a:lnTo>
                  <a:pt x="1408919" y="1967"/>
                </a:lnTo>
                <a:lnTo>
                  <a:pt x="1408919" y="18099"/>
                </a:lnTo>
                <a:lnTo>
                  <a:pt x="1360524" y="18099"/>
                </a:lnTo>
                <a:close/>
                <a:moveTo>
                  <a:pt x="1425051" y="1967"/>
                </a:moveTo>
                <a:lnTo>
                  <a:pt x="1473446" y="1967"/>
                </a:lnTo>
                <a:lnTo>
                  <a:pt x="1473446" y="18099"/>
                </a:lnTo>
                <a:lnTo>
                  <a:pt x="1425051" y="18099"/>
                </a:lnTo>
                <a:close/>
                <a:moveTo>
                  <a:pt x="1489577" y="1967"/>
                </a:moveTo>
                <a:lnTo>
                  <a:pt x="1537972" y="1967"/>
                </a:lnTo>
                <a:lnTo>
                  <a:pt x="1537972" y="18099"/>
                </a:lnTo>
                <a:lnTo>
                  <a:pt x="1489577" y="18099"/>
                </a:lnTo>
                <a:close/>
                <a:moveTo>
                  <a:pt x="1554104" y="1967"/>
                </a:moveTo>
                <a:lnTo>
                  <a:pt x="1602499" y="1967"/>
                </a:lnTo>
                <a:lnTo>
                  <a:pt x="1602499" y="18099"/>
                </a:lnTo>
                <a:lnTo>
                  <a:pt x="1554104" y="18099"/>
                </a:lnTo>
                <a:close/>
                <a:moveTo>
                  <a:pt x="1644942" y="15251"/>
                </a:moveTo>
                <a:lnTo>
                  <a:pt x="1604612" y="95909"/>
                </a:lnTo>
                <a:lnTo>
                  <a:pt x="1564284" y="15251"/>
                </a:lnTo>
                <a:close/>
              </a:path>
            </a:pathLst>
          </a:custGeom>
          <a:solidFill>
            <a:srgbClr val="D74514"/>
          </a:solidFill>
          <a:ln w="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6B7E9079-3AA0-41D4-BDB3-0664F2DC29E6}"/>
              </a:ext>
            </a:extLst>
          </p:cNvPr>
          <p:cNvSpPr txBox="1"/>
          <p:nvPr/>
        </p:nvSpPr>
        <p:spPr>
          <a:xfrm>
            <a:off x="78137" y="4881762"/>
            <a:ext cx="668589" cy="30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solidFill>
                  <a:srgbClr val="000000"/>
                </a:solidFill>
                <a:latin typeface="微软雅黑"/>
                <a:ea typeface="微软雅黑"/>
                <a:sym typeface="微软雅黑"/>
                <a:rtl val="0"/>
              </a:rPr>
              <a:t>页目录</a:t>
            </a:r>
          </a:p>
        </p:txBody>
      </p:sp>
    </p:spTree>
    <p:extLst>
      <p:ext uri="{BB962C8B-B14F-4D97-AF65-F5344CB8AC3E}">
        <p14:creationId xmlns:p14="http://schemas.microsoft.com/office/powerpoint/2010/main" val="34358663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>
            <a:extLst>
              <a:ext uri="{FF2B5EF4-FFF2-40B4-BE49-F238E27FC236}">
                <a16:creationId xmlns:a16="http://schemas.microsoft.com/office/drawing/2014/main" id="{F64B2BC9-446C-4543-96DC-210B4F517BF1}"/>
              </a:ext>
            </a:extLst>
          </p:cNvPr>
          <p:cNvGrpSpPr/>
          <p:nvPr/>
        </p:nvGrpSpPr>
        <p:grpSpPr>
          <a:xfrm>
            <a:off x="0" y="-17432"/>
            <a:ext cx="5975684" cy="3102010"/>
            <a:chOff x="1068404" y="1094606"/>
            <a:chExt cx="5975684" cy="3102010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37071080-9411-4D00-8850-63A563C3B7AB}"/>
                </a:ext>
              </a:extLst>
            </p:cNvPr>
            <p:cNvGrpSpPr/>
            <p:nvPr/>
          </p:nvGrpSpPr>
          <p:grpSpPr>
            <a:xfrm>
              <a:off x="1068404" y="1094607"/>
              <a:ext cx="2704699" cy="3102009"/>
              <a:chOff x="1068404" y="1094607"/>
              <a:chExt cx="2704699" cy="2587343"/>
            </a:xfrm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4DE226A7-9B90-4DAC-BE4E-C0B9E787B564}"/>
                  </a:ext>
                </a:extLst>
              </p:cNvPr>
              <p:cNvSpPr/>
              <p:nvPr/>
            </p:nvSpPr>
            <p:spPr>
              <a:xfrm>
                <a:off x="1068404" y="1094608"/>
                <a:ext cx="2704699" cy="2587342"/>
              </a:xfrm>
              <a:prstGeom prst="rect">
                <a:avLst/>
              </a:prstGeom>
              <a:solidFill>
                <a:srgbClr val="FEF8F6"/>
              </a:solidFill>
              <a:ln w="17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883C4C7-6631-4A6D-AF9E-B4D9074AE657}"/>
                  </a:ext>
                </a:extLst>
              </p:cNvPr>
              <p:cNvSpPr txBox="1"/>
              <p:nvPr/>
            </p:nvSpPr>
            <p:spPr>
              <a:xfrm>
                <a:off x="1068404" y="1094607"/>
                <a:ext cx="270469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spc="0" baseline="0" dirty="0">
                    <a:solidFill>
                      <a:srgbClr val="000000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线程栈帧</a:t>
                </a:r>
              </a:p>
            </p:txBody>
          </p: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4794C3D7-0093-40F7-80A9-0927920824D5}"/>
                </a:ext>
              </a:extLst>
            </p:cNvPr>
            <p:cNvGrpSpPr/>
            <p:nvPr/>
          </p:nvGrpSpPr>
          <p:grpSpPr>
            <a:xfrm>
              <a:off x="4339389" y="1094606"/>
              <a:ext cx="2704699" cy="3102008"/>
              <a:chOff x="1068404" y="1094607"/>
              <a:chExt cx="2704699" cy="3102008"/>
            </a:xfrm>
          </p:grpSpPr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43F0AFAC-BF20-45B8-BD93-62EBE8FCD567}"/>
                  </a:ext>
                </a:extLst>
              </p:cNvPr>
              <p:cNvSpPr/>
              <p:nvPr/>
            </p:nvSpPr>
            <p:spPr>
              <a:xfrm>
                <a:off x="1068404" y="1094607"/>
                <a:ext cx="2704699" cy="3102008"/>
              </a:xfrm>
              <a:prstGeom prst="rect">
                <a:avLst/>
              </a:prstGeom>
              <a:solidFill>
                <a:srgbClr val="FEF8F6"/>
              </a:solidFill>
              <a:ln w="17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ABAEEFD7-66C2-42A7-BA5B-026C4AFD4293}"/>
                  </a:ext>
                </a:extLst>
              </p:cNvPr>
              <p:cNvSpPr txBox="1"/>
              <p:nvPr/>
            </p:nvSpPr>
            <p:spPr>
              <a:xfrm>
                <a:off x="1068404" y="1094607"/>
                <a:ext cx="270469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spc="0" baseline="0" dirty="0">
                    <a:solidFill>
                      <a:srgbClr val="000000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对象</a:t>
                </a:r>
              </a:p>
            </p:txBody>
          </p:sp>
        </p:grp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E52CBAD9-3D67-48CB-ACEF-BF837774B640}"/>
                </a:ext>
              </a:extLst>
            </p:cNvPr>
            <p:cNvSpPr/>
            <p:nvPr/>
          </p:nvSpPr>
          <p:spPr>
            <a:xfrm>
              <a:off x="4456499" y="1448239"/>
              <a:ext cx="2461840" cy="357242"/>
            </a:xfrm>
            <a:prstGeom prst="rect">
              <a:avLst/>
            </a:prstGeom>
            <a:solidFill>
              <a:srgbClr val="D74514"/>
            </a:solidFill>
            <a:ln w="17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en-US" altLang="zh-CN" sz="1400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hashcode</a:t>
              </a:r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age 0 01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0C6E9AB-C1F0-444B-B5E8-0D2DBE6D3407}"/>
                </a:ext>
              </a:extLst>
            </p:cNvPr>
            <p:cNvSpPr/>
            <p:nvPr/>
          </p:nvSpPr>
          <p:spPr>
            <a:xfrm>
              <a:off x="4456498" y="1913460"/>
              <a:ext cx="2461840" cy="357242"/>
            </a:xfrm>
            <a:prstGeom prst="rect">
              <a:avLst/>
            </a:prstGeom>
            <a:solidFill>
              <a:srgbClr val="D74514"/>
            </a:solidFill>
            <a:ln w="17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class word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91FF905B-EB25-4942-B05C-1100F9D67BCB}"/>
                </a:ext>
              </a:extLst>
            </p:cNvPr>
            <p:cNvSpPr/>
            <p:nvPr/>
          </p:nvSpPr>
          <p:spPr>
            <a:xfrm>
              <a:off x="4456498" y="2381889"/>
              <a:ext cx="2461840" cy="1678051"/>
            </a:xfrm>
            <a:prstGeom prst="rect">
              <a:avLst/>
            </a:prstGeom>
            <a:solidFill>
              <a:srgbClr val="D74514"/>
            </a:solidFill>
            <a:ln w="17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实例数据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对齐填充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3BBA0CC-AA17-4EC7-811C-4E8A77F4C80A}"/>
                </a:ext>
              </a:extLst>
            </p:cNvPr>
            <p:cNvSpPr/>
            <p:nvPr/>
          </p:nvSpPr>
          <p:spPr>
            <a:xfrm>
              <a:off x="1193533" y="2792432"/>
              <a:ext cx="2454441" cy="1267509"/>
            </a:xfrm>
            <a:prstGeom prst="rect">
              <a:avLst/>
            </a:prstGeom>
            <a:solidFill>
              <a:srgbClr val="F8CCB9"/>
            </a:solidFill>
            <a:ln w="17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495BE755-242A-4B50-ACC9-37373F467EA7}"/>
                </a:ext>
              </a:extLst>
            </p:cNvPr>
            <p:cNvSpPr/>
            <p:nvPr/>
          </p:nvSpPr>
          <p:spPr>
            <a:xfrm>
              <a:off x="1310280" y="3593115"/>
              <a:ext cx="2222191" cy="357242"/>
            </a:xfrm>
            <a:prstGeom prst="rect">
              <a:avLst/>
            </a:prstGeom>
            <a:solidFill>
              <a:srgbClr val="D74514"/>
            </a:solidFill>
            <a:ln w="17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对象引用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37EE370-D805-479E-A7D4-44E3EA5AB64F}"/>
                </a:ext>
              </a:extLst>
            </p:cNvPr>
            <p:cNvSpPr/>
            <p:nvPr/>
          </p:nvSpPr>
          <p:spPr>
            <a:xfrm>
              <a:off x="1310280" y="3134062"/>
              <a:ext cx="2222192" cy="357242"/>
            </a:xfrm>
            <a:prstGeom prst="rect">
              <a:avLst/>
            </a:prstGeom>
            <a:solidFill>
              <a:srgbClr val="D74514"/>
            </a:solidFill>
            <a:ln w="17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en-US" altLang="zh-CN" sz="1400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ptr_to_lock_record</a:t>
              </a:r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00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AFB410EA-2DF0-41B0-802B-3C3A52A4A249}"/>
                </a:ext>
              </a:extLst>
            </p:cNvPr>
            <p:cNvSpPr txBox="1"/>
            <p:nvPr/>
          </p:nvSpPr>
          <p:spPr>
            <a:xfrm>
              <a:off x="1193533" y="2809359"/>
              <a:ext cx="24544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spc="0" baseline="0" dirty="0">
                  <a:solidFill>
                    <a:srgbClr val="000000"/>
                  </a:solidFill>
                  <a:latin typeface="微软雅黑"/>
                  <a:ea typeface="微软雅黑"/>
                  <a:sym typeface="微软雅黑"/>
                  <a:rtl val="0"/>
                </a:rPr>
                <a:t>锁记录</a:t>
              </a:r>
            </a:p>
          </p:txBody>
        </p:sp>
        <p:cxnSp>
          <p:nvCxnSpPr>
            <p:cNvPr id="40" name="连接符: 肘形 39">
              <a:extLst>
                <a:ext uri="{FF2B5EF4-FFF2-40B4-BE49-F238E27FC236}">
                  <a16:creationId xmlns:a16="http://schemas.microsoft.com/office/drawing/2014/main" id="{EE314468-54A4-4AF7-93A0-8B48624377E0}"/>
                </a:ext>
              </a:extLst>
            </p:cNvPr>
            <p:cNvCxnSpPr>
              <a:stCxn id="10" idx="3"/>
              <a:endCxn id="7" idx="3"/>
            </p:cNvCxnSpPr>
            <p:nvPr/>
          </p:nvCxnSpPr>
          <p:spPr>
            <a:xfrm>
              <a:off x="3532472" y="3312683"/>
              <a:ext cx="115502" cy="113504"/>
            </a:xfrm>
            <a:prstGeom prst="bentConnector3">
              <a:avLst>
                <a:gd name="adj1" fmla="val 449516"/>
              </a:avLst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081A4B98-5091-4187-B6EF-A7567ECA6C1F}"/>
              </a:ext>
            </a:extLst>
          </p:cNvPr>
          <p:cNvGrpSpPr/>
          <p:nvPr/>
        </p:nvGrpSpPr>
        <p:grpSpPr>
          <a:xfrm>
            <a:off x="0" y="3429000"/>
            <a:ext cx="5975684" cy="3102010"/>
            <a:chOff x="1068404" y="1094606"/>
            <a:chExt cx="5975684" cy="3102010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C0EEBB45-0522-437D-87A8-74BF80AD0C32}"/>
                </a:ext>
              </a:extLst>
            </p:cNvPr>
            <p:cNvGrpSpPr/>
            <p:nvPr/>
          </p:nvGrpSpPr>
          <p:grpSpPr>
            <a:xfrm>
              <a:off x="1068404" y="1094607"/>
              <a:ext cx="2704699" cy="3102009"/>
              <a:chOff x="1068404" y="1094607"/>
              <a:chExt cx="2704699" cy="2587343"/>
            </a:xfrm>
          </p:grpSpPr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1781730A-0A72-4035-B23A-EAFF1DD83A95}"/>
                  </a:ext>
                </a:extLst>
              </p:cNvPr>
              <p:cNvSpPr/>
              <p:nvPr/>
            </p:nvSpPr>
            <p:spPr>
              <a:xfrm>
                <a:off x="1068404" y="1094608"/>
                <a:ext cx="2704699" cy="2587342"/>
              </a:xfrm>
              <a:prstGeom prst="rect">
                <a:avLst/>
              </a:prstGeom>
              <a:solidFill>
                <a:srgbClr val="FEF8F6"/>
              </a:solidFill>
              <a:ln w="17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9A13635A-E2B0-4A7E-9434-E05D7435AF08}"/>
                  </a:ext>
                </a:extLst>
              </p:cNvPr>
              <p:cNvSpPr txBox="1"/>
              <p:nvPr/>
            </p:nvSpPr>
            <p:spPr>
              <a:xfrm>
                <a:off x="1068404" y="1094607"/>
                <a:ext cx="270469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spc="0" baseline="0" dirty="0">
                    <a:solidFill>
                      <a:srgbClr val="000000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线程栈帧</a:t>
                </a:r>
              </a:p>
            </p:txBody>
          </p:sp>
        </p:grp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A560F359-CEB6-4F86-BA52-393CA3E42755}"/>
                </a:ext>
              </a:extLst>
            </p:cNvPr>
            <p:cNvGrpSpPr/>
            <p:nvPr/>
          </p:nvGrpSpPr>
          <p:grpSpPr>
            <a:xfrm>
              <a:off x="4339389" y="1094606"/>
              <a:ext cx="2704699" cy="3102008"/>
              <a:chOff x="1068404" y="1094607"/>
              <a:chExt cx="2704699" cy="3102008"/>
            </a:xfrm>
          </p:grpSpPr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B67AD17F-4248-4A40-B111-56FE41963FE0}"/>
                  </a:ext>
                </a:extLst>
              </p:cNvPr>
              <p:cNvSpPr/>
              <p:nvPr/>
            </p:nvSpPr>
            <p:spPr>
              <a:xfrm>
                <a:off x="1068404" y="1094607"/>
                <a:ext cx="2704699" cy="3102008"/>
              </a:xfrm>
              <a:prstGeom prst="rect">
                <a:avLst/>
              </a:prstGeom>
              <a:solidFill>
                <a:srgbClr val="FEF8F6"/>
              </a:solidFill>
              <a:ln w="17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46BBEBC4-4FBC-4F23-A167-47A153CE4DA2}"/>
                  </a:ext>
                </a:extLst>
              </p:cNvPr>
              <p:cNvSpPr txBox="1"/>
              <p:nvPr/>
            </p:nvSpPr>
            <p:spPr>
              <a:xfrm>
                <a:off x="1068404" y="1094607"/>
                <a:ext cx="270469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spc="0" baseline="0" dirty="0">
                    <a:solidFill>
                      <a:srgbClr val="000000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对象</a:t>
                </a:r>
              </a:p>
            </p:txBody>
          </p:sp>
        </p:grp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954E79BF-94DE-4D4B-A572-D87CB475B112}"/>
                </a:ext>
              </a:extLst>
            </p:cNvPr>
            <p:cNvSpPr/>
            <p:nvPr/>
          </p:nvSpPr>
          <p:spPr>
            <a:xfrm>
              <a:off x="4456498" y="1913460"/>
              <a:ext cx="2461840" cy="357242"/>
            </a:xfrm>
            <a:prstGeom prst="rect">
              <a:avLst/>
            </a:prstGeom>
            <a:solidFill>
              <a:srgbClr val="D74514"/>
            </a:solidFill>
            <a:ln w="17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class word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5E711A45-A0FF-464E-B144-AF921A5B6AB7}"/>
                </a:ext>
              </a:extLst>
            </p:cNvPr>
            <p:cNvSpPr/>
            <p:nvPr/>
          </p:nvSpPr>
          <p:spPr>
            <a:xfrm>
              <a:off x="4456498" y="2381889"/>
              <a:ext cx="2461840" cy="1678051"/>
            </a:xfrm>
            <a:prstGeom prst="rect">
              <a:avLst/>
            </a:prstGeom>
            <a:solidFill>
              <a:srgbClr val="D74514"/>
            </a:solidFill>
            <a:ln w="17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实例数据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对齐填充</a:t>
              </a: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95E07479-45FB-441A-A4D4-752E081DB590}"/>
                </a:ext>
              </a:extLst>
            </p:cNvPr>
            <p:cNvSpPr/>
            <p:nvPr/>
          </p:nvSpPr>
          <p:spPr>
            <a:xfrm>
              <a:off x="1193533" y="2792432"/>
              <a:ext cx="2454441" cy="1267509"/>
            </a:xfrm>
            <a:prstGeom prst="rect">
              <a:avLst/>
            </a:prstGeom>
            <a:solidFill>
              <a:srgbClr val="F8CCB9"/>
            </a:solidFill>
            <a:ln w="17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3CE1C5D7-F4EB-4DF3-9B8F-F5ACB6FF9415}"/>
                </a:ext>
              </a:extLst>
            </p:cNvPr>
            <p:cNvSpPr/>
            <p:nvPr/>
          </p:nvSpPr>
          <p:spPr>
            <a:xfrm>
              <a:off x="1310280" y="3593115"/>
              <a:ext cx="2222191" cy="357242"/>
            </a:xfrm>
            <a:prstGeom prst="rect">
              <a:avLst/>
            </a:prstGeom>
            <a:solidFill>
              <a:srgbClr val="D74514"/>
            </a:solidFill>
            <a:ln w="17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对象引用</a:t>
              </a: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2AE31B75-0596-4E71-B6AB-AD6E80D9EA0D}"/>
                </a:ext>
              </a:extLst>
            </p:cNvPr>
            <p:cNvSpPr/>
            <p:nvPr/>
          </p:nvSpPr>
          <p:spPr>
            <a:xfrm>
              <a:off x="4456498" y="1446535"/>
              <a:ext cx="2461840" cy="357242"/>
            </a:xfrm>
            <a:prstGeom prst="rect">
              <a:avLst/>
            </a:prstGeom>
            <a:solidFill>
              <a:srgbClr val="D74514"/>
            </a:solidFill>
            <a:ln w="17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en-US" altLang="zh-CN" sz="1400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ptr_to_lock_record</a:t>
              </a:r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00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01213A2C-EA5F-429A-B2C6-AA33DBE9ABA8}"/>
                </a:ext>
              </a:extLst>
            </p:cNvPr>
            <p:cNvSpPr txBox="1"/>
            <p:nvPr/>
          </p:nvSpPr>
          <p:spPr>
            <a:xfrm>
              <a:off x="1193533" y="2809359"/>
              <a:ext cx="24544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spc="0" baseline="0" dirty="0">
                  <a:solidFill>
                    <a:srgbClr val="000000"/>
                  </a:solidFill>
                  <a:latin typeface="微软雅黑"/>
                  <a:ea typeface="微软雅黑"/>
                  <a:sym typeface="微软雅黑"/>
                  <a:rtl val="0"/>
                </a:rPr>
                <a:t>锁记录</a:t>
              </a:r>
            </a:p>
          </p:txBody>
        </p:sp>
        <p:cxnSp>
          <p:nvCxnSpPr>
            <p:cNvPr id="31" name="连接符: 肘形 30">
              <a:extLst>
                <a:ext uri="{FF2B5EF4-FFF2-40B4-BE49-F238E27FC236}">
                  <a16:creationId xmlns:a16="http://schemas.microsoft.com/office/drawing/2014/main" id="{5D0674E8-1FD4-4FBE-9D0A-F359F9EC8AB4}"/>
                </a:ext>
              </a:extLst>
            </p:cNvPr>
            <p:cNvCxnSpPr>
              <a:cxnSpLocks/>
              <a:stCxn id="29" idx="1"/>
              <a:endCxn id="27" idx="3"/>
            </p:cNvCxnSpPr>
            <p:nvPr/>
          </p:nvCxnSpPr>
          <p:spPr>
            <a:xfrm rot="10800000" flipV="1">
              <a:off x="3647974" y="1625155"/>
              <a:ext cx="808524" cy="1801031"/>
            </a:xfrm>
            <a:prstGeom prst="bentConnector3">
              <a:avLst>
                <a:gd name="adj1" fmla="val 64726"/>
              </a:avLst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D04FFEC7-9719-4026-A1D1-F6E2701C8C0E}"/>
                </a:ext>
              </a:extLst>
            </p:cNvPr>
            <p:cNvSpPr/>
            <p:nvPr/>
          </p:nvSpPr>
          <p:spPr>
            <a:xfrm>
              <a:off x="1311264" y="3146843"/>
              <a:ext cx="2210960" cy="357242"/>
            </a:xfrm>
            <a:prstGeom prst="rect">
              <a:avLst/>
            </a:prstGeom>
            <a:solidFill>
              <a:srgbClr val="D74514"/>
            </a:solidFill>
            <a:ln w="17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en-US" altLang="zh-CN" sz="1400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hashcode</a:t>
              </a:r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age 0 01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3" name="连接符: 肘形 32">
              <a:extLst>
                <a:ext uri="{FF2B5EF4-FFF2-40B4-BE49-F238E27FC236}">
                  <a16:creationId xmlns:a16="http://schemas.microsoft.com/office/drawing/2014/main" id="{8841FE0D-0F3C-4971-9047-84A2D1097459}"/>
                </a:ext>
              </a:extLst>
            </p:cNvPr>
            <p:cNvCxnSpPr>
              <a:cxnSpLocks/>
              <a:stCxn id="28" idx="3"/>
              <a:endCxn id="34" idx="1"/>
            </p:cNvCxnSpPr>
            <p:nvPr/>
          </p:nvCxnSpPr>
          <p:spPr>
            <a:xfrm flipV="1">
              <a:off x="3532471" y="2645610"/>
              <a:ext cx="806918" cy="1126126"/>
            </a:xfrm>
            <a:prstGeom prst="bentConnector3">
              <a:avLst>
                <a:gd name="adj1" fmla="val 71248"/>
              </a:avLst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9FFEC0FA-C26D-49FA-BE91-22B49E43DB73}"/>
              </a:ext>
            </a:extLst>
          </p:cNvPr>
          <p:cNvGrpSpPr/>
          <p:nvPr/>
        </p:nvGrpSpPr>
        <p:grpSpPr>
          <a:xfrm>
            <a:off x="6216318" y="0"/>
            <a:ext cx="5975684" cy="3102010"/>
            <a:chOff x="1068404" y="1094606"/>
            <a:chExt cx="5975684" cy="3102010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E2CDEC5F-7690-49C1-8F5E-8B760B66348E}"/>
                </a:ext>
              </a:extLst>
            </p:cNvPr>
            <p:cNvGrpSpPr/>
            <p:nvPr/>
          </p:nvGrpSpPr>
          <p:grpSpPr>
            <a:xfrm>
              <a:off x="1068404" y="1094607"/>
              <a:ext cx="2704699" cy="3102009"/>
              <a:chOff x="1068404" y="1094607"/>
              <a:chExt cx="2704699" cy="2587343"/>
            </a:xfrm>
          </p:grpSpPr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C3946D05-A19A-4B81-B23D-E92D4ADA0FAD}"/>
                  </a:ext>
                </a:extLst>
              </p:cNvPr>
              <p:cNvSpPr/>
              <p:nvPr/>
            </p:nvSpPr>
            <p:spPr>
              <a:xfrm>
                <a:off x="1068404" y="1094608"/>
                <a:ext cx="2704699" cy="2587342"/>
              </a:xfrm>
              <a:prstGeom prst="rect">
                <a:avLst/>
              </a:prstGeom>
              <a:solidFill>
                <a:srgbClr val="FEF8F6"/>
              </a:solidFill>
              <a:ln w="17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BF5E9B89-FC2D-484F-938D-15B668FFB6C5}"/>
                  </a:ext>
                </a:extLst>
              </p:cNvPr>
              <p:cNvSpPr txBox="1"/>
              <p:nvPr/>
            </p:nvSpPr>
            <p:spPr>
              <a:xfrm>
                <a:off x="1068404" y="1094607"/>
                <a:ext cx="270469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spc="0" baseline="0" dirty="0">
                    <a:solidFill>
                      <a:srgbClr val="000000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线程栈帧</a:t>
                </a:r>
              </a:p>
            </p:txBody>
          </p:sp>
        </p:grp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C0DD41AB-716D-4FFC-A96D-50E2FBB339BD}"/>
                </a:ext>
              </a:extLst>
            </p:cNvPr>
            <p:cNvGrpSpPr/>
            <p:nvPr/>
          </p:nvGrpSpPr>
          <p:grpSpPr>
            <a:xfrm>
              <a:off x="4339389" y="1094606"/>
              <a:ext cx="2704699" cy="3102008"/>
              <a:chOff x="1068404" y="1094607"/>
              <a:chExt cx="2704699" cy="3102008"/>
            </a:xfrm>
          </p:grpSpPr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52D2F209-7426-4714-BFB2-B7EC9F35A1A0}"/>
                  </a:ext>
                </a:extLst>
              </p:cNvPr>
              <p:cNvSpPr/>
              <p:nvPr/>
            </p:nvSpPr>
            <p:spPr>
              <a:xfrm>
                <a:off x="1068404" y="1094607"/>
                <a:ext cx="2704699" cy="3102008"/>
              </a:xfrm>
              <a:prstGeom prst="rect">
                <a:avLst/>
              </a:prstGeom>
              <a:solidFill>
                <a:srgbClr val="FEF8F6"/>
              </a:solidFill>
              <a:ln w="17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901248A0-479B-4CD9-9073-2B7EEBA421D4}"/>
                  </a:ext>
                </a:extLst>
              </p:cNvPr>
              <p:cNvSpPr txBox="1"/>
              <p:nvPr/>
            </p:nvSpPr>
            <p:spPr>
              <a:xfrm>
                <a:off x="1068404" y="1094607"/>
                <a:ext cx="270469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spc="0" baseline="0" dirty="0">
                    <a:solidFill>
                      <a:srgbClr val="000000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对象</a:t>
                </a:r>
              </a:p>
            </p:txBody>
          </p:sp>
        </p:grp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A9D8DD45-2461-402F-AB5F-02C09BD7682F}"/>
                </a:ext>
              </a:extLst>
            </p:cNvPr>
            <p:cNvSpPr/>
            <p:nvPr/>
          </p:nvSpPr>
          <p:spPr>
            <a:xfrm>
              <a:off x="4456498" y="1913460"/>
              <a:ext cx="2461840" cy="357242"/>
            </a:xfrm>
            <a:prstGeom prst="rect">
              <a:avLst/>
            </a:prstGeom>
            <a:solidFill>
              <a:srgbClr val="D74514"/>
            </a:solidFill>
            <a:ln w="17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class word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BAD384D6-5BCE-49F6-8A0C-0F3D2AE27317}"/>
                </a:ext>
              </a:extLst>
            </p:cNvPr>
            <p:cNvSpPr/>
            <p:nvPr/>
          </p:nvSpPr>
          <p:spPr>
            <a:xfrm>
              <a:off x="4456498" y="2381889"/>
              <a:ext cx="2461840" cy="1678051"/>
            </a:xfrm>
            <a:prstGeom prst="rect">
              <a:avLst/>
            </a:prstGeom>
            <a:solidFill>
              <a:srgbClr val="D74514"/>
            </a:solidFill>
            <a:ln w="17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实例数据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对齐填充</a:t>
              </a: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32DE7F25-A758-4624-8641-B2AC7C49B501}"/>
                </a:ext>
              </a:extLst>
            </p:cNvPr>
            <p:cNvSpPr/>
            <p:nvPr/>
          </p:nvSpPr>
          <p:spPr>
            <a:xfrm>
              <a:off x="1193533" y="2792432"/>
              <a:ext cx="2454441" cy="1267509"/>
            </a:xfrm>
            <a:prstGeom prst="rect">
              <a:avLst/>
            </a:prstGeom>
            <a:solidFill>
              <a:srgbClr val="F8CCB9"/>
            </a:solidFill>
            <a:ln w="17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695B9860-EE44-48C5-9332-AB7071039A94}"/>
                </a:ext>
              </a:extLst>
            </p:cNvPr>
            <p:cNvSpPr/>
            <p:nvPr/>
          </p:nvSpPr>
          <p:spPr>
            <a:xfrm>
              <a:off x="1310280" y="3593115"/>
              <a:ext cx="2222191" cy="357242"/>
            </a:xfrm>
            <a:prstGeom prst="rect">
              <a:avLst/>
            </a:prstGeom>
            <a:solidFill>
              <a:srgbClr val="D74514"/>
            </a:solidFill>
            <a:ln w="17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对象引用</a:t>
              </a: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8EB9D09C-5D88-4FC0-88B1-6265FDE77F57}"/>
                </a:ext>
              </a:extLst>
            </p:cNvPr>
            <p:cNvSpPr/>
            <p:nvPr/>
          </p:nvSpPr>
          <p:spPr>
            <a:xfrm>
              <a:off x="4456498" y="1446535"/>
              <a:ext cx="2461840" cy="357242"/>
            </a:xfrm>
            <a:prstGeom prst="rect">
              <a:avLst/>
            </a:prstGeom>
            <a:solidFill>
              <a:srgbClr val="D74514"/>
            </a:solidFill>
            <a:ln w="17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en-US" altLang="zh-CN" sz="1400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ptr_to_lock_record</a:t>
              </a:r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00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35206FA6-9070-44A8-A2AE-6A8E6BA87197}"/>
                </a:ext>
              </a:extLst>
            </p:cNvPr>
            <p:cNvSpPr txBox="1"/>
            <p:nvPr/>
          </p:nvSpPr>
          <p:spPr>
            <a:xfrm>
              <a:off x="1193533" y="2809359"/>
              <a:ext cx="24544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spc="0" baseline="0" dirty="0">
                  <a:solidFill>
                    <a:srgbClr val="000000"/>
                  </a:solidFill>
                  <a:latin typeface="微软雅黑"/>
                  <a:ea typeface="微软雅黑"/>
                  <a:sym typeface="微软雅黑"/>
                  <a:rtl val="0"/>
                </a:rPr>
                <a:t>锁记录</a:t>
              </a:r>
            </a:p>
          </p:txBody>
        </p:sp>
        <p:cxnSp>
          <p:nvCxnSpPr>
            <p:cNvPr id="49" name="连接符: 肘形 48">
              <a:extLst>
                <a:ext uri="{FF2B5EF4-FFF2-40B4-BE49-F238E27FC236}">
                  <a16:creationId xmlns:a16="http://schemas.microsoft.com/office/drawing/2014/main" id="{563C5A37-2886-4B96-89DA-F63EE3FBD06B}"/>
                </a:ext>
              </a:extLst>
            </p:cNvPr>
            <p:cNvCxnSpPr>
              <a:cxnSpLocks/>
              <a:stCxn id="47" idx="1"/>
              <a:endCxn id="45" idx="3"/>
            </p:cNvCxnSpPr>
            <p:nvPr/>
          </p:nvCxnSpPr>
          <p:spPr>
            <a:xfrm rot="10800000" flipV="1">
              <a:off x="3647974" y="1625155"/>
              <a:ext cx="808524" cy="1801031"/>
            </a:xfrm>
            <a:prstGeom prst="bentConnector3">
              <a:avLst>
                <a:gd name="adj1" fmla="val 64726"/>
              </a:avLst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A4CA5293-81E7-489C-A4E0-EDDABF56B738}"/>
                </a:ext>
              </a:extLst>
            </p:cNvPr>
            <p:cNvSpPr/>
            <p:nvPr/>
          </p:nvSpPr>
          <p:spPr>
            <a:xfrm>
              <a:off x="1311264" y="3146843"/>
              <a:ext cx="2210960" cy="357242"/>
            </a:xfrm>
            <a:prstGeom prst="rect">
              <a:avLst/>
            </a:prstGeom>
            <a:solidFill>
              <a:srgbClr val="D74514"/>
            </a:solidFill>
            <a:ln w="17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en-US" altLang="zh-CN" sz="1400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hashcode</a:t>
              </a:r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age 0 01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1" name="连接符: 肘形 50">
              <a:extLst>
                <a:ext uri="{FF2B5EF4-FFF2-40B4-BE49-F238E27FC236}">
                  <a16:creationId xmlns:a16="http://schemas.microsoft.com/office/drawing/2014/main" id="{EFDEE1CA-EA62-4854-B4E6-3AEE35BCB57F}"/>
                </a:ext>
              </a:extLst>
            </p:cNvPr>
            <p:cNvCxnSpPr>
              <a:cxnSpLocks/>
              <a:stCxn id="46" idx="3"/>
              <a:endCxn id="57" idx="1"/>
            </p:cNvCxnSpPr>
            <p:nvPr/>
          </p:nvCxnSpPr>
          <p:spPr>
            <a:xfrm flipV="1">
              <a:off x="3532471" y="2645610"/>
              <a:ext cx="806918" cy="1126126"/>
            </a:xfrm>
            <a:prstGeom prst="bentConnector3">
              <a:avLst>
                <a:gd name="adj1" fmla="val 71248"/>
              </a:avLst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7F4A7B1C-A7D5-43B0-8B59-6A2E026CD489}"/>
                </a:ext>
              </a:extLst>
            </p:cNvPr>
            <p:cNvSpPr/>
            <p:nvPr/>
          </p:nvSpPr>
          <p:spPr>
            <a:xfrm>
              <a:off x="1193533" y="1402585"/>
              <a:ext cx="2454441" cy="1267509"/>
            </a:xfrm>
            <a:prstGeom prst="rect">
              <a:avLst/>
            </a:prstGeom>
            <a:solidFill>
              <a:srgbClr val="F8CCB9"/>
            </a:solidFill>
            <a:ln w="17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160B19F0-692A-478C-8505-CF86FD21959D}"/>
                </a:ext>
              </a:extLst>
            </p:cNvPr>
            <p:cNvSpPr/>
            <p:nvPr/>
          </p:nvSpPr>
          <p:spPr>
            <a:xfrm>
              <a:off x="1310280" y="2203268"/>
              <a:ext cx="2222191" cy="357242"/>
            </a:xfrm>
            <a:prstGeom prst="rect">
              <a:avLst/>
            </a:prstGeom>
            <a:solidFill>
              <a:srgbClr val="D74514"/>
            </a:solidFill>
            <a:ln w="17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对象引用</a:t>
              </a: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6AD71ABE-C73A-4022-A3AB-DA572F4ED604}"/>
                </a:ext>
              </a:extLst>
            </p:cNvPr>
            <p:cNvSpPr txBox="1"/>
            <p:nvPr/>
          </p:nvSpPr>
          <p:spPr>
            <a:xfrm>
              <a:off x="1193533" y="1419512"/>
              <a:ext cx="24544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spc="0" baseline="0" dirty="0">
                  <a:solidFill>
                    <a:srgbClr val="000000"/>
                  </a:solidFill>
                  <a:latin typeface="微软雅黑"/>
                  <a:ea typeface="微软雅黑"/>
                  <a:sym typeface="微软雅黑"/>
                  <a:rtl val="0"/>
                </a:rPr>
                <a:t>锁记录</a:t>
              </a:r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3B30270B-D37D-4ACA-8A1B-2F26CC067A41}"/>
                </a:ext>
              </a:extLst>
            </p:cNvPr>
            <p:cNvSpPr/>
            <p:nvPr/>
          </p:nvSpPr>
          <p:spPr>
            <a:xfrm>
              <a:off x="1311264" y="1756996"/>
              <a:ext cx="2210960" cy="357242"/>
            </a:xfrm>
            <a:prstGeom prst="rect">
              <a:avLst/>
            </a:prstGeom>
            <a:solidFill>
              <a:srgbClr val="D74514"/>
            </a:solidFill>
            <a:ln w="17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null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6" name="连接符: 肘形 55">
              <a:extLst>
                <a:ext uri="{FF2B5EF4-FFF2-40B4-BE49-F238E27FC236}">
                  <a16:creationId xmlns:a16="http://schemas.microsoft.com/office/drawing/2014/main" id="{DAB5DDEA-1AE1-42E1-B65B-D4DB6217DE0D}"/>
                </a:ext>
              </a:extLst>
            </p:cNvPr>
            <p:cNvCxnSpPr>
              <a:cxnSpLocks/>
              <a:stCxn id="53" idx="3"/>
              <a:endCxn id="57" idx="1"/>
            </p:cNvCxnSpPr>
            <p:nvPr/>
          </p:nvCxnSpPr>
          <p:spPr>
            <a:xfrm>
              <a:off x="3532471" y="2381889"/>
              <a:ext cx="806918" cy="263721"/>
            </a:xfrm>
            <a:prstGeom prst="bentConnector3">
              <a:avLst>
                <a:gd name="adj1" fmla="val 71247"/>
              </a:avLst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ECD1711F-50D8-48AC-B393-721480004662}"/>
              </a:ext>
            </a:extLst>
          </p:cNvPr>
          <p:cNvGrpSpPr/>
          <p:nvPr/>
        </p:nvGrpSpPr>
        <p:grpSpPr>
          <a:xfrm>
            <a:off x="5998308" y="3461132"/>
            <a:ext cx="5975684" cy="3102009"/>
            <a:chOff x="4339389" y="1094606"/>
            <a:chExt cx="5975684" cy="3102009"/>
          </a:xfrm>
        </p:grpSpPr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A061090C-BB1A-4A69-9CE4-0F8131CE4E5B}"/>
                </a:ext>
              </a:extLst>
            </p:cNvPr>
            <p:cNvGrpSpPr/>
            <p:nvPr/>
          </p:nvGrpSpPr>
          <p:grpSpPr>
            <a:xfrm>
              <a:off x="4339389" y="1094606"/>
              <a:ext cx="2704699" cy="3102008"/>
              <a:chOff x="1068404" y="1094607"/>
              <a:chExt cx="2704699" cy="3102008"/>
            </a:xfrm>
          </p:grpSpPr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F8FD5790-7756-4DAA-984E-8DC638E1C8F4}"/>
                  </a:ext>
                </a:extLst>
              </p:cNvPr>
              <p:cNvSpPr/>
              <p:nvPr/>
            </p:nvSpPr>
            <p:spPr>
              <a:xfrm>
                <a:off x="1068404" y="1094607"/>
                <a:ext cx="2704699" cy="3102008"/>
              </a:xfrm>
              <a:prstGeom prst="rect">
                <a:avLst/>
              </a:prstGeom>
              <a:solidFill>
                <a:srgbClr val="FEF8F6"/>
              </a:solidFill>
              <a:ln w="17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D56D1E16-BA69-474A-9890-31490CD3F032}"/>
                  </a:ext>
                </a:extLst>
              </p:cNvPr>
              <p:cNvSpPr txBox="1"/>
              <p:nvPr/>
            </p:nvSpPr>
            <p:spPr>
              <a:xfrm>
                <a:off x="1068404" y="1094607"/>
                <a:ext cx="270469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spc="0" baseline="0" dirty="0">
                    <a:solidFill>
                      <a:srgbClr val="000000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对象</a:t>
                </a:r>
              </a:p>
            </p:txBody>
          </p:sp>
        </p:grp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D1AD2794-CA7F-4450-BEAB-EC3B1E6D31BE}"/>
                </a:ext>
              </a:extLst>
            </p:cNvPr>
            <p:cNvSpPr/>
            <p:nvPr/>
          </p:nvSpPr>
          <p:spPr>
            <a:xfrm>
              <a:off x="4456498" y="1913460"/>
              <a:ext cx="2461840" cy="357242"/>
            </a:xfrm>
            <a:prstGeom prst="rect">
              <a:avLst/>
            </a:prstGeom>
            <a:solidFill>
              <a:srgbClr val="D74514"/>
            </a:solidFill>
            <a:ln w="17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class word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8D875BA6-A937-4E10-8BD3-0C527424C367}"/>
                </a:ext>
              </a:extLst>
            </p:cNvPr>
            <p:cNvSpPr/>
            <p:nvPr/>
          </p:nvSpPr>
          <p:spPr>
            <a:xfrm>
              <a:off x="4456498" y="2381889"/>
              <a:ext cx="2461840" cy="1678051"/>
            </a:xfrm>
            <a:prstGeom prst="rect">
              <a:avLst/>
            </a:prstGeom>
            <a:solidFill>
              <a:srgbClr val="D74514"/>
            </a:solidFill>
            <a:ln w="17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实例数据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对齐填充</a:t>
              </a:r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8357EAAC-4D5E-4D04-8069-284929CF79EB}"/>
                </a:ext>
              </a:extLst>
            </p:cNvPr>
            <p:cNvSpPr/>
            <p:nvPr/>
          </p:nvSpPr>
          <p:spPr>
            <a:xfrm>
              <a:off x="4456498" y="1446535"/>
              <a:ext cx="2461840" cy="357242"/>
            </a:xfrm>
            <a:prstGeom prst="rect">
              <a:avLst/>
            </a:prstGeom>
            <a:solidFill>
              <a:srgbClr val="D74514"/>
            </a:solidFill>
            <a:ln w="17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en-US" altLang="zh-CN" sz="1400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ptr_to_monitor</a:t>
              </a:r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10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66" name="连接符: 肘形 65">
              <a:extLst>
                <a:ext uri="{FF2B5EF4-FFF2-40B4-BE49-F238E27FC236}">
                  <a16:creationId xmlns:a16="http://schemas.microsoft.com/office/drawing/2014/main" id="{1E4EA6F4-9015-49A9-984A-271B75EFFD08}"/>
                </a:ext>
              </a:extLst>
            </p:cNvPr>
            <p:cNvCxnSpPr>
              <a:cxnSpLocks/>
              <a:stCxn id="65" idx="3"/>
              <a:endCxn id="74" idx="1"/>
            </p:cNvCxnSpPr>
            <p:nvPr/>
          </p:nvCxnSpPr>
          <p:spPr>
            <a:xfrm>
              <a:off x="6918338" y="1625156"/>
              <a:ext cx="692036" cy="1020455"/>
            </a:xfrm>
            <a:prstGeom prst="bentConnector3">
              <a:avLst>
                <a:gd name="adj1" fmla="val 65140"/>
              </a:avLst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0CA86B46-AD6C-4453-BE6D-A3D3F7BFED27}"/>
                </a:ext>
              </a:extLst>
            </p:cNvPr>
            <p:cNvGrpSpPr/>
            <p:nvPr/>
          </p:nvGrpSpPr>
          <p:grpSpPr>
            <a:xfrm>
              <a:off x="7610374" y="1094606"/>
              <a:ext cx="2704699" cy="3102009"/>
              <a:chOff x="1068404" y="1094607"/>
              <a:chExt cx="2704699" cy="2587343"/>
            </a:xfrm>
          </p:grpSpPr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68CC4103-40C0-490E-AAAE-FC60D56DE476}"/>
                  </a:ext>
                </a:extLst>
              </p:cNvPr>
              <p:cNvSpPr/>
              <p:nvPr/>
            </p:nvSpPr>
            <p:spPr>
              <a:xfrm>
                <a:off x="1068404" y="1094608"/>
                <a:ext cx="2704699" cy="2587342"/>
              </a:xfrm>
              <a:prstGeom prst="rect">
                <a:avLst/>
              </a:prstGeom>
              <a:solidFill>
                <a:srgbClr val="FEF8F6"/>
              </a:solidFill>
              <a:ln w="17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99A35924-5827-47B3-8B85-36F249E8DBB7}"/>
                  </a:ext>
                </a:extLst>
              </p:cNvPr>
              <p:cNvSpPr txBox="1"/>
              <p:nvPr/>
            </p:nvSpPr>
            <p:spPr>
              <a:xfrm>
                <a:off x="1068404" y="1094607"/>
                <a:ext cx="2704699" cy="2567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spc="0" baseline="0" dirty="0">
                    <a:solidFill>
                      <a:srgbClr val="000000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Monitor</a:t>
                </a:r>
                <a:endParaRPr lang="zh-CN" altLang="en-US" sz="1400" spc="0" baseline="0" dirty="0">
                  <a:solidFill>
                    <a:srgbClr val="000000"/>
                  </a:solidFill>
                  <a:latin typeface="微软雅黑"/>
                  <a:ea typeface="微软雅黑"/>
                  <a:sym typeface="微软雅黑"/>
                  <a:rtl val="0"/>
                </a:endParaRPr>
              </a:p>
            </p:txBody>
          </p:sp>
        </p:grp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CB605E96-BF64-4B19-88ED-EA3A9FA45AB2}"/>
                </a:ext>
              </a:extLst>
            </p:cNvPr>
            <p:cNvSpPr/>
            <p:nvPr/>
          </p:nvSpPr>
          <p:spPr>
            <a:xfrm>
              <a:off x="7731803" y="1441309"/>
              <a:ext cx="2461840" cy="589411"/>
            </a:xfrm>
            <a:prstGeom prst="rect">
              <a:avLst/>
            </a:prstGeom>
            <a:solidFill>
              <a:srgbClr val="F8CCB9"/>
            </a:solidFill>
            <a:ln w="17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en-US" altLang="zh-CN" sz="14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WaitSet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77F36A6A-947B-4807-8CAE-C15AC8EDDFA3}"/>
                </a:ext>
              </a:extLst>
            </p:cNvPr>
            <p:cNvSpPr/>
            <p:nvPr/>
          </p:nvSpPr>
          <p:spPr>
            <a:xfrm>
              <a:off x="7731803" y="2189067"/>
              <a:ext cx="2461840" cy="589411"/>
            </a:xfrm>
            <a:prstGeom prst="rect">
              <a:avLst/>
            </a:prstGeom>
            <a:solidFill>
              <a:srgbClr val="F8CCB9"/>
            </a:solidFill>
            <a:ln w="17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en-US" altLang="zh-CN" sz="14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EntrySet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2288E2A3-C7E0-490A-8B69-8AB09E4991EB}"/>
                </a:ext>
              </a:extLst>
            </p:cNvPr>
            <p:cNvSpPr/>
            <p:nvPr/>
          </p:nvSpPr>
          <p:spPr>
            <a:xfrm>
              <a:off x="7731803" y="2936825"/>
              <a:ext cx="2461840" cy="1119040"/>
            </a:xfrm>
            <a:prstGeom prst="rect">
              <a:avLst/>
            </a:prstGeom>
            <a:solidFill>
              <a:srgbClr val="F8CCB9"/>
            </a:solidFill>
            <a:ln w="17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89059FED-EB3B-4904-BCAD-0B373F8C54CD}"/>
                </a:ext>
              </a:extLst>
            </p:cNvPr>
            <p:cNvSpPr txBox="1"/>
            <p:nvPr/>
          </p:nvSpPr>
          <p:spPr>
            <a:xfrm>
              <a:off x="7731802" y="2959447"/>
              <a:ext cx="2461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spc="0" baseline="0" dirty="0">
                  <a:solidFill>
                    <a:srgbClr val="000000"/>
                  </a:solidFill>
                  <a:latin typeface="微软雅黑"/>
                  <a:ea typeface="微软雅黑"/>
                  <a:sym typeface="微软雅黑"/>
                  <a:rtl val="0"/>
                </a:rPr>
                <a:t>Owner</a:t>
              </a:r>
              <a:endParaRPr lang="zh-CN" altLang="en-US" sz="1400" spc="0" baseline="0" dirty="0">
                <a:solidFill>
                  <a:srgbClr val="000000"/>
                </a:solidFill>
                <a:latin typeface="微软雅黑"/>
                <a:ea typeface="微软雅黑"/>
                <a:sym typeface="微软雅黑"/>
                <a:rtl val="0"/>
              </a:endParaRPr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87CC877E-A37D-4391-86EB-92F10E462D2F}"/>
                </a:ext>
              </a:extLst>
            </p:cNvPr>
            <p:cNvSpPr/>
            <p:nvPr/>
          </p:nvSpPr>
          <p:spPr>
            <a:xfrm>
              <a:off x="7857242" y="3448193"/>
              <a:ext cx="2210960" cy="357242"/>
            </a:xfrm>
            <a:prstGeom prst="rect">
              <a:avLst/>
            </a:prstGeom>
            <a:solidFill>
              <a:srgbClr val="D74514"/>
            </a:solidFill>
            <a:ln w="17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线程 </a:t>
              </a:r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3" name="连接符: 肘形 72">
              <a:extLst>
                <a:ext uri="{FF2B5EF4-FFF2-40B4-BE49-F238E27FC236}">
                  <a16:creationId xmlns:a16="http://schemas.microsoft.com/office/drawing/2014/main" id="{56F83F07-0065-461E-8C1B-0E57E796B098}"/>
                </a:ext>
              </a:extLst>
            </p:cNvPr>
            <p:cNvCxnSpPr>
              <a:cxnSpLocks/>
              <a:stCxn id="72" idx="1"/>
              <a:endCxn id="76" idx="3"/>
            </p:cNvCxnSpPr>
            <p:nvPr/>
          </p:nvCxnSpPr>
          <p:spPr>
            <a:xfrm rot="10800000">
              <a:off x="7044088" y="2645610"/>
              <a:ext cx="813154" cy="981204"/>
            </a:xfrm>
            <a:prstGeom prst="bentConnector3">
              <a:avLst>
                <a:gd name="adj1" fmla="val 74599"/>
              </a:avLst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162362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>
            <a:extLst>
              <a:ext uri="{FF2B5EF4-FFF2-40B4-BE49-F238E27FC236}">
                <a16:creationId xmlns:a16="http://schemas.microsoft.com/office/drawing/2014/main" id="{3B3BA763-3D03-4B94-9290-9AAF7212BC9C}"/>
              </a:ext>
            </a:extLst>
          </p:cNvPr>
          <p:cNvGrpSpPr/>
          <p:nvPr/>
        </p:nvGrpSpPr>
        <p:grpSpPr>
          <a:xfrm>
            <a:off x="267516" y="218043"/>
            <a:ext cx="9246669" cy="3102010"/>
            <a:chOff x="1068404" y="1094606"/>
            <a:chExt cx="9246669" cy="3102010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37071080-9411-4D00-8850-63A563C3B7AB}"/>
                </a:ext>
              </a:extLst>
            </p:cNvPr>
            <p:cNvGrpSpPr/>
            <p:nvPr/>
          </p:nvGrpSpPr>
          <p:grpSpPr>
            <a:xfrm>
              <a:off x="1068404" y="1094607"/>
              <a:ext cx="2704699" cy="3102009"/>
              <a:chOff x="1068404" y="1094607"/>
              <a:chExt cx="2704699" cy="2587343"/>
            </a:xfrm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4DE226A7-9B90-4DAC-BE4E-C0B9E787B564}"/>
                  </a:ext>
                </a:extLst>
              </p:cNvPr>
              <p:cNvSpPr/>
              <p:nvPr/>
            </p:nvSpPr>
            <p:spPr>
              <a:xfrm>
                <a:off x="1068404" y="1094608"/>
                <a:ext cx="2704699" cy="2587342"/>
              </a:xfrm>
              <a:prstGeom prst="rect">
                <a:avLst/>
              </a:prstGeom>
              <a:solidFill>
                <a:srgbClr val="FEF8F6"/>
              </a:solidFill>
              <a:ln w="17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883C4C7-6631-4A6D-AF9E-B4D9074AE657}"/>
                  </a:ext>
                </a:extLst>
              </p:cNvPr>
              <p:cNvSpPr txBox="1"/>
              <p:nvPr/>
            </p:nvSpPr>
            <p:spPr>
              <a:xfrm>
                <a:off x="1068404" y="1094607"/>
                <a:ext cx="2704699" cy="2567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spc="0" baseline="0" dirty="0">
                    <a:solidFill>
                      <a:srgbClr val="000000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线程 </a:t>
                </a:r>
                <a:r>
                  <a:rPr lang="en-US" altLang="zh-CN" sz="1400" spc="0" baseline="0" dirty="0">
                    <a:solidFill>
                      <a:srgbClr val="000000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A </a:t>
                </a:r>
                <a:r>
                  <a:rPr lang="zh-CN" altLang="en-US" sz="1400" spc="0" baseline="0" dirty="0">
                    <a:solidFill>
                      <a:srgbClr val="000000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栈帧</a:t>
                </a:r>
              </a:p>
            </p:txBody>
          </p: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4794C3D7-0093-40F7-80A9-0927920824D5}"/>
                </a:ext>
              </a:extLst>
            </p:cNvPr>
            <p:cNvGrpSpPr/>
            <p:nvPr/>
          </p:nvGrpSpPr>
          <p:grpSpPr>
            <a:xfrm>
              <a:off x="4339389" y="1094606"/>
              <a:ext cx="2704699" cy="3102008"/>
              <a:chOff x="1068404" y="1094607"/>
              <a:chExt cx="2704699" cy="3102008"/>
            </a:xfrm>
          </p:grpSpPr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43F0AFAC-BF20-45B8-BD93-62EBE8FCD567}"/>
                  </a:ext>
                </a:extLst>
              </p:cNvPr>
              <p:cNvSpPr/>
              <p:nvPr/>
            </p:nvSpPr>
            <p:spPr>
              <a:xfrm>
                <a:off x="1068404" y="1094607"/>
                <a:ext cx="2704699" cy="3102008"/>
              </a:xfrm>
              <a:prstGeom prst="rect">
                <a:avLst/>
              </a:prstGeom>
              <a:solidFill>
                <a:srgbClr val="FEF8F6"/>
              </a:solidFill>
              <a:ln w="17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ABAEEFD7-66C2-42A7-BA5B-026C4AFD4293}"/>
                  </a:ext>
                </a:extLst>
              </p:cNvPr>
              <p:cNvSpPr txBox="1"/>
              <p:nvPr/>
            </p:nvSpPr>
            <p:spPr>
              <a:xfrm>
                <a:off x="1068404" y="1094607"/>
                <a:ext cx="270469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spc="0" baseline="0" dirty="0">
                    <a:solidFill>
                      <a:srgbClr val="000000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对象</a:t>
                </a:r>
              </a:p>
            </p:txBody>
          </p:sp>
        </p:grp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0C6E9AB-C1F0-444B-B5E8-0D2DBE6D3407}"/>
                </a:ext>
              </a:extLst>
            </p:cNvPr>
            <p:cNvSpPr/>
            <p:nvPr/>
          </p:nvSpPr>
          <p:spPr>
            <a:xfrm>
              <a:off x="4456498" y="1913460"/>
              <a:ext cx="2461840" cy="357242"/>
            </a:xfrm>
            <a:prstGeom prst="rect">
              <a:avLst/>
            </a:prstGeom>
            <a:solidFill>
              <a:srgbClr val="D74514"/>
            </a:solidFill>
            <a:ln w="17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class word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91FF905B-EB25-4942-B05C-1100F9D67BCB}"/>
                </a:ext>
              </a:extLst>
            </p:cNvPr>
            <p:cNvSpPr/>
            <p:nvPr/>
          </p:nvSpPr>
          <p:spPr>
            <a:xfrm>
              <a:off x="4456498" y="2381889"/>
              <a:ext cx="2461840" cy="1678051"/>
            </a:xfrm>
            <a:prstGeom prst="rect">
              <a:avLst/>
            </a:prstGeom>
            <a:solidFill>
              <a:srgbClr val="D74514"/>
            </a:solidFill>
            <a:ln w="17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实例数据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对齐填充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3BBA0CC-AA17-4EC7-811C-4E8A77F4C80A}"/>
                </a:ext>
              </a:extLst>
            </p:cNvPr>
            <p:cNvSpPr/>
            <p:nvPr/>
          </p:nvSpPr>
          <p:spPr>
            <a:xfrm>
              <a:off x="1193533" y="2792432"/>
              <a:ext cx="2454441" cy="1267509"/>
            </a:xfrm>
            <a:prstGeom prst="rect">
              <a:avLst/>
            </a:prstGeom>
            <a:solidFill>
              <a:srgbClr val="F8CCB9"/>
            </a:solidFill>
            <a:ln w="17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495BE755-242A-4B50-ACC9-37373F467EA7}"/>
                </a:ext>
              </a:extLst>
            </p:cNvPr>
            <p:cNvSpPr/>
            <p:nvPr/>
          </p:nvSpPr>
          <p:spPr>
            <a:xfrm>
              <a:off x="1310280" y="3593115"/>
              <a:ext cx="2222191" cy="357242"/>
            </a:xfrm>
            <a:prstGeom prst="rect">
              <a:avLst/>
            </a:prstGeom>
            <a:solidFill>
              <a:srgbClr val="D74514"/>
            </a:solidFill>
            <a:ln w="17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对象引用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37EE370-D805-479E-A7D4-44E3EA5AB64F}"/>
                </a:ext>
              </a:extLst>
            </p:cNvPr>
            <p:cNvSpPr/>
            <p:nvPr/>
          </p:nvSpPr>
          <p:spPr>
            <a:xfrm>
              <a:off x="4456498" y="1446535"/>
              <a:ext cx="2461840" cy="357242"/>
            </a:xfrm>
            <a:prstGeom prst="rect">
              <a:avLst/>
            </a:prstGeom>
            <a:solidFill>
              <a:srgbClr val="D74514"/>
            </a:solidFill>
            <a:ln w="17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en-US" altLang="zh-CN" sz="1400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ptr_to_monitor</a:t>
              </a:r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10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AFB410EA-2DF0-41B0-802B-3C3A52A4A249}"/>
                </a:ext>
              </a:extLst>
            </p:cNvPr>
            <p:cNvSpPr txBox="1"/>
            <p:nvPr/>
          </p:nvSpPr>
          <p:spPr>
            <a:xfrm>
              <a:off x="1193533" y="2809359"/>
              <a:ext cx="24544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spc="0" baseline="0" dirty="0">
                  <a:solidFill>
                    <a:srgbClr val="000000"/>
                  </a:solidFill>
                  <a:latin typeface="微软雅黑"/>
                  <a:ea typeface="微软雅黑"/>
                  <a:sym typeface="微软雅黑"/>
                  <a:rtl val="0"/>
                </a:rPr>
                <a:t>锁记录</a:t>
              </a:r>
            </a:p>
          </p:txBody>
        </p:sp>
        <p:cxnSp>
          <p:nvCxnSpPr>
            <p:cNvPr id="40" name="连接符: 肘形 39">
              <a:extLst>
                <a:ext uri="{FF2B5EF4-FFF2-40B4-BE49-F238E27FC236}">
                  <a16:creationId xmlns:a16="http://schemas.microsoft.com/office/drawing/2014/main" id="{EE314468-54A4-4AF7-93A0-8B48624377E0}"/>
                </a:ext>
              </a:extLst>
            </p:cNvPr>
            <p:cNvCxnSpPr>
              <a:cxnSpLocks/>
              <a:stCxn id="10" idx="3"/>
              <a:endCxn id="29" idx="1"/>
            </p:cNvCxnSpPr>
            <p:nvPr/>
          </p:nvCxnSpPr>
          <p:spPr>
            <a:xfrm>
              <a:off x="6918338" y="1625156"/>
              <a:ext cx="692036" cy="1020455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E52CBAD9-3D67-48CB-ACEF-BF837774B640}"/>
                </a:ext>
              </a:extLst>
            </p:cNvPr>
            <p:cNvSpPr/>
            <p:nvPr/>
          </p:nvSpPr>
          <p:spPr>
            <a:xfrm>
              <a:off x="1311264" y="3146843"/>
              <a:ext cx="2210960" cy="357242"/>
            </a:xfrm>
            <a:prstGeom prst="rect">
              <a:avLst/>
            </a:prstGeom>
            <a:solidFill>
              <a:srgbClr val="D74514"/>
            </a:solidFill>
            <a:ln w="17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en-US" altLang="zh-CN" sz="1400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hashcode</a:t>
              </a:r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age 0 01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3" name="连接符: 肘形 22">
              <a:extLst>
                <a:ext uri="{FF2B5EF4-FFF2-40B4-BE49-F238E27FC236}">
                  <a16:creationId xmlns:a16="http://schemas.microsoft.com/office/drawing/2014/main" id="{DF4EB1BF-BB3C-4B46-B541-508EB96FA650}"/>
                </a:ext>
              </a:extLst>
            </p:cNvPr>
            <p:cNvCxnSpPr>
              <a:cxnSpLocks/>
              <a:stCxn id="8" idx="3"/>
              <a:endCxn id="20" idx="1"/>
            </p:cNvCxnSpPr>
            <p:nvPr/>
          </p:nvCxnSpPr>
          <p:spPr>
            <a:xfrm flipV="1">
              <a:off x="3532471" y="2645610"/>
              <a:ext cx="806918" cy="1126126"/>
            </a:xfrm>
            <a:prstGeom prst="bentConnector3">
              <a:avLst>
                <a:gd name="adj1" fmla="val 71248"/>
              </a:avLst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93483C4F-5F72-48F4-9C5B-10BA0A3E61AD}"/>
                </a:ext>
              </a:extLst>
            </p:cNvPr>
            <p:cNvGrpSpPr/>
            <p:nvPr/>
          </p:nvGrpSpPr>
          <p:grpSpPr>
            <a:xfrm>
              <a:off x="7610374" y="1094606"/>
              <a:ext cx="2704699" cy="3102009"/>
              <a:chOff x="1068404" y="1094607"/>
              <a:chExt cx="2704699" cy="2587343"/>
            </a:xfrm>
          </p:grpSpPr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3AF9D13B-FB71-4017-B985-048F23619ACA}"/>
                  </a:ext>
                </a:extLst>
              </p:cNvPr>
              <p:cNvSpPr/>
              <p:nvPr/>
            </p:nvSpPr>
            <p:spPr>
              <a:xfrm>
                <a:off x="1068404" y="1094608"/>
                <a:ext cx="2704699" cy="2587342"/>
              </a:xfrm>
              <a:prstGeom prst="rect">
                <a:avLst/>
              </a:prstGeom>
              <a:solidFill>
                <a:srgbClr val="FEF8F6"/>
              </a:solidFill>
              <a:ln w="17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CC0EFDD3-069B-4650-BBBB-ABE66EEB5E92}"/>
                  </a:ext>
                </a:extLst>
              </p:cNvPr>
              <p:cNvSpPr txBox="1"/>
              <p:nvPr/>
            </p:nvSpPr>
            <p:spPr>
              <a:xfrm>
                <a:off x="1068404" y="1094607"/>
                <a:ext cx="2704699" cy="2567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spc="0" baseline="0" dirty="0">
                    <a:solidFill>
                      <a:srgbClr val="000000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Monitor</a:t>
                </a:r>
                <a:endParaRPr lang="zh-CN" altLang="en-US" sz="1400" spc="0" baseline="0" dirty="0">
                  <a:solidFill>
                    <a:srgbClr val="000000"/>
                  </a:solidFill>
                  <a:latin typeface="微软雅黑"/>
                  <a:ea typeface="微软雅黑"/>
                  <a:sym typeface="微软雅黑"/>
                  <a:rtl val="0"/>
                </a:endParaRPr>
              </a:p>
            </p:txBody>
          </p:sp>
        </p:grp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4E872792-4A48-4C40-83DE-2FF6015476B2}"/>
                </a:ext>
              </a:extLst>
            </p:cNvPr>
            <p:cNvSpPr/>
            <p:nvPr/>
          </p:nvSpPr>
          <p:spPr>
            <a:xfrm>
              <a:off x="7731803" y="1441309"/>
              <a:ext cx="2461840" cy="1017503"/>
            </a:xfrm>
            <a:prstGeom prst="rect">
              <a:avLst/>
            </a:prstGeom>
            <a:solidFill>
              <a:srgbClr val="F8CCB9"/>
            </a:solidFill>
            <a:ln w="17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en-US" altLang="zh-CN" sz="14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WaitSet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FD50F804-BD0C-41C1-A0B3-3FDB739190BD}"/>
                </a:ext>
              </a:extLst>
            </p:cNvPr>
            <p:cNvSpPr/>
            <p:nvPr/>
          </p:nvSpPr>
          <p:spPr>
            <a:xfrm>
              <a:off x="7731803" y="2569966"/>
              <a:ext cx="2461840" cy="1017503"/>
            </a:xfrm>
            <a:prstGeom prst="rect">
              <a:avLst/>
            </a:prstGeom>
            <a:solidFill>
              <a:srgbClr val="F8CCB9"/>
            </a:solidFill>
            <a:ln w="17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2AA9410A-DE4D-4142-A62B-96095E4038C5}"/>
                </a:ext>
              </a:extLst>
            </p:cNvPr>
            <p:cNvSpPr/>
            <p:nvPr/>
          </p:nvSpPr>
          <p:spPr>
            <a:xfrm>
              <a:off x="7731803" y="3698623"/>
              <a:ext cx="2461840" cy="357242"/>
            </a:xfrm>
            <a:prstGeom prst="rect">
              <a:avLst/>
            </a:prstGeom>
            <a:solidFill>
              <a:srgbClr val="F8CCB9"/>
            </a:solidFill>
            <a:ln w="17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Owner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B3558CC7-1F97-4FC2-9AA4-D7B0DE84F421}"/>
                </a:ext>
              </a:extLst>
            </p:cNvPr>
            <p:cNvSpPr txBox="1"/>
            <p:nvPr/>
          </p:nvSpPr>
          <p:spPr>
            <a:xfrm>
              <a:off x="7731803" y="2569966"/>
              <a:ext cx="2461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spc="0" baseline="0" dirty="0" err="1">
                  <a:solidFill>
                    <a:srgbClr val="000000"/>
                  </a:solidFill>
                  <a:latin typeface="微软雅黑"/>
                  <a:ea typeface="微软雅黑"/>
                  <a:sym typeface="微软雅黑"/>
                  <a:rtl val="0"/>
                </a:rPr>
                <a:t>EntrySet</a:t>
              </a:r>
              <a:endParaRPr lang="zh-CN" altLang="en-US" sz="1400" spc="0" baseline="0" dirty="0">
                <a:solidFill>
                  <a:srgbClr val="000000"/>
                </a:solidFill>
                <a:latin typeface="微软雅黑"/>
                <a:ea typeface="微软雅黑"/>
                <a:sym typeface="微软雅黑"/>
                <a:rtl val="0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5A4ADCCB-C144-42DC-A4EE-9CE3E4A70120}"/>
                </a:ext>
              </a:extLst>
            </p:cNvPr>
            <p:cNvSpPr/>
            <p:nvPr/>
          </p:nvSpPr>
          <p:spPr>
            <a:xfrm>
              <a:off x="7857243" y="3108387"/>
              <a:ext cx="2210960" cy="357242"/>
            </a:xfrm>
            <a:prstGeom prst="rect">
              <a:avLst/>
            </a:prstGeom>
            <a:solidFill>
              <a:srgbClr val="D74514"/>
            </a:solidFill>
            <a:ln w="17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线程 </a:t>
              </a:r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8" name="连接符: 肘形 37">
              <a:extLst>
                <a:ext uri="{FF2B5EF4-FFF2-40B4-BE49-F238E27FC236}">
                  <a16:creationId xmlns:a16="http://schemas.microsoft.com/office/drawing/2014/main" id="{50C7FDEA-5719-425A-8BBF-315E8C74206A}"/>
                </a:ext>
              </a:extLst>
            </p:cNvPr>
            <p:cNvCxnSpPr>
              <a:cxnSpLocks/>
              <a:stCxn id="34" idx="2"/>
              <a:endCxn id="4" idx="2"/>
            </p:cNvCxnSpPr>
            <p:nvPr/>
          </p:nvCxnSpPr>
          <p:spPr>
            <a:xfrm rot="5400000">
              <a:off x="5621364" y="855256"/>
              <a:ext cx="140751" cy="6541969"/>
            </a:xfrm>
            <a:prstGeom prst="bentConnector3">
              <a:avLst>
                <a:gd name="adj1" fmla="val 262414"/>
              </a:avLst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874379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4FD16E9A-2106-4CF9-99B6-CD9147F94266}"/>
              </a:ext>
            </a:extLst>
          </p:cNvPr>
          <p:cNvGrpSpPr/>
          <p:nvPr/>
        </p:nvGrpSpPr>
        <p:grpSpPr>
          <a:xfrm>
            <a:off x="1372511" y="3744321"/>
            <a:ext cx="8141674" cy="2840551"/>
            <a:chOff x="1627166" y="1356360"/>
            <a:chExt cx="8141674" cy="2840551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3437E7A8-2938-429C-A650-EDC3B9630C4A}"/>
                </a:ext>
              </a:extLst>
            </p:cNvPr>
            <p:cNvGrpSpPr/>
            <p:nvPr/>
          </p:nvGrpSpPr>
          <p:grpSpPr>
            <a:xfrm>
              <a:off x="7194847" y="1356360"/>
              <a:ext cx="2573993" cy="2840551"/>
              <a:chOff x="6483647" y="1356360"/>
              <a:chExt cx="2573993" cy="2840551"/>
            </a:xfrm>
          </p:grpSpPr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E0A82001-DB03-4E02-B5F7-F8E0ADF63AA9}"/>
                  </a:ext>
                </a:extLst>
              </p:cNvPr>
              <p:cNvSpPr/>
              <p:nvPr/>
            </p:nvSpPr>
            <p:spPr>
              <a:xfrm>
                <a:off x="6483648" y="1356360"/>
                <a:ext cx="2573992" cy="2417064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5D17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FCFF3DDF-D99D-4D77-A336-1331F50A6C01}"/>
                  </a:ext>
                </a:extLst>
              </p:cNvPr>
              <p:cNvSpPr/>
              <p:nvPr/>
            </p:nvSpPr>
            <p:spPr>
              <a:xfrm>
                <a:off x="6630753" y="1512501"/>
                <a:ext cx="2308966" cy="598401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fa5ada0f58a4</a:t>
                </a:r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46D6CADA-8297-4733-B281-4D2545BD9AE5}"/>
                  </a:ext>
                </a:extLst>
              </p:cNvPr>
              <p:cNvSpPr/>
              <p:nvPr/>
            </p:nvSpPr>
            <p:spPr>
              <a:xfrm>
                <a:off x="6630753" y="2127115"/>
                <a:ext cx="2308966" cy="598401"/>
              </a:xfrm>
              <a:prstGeom prst="rect">
                <a:avLst/>
              </a:prstGeom>
              <a:solidFill>
                <a:srgbClr val="F083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b25a59ce3006</a:t>
                </a:r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4332D8B2-7702-4A1E-A849-B0C89E05A069}"/>
                  </a:ext>
                </a:extLst>
              </p:cNvPr>
              <p:cNvSpPr/>
              <p:nvPr/>
            </p:nvSpPr>
            <p:spPr>
              <a:xfrm>
                <a:off x="6630753" y="2741729"/>
                <a:ext cx="2308966" cy="598401"/>
              </a:xfrm>
              <a:prstGeom prst="rect">
                <a:avLst/>
              </a:prstGeom>
              <a:solidFill>
                <a:srgbClr val="F083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cea2ff433c61</a:t>
                </a:r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072647F-50EE-4CE2-936B-91FD7C88FD57}"/>
                  </a:ext>
                </a:extLst>
              </p:cNvPr>
              <p:cNvSpPr txBox="1"/>
              <p:nvPr/>
            </p:nvSpPr>
            <p:spPr>
              <a:xfrm>
                <a:off x="6630753" y="3356185"/>
                <a:ext cx="2308966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5D1709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rPr>
                  <a:t>alpine-3.22.0</a:t>
                </a:r>
                <a:endParaRPr lang="zh-CN" altLang="en-US" dirty="0">
                  <a:solidFill>
                    <a:srgbClr val="5D170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64EB87A3-861E-40D3-96BE-3B58354AB500}"/>
                  </a:ext>
                </a:extLst>
              </p:cNvPr>
              <p:cNvSpPr txBox="1"/>
              <p:nvPr/>
            </p:nvSpPr>
            <p:spPr>
              <a:xfrm>
                <a:off x="6483647" y="3827579"/>
                <a:ext cx="257399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5D170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myapp:1.2 </a:t>
                </a:r>
                <a:r>
                  <a:rPr lang="zh-CN" altLang="en-US" b="1" dirty="0">
                    <a:solidFill>
                      <a:srgbClr val="5D170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镜像</a:t>
                </a:r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D9E7D3C2-64EB-423B-92AE-2F08CBF6F912}"/>
                </a:ext>
              </a:extLst>
            </p:cNvPr>
            <p:cNvGrpSpPr/>
            <p:nvPr/>
          </p:nvGrpSpPr>
          <p:grpSpPr>
            <a:xfrm>
              <a:off x="4411007" y="1356360"/>
              <a:ext cx="2573993" cy="2840551"/>
              <a:chOff x="6483647" y="1356360"/>
              <a:chExt cx="2573993" cy="2840551"/>
            </a:xfrm>
          </p:grpSpPr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D342183C-4F8A-48C3-94C7-9EC3A10EFD8B}"/>
                  </a:ext>
                </a:extLst>
              </p:cNvPr>
              <p:cNvSpPr/>
              <p:nvPr/>
            </p:nvSpPr>
            <p:spPr>
              <a:xfrm>
                <a:off x="6483648" y="1356360"/>
                <a:ext cx="2573992" cy="2417064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5D17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63D521C7-6FEA-4E77-97E6-DD9A74534A09}"/>
                  </a:ext>
                </a:extLst>
              </p:cNvPr>
              <p:cNvSpPr/>
              <p:nvPr/>
            </p:nvSpPr>
            <p:spPr>
              <a:xfrm>
                <a:off x="6630753" y="2127115"/>
                <a:ext cx="2308966" cy="598401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b25a59ce3006</a:t>
                </a:r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8A11871A-6E0D-4903-8B88-D53DF5E59FE3}"/>
                  </a:ext>
                </a:extLst>
              </p:cNvPr>
              <p:cNvSpPr/>
              <p:nvPr/>
            </p:nvSpPr>
            <p:spPr>
              <a:xfrm>
                <a:off x="6630753" y="2741729"/>
                <a:ext cx="2308966" cy="598401"/>
              </a:xfrm>
              <a:prstGeom prst="rect">
                <a:avLst/>
              </a:prstGeom>
              <a:solidFill>
                <a:srgbClr val="F083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cea2ff433c61</a:t>
                </a:r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C7C4EFC-F8BD-43AE-BCC5-EF5158A8BDEA}"/>
                  </a:ext>
                </a:extLst>
              </p:cNvPr>
              <p:cNvSpPr txBox="1"/>
              <p:nvPr/>
            </p:nvSpPr>
            <p:spPr>
              <a:xfrm>
                <a:off x="6630753" y="3356185"/>
                <a:ext cx="2308966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5D1709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rPr>
                  <a:t>alpine-3.22.0</a:t>
                </a:r>
                <a:endParaRPr lang="zh-CN" altLang="en-US" dirty="0">
                  <a:solidFill>
                    <a:srgbClr val="5D170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FBB06CB9-1353-4250-A083-C91ACF3257E4}"/>
                  </a:ext>
                </a:extLst>
              </p:cNvPr>
              <p:cNvSpPr txBox="1"/>
              <p:nvPr/>
            </p:nvSpPr>
            <p:spPr>
              <a:xfrm>
                <a:off x="6483647" y="3827579"/>
                <a:ext cx="257399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5D170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myapp:1.1 </a:t>
                </a:r>
                <a:r>
                  <a:rPr lang="zh-CN" altLang="en-US" b="1" dirty="0">
                    <a:solidFill>
                      <a:srgbClr val="5D170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镜像</a:t>
                </a: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1ADAE2F8-00B9-4074-9318-3B406321ADF2}"/>
                </a:ext>
              </a:extLst>
            </p:cNvPr>
            <p:cNvGrpSpPr/>
            <p:nvPr/>
          </p:nvGrpSpPr>
          <p:grpSpPr>
            <a:xfrm>
              <a:off x="1627166" y="1356360"/>
              <a:ext cx="2573993" cy="2840551"/>
              <a:chOff x="6483647" y="1356360"/>
              <a:chExt cx="2573993" cy="2840551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2607AD5E-D8EA-4691-BC59-A0A8326EEFAD}"/>
                  </a:ext>
                </a:extLst>
              </p:cNvPr>
              <p:cNvSpPr/>
              <p:nvPr/>
            </p:nvSpPr>
            <p:spPr>
              <a:xfrm>
                <a:off x="6483648" y="1356360"/>
                <a:ext cx="2573992" cy="2417064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5D17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3350B4F0-A92D-4EE1-9564-9263713B2FA2}"/>
                  </a:ext>
                </a:extLst>
              </p:cNvPr>
              <p:cNvSpPr/>
              <p:nvPr/>
            </p:nvSpPr>
            <p:spPr>
              <a:xfrm>
                <a:off x="6630753" y="2741729"/>
                <a:ext cx="2308966" cy="598401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cea2ff433c61</a:t>
                </a:r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FB2AA363-C8FC-408E-8F4F-7029816D0062}"/>
                  </a:ext>
                </a:extLst>
              </p:cNvPr>
              <p:cNvSpPr txBox="1"/>
              <p:nvPr/>
            </p:nvSpPr>
            <p:spPr>
              <a:xfrm>
                <a:off x="6630753" y="3356185"/>
                <a:ext cx="2308966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5D1709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rPr>
                  <a:t>alpine-3.22.0</a:t>
                </a:r>
                <a:endParaRPr lang="zh-CN" altLang="en-US" dirty="0">
                  <a:solidFill>
                    <a:srgbClr val="5D170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339113E-CD64-4417-A75E-7A02AC9CDD9F}"/>
                  </a:ext>
                </a:extLst>
              </p:cNvPr>
              <p:cNvSpPr txBox="1"/>
              <p:nvPr/>
            </p:nvSpPr>
            <p:spPr>
              <a:xfrm>
                <a:off x="6483647" y="3827579"/>
                <a:ext cx="257399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5D170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myapp:1.0 </a:t>
                </a:r>
                <a:r>
                  <a:rPr lang="zh-CN" altLang="en-US" b="1" dirty="0">
                    <a:solidFill>
                      <a:srgbClr val="5D170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镜像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827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组合 43">
            <a:extLst>
              <a:ext uri="{FF2B5EF4-FFF2-40B4-BE49-F238E27FC236}">
                <a16:creationId xmlns:a16="http://schemas.microsoft.com/office/drawing/2014/main" id="{6B68EB17-F297-4CE3-8047-05A822AF46B2}"/>
              </a:ext>
            </a:extLst>
          </p:cNvPr>
          <p:cNvGrpSpPr/>
          <p:nvPr/>
        </p:nvGrpSpPr>
        <p:grpSpPr>
          <a:xfrm>
            <a:off x="586334" y="1023267"/>
            <a:ext cx="5097866" cy="4231293"/>
            <a:chOff x="3547066" y="1672498"/>
            <a:chExt cx="5097866" cy="4231293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9FE9FB8B-06D3-495F-B51C-C179A335A9E3}"/>
                </a:ext>
              </a:extLst>
            </p:cNvPr>
            <p:cNvGrpSpPr/>
            <p:nvPr/>
          </p:nvGrpSpPr>
          <p:grpSpPr>
            <a:xfrm>
              <a:off x="4809003" y="3063240"/>
              <a:ext cx="2573993" cy="2840551"/>
              <a:chOff x="6483647" y="1356360"/>
              <a:chExt cx="2573993" cy="2840551"/>
            </a:xfrm>
          </p:grpSpPr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28EFF57B-F594-4DE9-B29A-4957922A81A9}"/>
                  </a:ext>
                </a:extLst>
              </p:cNvPr>
              <p:cNvSpPr/>
              <p:nvPr/>
            </p:nvSpPr>
            <p:spPr>
              <a:xfrm>
                <a:off x="6483648" y="1356360"/>
                <a:ext cx="2573992" cy="2417064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5D17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76734596-17B8-42F5-A9A2-EAE1FF9E2D64}"/>
                  </a:ext>
                </a:extLst>
              </p:cNvPr>
              <p:cNvSpPr/>
              <p:nvPr/>
            </p:nvSpPr>
            <p:spPr>
              <a:xfrm>
                <a:off x="6630753" y="1512501"/>
                <a:ext cx="2308966" cy="598401"/>
              </a:xfrm>
              <a:prstGeom prst="rect">
                <a:avLst/>
              </a:prstGeom>
              <a:solidFill>
                <a:srgbClr val="F083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fa5ada0f58a4</a:t>
                </a:r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24C971FD-A7CD-49D8-BBF9-2AB2BEAD3E5E}"/>
                  </a:ext>
                </a:extLst>
              </p:cNvPr>
              <p:cNvSpPr/>
              <p:nvPr/>
            </p:nvSpPr>
            <p:spPr>
              <a:xfrm>
                <a:off x="6630753" y="2127115"/>
                <a:ext cx="2308966" cy="598401"/>
              </a:xfrm>
              <a:prstGeom prst="rect">
                <a:avLst/>
              </a:prstGeom>
              <a:solidFill>
                <a:srgbClr val="F083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b25a59ce3006</a:t>
                </a:r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3694A038-2BE3-4CA3-9259-D91DB813E7A0}"/>
                  </a:ext>
                </a:extLst>
              </p:cNvPr>
              <p:cNvSpPr/>
              <p:nvPr/>
            </p:nvSpPr>
            <p:spPr>
              <a:xfrm>
                <a:off x="6630753" y="2741729"/>
                <a:ext cx="2308966" cy="598401"/>
              </a:xfrm>
              <a:prstGeom prst="rect">
                <a:avLst/>
              </a:prstGeom>
              <a:solidFill>
                <a:srgbClr val="F083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cea2ff433c61</a:t>
                </a:r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60FD1BF-D8E9-4A6C-8B3D-F69D6F326D4F}"/>
                  </a:ext>
                </a:extLst>
              </p:cNvPr>
              <p:cNvSpPr txBox="1"/>
              <p:nvPr/>
            </p:nvSpPr>
            <p:spPr>
              <a:xfrm>
                <a:off x="6630753" y="3356185"/>
                <a:ext cx="2308966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5D1709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rPr>
                  <a:t>alpine-3.22.0</a:t>
                </a:r>
                <a:endParaRPr lang="zh-CN" altLang="en-US" dirty="0">
                  <a:solidFill>
                    <a:srgbClr val="5D170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0D53FBD5-78B9-4971-9362-0E7ACF02F558}"/>
                  </a:ext>
                </a:extLst>
              </p:cNvPr>
              <p:cNvSpPr txBox="1"/>
              <p:nvPr/>
            </p:nvSpPr>
            <p:spPr>
              <a:xfrm>
                <a:off x="6483647" y="3827579"/>
                <a:ext cx="257399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5D170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myapp:1.2 </a:t>
                </a:r>
                <a:r>
                  <a:rPr lang="zh-CN" altLang="en-US" b="1" dirty="0">
                    <a:solidFill>
                      <a:srgbClr val="5D170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镜像</a:t>
                </a:r>
              </a:p>
            </p:txBody>
          </p:sp>
        </p:grp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ADEB4DE5-8913-499E-90CD-BC526138D735}"/>
                </a:ext>
              </a:extLst>
            </p:cNvPr>
            <p:cNvGrpSpPr/>
            <p:nvPr/>
          </p:nvGrpSpPr>
          <p:grpSpPr>
            <a:xfrm>
              <a:off x="3547066" y="1672498"/>
              <a:ext cx="5097866" cy="1007310"/>
              <a:chOff x="3552389" y="1474205"/>
              <a:chExt cx="5097866" cy="1007310"/>
            </a:xfrm>
          </p:grpSpPr>
          <p:grpSp>
            <p:nvGrpSpPr>
              <p:cNvPr id="11" name="组合 10">
                <a:extLst>
                  <a:ext uri="{FF2B5EF4-FFF2-40B4-BE49-F238E27FC236}">
                    <a16:creationId xmlns:a16="http://schemas.microsoft.com/office/drawing/2014/main" id="{54A74AC7-15C7-4AF5-9B24-CC06E54FE7C6}"/>
                  </a:ext>
                </a:extLst>
              </p:cNvPr>
              <p:cNvGrpSpPr/>
              <p:nvPr/>
            </p:nvGrpSpPr>
            <p:grpSpPr>
              <a:xfrm>
                <a:off x="3552389" y="1476706"/>
                <a:ext cx="1663014" cy="1004809"/>
                <a:chOff x="4432987" y="1260873"/>
                <a:chExt cx="1663014" cy="1004809"/>
              </a:xfrm>
            </p:grpSpPr>
            <p:sp>
              <p:nvSpPr>
                <p:cNvPr id="24" name="矩形 23">
                  <a:extLst>
                    <a:ext uri="{FF2B5EF4-FFF2-40B4-BE49-F238E27FC236}">
                      <a16:creationId xmlns:a16="http://schemas.microsoft.com/office/drawing/2014/main" id="{D4BB5F11-56A0-4743-9BAD-C803AF5C97B7}"/>
                    </a:ext>
                  </a:extLst>
                </p:cNvPr>
                <p:cNvSpPr/>
                <p:nvPr/>
              </p:nvSpPr>
              <p:spPr>
                <a:xfrm>
                  <a:off x="4432987" y="1657282"/>
                  <a:ext cx="1663014" cy="608400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JetBrains Mono" panose="02000009000000000000" pitchFamily="49" charset="0"/>
                    </a:rPr>
                    <a:t>可写层</a:t>
                  </a:r>
                </a:p>
              </p:txBody>
            </p:sp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6BD9EBA0-1096-42E4-B62C-CFF6AE4879EE}"/>
                    </a:ext>
                  </a:extLst>
                </p:cNvPr>
                <p:cNvSpPr txBox="1"/>
                <p:nvPr/>
              </p:nvSpPr>
              <p:spPr>
                <a:xfrm>
                  <a:off x="4432987" y="1260873"/>
                  <a:ext cx="1663014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zh-CN" altLang="en-US" b="1" dirty="0">
                      <a:solidFill>
                        <a:srgbClr val="5D170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容器</a:t>
                  </a:r>
                  <a:r>
                    <a:rPr lang="en-US" altLang="zh-CN" b="1" dirty="0">
                      <a:solidFill>
                        <a:srgbClr val="5D170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  <a:endParaRPr lang="zh-CN" altLang="en-US" b="1" dirty="0">
                    <a:solidFill>
                      <a:srgbClr val="5D170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9998E515-F59B-446D-A95F-A05494C135DE}"/>
                  </a:ext>
                </a:extLst>
              </p:cNvPr>
              <p:cNvGrpSpPr/>
              <p:nvPr/>
            </p:nvGrpSpPr>
            <p:grpSpPr>
              <a:xfrm>
                <a:off x="5269815" y="1474205"/>
                <a:ext cx="1663014" cy="1004809"/>
                <a:chOff x="4432987" y="1260873"/>
                <a:chExt cx="1663014" cy="1004809"/>
              </a:xfrm>
            </p:grpSpPr>
            <p:sp>
              <p:nvSpPr>
                <p:cNvPr id="29" name="矩形 28">
                  <a:extLst>
                    <a:ext uri="{FF2B5EF4-FFF2-40B4-BE49-F238E27FC236}">
                      <a16:creationId xmlns:a16="http://schemas.microsoft.com/office/drawing/2014/main" id="{0D8E8B3D-AAF2-4662-8948-09187F34CF89}"/>
                    </a:ext>
                  </a:extLst>
                </p:cNvPr>
                <p:cNvSpPr/>
                <p:nvPr/>
              </p:nvSpPr>
              <p:spPr>
                <a:xfrm>
                  <a:off x="4432987" y="1657282"/>
                  <a:ext cx="1663014" cy="608400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JetBrains Mono" panose="02000009000000000000" pitchFamily="49" charset="0"/>
                    </a:rPr>
                    <a:t>可写层</a:t>
                  </a:r>
                </a:p>
              </p:txBody>
            </p:sp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FD780B7F-2074-4750-A5A2-A2DF46010F2E}"/>
                    </a:ext>
                  </a:extLst>
                </p:cNvPr>
                <p:cNvSpPr txBox="1"/>
                <p:nvPr/>
              </p:nvSpPr>
              <p:spPr>
                <a:xfrm>
                  <a:off x="4432987" y="1260873"/>
                  <a:ext cx="1663014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zh-CN" altLang="en-US" b="1" dirty="0">
                      <a:solidFill>
                        <a:srgbClr val="5D170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容器</a:t>
                  </a:r>
                  <a:r>
                    <a:rPr lang="en-US" altLang="zh-CN" b="1" dirty="0">
                      <a:solidFill>
                        <a:srgbClr val="5D170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2</a:t>
                  </a:r>
                  <a:endParaRPr lang="zh-CN" altLang="en-US" b="1" dirty="0">
                    <a:solidFill>
                      <a:srgbClr val="5D170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31" name="组合 30">
                <a:extLst>
                  <a:ext uri="{FF2B5EF4-FFF2-40B4-BE49-F238E27FC236}">
                    <a16:creationId xmlns:a16="http://schemas.microsoft.com/office/drawing/2014/main" id="{0F21E5A6-90E5-48FF-9315-177A7B6DDF28}"/>
                  </a:ext>
                </a:extLst>
              </p:cNvPr>
              <p:cNvGrpSpPr/>
              <p:nvPr/>
            </p:nvGrpSpPr>
            <p:grpSpPr>
              <a:xfrm>
                <a:off x="6987241" y="1474205"/>
                <a:ext cx="1663014" cy="1004809"/>
                <a:chOff x="4432987" y="1260873"/>
                <a:chExt cx="1663014" cy="1004809"/>
              </a:xfrm>
            </p:grpSpPr>
            <p:sp>
              <p:nvSpPr>
                <p:cNvPr id="32" name="矩形 31">
                  <a:extLst>
                    <a:ext uri="{FF2B5EF4-FFF2-40B4-BE49-F238E27FC236}">
                      <a16:creationId xmlns:a16="http://schemas.microsoft.com/office/drawing/2014/main" id="{13D83C0C-0100-47F2-A51B-D5B2B21F9DCB}"/>
                    </a:ext>
                  </a:extLst>
                </p:cNvPr>
                <p:cNvSpPr/>
                <p:nvPr/>
              </p:nvSpPr>
              <p:spPr>
                <a:xfrm>
                  <a:off x="4432987" y="1657282"/>
                  <a:ext cx="1663014" cy="608400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JetBrains Mono" panose="02000009000000000000" pitchFamily="49" charset="0"/>
                    </a:rPr>
                    <a:t>可写层</a:t>
                  </a:r>
                </a:p>
              </p:txBody>
            </p:sp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3A5BCBED-B72A-48A9-BC2B-2E117DB74D61}"/>
                    </a:ext>
                  </a:extLst>
                </p:cNvPr>
                <p:cNvSpPr txBox="1"/>
                <p:nvPr/>
              </p:nvSpPr>
              <p:spPr>
                <a:xfrm>
                  <a:off x="4432987" y="1260873"/>
                  <a:ext cx="1663014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zh-CN" altLang="en-US" b="1" dirty="0">
                      <a:solidFill>
                        <a:srgbClr val="5D170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容器</a:t>
                  </a:r>
                  <a:r>
                    <a:rPr lang="en-US" altLang="zh-CN" b="1" dirty="0">
                      <a:solidFill>
                        <a:srgbClr val="5D170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3</a:t>
                  </a:r>
                  <a:endParaRPr lang="zh-CN" altLang="en-US" b="1" dirty="0">
                    <a:solidFill>
                      <a:srgbClr val="5D170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4B47FBC0-24FF-4142-8737-D22AA9BCA19A}"/>
                </a:ext>
              </a:extLst>
            </p:cNvPr>
            <p:cNvCxnSpPr>
              <a:cxnSpLocks/>
              <a:stCxn id="24" idx="2"/>
            </p:cNvCxnSpPr>
            <p:nvPr/>
          </p:nvCxnSpPr>
          <p:spPr>
            <a:xfrm>
              <a:off x="4378573" y="2679808"/>
              <a:ext cx="430430" cy="380931"/>
            </a:xfrm>
            <a:prstGeom prst="straightConnector1">
              <a:avLst/>
            </a:prstGeom>
            <a:ln w="25400">
              <a:solidFill>
                <a:srgbClr val="5D1709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927719FB-B796-4284-8112-0E1496DF6D66}"/>
                </a:ext>
              </a:extLst>
            </p:cNvPr>
            <p:cNvCxnSpPr>
              <a:cxnSpLocks/>
              <a:stCxn id="32" idx="2"/>
            </p:cNvCxnSpPr>
            <p:nvPr/>
          </p:nvCxnSpPr>
          <p:spPr>
            <a:xfrm flipH="1">
              <a:off x="7382995" y="2677307"/>
              <a:ext cx="430430" cy="383432"/>
            </a:xfrm>
            <a:prstGeom prst="straightConnector1">
              <a:avLst/>
            </a:prstGeom>
            <a:ln w="25400">
              <a:solidFill>
                <a:srgbClr val="5D1709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A21641B1-4572-423D-8D95-B77BDEE20240}"/>
                </a:ext>
              </a:extLst>
            </p:cNvPr>
            <p:cNvCxnSpPr>
              <a:cxnSpLocks/>
              <a:stCxn id="29" idx="2"/>
              <a:endCxn id="2" idx="0"/>
            </p:cNvCxnSpPr>
            <p:nvPr/>
          </p:nvCxnSpPr>
          <p:spPr>
            <a:xfrm>
              <a:off x="6095999" y="2677307"/>
              <a:ext cx="1" cy="385933"/>
            </a:xfrm>
            <a:prstGeom prst="straightConnector1">
              <a:avLst/>
            </a:prstGeom>
            <a:ln w="25400">
              <a:solidFill>
                <a:srgbClr val="5D1709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60928CF8-3ED4-4C1A-A0CD-865741536540}"/>
              </a:ext>
            </a:extLst>
          </p:cNvPr>
          <p:cNvGrpSpPr/>
          <p:nvPr/>
        </p:nvGrpSpPr>
        <p:grpSpPr>
          <a:xfrm>
            <a:off x="6315975" y="2093895"/>
            <a:ext cx="4770127" cy="2670210"/>
            <a:chOff x="2811292" y="2923194"/>
            <a:chExt cx="4770127" cy="2670210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AB38544-4BAD-43D5-B6B3-AB9305F4E115}"/>
                </a:ext>
              </a:extLst>
            </p:cNvPr>
            <p:cNvSpPr/>
            <p:nvPr/>
          </p:nvSpPr>
          <p:spPr>
            <a:xfrm>
              <a:off x="3759863" y="5059362"/>
              <a:ext cx="3821555" cy="534042"/>
            </a:xfrm>
            <a:prstGeom prst="rect">
              <a:avLst/>
            </a:prstGeom>
            <a:solidFill>
              <a:srgbClr val="5D17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宿主机 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kernel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lxc/aufs/btrfs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C6709E30-AA6F-4150-8D13-DE108D4B472C}"/>
                </a:ext>
              </a:extLst>
            </p:cNvPr>
            <p:cNvSpPr txBox="1"/>
            <p:nvPr/>
          </p:nvSpPr>
          <p:spPr>
            <a:xfrm>
              <a:off x="2811294" y="5141717"/>
              <a:ext cx="948569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zh-CN" b="1" dirty="0">
                  <a:solidFill>
                    <a:srgbClr val="5D17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bootfs</a:t>
              </a:r>
              <a:endParaRPr lang="zh-CN" altLang="en-US" b="1" dirty="0">
                <a:solidFill>
                  <a:srgbClr val="5D170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4D798843-5980-41D1-861F-877D6A407687}"/>
                </a:ext>
              </a:extLst>
            </p:cNvPr>
            <p:cNvSpPr/>
            <p:nvPr/>
          </p:nvSpPr>
          <p:spPr>
            <a:xfrm>
              <a:off x="3759863" y="4525320"/>
              <a:ext cx="1814086" cy="534042"/>
            </a:xfrm>
            <a:prstGeom prst="rect">
              <a:avLst/>
            </a:prstGeom>
            <a:solidFill>
              <a:srgbClr val="F083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alpine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430AAC45-6FB1-420C-8941-23454D1E7A02}"/>
                </a:ext>
              </a:extLst>
            </p:cNvPr>
            <p:cNvSpPr txBox="1"/>
            <p:nvPr/>
          </p:nvSpPr>
          <p:spPr>
            <a:xfrm>
              <a:off x="2811294" y="4607675"/>
              <a:ext cx="948569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zh-CN" b="1" dirty="0">
                  <a:solidFill>
                    <a:srgbClr val="5D17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rootfs</a:t>
              </a:r>
              <a:endParaRPr lang="zh-CN" altLang="en-US" b="1" dirty="0">
                <a:solidFill>
                  <a:srgbClr val="5D170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AB208271-F9CE-4844-90BF-8C49124FFDF4}"/>
                </a:ext>
              </a:extLst>
            </p:cNvPr>
            <p:cNvSpPr/>
            <p:nvPr/>
          </p:nvSpPr>
          <p:spPr>
            <a:xfrm>
              <a:off x="5767333" y="4525320"/>
              <a:ext cx="1814085" cy="534042"/>
            </a:xfrm>
            <a:prstGeom prst="rect">
              <a:avLst/>
            </a:prstGeom>
            <a:solidFill>
              <a:srgbClr val="F083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Debian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6C949AC4-0DF1-404D-8B8B-C6E625F75B9F}"/>
                </a:ext>
              </a:extLst>
            </p:cNvPr>
            <p:cNvSpPr/>
            <p:nvPr/>
          </p:nvSpPr>
          <p:spPr>
            <a:xfrm>
              <a:off x="3759863" y="3429000"/>
              <a:ext cx="1814086" cy="1096320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5D17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apache</a:t>
              </a:r>
              <a:endParaRPr lang="zh-CN" altLang="en-US" dirty="0">
                <a:solidFill>
                  <a:srgbClr val="5D170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CBFCD25A-CDCB-4D81-9A69-4E5F11885D63}"/>
                </a:ext>
              </a:extLst>
            </p:cNvPr>
            <p:cNvSpPr/>
            <p:nvPr/>
          </p:nvSpPr>
          <p:spPr>
            <a:xfrm>
              <a:off x="5767333" y="3991278"/>
              <a:ext cx="1814086" cy="534042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5D17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Redis</a:t>
              </a:r>
              <a:endParaRPr lang="zh-CN" altLang="en-US" dirty="0">
                <a:solidFill>
                  <a:srgbClr val="5D170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E8811AA0-9314-4477-A526-C33A45C9B890}"/>
                </a:ext>
              </a:extLst>
            </p:cNvPr>
            <p:cNvSpPr/>
            <p:nvPr/>
          </p:nvSpPr>
          <p:spPr>
            <a:xfrm>
              <a:off x="5767333" y="3457236"/>
              <a:ext cx="1814085" cy="534042"/>
            </a:xfrm>
            <a:prstGeom prst="rect">
              <a:avLst/>
            </a:prstGeom>
            <a:solidFill>
              <a:srgbClr val="F8CC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5D17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MySQL</a:t>
              </a:r>
              <a:endParaRPr lang="zh-CN" altLang="en-US" dirty="0">
                <a:solidFill>
                  <a:srgbClr val="5D170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96D6BCDD-A495-44C5-ACDF-D31F09DD1B66}"/>
                </a:ext>
              </a:extLst>
            </p:cNvPr>
            <p:cNvSpPr/>
            <p:nvPr/>
          </p:nvSpPr>
          <p:spPr>
            <a:xfrm>
              <a:off x="3759863" y="2923194"/>
              <a:ext cx="1814086" cy="534042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容器</a:t>
              </a: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9C9207A9-2AD1-4B99-BF12-48DAFBB56B06}"/>
                </a:ext>
              </a:extLst>
            </p:cNvPr>
            <p:cNvSpPr/>
            <p:nvPr/>
          </p:nvSpPr>
          <p:spPr>
            <a:xfrm>
              <a:off x="5767332" y="2923194"/>
              <a:ext cx="1814086" cy="534042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容器</a:t>
              </a: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1A2D2059-00E7-4CF6-8572-74C83D5B2B87}"/>
                </a:ext>
              </a:extLst>
            </p:cNvPr>
            <p:cNvSpPr txBox="1"/>
            <p:nvPr/>
          </p:nvSpPr>
          <p:spPr>
            <a:xfrm>
              <a:off x="2811293" y="3806612"/>
              <a:ext cx="948569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zh-CN" altLang="en-US" b="1" dirty="0">
                  <a:solidFill>
                    <a:srgbClr val="5D17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镜像</a:t>
              </a: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E0593DBD-BCC5-4B59-8C43-1AB5DA501372}"/>
                </a:ext>
              </a:extLst>
            </p:cNvPr>
            <p:cNvSpPr txBox="1"/>
            <p:nvPr/>
          </p:nvSpPr>
          <p:spPr>
            <a:xfrm>
              <a:off x="2811292" y="2999205"/>
              <a:ext cx="948569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zh-CN" altLang="en-US" b="1" dirty="0">
                  <a:solidFill>
                    <a:srgbClr val="5D17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容器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56071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组合 51">
            <a:extLst>
              <a:ext uri="{FF2B5EF4-FFF2-40B4-BE49-F238E27FC236}">
                <a16:creationId xmlns:a16="http://schemas.microsoft.com/office/drawing/2014/main" id="{3F602563-9748-45D6-87C8-9C7D79F39661}"/>
              </a:ext>
            </a:extLst>
          </p:cNvPr>
          <p:cNvGrpSpPr/>
          <p:nvPr/>
        </p:nvGrpSpPr>
        <p:grpSpPr>
          <a:xfrm>
            <a:off x="2289324" y="795933"/>
            <a:ext cx="7965846" cy="6543341"/>
            <a:chOff x="2289324" y="795933"/>
            <a:chExt cx="7965846" cy="6543341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4FCBA6FC-2354-451D-B507-2E5A9CA46545}"/>
                </a:ext>
              </a:extLst>
            </p:cNvPr>
            <p:cNvGrpSpPr/>
            <p:nvPr/>
          </p:nvGrpSpPr>
          <p:grpSpPr>
            <a:xfrm>
              <a:off x="2289324" y="795933"/>
              <a:ext cx="5858996" cy="1243584"/>
              <a:chOff x="2289324" y="795933"/>
              <a:chExt cx="5858996" cy="1243584"/>
            </a:xfrm>
          </p:grpSpPr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28EFF57B-F594-4DE9-B29A-4957922A81A9}"/>
                  </a:ext>
                </a:extLst>
              </p:cNvPr>
              <p:cNvSpPr/>
              <p:nvPr/>
            </p:nvSpPr>
            <p:spPr>
              <a:xfrm>
                <a:off x="2289324" y="795933"/>
                <a:ext cx="5858996" cy="1243584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5D17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76734596-17B8-42F5-A9A2-EAE1FF9E2D64}"/>
                  </a:ext>
                </a:extLst>
              </p:cNvPr>
              <p:cNvSpPr/>
              <p:nvPr/>
            </p:nvSpPr>
            <p:spPr>
              <a:xfrm>
                <a:off x="2436428" y="1262472"/>
                <a:ext cx="5569651" cy="598401"/>
              </a:xfrm>
              <a:prstGeom prst="rect">
                <a:avLst/>
              </a:prstGeom>
              <a:solidFill>
                <a:srgbClr val="F083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JetBrains Mono" panose="02000009000000000000" pitchFamily="49" charset="0"/>
                  </a:rPr>
                  <a:t>Docker CLI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60FD1BF-D8E9-4A6C-8B3D-F69D6F326D4F}"/>
                  </a:ext>
                </a:extLst>
              </p:cNvPr>
              <p:cNvSpPr txBox="1"/>
              <p:nvPr/>
            </p:nvSpPr>
            <p:spPr>
              <a:xfrm>
                <a:off x="2436428" y="844537"/>
                <a:ext cx="2308966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altLang="zh-CN" b="1" dirty="0">
                    <a:solidFill>
                      <a:srgbClr val="5D170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JetBrains Mono" panose="02000009000000000000" pitchFamily="49" charset="0"/>
                  </a:rPr>
                  <a:t>Docker Client</a:t>
                </a:r>
                <a:endParaRPr lang="zh-CN" altLang="en-US" b="1" dirty="0">
                  <a:solidFill>
                    <a:srgbClr val="5D17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71ABBC60-5C71-4B4F-A406-368CAFF9A2B8}"/>
                </a:ext>
              </a:extLst>
            </p:cNvPr>
            <p:cNvGrpSpPr/>
            <p:nvPr/>
          </p:nvGrpSpPr>
          <p:grpSpPr>
            <a:xfrm>
              <a:off x="2289324" y="2548648"/>
              <a:ext cx="5858996" cy="2743200"/>
              <a:chOff x="2289324" y="2548648"/>
              <a:chExt cx="5858996" cy="2743200"/>
            </a:xfrm>
          </p:grpSpPr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D2AC0133-8D92-496F-A50D-A5CD3C1843E7}"/>
                  </a:ext>
                </a:extLst>
              </p:cNvPr>
              <p:cNvSpPr/>
              <p:nvPr/>
            </p:nvSpPr>
            <p:spPr>
              <a:xfrm>
                <a:off x="2289324" y="2548648"/>
                <a:ext cx="5858996" cy="2743200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5D17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EA979D1E-2BBD-4860-9FCF-B4520E6DA45C}"/>
                  </a:ext>
                </a:extLst>
              </p:cNvPr>
              <p:cNvSpPr/>
              <p:nvPr/>
            </p:nvSpPr>
            <p:spPr>
              <a:xfrm>
                <a:off x="2436428" y="3012636"/>
                <a:ext cx="5569651" cy="598401"/>
              </a:xfrm>
              <a:prstGeom prst="rect">
                <a:avLst/>
              </a:prstGeom>
              <a:solidFill>
                <a:srgbClr val="F083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JetBrains Mono" panose="02000009000000000000" pitchFamily="49" charset="0"/>
                  </a:rPr>
                  <a:t>API Server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86442F8D-076D-4F1E-A609-7C1A594B852B}"/>
                  </a:ext>
                </a:extLst>
              </p:cNvPr>
              <p:cNvSpPr txBox="1"/>
              <p:nvPr/>
            </p:nvSpPr>
            <p:spPr>
              <a:xfrm>
                <a:off x="2433996" y="2609181"/>
                <a:ext cx="2308966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altLang="zh-CN" b="1" dirty="0">
                    <a:solidFill>
                      <a:srgbClr val="5D170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JetBrains Mono" panose="02000009000000000000" pitchFamily="49" charset="0"/>
                  </a:rPr>
                  <a:t>Docker Daemon</a:t>
                </a:r>
                <a:endParaRPr lang="zh-CN" altLang="en-US" b="1" dirty="0">
                  <a:solidFill>
                    <a:srgbClr val="5D17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F8A1FC28-6A01-423C-A15A-6556AD92C80C}"/>
                  </a:ext>
                </a:extLst>
              </p:cNvPr>
              <p:cNvSpPr/>
              <p:nvPr/>
            </p:nvSpPr>
            <p:spPr>
              <a:xfrm>
                <a:off x="2433997" y="3681168"/>
                <a:ext cx="1803616" cy="774324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JetBrains Mono" panose="02000009000000000000" pitchFamily="49" charset="0"/>
                  </a:rPr>
                  <a:t>Image</a:t>
                </a:r>
              </a:p>
              <a:p>
                <a:pPr algn="ctr"/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JetBrains Mono" panose="02000009000000000000" pitchFamily="49" charset="0"/>
                  </a:rPr>
                  <a:t>Manager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53D26327-71CC-4079-9963-3F1AAE36582F}"/>
                  </a:ext>
                </a:extLst>
              </p:cNvPr>
              <p:cNvSpPr/>
              <p:nvPr/>
            </p:nvSpPr>
            <p:spPr>
              <a:xfrm>
                <a:off x="4317014" y="3681168"/>
                <a:ext cx="1803616" cy="774324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JetBrains Mono" panose="02000009000000000000" pitchFamily="49" charset="0"/>
                  </a:rPr>
                  <a:t>Container</a:t>
                </a:r>
              </a:p>
              <a:p>
                <a:pPr algn="ctr"/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JetBrains Mono" panose="02000009000000000000" pitchFamily="49" charset="0"/>
                  </a:rPr>
                  <a:t>Manager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F450B491-0776-4347-AF18-3F31EF3044E9}"/>
                  </a:ext>
                </a:extLst>
              </p:cNvPr>
              <p:cNvSpPr/>
              <p:nvPr/>
            </p:nvSpPr>
            <p:spPr>
              <a:xfrm>
                <a:off x="6200032" y="3681168"/>
                <a:ext cx="1803616" cy="774324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JetBrains Mono" panose="02000009000000000000" pitchFamily="49" charset="0"/>
                  </a:rPr>
                  <a:t>Volume</a:t>
                </a:r>
              </a:p>
              <a:p>
                <a:pPr algn="ctr"/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JetBrains Mono" panose="02000009000000000000" pitchFamily="49" charset="0"/>
                  </a:rPr>
                  <a:t>Manager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0730C5C2-BFC9-4451-A46B-792B8890CB5C}"/>
                  </a:ext>
                </a:extLst>
              </p:cNvPr>
              <p:cNvSpPr/>
              <p:nvPr/>
            </p:nvSpPr>
            <p:spPr>
              <a:xfrm>
                <a:off x="2433996" y="4525622"/>
                <a:ext cx="2740767" cy="602637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JetBrains Mono" panose="02000009000000000000" pitchFamily="49" charset="0"/>
                  </a:rPr>
                  <a:t>Network Manager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128C96F2-11AE-4588-A01B-2096E0F7C1A6}"/>
                  </a:ext>
                </a:extLst>
              </p:cNvPr>
              <p:cNvSpPr/>
              <p:nvPr/>
            </p:nvSpPr>
            <p:spPr>
              <a:xfrm>
                <a:off x="5262880" y="4525622"/>
                <a:ext cx="2740768" cy="602637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JetBrains Mono" panose="02000009000000000000" pitchFamily="49" charset="0"/>
                  </a:rPr>
                  <a:t>Plugin Manager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785E9185-AD51-497A-B905-F8D08B9ACCF3}"/>
                </a:ext>
              </a:extLst>
            </p:cNvPr>
            <p:cNvSpPr/>
            <p:nvPr/>
          </p:nvSpPr>
          <p:spPr>
            <a:xfrm>
              <a:off x="2289324" y="5595528"/>
              <a:ext cx="5858996" cy="720033"/>
            </a:xfrm>
            <a:prstGeom prst="rect">
              <a:avLst/>
            </a:prstGeom>
            <a:solidFill>
              <a:srgbClr val="F8CC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5D17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containerd</a:t>
              </a:r>
              <a:endParaRPr lang="zh-CN" altLang="en-US" b="1" dirty="0">
                <a:solidFill>
                  <a:srgbClr val="5D170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16A9FD9E-D63D-48A1-AD4E-B2D449C97424}"/>
                </a:ext>
              </a:extLst>
            </p:cNvPr>
            <p:cNvSpPr/>
            <p:nvPr/>
          </p:nvSpPr>
          <p:spPr>
            <a:xfrm>
              <a:off x="2289324" y="6619241"/>
              <a:ext cx="5858996" cy="720033"/>
            </a:xfrm>
            <a:prstGeom prst="rect">
              <a:avLst/>
            </a:prstGeom>
            <a:solidFill>
              <a:srgbClr val="F8CC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5D17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runc</a:t>
              </a:r>
              <a:endParaRPr lang="zh-CN" altLang="en-US" b="1" dirty="0">
                <a:solidFill>
                  <a:srgbClr val="5D170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9F79F8E1-F44D-443A-AB8C-75E36791EEB6}"/>
                </a:ext>
              </a:extLst>
            </p:cNvPr>
            <p:cNvSpPr/>
            <p:nvPr/>
          </p:nvSpPr>
          <p:spPr>
            <a:xfrm>
              <a:off x="8923547" y="2548648"/>
              <a:ext cx="1331623" cy="2743200"/>
            </a:xfrm>
            <a:prstGeom prst="rect">
              <a:avLst/>
            </a:prstGeom>
            <a:solidFill>
              <a:srgbClr val="A32D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Docker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Registry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6A613603-E7D0-496A-A813-3085444430CE}"/>
                </a:ext>
              </a:extLst>
            </p:cNvPr>
            <p:cNvCxnSpPr>
              <a:cxnSpLocks/>
              <a:stCxn id="3" idx="2"/>
              <a:endCxn id="25" idx="0"/>
            </p:cNvCxnSpPr>
            <p:nvPr/>
          </p:nvCxnSpPr>
          <p:spPr>
            <a:xfrm>
              <a:off x="5221254" y="1860873"/>
              <a:ext cx="0" cy="1151763"/>
            </a:xfrm>
            <a:prstGeom prst="straightConnector1">
              <a:avLst/>
            </a:prstGeom>
            <a:ln w="25400">
              <a:solidFill>
                <a:srgbClr val="5D1709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97712603-838E-409D-81F5-723F29026E3E}"/>
                </a:ext>
              </a:extLst>
            </p:cNvPr>
            <p:cNvCxnSpPr>
              <a:cxnSpLocks/>
              <a:stCxn id="23" idx="2"/>
              <a:endCxn id="43" idx="0"/>
            </p:cNvCxnSpPr>
            <p:nvPr/>
          </p:nvCxnSpPr>
          <p:spPr>
            <a:xfrm>
              <a:off x="5218822" y="5291848"/>
              <a:ext cx="0" cy="303680"/>
            </a:xfrm>
            <a:prstGeom prst="straightConnector1">
              <a:avLst/>
            </a:prstGeom>
            <a:ln w="25400">
              <a:solidFill>
                <a:srgbClr val="5D1709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28F9E557-ED9F-429C-96CB-6D9E8DF3C3A2}"/>
                </a:ext>
              </a:extLst>
            </p:cNvPr>
            <p:cNvCxnSpPr>
              <a:cxnSpLocks/>
              <a:stCxn id="43" idx="2"/>
              <a:endCxn id="45" idx="0"/>
            </p:cNvCxnSpPr>
            <p:nvPr/>
          </p:nvCxnSpPr>
          <p:spPr>
            <a:xfrm>
              <a:off x="5218822" y="6315561"/>
              <a:ext cx="0" cy="303680"/>
            </a:xfrm>
            <a:prstGeom prst="straightConnector1">
              <a:avLst/>
            </a:prstGeom>
            <a:ln w="25400">
              <a:solidFill>
                <a:srgbClr val="5D1709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47C0DCDE-CC6B-45F3-A85D-2F50EEE4CD7F}"/>
                </a:ext>
              </a:extLst>
            </p:cNvPr>
            <p:cNvSpPr txBox="1"/>
            <p:nvPr/>
          </p:nvSpPr>
          <p:spPr>
            <a:xfrm>
              <a:off x="5262880" y="2109185"/>
              <a:ext cx="2308966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dirty="0">
                  <a:solidFill>
                    <a:srgbClr val="5D17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JetBrains Mono" panose="02000009000000000000" pitchFamily="49" charset="0"/>
                </a:rPr>
                <a:t>REST API</a:t>
              </a:r>
              <a:endParaRPr lang="zh-CN" altLang="en-US" dirty="0">
                <a:solidFill>
                  <a:srgbClr val="5D170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BBF2B819-FFC2-41FE-8F30-D08BD4CCE61C}"/>
                </a:ext>
              </a:extLst>
            </p:cNvPr>
            <p:cNvCxnSpPr>
              <a:cxnSpLocks/>
              <a:stCxn id="46" idx="1"/>
              <a:endCxn id="23" idx="3"/>
            </p:cNvCxnSpPr>
            <p:nvPr/>
          </p:nvCxnSpPr>
          <p:spPr>
            <a:xfrm flipH="1">
              <a:off x="8148320" y="3920248"/>
              <a:ext cx="775227" cy="0"/>
            </a:xfrm>
            <a:prstGeom prst="straightConnector1">
              <a:avLst/>
            </a:prstGeom>
            <a:ln w="25400">
              <a:solidFill>
                <a:srgbClr val="5D1709"/>
              </a:solidFill>
              <a:prstDash val="dash"/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288756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组合 46">
            <a:extLst>
              <a:ext uri="{FF2B5EF4-FFF2-40B4-BE49-F238E27FC236}">
                <a16:creationId xmlns:a16="http://schemas.microsoft.com/office/drawing/2014/main" id="{546601F7-CF9D-41C2-A134-F1B617F17EA1}"/>
              </a:ext>
            </a:extLst>
          </p:cNvPr>
          <p:cNvGrpSpPr/>
          <p:nvPr/>
        </p:nvGrpSpPr>
        <p:grpSpPr>
          <a:xfrm>
            <a:off x="490462" y="2985770"/>
            <a:ext cx="10758388" cy="2036862"/>
            <a:chOff x="490462" y="2985770"/>
            <a:chExt cx="10758388" cy="2036862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B5280831-19D0-4C78-B560-4A9DD5279545}"/>
                </a:ext>
              </a:extLst>
            </p:cNvPr>
            <p:cNvGrpSpPr/>
            <p:nvPr/>
          </p:nvGrpSpPr>
          <p:grpSpPr>
            <a:xfrm>
              <a:off x="490462" y="2985770"/>
              <a:ext cx="3049116" cy="2036862"/>
              <a:chOff x="490462" y="2985770"/>
              <a:chExt cx="3049116" cy="2036862"/>
            </a:xfrm>
          </p:grpSpPr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63D33325-5005-4664-A711-E804F2ED442C}"/>
                  </a:ext>
                </a:extLst>
              </p:cNvPr>
              <p:cNvSpPr/>
              <p:nvPr/>
            </p:nvSpPr>
            <p:spPr>
              <a:xfrm>
                <a:off x="490462" y="3785870"/>
                <a:ext cx="1218082" cy="451044"/>
              </a:xfrm>
              <a:prstGeom prst="rect">
                <a:avLst/>
              </a:prstGeom>
              <a:gradFill flip="none" rotWithShape="1">
                <a:gsLst>
                  <a:gs pos="0">
                    <a:schemeClr val="bg1"/>
                  </a:gs>
                  <a:gs pos="62000">
                    <a:srgbClr val="D74514"/>
                  </a:gs>
                  <a:gs pos="100000">
                    <a:srgbClr val="D74514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" name="椭圆 2">
                <a:extLst>
                  <a:ext uri="{FF2B5EF4-FFF2-40B4-BE49-F238E27FC236}">
                    <a16:creationId xmlns:a16="http://schemas.microsoft.com/office/drawing/2014/main" id="{E7ECECFA-1CAF-4E17-854E-6CC9B242BD24}"/>
                  </a:ext>
                </a:extLst>
              </p:cNvPr>
              <p:cNvSpPr/>
              <p:nvPr/>
            </p:nvSpPr>
            <p:spPr>
              <a:xfrm>
                <a:off x="1502716" y="2985770"/>
                <a:ext cx="2036862" cy="2036862"/>
              </a:xfrm>
              <a:prstGeom prst="ellipse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" name="椭圆 3">
                <a:extLst>
                  <a:ext uri="{FF2B5EF4-FFF2-40B4-BE49-F238E27FC236}">
                    <a16:creationId xmlns:a16="http://schemas.microsoft.com/office/drawing/2014/main" id="{306071CC-0BAD-4851-9B62-7B9418100497}"/>
                  </a:ext>
                </a:extLst>
              </p:cNvPr>
              <p:cNvSpPr/>
              <p:nvPr/>
            </p:nvSpPr>
            <p:spPr>
              <a:xfrm>
                <a:off x="1914373" y="3402351"/>
                <a:ext cx="1218082" cy="121808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2E2B800F-5691-4E8C-A29E-95C585E598C9}"/>
                  </a:ext>
                </a:extLst>
              </p:cNvPr>
              <p:cNvCxnSpPr>
                <a:stCxn id="3" idx="6"/>
                <a:endCxn id="4" idx="6"/>
              </p:cNvCxnSpPr>
              <p:nvPr/>
            </p:nvCxnSpPr>
            <p:spPr>
              <a:xfrm flipH="1">
                <a:off x="3132455" y="4004201"/>
                <a:ext cx="407123" cy="7191"/>
              </a:xfrm>
              <a:prstGeom prst="line">
                <a:avLst/>
              </a:prstGeom>
              <a:ln w="38100">
                <a:solidFill>
                  <a:srgbClr val="F8CCB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B38FC8D6-9E17-42E8-9FA1-7570F39804BC}"/>
                  </a:ext>
                </a:extLst>
              </p:cNvPr>
              <p:cNvSpPr txBox="1"/>
              <p:nvPr/>
            </p:nvSpPr>
            <p:spPr>
              <a:xfrm>
                <a:off x="3169799" y="3631981"/>
                <a:ext cx="332434" cy="307777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endPara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FACEE6D-EF6E-49E4-A484-345590BAC2BB}"/>
                  </a:ext>
                </a:extLst>
              </p:cNvPr>
              <p:cNvSpPr txBox="1"/>
              <p:nvPr/>
            </p:nvSpPr>
            <p:spPr>
              <a:xfrm>
                <a:off x="3169799" y="4075835"/>
                <a:ext cx="332434" cy="307777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endPara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0" name="弧形 9">
              <a:extLst>
                <a:ext uri="{FF2B5EF4-FFF2-40B4-BE49-F238E27FC236}">
                  <a16:creationId xmlns:a16="http://schemas.microsoft.com/office/drawing/2014/main" id="{7A236AE8-52B6-47A3-BBF9-BD107C8CE1AA}"/>
                </a:ext>
              </a:extLst>
            </p:cNvPr>
            <p:cNvSpPr/>
            <p:nvPr/>
          </p:nvSpPr>
          <p:spPr>
            <a:xfrm>
              <a:off x="1745888" y="3195638"/>
              <a:ext cx="1611675" cy="1609725"/>
            </a:xfrm>
            <a:prstGeom prst="arc">
              <a:avLst>
                <a:gd name="adj1" fmla="val 8028946"/>
                <a:gd name="adj2" fmla="val 13683166"/>
              </a:avLst>
            </a:prstGeom>
            <a:ln w="38100">
              <a:solidFill>
                <a:srgbClr val="F0835C"/>
              </a:solidFill>
              <a:prstDash val="sysDash"/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4767594E-4BBF-4A3C-8915-6B25859C7836}"/>
                </a:ext>
              </a:extLst>
            </p:cNvPr>
            <p:cNvCxnSpPr>
              <a:stCxn id="2" idx="1"/>
            </p:cNvCxnSpPr>
            <p:nvPr/>
          </p:nvCxnSpPr>
          <p:spPr>
            <a:xfrm flipV="1">
              <a:off x="490462" y="4004201"/>
              <a:ext cx="1255426" cy="7191"/>
            </a:xfrm>
            <a:prstGeom prst="line">
              <a:avLst/>
            </a:prstGeom>
            <a:ln w="38100">
              <a:gradFill flip="none" rotWithShape="1">
                <a:gsLst>
                  <a:gs pos="57000">
                    <a:srgbClr val="F0835C"/>
                  </a:gs>
                  <a:gs pos="0">
                    <a:schemeClr val="bg1"/>
                  </a:gs>
                  <a:gs pos="100000">
                    <a:srgbClr val="F0835C"/>
                  </a:gs>
                </a:gsLst>
                <a:lin ang="0" scaled="1"/>
                <a:tileRect/>
              </a:gra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图形 13" descr="女性形象 纯色填充">
              <a:extLst>
                <a:ext uri="{FF2B5EF4-FFF2-40B4-BE49-F238E27FC236}">
                  <a16:creationId xmlns:a16="http://schemas.microsoft.com/office/drawing/2014/main" id="{DE8E2FE5-C23B-40F1-9F53-B3DF2351CA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89908" y="4291637"/>
              <a:ext cx="359781" cy="359781"/>
            </a:xfrm>
            <a:prstGeom prst="rect">
              <a:avLst/>
            </a:prstGeom>
          </p:spPr>
        </p:pic>
        <p:pic>
          <p:nvPicPr>
            <p:cNvPr id="16" name="图形 15" descr="男性形象 纯色填充">
              <a:extLst>
                <a:ext uri="{FF2B5EF4-FFF2-40B4-BE49-F238E27FC236}">
                  <a16:creationId xmlns:a16="http://schemas.microsoft.com/office/drawing/2014/main" id="{CEB318FD-867B-4D02-9CAA-961B72C228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36808" y="3315095"/>
              <a:ext cx="359781" cy="359781"/>
            </a:xfrm>
            <a:prstGeom prst="rect">
              <a:avLst/>
            </a:prstGeom>
          </p:spPr>
        </p:pic>
        <p:pic>
          <p:nvPicPr>
            <p:cNvPr id="18" name="图形 17" descr="沙漏已完成 纯色填充">
              <a:extLst>
                <a:ext uri="{FF2B5EF4-FFF2-40B4-BE49-F238E27FC236}">
                  <a16:creationId xmlns:a16="http://schemas.microsoft.com/office/drawing/2014/main" id="{75F5F24B-064F-43F6-9411-D7311EF31EF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43150" y="3276576"/>
              <a:ext cx="251549" cy="251549"/>
            </a:xfrm>
            <a:prstGeom prst="rect">
              <a:avLst/>
            </a:prstGeom>
          </p:spPr>
        </p:pic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6970EE03-25B0-40AB-A8CD-D98E1BB62AE2}"/>
                </a:ext>
              </a:extLst>
            </p:cNvPr>
            <p:cNvGrpSpPr/>
            <p:nvPr/>
          </p:nvGrpSpPr>
          <p:grpSpPr>
            <a:xfrm>
              <a:off x="4368645" y="2985770"/>
              <a:ext cx="3049116" cy="2036862"/>
              <a:chOff x="490462" y="2985770"/>
              <a:chExt cx="3049116" cy="2036862"/>
            </a:xfrm>
          </p:grpSpPr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FECF140C-A4BB-4066-8E37-7B60CBCEE76B}"/>
                  </a:ext>
                </a:extLst>
              </p:cNvPr>
              <p:cNvSpPr/>
              <p:nvPr/>
            </p:nvSpPr>
            <p:spPr>
              <a:xfrm>
                <a:off x="490462" y="3785870"/>
                <a:ext cx="1218082" cy="451044"/>
              </a:xfrm>
              <a:prstGeom prst="rect">
                <a:avLst/>
              </a:prstGeom>
              <a:gradFill flip="none" rotWithShape="1">
                <a:gsLst>
                  <a:gs pos="0">
                    <a:schemeClr val="bg1"/>
                  </a:gs>
                  <a:gs pos="62000">
                    <a:srgbClr val="D74514"/>
                  </a:gs>
                  <a:gs pos="100000">
                    <a:srgbClr val="D74514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119A954E-73C2-4E82-AC34-BF1940B392A3}"/>
                  </a:ext>
                </a:extLst>
              </p:cNvPr>
              <p:cNvSpPr/>
              <p:nvPr/>
            </p:nvSpPr>
            <p:spPr>
              <a:xfrm>
                <a:off x="1502716" y="2985770"/>
                <a:ext cx="2036862" cy="2036862"/>
              </a:xfrm>
              <a:prstGeom prst="ellipse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174C158C-A688-41AB-8D78-8C9C503ABC7C}"/>
                  </a:ext>
                </a:extLst>
              </p:cNvPr>
              <p:cNvSpPr/>
              <p:nvPr/>
            </p:nvSpPr>
            <p:spPr>
              <a:xfrm>
                <a:off x="1914373" y="3402351"/>
                <a:ext cx="1218082" cy="121808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C4E8F75A-B6E3-4654-BE41-D488FC9DA568}"/>
                  </a:ext>
                </a:extLst>
              </p:cNvPr>
              <p:cNvCxnSpPr>
                <a:stCxn id="21" idx="6"/>
                <a:endCxn id="22" idx="6"/>
              </p:cNvCxnSpPr>
              <p:nvPr/>
            </p:nvCxnSpPr>
            <p:spPr>
              <a:xfrm flipH="1">
                <a:off x="3132455" y="4004201"/>
                <a:ext cx="407123" cy="7191"/>
              </a:xfrm>
              <a:prstGeom prst="line">
                <a:avLst/>
              </a:prstGeom>
              <a:ln w="38100">
                <a:solidFill>
                  <a:srgbClr val="F8CCB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13DF5B0D-139B-48E9-B977-5799757F4A2D}"/>
                  </a:ext>
                </a:extLst>
              </p:cNvPr>
              <p:cNvSpPr txBox="1"/>
              <p:nvPr/>
            </p:nvSpPr>
            <p:spPr>
              <a:xfrm>
                <a:off x="3169799" y="3631981"/>
                <a:ext cx="332434" cy="307777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endPara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EF581402-6110-4C72-9B77-50A022DDFB3B}"/>
                  </a:ext>
                </a:extLst>
              </p:cNvPr>
              <p:cNvSpPr txBox="1"/>
              <p:nvPr/>
            </p:nvSpPr>
            <p:spPr>
              <a:xfrm>
                <a:off x="3169799" y="4075835"/>
                <a:ext cx="332434" cy="307777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endPara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28" name="图形 27" descr="女性形象 纯色填充">
              <a:extLst>
                <a:ext uri="{FF2B5EF4-FFF2-40B4-BE49-F238E27FC236}">
                  <a16:creationId xmlns:a16="http://schemas.microsoft.com/office/drawing/2014/main" id="{1D1A933F-6919-4348-8B62-B5B004277F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68091" y="4291637"/>
              <a:ext cx="359781" cy="359781"/>
            </a:xfrm>
            <a:prstGeom prst="rect">
              <a:avLst/>
            </a:prstGeom>
          </p:spPr>
        </p:pic>
        <p:pic>
          <p:nvPicPr>
            <p:cNvPr id="29" name="图形 28" descr="男性形象 纯色填充">
              <a:extLst>
                <a:ext uri="{FF2B5EF4-FFF2-40B4-BE49-F238E27FC236}">
                  <a16:creationId xmlns:a16="http://schemas.microsoft.com/office/drawing/2014/main" id="{8F8CB2CA-F43C-4796-BEC7-11BEBDA8FC5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425509" y="3820609"/>
              <a:ext cx="359781" cy="359781"/>
            </a:xfrm>
            <a:prstGeom prst="rect">
              <a:avLst/>
            </a:prstGeom>
          </p:spPr>
        </p:pic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1CCB1048-4ED8-4544-BC59-936EE94B9875}"/>
                </a:ext>
              </a:extLst>
            </p:cNvPr>
            <p:cNvSpPr/>
            <p:nvPr/>
          </p:nvSpPr>
          <p:spPr>
            <a:xfrm>
              <a:off x="8199734" y="3785870"/>
              <a:ext cx="1218082" cy="451044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62000">
                  <a:srgbClr val="D74514"/>
                </a:gs>
                <a:gs pos="100000">
                  <a:srgbClr val="D7451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249E77E2-688A-4721-A4BB-5CD167E90B96}"/>
                </a:ext>
              </a:extLst>
            </p:cNvPr>
            <p:cNvSpPr/>
            <p:nvPr/>
          </p:nvSpPr>
          <p:spPr>
            <a:xfrm>
              <a:off x="9211988" y="2985770"/>
              <a:ext cx="2036862" cy="2036862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060A8731-E02D-4AC2-BDEC-C77F42ED9597}"/>
                </a:ext>
              </a:extLst>
            </p:cNvPr>
            <p:cNvSpPr/>
            <p:nvPr/>
          </p:nvSpPr>
          <p:spPr>
            <a:xfrm>
              <a:off x="9623645" y="3402351"/>
              <a:ext cx="1218082" cy="12180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3B260679-C5E0-44F1-AF9D-40AAC83910D9}"/>
                </a:ext>
              </a:extLst>
            </p:cNvPr>
            <p:cNvCxnSpPr>
              <a:stCxn id="33" idx="6"/>
              <a:endCxn id="34" idx="6"/>
            </p:cNvCxnSpPr>
            <p:nvPr/>
          </p:nvCxnSpPr>
          <p:spPr>
            <a:xfrm flipH="1">
              <a:off x="10841727" y="4004201"/>
              <a:ext cx="407123" cy="7191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弧形 37">
              <a:extLst>
                <a:ext uri="{FF2B5EF4-FFF2-40B4-BE49-F238E27FC236}">
                  <a16:creationId xmlns:a16="http://schemas.microsoft.com/office/drawing/2014/main" id="{CBC03646-32C4-499D-9540-D733C015FE0B}"/>
                </a:ext>
              </a:extLst>
            </p:cNvPr>
            <p:cNvSpPr/>
            <p:nvPr/>
          </p:nvSpPr>
          <p:spPr>
            <a:xfrm>
              <a:off x="9455160" y="3195638"/>
              <a:ext cx="1611675" cy="1609725"/>
            </a:xfrm>
            <a:prstGeom prst="arc">
              <a:avLst>
                <a:gd name="adj1" fmla="val 12251481"/>
                <a:gd name="adj2" fmla="val 2283126"/>
              </a:avLst>
            </a:prstGeom>
            <a:ln w="38100">
              <a:solidFill>
                <a:srgbClr val="F0835C"/>
              </a:solidFill>
              <a:prstDash val="sysDash"/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对话气泡: 椭圆形 42">
              <a:extLst>
                <a:ext uri="{FF2B5EF4-FFF2-40B4-BE49-F238E27FC236}">
                  <a16:creationId xmlns:a16="http://schemas.microsoft.com/office/drawing/2014/main" id="{6B7544B0-1261-4FB7-9CDD-E1E812F48F24}"/>
                </a:ext>
              </a:extLst>
            </p:cNvPr>
            <p:cNvSpPr/>
            <p:nvPr/>
          </p:nvSpPr>
          <p:spPr>
            <a:xfrm>
              <a:off x="5901966" y="3784808"/>
              <a:ext cx="589962" cy="394520"/>
            </a:xfrm>
            <a:prstGeom prst="wedgeEllipseCallout">
              <a:avLst>
                <a:gd name="adj1" fmla="val -75513"/>
                <a:gd name="adj2" fmla="val 24816"/>
              </a:avLst>
            </a:prstGeom>
            <a:solidFill>
              <a:srgbClr val="F8CC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A!</a:t>
              </a:r>
              <a:endParaRPr lang="zh-CN" altLang="en-US" sz="1600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44" name="图形 43" descr="男性形象 纯色填充">
              <a:extLst>
                <a:ext uri="{FF2B5EF4-FFF2-40B4-BE49-F238E27FC236}">
                  <a16:creationId xmlns:a16="http://schemas.microsoft.com/office/drawing/2014/main" id="{0307CD05-B181-4FCA-8901-3C491DA95C5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275269" y="3827905"/>
              <a:ext cx="359781" cy="359781"/>
            </a:xfrm>
            <a:prstGeom prst="rect">
              <a:avLst/>
            </a:prstGeom>
          </p:spPr>
        </p:pic>
        <p:sp>
          <p:nvSpPr>
            <p:cNvPr id="45" name="箭头: 右 44">
              <a:extLst>
                <a:ext uri="{FF2B5EF4-FFF2-40B4-BE49-F238E27FC236}">
                  <a16:creationId xmlns:a16="http://schemas.microsoft.com/office/drawing/2014/main" id="{A38B5701-116C-4604-8038-7BAAE27E1890}"/>
                </a:ext>
              </a:extLst>
            </p:cNvPr>
            <p:cNvSpPr/>
            <p:nvPr/>
          </p:nvSpPr>
          <p:spPr>
            <a:xfrm>
              <a:off x="3692816" y="3784808"/>
              <a:ext cx="554243" cy="451044"/>
            </a:xfrm>
            <a:prstGeom prst="rightArrow">
              <a:avLst/>
            </a:prstGeom>
            <a:solidFill>
              <a:srgbClr val="5D17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箭头: 右 45">
              <a:extLst>
                <a:ext uri="{FF2B5EF4-FFF2-40B4-BE49-F238E27FC236}">
                  <a16:creationId xmlns:a16="http://schemas.microsoft.com/office/drawing/2014/main" id="{3939AD7A-A53D-4952-81E5-2F97BFCC32A9}"/>
                </a:ext>
              </a:extLst>
            </p:cNvPr>
            <p:cNvSpPr/>
            <p:nvPr/>
          </p:nvSpPr>
          <p:spPr>
            <a:xfrm>
              <a:off x="7581229" y="3785870"/>
              <a:ext cx="554243" cy="451044"/>
            </a:xfrm>
            <a:prstGeom prst="rightArrow">
              <a:avLst/>
            </a:prstGeom>
            <a:solidFill>
              <a:srgbClr val="5D17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10973907-AB38-4442-A98D-76AA56F6F5BB}"/>
                </a:ext>
              </a:extLst>
            </p:cNvPr>
            <p:cNvSpPr txBox="1"/>
            <p:nvPr/>
          </p:nvSpPr>
          <p:spPr>
            <a:xfrm>
              <a:off x="10879071" y="3631981"/>
              <a:ext cx="332434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5C74E1C4-5F34-4E61-820D-54CD5B5B5126}"/>
                </a:ext>
              </a:extLst>
            </p:cNvPr>
            <p:cNvSpPr txBox="1"/>
            <p:nvPr/>
          </p:nvSpPr>
          <p:spPr>
            <a:xfrm>
              <a:off x="10879071" y="4075835"/>
              <a:ext cx="332434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40" name="图形 39" descr="女性形象 纯色填充">
              <a:extLst>
                <a:ext uri="{FF2B5EF4-FFF2-40B4-BE49-F238E27FC236}">
                  <a16:creationId xmlns:a16="http://schemas.microsoft.com/office/drawing/2014/main" id="{8F084F28-200A-4F82-A6A1-40DD01F1AD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699180" y="4291637"/>
              <a:ext cx="359781" cy="3597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7231197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9" name="组合 328">
            <a:extLst>
              <a:ext uri="{FF2B5EF4-FFF2-40B4-BE49-F238E27FC236}">
                <a16:creationId xmlns:a16="http://schemas.microsoft.com/office/drawing/2014/main" id="{177C1A4F-9D1F-43AC-80BB-A81192B1079B}"/>
              </a:ext>
            </a:extLst>
          </p:cNvPr>
          <p:cNvGrpSpPr/>
          <p:nvPr/>
        </p:nvGrpSpPr>
        <p:grpSpPr>
          <a:xfrm>
            <a:off x="151267" y="201616"/>
            <a:ext cx="4432926" cy="4022241"/>
            <a:chOff x="151267" y="201616"/>
            <a:chExt cx="4432926" cy="4022241"/>
          </a:xfrm>
        </p:grpSpPr>
        <p:grpSp>
          <p:nvGrpSpPr>
            <p:cNvPr id="92" name="组合 91">
              <a:extLst>
                <a:ext uri="{FF2B5EF4-FFF2-40B4-BE49-F238E27FC236}">
                  <a16:creationId xmlns:a16="http://schemas.microsoft.com/office/drawing/2014/main" id="{C8951C23-F7B6-4F44-8950-D2FD0C27518A}"/>
                </a:ext>
              </a:extLst>
            </p:cNvPr>
            <p:cNvGrpSpPr/>
            <p:nvPr/>
          </p:nvGrpSpPr>
          <p:grpSpPr>
            <a:xfrm>
              <a:off x="526735" y="634931"/>
              <a:ext cx="3681550" cy="3155611"/>
              <a:chOff x="3236915" y="2409121"/>
              <a:chExt cx="3681550" cy="3155611"/>
            </a:xfrm>
          </p:grpSpPr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A0C8DDB7-5EE2-442C-80CD-4E1101A97B18}"/>
                  </a:ext>
                </a:extLst>
              </p:cNvPr>
              <p:cNvSpPr/>
              <p:nvPr/>
            </p:nvSpPr>
            <p:spPr>
              <a:xfrm>
                <a:off x="3236920" y="2409123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911BC393-1274-4598-97E7-C0BF4D231C67}"/>
                  </a:ext>
                </a:extLst>
              </p:cNvPr>
              <p:cNvSpPr/>
              <p:nvPr/>
            </p:nvSpPr>
            <p:spPr>
              <a:xfrm>
                <a:off x="3762855" y="2409122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858A0047-E598-4129-BC59-585365D78949}"/>
                  </a:ext>
                </a:extLst>
              </p:cNvPr>
              <p:cNvSpPr/>
              <p:nvPr/>
            </p:nvSpPr>
            <p:spPr>
              <a:xfrm>
                <a:off x="4288790" y="2409122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3177EAE8-521B-4844-AFB8-FF97624678F5}"/>
                  </a:ext>
                </a:extLst>
              </p:cNvPr>
              <p:cNvSpPr/>
              <p:nvPr/>
            </p:nvSpPr>
            <p:spPr>
              <a:xfrm>
                <a:off x="4814725" y="2409123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136B7B89-7E2E-44A8-9EF3-7661188B1FF2}"/>
                  </a:ext>
                </a:extLst>
              </p:cNvPr>
              <p:cNvSpPr/>
              <p:nvPr/>
            </p:nvSpPr>
            <p:spPr>
              <a:xfrm>
                <a:off x="5340660" y="2409122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17C0F14B-34EC-43FB-A9E0-A31C1D2A3AB1}"/>
                  </a:ext>
                </a:extLst>
              </p:cNvPr>
              <p:cNvSpPr/>
              <p:nvPr/>
            </p:nvSpPr>
            <p:spPr>
              <a:xfrm>
                <a:off x="5866595" y="2409122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656C61EF-5618-4B8F-B303-B08BF7144F8F}"/>
                  </a:ext>
                </a:extLst>
              </p:cNvPr>
              <p:cNvSpPr/>
              <p:nvPr/>
            </p:nvSpPr>
            <p:spPr>
              <a:xfrm>
                <a:off x="6392530" y="2409121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85C9EE65-FCF7-4044-90E0-0CA847D5B8E3}"/>
                  </a:ext>
                </a:extLst>
              </p:cNvPr>
              <p:cNvSpPr/>
              <p:nvPr/>
            </p:nvSpPr>
            <p:spPr>
              <a:xfrm>
                <a:off x="3236920" y="2935058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99488FE5-B0D5-4212-9E38-6AF3BB61EEB7}"/>
                  </a:ext>
                </a:extLst>
              </p:cNvPr>
              <p:cNvSpPr/>
              <p:nvPr/>
            </p:nvSpPr>
            <p:spPr>
              <a:xfrm>
                <a:off x="3762855" y="2935057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6CA12DE9-F5DC-4A21-9677-D0B1F6CD8D5B}"/>
                  </a:ext>
                </a:extLst>
              </p:cNvPr>
              <p:cNvSpPr/>
              <p:nvPr/>
            </p:nvSpPr>
            <p:spPr>
              <a:xfrm>
                <a:off x="4288790" y="2935057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2C4E66B2-AE4B-4380-88F9-5DEF062447AB}"/>
                  </a:ext>
                </a:extLst>
              </p:cNvPr>
              <p:cNvSpPr/>
              <p:nvPr/>
            </p:nvSpPr>
            <p:spPr>
              <a:xfrm>
                <a:off x="4814725" y="2935058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59CAFF03-4A50-4156-91D4-19EA77967242}"/>
                  </a:ext>
                </a:extLst>
              </p:cNvPr>
              <p:cNvSpPr/>
              <p:nvPr/>
            </p:nvSpPr>
            <p:spPr>
              <a:xfrm>
                <a:off x="5340660" y="2935057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EB8DB871-9D14-4F9D-B6A1-D852090A4DBF}"/>
                  </a:ext>
                </a:extLst>
              </p:cNvPr>
              <p:cNvSpPr/>
              <p:nvPr/>
            </p:nvSpPr>
            <p:spPr>
              <a:xfrm>
                <a:off x="5866595" y="2935057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3882C3AC-BC98-4AB8-9AF7-0693A460AD2C}"/>
                  </a:ext>
                </a:extLst>
              </p:cNvPr>
              <p:cNvSpPr/>
              <p:nvPr/>
            </p:nvSpPr>
            <p:spPr>
              <a:xfrm>
                <a:off x="6392530" y="2935056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CDFCDDD6-B807-4D23-8985-F94E7D56CF01}"/>
                  </a:ext>
                </a:extLst>
              </p:cNvPr>
              <p:cNvSpPr/>
              <p:nvPr/>
            </p:nvSpPr>
            <p:spPr>
              <a:xfrm>
                <a:off x="3236920" y="3460993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1E404602-603F-47E8-A624-CA5A9CB59386}"/>
                  </a:ext>
                </a:extLst>
              </p:cNvPr>
              <p:cNvSpPr/>
              <p:nvPr/>
            </p:nvSpPr>
            <p:spPr>
              <a:xfrm>
                <a:off x="3762855" y="3460992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3384EA4D-967D-434C-A975-3148F0D7D96F}"/>
                  </a:ext>
                </a:extLst>
              </p:cNvPr>
              <p:cNvSpPr/>
              <p:nvPr/>
            </p:nvSpPr>
            <p:spPr>
              <a:xfrm>
                <a:off x="4288790" y="3460992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6934D52-E531-4071-8B4F-90C8185DC136}"/>
                  </a:ext>
                </a:extLst>
              </p:cNvPr>
              <p:cNvSpPr/>
              <p:nvPr/>
            </p:nvSpPr>
            <p:spPr>
              <a:xfrm>
                <a:off x="4814725" y="3460993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E22EA438-834C-41AE-A832-D2886E481DAD}"/>
                  </a:ext>
                </a:extLst>
              </p:cNvPr>
              <p:cNvSpPr/>
              <p:nvPr/>
            </p:nvSpPr>
            <p:spPr>
              <a:xfrm>
                <a:off x="5340660" y="3460992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C606202A-1A60-4FAA-94A0-47D8CEB3C86A}"/>
                  </a:ext>
                </a:extLst>
              </p:cNvPr>
              <p:cNvSpPr/>
              <p:nvPr/>
            </p:nvSpPr>
            <p:spPr>
              <a:xfrm>
                <a:off x="5866595" y="3460992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1F177C6E-78F2-4609-B01B-5A3722A7EFBF}"/>
                  </a:ext>
                </a:extLst>
              </p:cNvPr>
              <p:cNvSpPr/>
              <p:nvPr/>
            </p:nvSpPr>
            <p:spPr>
              <a:xfrm>
                <a:off x="6392530" y="3460991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96911AD7-F458-4A2D-A0C7-C800C4722FF8}"/>
                  </a:ext>
                </a:extLst>
              </p:cNvPr>
              <p:cNvSpPr/>
              <p:nvPr/>
            </p:nvSpPr>
            <p:spPr>
              <a:xfrm>
                <a:off x="3236920" y="3986927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32A7203D-B7D2-4F21-A69E-0D5684520889}"/>
                  </a:ext>
                </a:extLst>
              </p:cNvPr>
              <p:cNvSpPr/>
              <p:nvPr/>
            </p:nvSpPr>
            <p:spPr>
              <a:xfrm>
                <a:off x="3762855" y="3986926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FE79DFC6-3F0D-4E17-9C2C-973508B00220}"/>
                  </a:ext>
                </a:extLst>
              </p:cNvPr>
              <p:cNvSpPr/>
              <p:nvPr/>
            </p:nvSpPr>
            <p:spPr>
              <a:xfrm>
                <a:off x="4288790" y="3986926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4A29DDB1-2A5E-462C-B815-AC6F36FD1941}"/>
                  </a:ext>
                </a:extLst>
              </p:cNvPr>
              <p:cNvSpPr/>
              <p:nvPr/>
            </p:nvSpPr>
            <p:spPr>
              <a:xfrm>
                <a:off x="4814725" y="3986927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8A64B0CA-93FD-4514-AC4A-264035C2DD27}"/>
                  </a:ext>
                </a:extLst>
              </p:cNvPr>
              <p:cNvSpPr/>
              <p:nvPr/>
            </p:nvSpPr>
            <p:spPr>
              <a:xfrm>
                <a:off x="5340660" y="3986926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A0FDC8DA-01C9-4C54-9DD0-8DF567335AC5}"/>
                  </a:ext>
                </a:extLst>
              </p:cNvPr>
              <p:cNvSpPr/>
              <p:nvPr/>
            </p:nvSpPr>
            <p:spPr>
              <a:xfrm>
                <a:off x="5866595" y="3986926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3D76BBAF-8FD3-4718-AE39-0EF406902C16}"/>
                  </a:ext>
                </a:extLst>
              </p:cNvPr>
              <p:cNvSpPr/>
              <p:nvPr/>
            </p:nvSpPr>
            <p:spPr>
              <a:xfrm>
                <a:off x="6392530" y="3986925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140CAC66-BCF1-48A8-BA18-08EEB78DC0FE}"/>
                  </a:ext>
                </a:extLst>
              </p:cNvPr>
              <p:cNvSpPr/>
              <p:nvPr/>
            </p:nvSpPr>
            <p:spPr>
              <a:xfrm>
                <a:off x="3236920" y="4512862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3B44A705-0E3A-4DD4-B013-EF1477805E61}"/>
                  </a:ext>
                </a:extLst>
              </p:cNvPr>
              <p:cNvSpPr/>
              <p:nvPr/>
            </p:nvSpPr>
            <p:spPr>
              <a:xfrm>
                <a:off x="3762855" y="4512861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A824AC77-83FF-4AE5-8200-EB4DD649D7D2}"/>
                  </a:ext>
                </a:extLst>
              </p:cNvPr>
              <p:cNvSpPr/>
              <p:nvPr/>
            </p:nvSpPr>
            <p:spPr>
              <a:xfrm>
                <a:off x="4288790" y="4512861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27AC5456-4869-4D7E-9EE0-31C07024461D}"/>
                  </a:ext>
                </a:extLst>
              </p:cNvPr>
              <p:cNvSpPr/>
              <p:nvPr/>
            </p:nvSpPr>
            <p:spPr>
              <a:xfrm>
                <a:off x="4814725" y="4512862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7FF93A0C-2E37-43D7-B988-44CBB2C515B7}"/>
                  </a:ext>
                </a:extLst>
              </p:cNvPr>
              <p:cNvSpPr/>
              <p:nvPr/>
            </p:nvSpPr>
            <p:spPr>
              <a:xfrm>
                <a:off x="5340660" y="4512861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704B43FF-B72E-4510-9B0B-DE9F5F9C0744}"/>
                  </a:ext>
                </a:extLst>
              </p:cNvPr>
              <p:cNvSpPr/>
              <p:nvPr/>
            </p:nvSpPr>
            <p:spPr>
              <a:xfrm>
                <a:off x="5866595" y="4512861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EDE068B1-236A-43B6-8637-16C93D8278F6}"/>
                  </a:ext>
                </a:extLst>
              </p:cNvPr>
              <p:cNvSpPr/>
              <p:nvPr/>
            </p:nvSpPr>
            <p:spPr>
              <a:xfrm>
                <a:off x="6392530" y="4512860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B5BD84C4-37B8-40E4-A0D5-F1D89E46D8D2}"/>
                  </a:ext>
                </a:extLst>
              </p:cNvPr>
              <p:cNvSpPr/>
              <p:nvPr/>
            </p:nvSpPr>
            <p:spPr>
              <a:xfrm>
                <a:off x="3236920" y="5038797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05ABE87E-2EAA-4C15-BA1C-61886C4F9850}"/>
                  </a:ext>
                </a:extLst>
              </p:cNvPr>
              <p:cNvSpPr/>
              <p:nvPr/>
            </p:nvSpPr>
            <p:spPr>
              <a:xfrm>
                <a:off x="3762855" y="5038796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7E6CC8CF-C987-4374-8373-5F37CD5D33D7}"/>
                  </a:ext>
                </a:extLst>
              </p:cNvPr>
              <p:cNvSpPr/>
              <p:nvPr/>
            </p:nvSpPr>
            <p:spPr>
              <a:xfrm>
                <a:off x="4288790" y="5038796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17C9E8A1-0659-4E16-9EDA-E46F1696331A}"/>
                  </a:ext>
                </a:extLst>
              </p:cNvPr>
              <p:cNvSpPr/>
              <p:nvPr/>
            </p:nvSpPr>
            <p:spPr>
              <a:xfrm>
                <a:off x="4814725" y="5038797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9EE52BCB-C1B5-404D-A241-11DEEC1CD98F}"/>
                  </a:ext>
                </a:extLst>
              </p:cNvPr>
              <p:cNvSpPr/>
              <p:nvPr/>
            </p:nvSpPr>
            <p:spPr>
              <a:xfrm>
                <a:off x="5340660" y="5038796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A95F9940-FF98-4EFF-AC33-98236B7F58D2}"/>
                  </a:ext>
                </a:extLst>
              </p:cNvPr>
              <p:cNvSpPr/>
              <p:nvPr/>
            </p:nvSpPr>
            <p:spPr>
              <a:xfrm>
                <a:off x="5866595" y="5038796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43939ADF-2C91-4439-95AC-45F57A4EDBF0}"/>
                  </a:ext>
                </a:extLst>
              </p:cNvPr>
              <p:cNvSpPr/>
              <p:nvPr/>
            </p:nvSpPr>
            <p:spPr>
              <a:xfrm>
                <a:off x="6392530" y="5038795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6000413A-F6A1-4E87-87DF-9FE2D00032A4}"/>
                  </a:ext>
                </a:extLst>
              </p:cNvPr>
              <p:cNvCxnSpPr/>
              <p:nvPr/>
            </p:nvCxnSpPr>
            <p:spPr>
              <a:xfrm>
                <a:off x="4288789" y="2409121"/>
                <a:ext cx="525935" cy="525935"/>
              </a:xfrm>
              <a:prstGeom prst="line">
                <a:avLst/>
              </a:prstGeom>
              <a:ln w="3810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53262A1B-928C-402D-A6E4-234CCBA237B2}"/>
                  </a:ext>
                </a:extLst>
              </p:cNvPr>
              <p:cNvCxnSpPr/>
              <p:nvPr/>
            </p:nvCxnSpPr>
            <p:spPr>
              <a:xfrm>
                <a:off x="3762853" y="2935054"/>
                <a:ext cx="525935" cy="525935"/>
              </a:xfrm>
              <a:prstGeom prst="line">
                <a:avLst/>
              </a:prstGeom>
              <a:ln w="3810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FB6E7801-CD1C-4BCA-A5BA-748E7286BDA8}"/>
                  </a:ext>
                </a:extLst>
              </p:cNvPr>
              <p:cNvCxnSpPr/>
              <p:nvPr/>
            </p:nvCxnSpPr>
            <p:spPr>
              <a:xfrm>
                <a:off x="5340660" y="2935053"/>
                <a:ext cx="525935" cy="525935"/>
              </a:xfrm>
              <a:prstGeom prst="line">
                <a:avLst/>
              </a:prstGeom>
              <a:ln w="3810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63D55F44-84AC-4902-A13B-380FD2D12C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66594" y="2935052"/>
                <a:ext cx="1051871" cy="1051866"/>
              </a:xfrm>
              <a:prstGeom prst="line">
                <a:avLst/>
              </a:prstGeom>
              <a:ln w="3810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DF15B0BC-84DC-447D-82B0-DEB0644AFE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36917" y="3460994"/>
                <a:ext cx="1051871" cy="1051866"/>
              </a:xfrm>
              <a:prstGeom prst="line">
                <a:avLst/>
              </a:prstGeom>
              <a:ln w="3810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83AA4D56-B40A-4B71-8009-B68A59EB65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14722" y="3460994"/>
                <a:ext cx="1051871" cy="1051866"/>
              </a:xfrm>
              <a:prstGeom prst="line">
                <a:avLst/>
              </a:prstGeom>
              <a:ln w="3810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39120DC8-4CF5-46EF-9252-245DDA7D35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66593" y="3986927"/>
                <a:ext cx="1051871" cy="1051866"/>
              </a:xfrm>
              <a:prstGeom prst="line">
                <a:avLst/>
              </a:prstGeom>
              <a:ln w="3810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CE7A19E0-7269-435C-BC9C-8F6141CF253E}"/>
                  </a:ext>
                </a:extLst>
              </p:cNvPr>
              <p:cNvCxnSpPr/>
              <p:nvPr/>
            </p:nvCxnSpPr>
            <p:spPr>
              <a:xfrm>
                <a:off x="3236915" y="4512860"/>
                <a:ext cx="525935" cy="525935"/>
              </a:xfrm>
              <a:prstGeom prst="line">
                <a:avLst/>
              </a:prstGeom>
              <a:ln w="3810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55A955EB-93B8-49D7-BE29-166D45F290B1}"/>
                  </a:ext>
                </a:extLst>
              </p:cNvPr>
              <p:cNvCxnSpPr/>
              <p:nvPr/>
            </p:nvCxnSpPr>
            <p:spPr>
              <a:xfrm>
                <a:off x="4288783" y="5038794"/>
                <a:ext cx="525935" cy="525935"/>
              </a:xfrm>
              <a:prstGeom prst="line">
                <a:avLst/>
              </a:prstGeom>
              <a:ln w="3810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D3DDB370-1681-44DA-8AB6-94021629CB20}"/>
                  </a:ext>
                </a:extLst>
              </p:cNvPr>
              <p:cNvCxnSpPr/>
              <p:nvPr/>
            </p:nvCxnSpPr>
            <p:spPr>
              <a:xfrm>
                <a:off x="4814717" y="4512857"/>
                <a:ext cx="525935" cy="525935"/>
              </a:xfrm>
              <a:prstGeom prst="line">
                <a:avLst/>
              </a:prstGeom>
              <a:ln w="38100">
                <a:solidFill>
                  <a:srgbClr val="D7451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0" name="组合 89">
              <a:extLst>
                <a:ext uri="{FF2B5EF4-FFF2-40B4-BE49-F238E27FC236}">
                  <a16:creationId xmlns:a16="http://schemas.microsoft.com/office/drawing/2014/main" id="{C070DBEF-06EC-4EAD-B9B9-92B5A6531601}"/>
                </a:ext>
              </a:extLst>
            </p:cNvPr>
            <p:cNvGrpSpPr/>
            <p:nvPr/>
          </p:nvGrpSpPr>
          <p:grpSpPr>
            <a:xfrm>
              <a:off x="151267" y="201616"/>
              <a:ext cx="4206170" cy="3773504"/>
              <a:chOff x="2861447" y="1975806"/>
              <a:chExt cx="4206170" cy="3773504"/>
            </a:xfrm>
          </p:grpSpPr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3BC93649-C50D-459C-B878-4D16FF90BEF9}"/>
                  </a:ext>
                </a:extLst>
              </p:cNvPr>
              <p:cNvSpPr txBox="1"/>
              <p:nvPr/>
            </p:nvSpPr>
            <p:spPr>
              <a:xfrm>
                <a:off x="3086443" y="1975806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0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C8C145D7-8C53-4E76-B8EB-947C297F7223}"/>
                  </a:ext>
                </a:extLst>
              </p:cNvPr>
              <p:cNvSpPr txBox="1"/>
              <p:nvPr/>
            </p:nvSpPr>
            <p:spPr>
              <a:xfrm>
                <a:off x="3612378" y="1975806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1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9F3F507F-39C6-4C56-98B8-3A93B0125676}"/>
                  </a:ext>
                </a:extLst>
              </p:cNvPr>
              <p:cNvSpPr txBox="1"/>
              <p:nvPr/>
            </p:nvSpPr>
            <p:spPr>
              <a:xfrm>
                <a:off x="4138313" y="1975806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2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1F226531-FC91-44B9-9C5E-CB4DFE73F92A}"/>
                  </a:ext>
                </a:extLst>
              </p:cNvPr>
              <p:cNvSpPr txBox="1"/>
              <p:nvPr/>
            </p:nvSpPr>
            <p:spPr>
              <a:xfrm>
                <a:off x="4664251" y="1975806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3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D2AD47FD-27A0-4C9C-A3BB-5F527C1918D9}"/>
                  </a:ext>
                </a:extLst>
              </p:cNvPr>
              <p:cNvSpPr txBox="1"/>
              <p:nvPr/>
            </p:nvSpPr>
            <p:spPr>
              <a:xfrm>
                <a:off x="5190186" y="1975806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4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FCA7867A-3755-41D3-BC0B-C55587AB9EFD}"/>
                  </a:ext>
                </a:extLst>
              </p:cNvPr>
              <p:cNvSpPr txBox="1"/>
              <p:nvPr/>
            </p:nvSpPr>
            <p:spPr>
              <a:xfrm>
                <a:off x="5716121" y="1975806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5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81445D70-004D-48AC-AA79-67F3633B09C0}"/>
                  </a:ext>
                </a:extLst>
              </p:cNvPr>
              <p:cNvSpPr txBox="1"/>
              <p:nvPr/>
            </p:nvSpPr>
            <p:spPr>
              <a:xfrm>
                <a:off x="6240739" y="1975806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6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59CBF95D-6F06-4729-AA20-FE36EA8BA315}"/>
                  </a:ext>
                </a:extLst>
              </p:cNvPr>
              <p:cNvSpPr txBox="1"/>
              <p:nvPr/>
            </p:nvSpPr>
            <p:spPr>
              <a:xfrm>
                <a:off x="6766674" y="1975806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7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9728BE86-0785-4FA3-8D0D-F942BD9416DA}"/>
                  </a:ext>
                </a:extLst>
              </p:cNvPr>
              <p:cNvSpPr txBox="1"/>
              <p:nvPr/>
            </p:nvSpPr>
            <p:spPr>
              <a:xfrm>
                <a:off x="2861448" y="222445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0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A60DBD3D-0666-40E9-82B9-1ED156520AA1}"/>
                  </a:ext>
                </a:extLst>
              </p:cNvPr>
              <p:cNvSpPr txBox="1"/>
              <p:nvPr/>
            </p:nvSpPr>
            <p:spPr>
              <a:xfrm>
                <a:off x="2861448" y="2750386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1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594BDF69-6526-45CE-8AA4-83A15869A3B7}"/>
                  </a:ext>
                </a:extLst>
              </p:cNvPr>
              <p:cNvSpPr txBox="1"/>
              <p:nvPr/>
            </p:nvSpPr>
            <p:spPr>
              <a:xfrm>
                <a:off x="2861448" y="3276317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2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B20CF43B-95C4-4408-BC7C-C0FA6324C6B6}"/>
                  </a:ext>
                </a:extLst>
              </p:cNvPr>
              <p:cNvSpPr txBox="1"/>
              <p:nvPr/>
            </p:nvSpPr>
            <p:spPr>
              <a:xfrm>
                <a:off x="2861448" y="380218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3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B4D578BF-5982-4EBD-9953-0BDC3B8167F4}"/>
                  </a:ext>
                </a:extLst>
              </p:cNvPr>
              <p:cNvSpPr txBox="1"/>
              <p:nvPr/>
            </p:nvSpPr>
            <p:spPr>
              <a:xfrm>
                <a:off x="2861448" y="4328116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4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6310814E-B1BC-4639-9BCA-6682F568459E}"/>
                  </a:ext>
                </a:extLst>
              </p:cNvPr>
              <p:cNvSpPr txBox="1"/>
              <p:nvPr/>
            </p:nvSpPr>
            <p:spPr>
              <a:xfrm>
                <a:off x="2861448" y="4854047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5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7A3E430B-2DD4-492C-9E38-9166540BE1A3}"/>
                  </a:ext>
                </a:extLst>
              </p:cNvPr>
              <p:cNvSpPr txBox="1"/>
              <p:nvPr/>
            </p:nvSpPr>
            <p:spPr>
              <a:xfrm>
                <a:off x="2861447" y="5379978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6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grpSp>
          <p:nvGrpSpPr>
            <p:cNvPr id="91" name="组合 90">
              <a:extLst>
                <a:ext uri="{FF2B5EF4-FFF2-40B4-BE49-F238E27FC236}">
                  <a16:creationId xmlns:a16="http://schemas.microsoft.com/office/drawing/2014/main" id="{E9C43C6D-8382-4291-AA3C-313CEA90AA93}"/>
                </a:ext>
              </a:extLst>
            </p:cNvPr>
            <p:cNvGrpSpPr/>
            <p:nvPr/>
          </p:nvGrpSpPr>
          <p:grpSpPr>
            <a:xfrm>
              <a:off x="639230" y="713232"/>
              <a:ext cx="3944963" cy="3510625"/>
              <a:chOff x="3349410" y="2487422"/>
              <a:chExt cx="3944963" cy="3510625"/>
            </a:xfrm>
          </p:grpSpPr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BA76A204-374F-4B66-A92F-3C25689B066E}"/>
                  </a:ext>
                </a:extLst>
              </p:cNvPr>
              <p:cNvSpPr txBox="1"/>
              <p:nvPr/>
            </p:nvSpPr>
            <p:spPr>
              <a:xfrm>
                <a:off x="6988541" y="2487422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5D170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C</a:t>
                </a:r>
                <a:endParaRPr lang="zh-CN" altLang="en-US" dirty="0">
                  <a:solidFill>
                    <a:srgbClr val="5D170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D0D16DA9-D145-4E3B-93B0-1134C2B41943}"/>
                  </a:ext>
                </a:extLst>
              </p:cNvPr>
              <p:cNvSpPr txBox="1"/>
              <p:nvPr/>
            </p:nvSpPr>
            <p:spPr>
              <a:xfrm>
                <a:off x="6988541" y="3013354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5D170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B</a:t>
                </a:r>
                <a:endParaRPr lang="zh-CN" altLang="en-US" dirty="0">
                  <a:solidFill>
                    <a:srgbClr val="5D170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4358CA79-A039-4B4B-9092-4C9DDA88A3F7}"/>
                  </a:ext>
                </a:extLst>
              </p:cNvPr>
              <p:cNvSpPr txBox="1"/>
              <p:nvPr/>
            </p:nvSpPr>
            <p:spPr>
              <a:xfrm>
                <a:off x="6993430" y="3538566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5D170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A</a:t>
                </a:r>
                <a:endParaRPr lang="zh-CN" altLang="en-US" dirty="0">
                  <a:solidFill>
                    <a:srgbClr val="5D170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C9A98EFC-0815-423C-A9BB-3740E394C383}"/>
                  </a:ext>
                </a:extLst>
              </p:cNvPr>
              <p:cNvSpPr txBox="1"/>
              <p:nvPr/>
            </p:nvSpPr>
            <p:spPr>
              <a:xfrm>
                <a:off x="6988541" y="4063778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5D170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B</a:t>
                </a:r>
                <a:endParaRPr lang="zh-CN" altLang="en-US" dirty="0">
                  <a:solidFill>
                    <a:srgbClr val="5D170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07ADD638-2431-4231-B59A-8ED194478EB0}"/>
                  </a:ext>
                </a:extLst>
              </p:cNvPr>
              <p:cNvSpPr txBox="1"/>
              <p:nvPr/>
            </p:nvSpPr>
            <p:spPr>
              <a:xfrm>
                <a:off x="6990052" y="4588990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5D170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A</a:t>
                </a:r>
                <a:endParaRPr lang="zh-CN" altLang="en-US" dirty="0">
                  <a:solidFill>
                    <a:srgbClr val="5D170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D3E12EAE-998D-4B6A-843A-9704DCC5666E}"/>
                  </a:ext>
                </a:extLst>
              </p:cNvPr>
              <p:cNvSpPr txBox="1"/>
              <p:nvPr/>
            </p:nvSpPr>
            <p:spPr>
              <a:xfrm>
                <a:off x="6988541" y="5114202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5D170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C</a:t>
                </a:r>
                <a:endParaRPr lang="zh-CN" altLang="en-US" dirty="0">
                  <a:solidFill>
                    <a:srgbClr val="5D170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25EAFD30-DBB8-47F4-9AF1-93A139DB2488}"/>
                  </a:ext>
                </a:extLst>
              </p:cNvPr>
              <p:cNvSpPr txBox="1"/>
              <p:nvPr/>
            </p:nvSpPr>
            <p:spPr>
              <a:xfrm>
                <a:off x="3349410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5D170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A</a:t>
                </a:r>
                <a:endParaRPr lang="zh-CN" altLang="en-US" dirty="0">
                  <a:solidFill>
                    <a:srgbClr val="5D170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8AC93EAB-3C40-48D9-B125-35E6F3D0CD33}"/>
                  </a:ext>
                </a:extLst>
              </p:cNvPr>
              <p:cNvSpPr txBox="1"/>
              <p:nvPr/>
            </p:nvSpPr>
            <p:spPr>
              <a:xfrm>
                <a:off x="3870256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5D170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B</a:t>
                </a:r>
                <a:endParaRPr lang="zh-CN" altLang="en-US" dirty="0">
                  <a:solidFill>
                    <a:srgbClr val="5D170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40BEED8D-A991-4C6A-83ED-28572C92D3DC}"/>
                  </a:ext>
                </a:extLst>
              </p:cNvPr>
              <p:cNvSpPr txBox="1"/>
              <p:nvPr/>
            </p:nvSpPr>
            <p:spPr>
              <a:xfrm>
                <a:off x="4401278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5D170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C</a:t>
                </a:r>
                <a:endParaRPr lang="zh-CN" altLang="en-US" dirty="0">
                  <a:solidFill>
                    <a:srgbClr val="5D170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05ECBF81-237C-496A-9D20-B461F1BAC0FA}"/>
                  </a:ext>
                </a:extLst>
              </p:cNvPr>
              <p:cNvSpPr txBox="1"/>
              <p:nvPr/>
            </p:nvSpPr>
            <p:spPr>
              <a:xfrm>
                <a:off x="4927212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5D170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A</a:t>
                </a:r>
                <a:endParaRPr lang="zh-CN" altLang="en-US" dirty="0">
                  <a:solidFill>
                    <a:srgbClr val="5D170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43784337-C5F9-41EB-929E-2F0A75A6610A}"/>
                  </a:ext>
                </a:extLst>
              </p:cNvPr>
              <p:cNvSpPr txBox="1"/>
              <p:nvPr/>
            </p:nvSpPr>
            <p:spPr>
              <a:xfrm>
                <a:off x="5453146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5D170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B</a:t>
                </a:r>
                <a:endParaRPr lang="zh-CN" altLang="en-US" dirty="0">
                  <a:solidFill>
                    <a:srgbClr val="5D170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BAE0B192-4B3A-4EBB-95E5-318BE3420E1F}"/>
                  </a:ext>
                </a:extLst>
              </p:cNvPr>
              <p:cNvSpPr txBox="1"/>
              <p:nvPr/>
            </p:nvSpPr>
            <p:spPr>
              <a:xfrm>
                <a:off x="5973992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5D170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B</a:t>
                </a:r>
                <a:endParaRPr lang="zh-CN" altLang="en-US" dirty="0">
                  <a:solidFill>
                    <a:srgbClr val="5D170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283242BD-8A61-4203-B064-BA3EA2F352CB}"/>
                  </a:ext>
                </a:extLst>
              </p:cNvPr>
              <p:cNvSpPr txBox="1"/>
              <p:nvPr/>
            </p:nvSpPr>
            <p:spPr>
              <a:xfrm>
                <a:off x="6505014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5D170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A</a:t>
                </a:r>
                <a:endParaRPr lang="zh-CN" altLang="en-US" dirty="0">
                  <a:solidFill>
                    <a:srgbClr val="5D170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</p:grpSp>
      <p:grpSp>
        <p:nvGrpSpPr>
          <p:cNvPr id="332" name="组合 331">
            <a:extLst>
              <a:ext uri="{FF2B5EF4-FFF2-40B4-BE49-F238E27FC236}">
                <a16:creationId xmlns:a16="http://schemas.microsoft.com/office/drawing/2014/main" id="{1D624D43-A120-4FDD-9B0F-A58976FB74DB}"/>
              </a:ext>
            </a:extLst>
          </p:cNvPr>
          <p:cNvGrpSpPr/>
          <p:nvPr/>
        </p:nvGrpSpPr>
        <p:grpSpPr>
          <a:xfrm>
            <a:off x="5504724" y="203993"/>
            <a:ext cx="4432926" cy="4022241"/>
            <a:chOff x="5504724" y="203993"/>
            <a:chExt cx="4432926" cy="4022241"/>
          </a:xfrm>
        </p:grpSpPr>
        <p:grpSp>
          <p:nvGrpSpPr>
            <p:cNvPr id="251" name="组合 250">
              <a:extLst>
                <a:ext uri="{FF2B5EF4-FFF2-40B4-BE49-F238E27FC236}">
                  <a16:creationId xmlns:a16="http://schemas.microsoft.com/office/drawing/2014/main" id="{93DEF717-7DD9-4CA6-A7D1-5E8BBC43E188}"/>
                </a:ext>
              </a:extLst>
            </p:cNvPr>
            <p:cNvGrpSpPr/>
            <p:nvPr/>
          </p:nvGrpSpPr>
          <p:grpSpPr>
            <a:xfrm>
              <a:off x="5880192" y="637308"/>
              <a:ext cx="3681550" cy="3155611"/>
              <a:chOff x="5880192" y="637308"/>
              <a:chExt cx="3681550" cy="3155611"/>
            </a:xfrm>
          </p:grpSpPr>
          <p:sp>
            <p:nvSpPr>
              <p:cNvPr id="94" name="矩形 93">
                <a:extLst>
                  <a:ext uri="{FF2B5EF4-FFF2-40B4-BE49-F238E27FC236}">
                    <a16:creationId xmlns:a16="http://schemas.microsoft.com/office/drawing/2014/main" id="{986FEA50-B627-4AB9-A51E-C4715B8124DD}"/>
                  </a:ext>
                </a:extLst>
              </p:cNvPr>
              <p:cNvSpPr/>
              <p:nvPr/>
            </p:nvSpPr>
            <p:spPr>
              <a:xfrm>
                <a:off x="5880197" y="637310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8985EE7D-FA32-49B6-9E0E-13D380BE8B0A}"/>
                  </a:ext>
                </a:extLst>
              </p:cNvPr>
              <p:cNvSpPr/>
              <p:nvPr/>
            </p:nvSpPr>
            <p:spPr>
              <a:xfrm>
                <a:off x="6406132" y="637309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D7953C66-10B8-482E-94DE-E41F79CCADD6}"/>
                  </a:ext>
                </a:extLst>
              </p:cNvPr>
              <p:cNvSpPr/>
              <p:nvPr/>
            </p:nvSpPr>
            <p:spPr>
              <a:xfrm>
                <a:off x="6932067" y="637309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E2046CC6-ACA7-46F5-BAE2-0FF2FE896CD0}"/>
                  </a:ext>
                </a:extLst>
              </p:cNvPr>
              <p:cNvSpPr/>
              <p:nvPr/>
            </p:nvSpPr>
            <p:spPr>
              <a:xfrm>
                <a:off x="7458002" y="637310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B3DC1DD4-BBA3-483A-A4C6-519762DA151B}"/>
                  </a:ext>
                </a:extLst>
              </p:cNvPr>
              <p:cNvSpPr/>
              <p:nvPr/>
            </p:nvSpPr>
            <p:spPr>
              <a:xfrm>
                <a:off x="7983937" y="637309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99" name="矩形 98">
                <a:extLst>
                  <a:ext uri="{FF2B5EF4-FFF2-40B4-BE49-F238E27FC236}">
                    <a16:creationId xmlns:a16="http://schemas.microsoft.com/office/drawing/2014/main" id="{DAA31466-F372-4342-94D4-4E5941D061EF}"/>
                  </a:ext>
                </a:extLst>
              </p:cNvPr>
              <p:cNvSpPr/>
              <p:nvPr/>
            </p:nvSpPr>
            <p:spPr>
              <a:xfrm>
                <a:off x="8509872" y="637309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A716F3A6-35F0-488E-91DA-4153A981771B}"/>
                  </a:ext>
                </a:extLst>
              </p:cNvPr>
              <p:cNvSpPr/>
              <p:nvPr/>
            </p:nvSpPr>
            <p:spPr>
              <a:xfrm>
                <a:off x="9035807" y="637308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272F8315-0A70-41B9-A1E5-E3A39D46D798}"/>
                  </a:ext>
                </a:extLst>
              </p:cNvPr>
              <p:cNvSpPr/>
              <p:nvPr/>
            </p:nvSpPr>
            <p:spPr>
              <a:xfrm>
                <a:off x="5880197" y="1163245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95A1804A-7DF4-4769-A743-EE7541589FCE}"/>
                  </a:ext>
                </a:extLst>
              </p:cNvPr>
              <p:cNvSpPr/>
              <p:nvPr/>
            </p:nvSpPr>
            <p:spPr>
              <a:xfrm>
                <a:off x="6406132" y="1163244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2334899D-B7AB-4855-B267-DA7EA0D89A9D}"/>
                  </a:ext>
                </a:extLst>
              </p:cNvPr>
              <p:cNvSpPr/>
              <p:nvPr/>
            </p:nvSpPr>
            <p:spPr>
              <a:xfrm>
                <a:off x="6932067" y="1163244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2D89DC33-3858-411D-9669-E935F877733D}"/>
                  </a:ext>
                </a:extLst>
              </p:cNvPr>
              <p:cNvSpPr/>
              <p:nvPr/>
            </p:nvSpPr>
            <p:spPr>
              <a:xfrm>
                <a:off x="7458002" y="1163245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1BEFEF60-F28E-4B5E-877A-BBBA04F5FC4A}"/>
                  </a:ext>
                </a:extLst>
              </p:cNvPr>
              <p:cNvSpPr/>
              <p:nvPr/>
            </p:nvSpPr>
            <p:spPr>
              <a:xfrm>
                <a:off x="7983937" y="1163244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206EC83D-9050-41B1-940C-4FCF41BE86ED}"/>
                  </a:ext>
                </a:extLst>
              </p:cNvPr>
              <p:cNvSpPr/>
              <p:nvPr/>
            </p:nvSpPr>
            <p:spPr>
              <a:xfrm>
                <a:off x="8509872" y="1163244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5CDE13CE-29F8-4653-B106-36A00F5E7F65}"/>
                  </a:ext>
                </a:extLst>
              </p:cNvPr>
              <p:cNvSpPr/>
              <p:nvPr/>
            </p:nvSpPr>
            <p:spPr>
              <a:xfrm>
                <a:off x="9035807" y="1163243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33260BC2-ABCD-4013-8602-0C016CDCA706}"/>
                  </a:ext>
                </a:extLst>
              </p:cNvPr>
              <p:cNvSpPr/>
              <p:nvPr/>
            </p:nvSpPr>
            <p:spPr>
              <a:xfrm>
                <a:off x="5880197" y="1689180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A8351DDE-3629-489B-BE98-FEC062E2D4A7}"/>
                  </a:ext>
                </a:extLst>
              </p:cNvPr>
              <p:cNvSpPr/>
              <p:nvPr/>
            </p:nvSpPr>
            <p:spPr>
              <a:xfrm>
                <a:off x="6406132" y="1689179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605CE1E6-9B0C-4B7E-B534-B365AA7CD3E7}"/>
                  </a:ext>
                </a:extLst>
              </p:cNvPr>
              <p:cNvSpPr/>
              <p:nvPr/>
            </p:nvSpPr>
            <p:spPr>
              <a:xfrm>
                <a:off x="6932067" y="1689179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3ACCB795-8415-4B12-982F-721BAD8283CB}"/>
                  </a:ext>
                </a:extLst>
              </p:cNvPr>
              <p:cNvSpPr/>
              <p:nvPr/>
            </p:nvSpPr>
            <p:spPr>
              <a:xfrm>
                <a:off x="7458002" y="1689180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12" name="矩形 111">
                <a:extLst>
                  <a:ext uri="{FF2B5EF4-FFF2-40B4-BE49-F238E27FC236}">
                    <a16:creationId xmlns:a16="http://schemas.microsoft.com/office/drawing/2014/main" id="{54C34440-D4BF-4384-88B0-DCB6192D8B28}"/>
                  </a:ext>
                </a:extLst>
              </p:cNvPr>
              <p:cNvSpPr/>
              <p:nvPr/>
            </p:nvSpPr>
            <p:spPr>
              <a:xfrm>
                <a:off x="7983937" y="1689179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13" name="矩形 112">
                <a:extLst>
                  <a:ext uri="{FF2B5EF4-FFF2-40B4-BE49-F238E27FC236}">
                    <a16:creationId xmlns:a16="http://schemas.microsoft.com/office/drawing/2014/main" id="{F9B3FEAD-0620-41A4-9076-576B155D4281}"/>
                  </a:ext>
                </a:extLst>
              </p:cNvPr>
              <p:cNvSpPr/>
              <p:nvPr/>
            </p:nvSpPr>
            <p:spPr>
              <a:xfrm>
                <a:off x="8509872" y="1689179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14" name="矩形 113">
                <a:extLst>
                  <a:ext uri="{FF2B5EF4-FFF2-40B4-BE49-F238E27FC236}">
                    <a16:creationId xmlns:a16="http://schemas.microsoft.com/office/drawing/2014/main" id="{C013B66F-621E-4508-BDEF-2644502292F7}"/>
                  </a:ext>
                </a:extLst>
              </p:cNvPr>
              <p:cNvSpPr/>
              <p:nvPr/>
            </p:nvSpPr>
            <p:spPr>
              <a:xfrm>
                <a:off x="9035807" y="1689178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15" name="矩形 114">
                <a:extLst>
                  <a:ext uri="{FF2B5EF4-FFF2-40B4-BE49-F238E27FC236}">
                    <a16:creationId xmlns:a16="http://schemas.microsoft.com/office/drawing/2014/main" id="{8D80A692-86CE-4A71-9A35-379A6D38993A}"/>
                  </a:ext>
                </a:extLst>
              </p:cNvPr>
              <p:cNvSpPr/>
              <p:nvPr/>
            </p:nvSpPr>
            <p:spPr>
              <a:xfrm>
                <a:off x="5880197" y="2215114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16" name="矩形 115">
                <a:extLst>
                  <a:ext uri="{FF2B5EF4-FFF2-40B4-BE49-F238E27FC236}">
                    <a16:creationId xmlns:a16="http://schemas.microsoft.com/office/drawing/2014/main" id="{B6252A3A-EADE-46BA-9695-FA18484629C8}"/>
                  </a:ext>
                </a:extLst>
              </p:cNvPr>
              <p:cNvSpPr/>
              <p:nvPr/>
            </p:nvSpPr>
            <p:spPr>
              <a:xfrm>
                <a:off x="6406132" y="2215113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17" name="矩形 116">
                <a:extLst>
                  <a:ext uri="{FF2B5EF4-FFF2-40B4-BE49-F238E27FC236}">
                    <a16:creationId xmlns:a16="http://schemas.microsoft.com/office/drawing/2014/main" id="{3662BCF0-8A68-4CB9-8261-50EE902528BC}"/>
                  </a:ext>
                </a:extLst>
              </p:cNvPr>
              <p:cNvSpPr/>
              <p:nvPr/>
            </p:nvSpPr>
            <p:spPr>
              <a:xfrm>
                <a:off x="6932067" y="2215113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C2776208-1FED-4831-8BE6-A9FEB94298F2}"/>
                  </a:ext>
                </a:extLst>
              </p:cNvPr>
              <p:cNvSpPr/>
              <p:nvPr/>
            </p:nvSpPr>
            <p:spPr>
              <a:xfrm>
                <a:off x="7458002" y="2215114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BB7CB991-0527-4651-978A-F914E2B451C5}"/>
                  </a:ext>
                </a:extLst>
              </p:cNvPr>
              <p:cNvSpPr/>
              <p:nvPr/>
            </p:nvSpPr>
            <p:spPr>
              <a:xfrm>
                <a:off x="7983937" y="2215113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20" name="矩形 119">
                <a:extLst>
                  <a:ext uri="{FF2B5EF4-FFF2-40B4-BE49-F238E27FC236}">
                    <a16:creationId xmlns:a16="http://schemas.microsoft.com/office/drawing/2014/main" id="{3EBF4A80-C98A-43AF-ACD6-122625327F82}"/>
                  </a:ext>
                </a:extLst>
              </p:cNvPr>
              <p:cNvSpPr/>
              <p:nvPr/>
            </p:nvSpPr>
            <p:spPr>
              <a:xfrm>
                <a:off x="8509872" y="2215113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21" name="矩形 120">
                <a:extLst>
                  <a:ext uri="{FF2B5EF4-FFF2-40B4-BE49-F238E27FC236}">
                    <a16:creationId xmlns:a16="http://schemas.microsoft.com/office/drawing/2014/main" id="{DA800838-62F7-498A-BA06-2088D7D1875B}"/>
                  </a:ext>
                </a:extLst>
              </p:cNvPr>
              <p:cNvSpPr/>
              <p:nvPr/>
            </p:nvSpPr>
            <p:spPr>
              <a:xfrm>
                <a:off x="9035807" y="2215112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92F13E29-4FE2-428D-9A31-FB456F970958}"/>
                  </a:ext>
                </a:extLst>
              </p:cNvPr>
              <p:cNvSpPr/>
              <p:nvPr/>
            </p:nvSpPr>
            <p:spPr>
              <a:xfrm>
                <a:off x="5880197" y="2741049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3C3F5C4F-0872-47EB-8F1D-06C2F76232AE}"/>
                  </a:ext>
                </a:extLst>
              </p:cNvPr>
              <p:cNvSpPr/>
              <p:nvPr/>
            </p:nvSpPr>
            <p:spPr>
              <a:xfrm>
                <a:off x="6406132" y="2741048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24" name="矩形 123">
                <a:extLst>
                  <a:ext uri="{FF2B5EF4-FFF2-40B4-BE49-F238E27FC236}">
                    <a16:creationId xmlns:a16="http://schemas.microsoft.com/office/drawing/2014/main" id="{D21883B3-E803-4C8B-891B-3BE5EDB870E9}"/>
                  </a:ext>
                </a:extLst>
              </p:cNvPr>
              <p:cNvSpPr/>
              <p:nvPr/>
            </p:nvSpPr>
            <p:spPr>
              <a:xfrm>
                <a:off x="6932067" y="2741048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25" name="矩形 124">
                <a:extLst>
                  <a:ext uri="{FF2B5EF4-FFF2-40B4-BE49-F238E27FC236}">
                    <a16:creationId xmlns:a16="http://schemas.microsoft.com/office/drawing/2014/main" id="{D2C02E87-7BAD-4565-BDD5-3AE9B7C91618}"/>
                  </a:ext>
                </a:extLst>
              </p:cNvPr>
              <p:cNvSpPr/>
              <p:nvPr/>
            </p:nvSpPr>
            <p:spPr>
              <a:xfrm>
                <a:off x="7458002" y="2741049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26" name="矩形 125">
                <a:extLst>
                  <a:ext uri="{FF2B5EF4-FFF2-40B4-BE49-F238E27FC236}">
                    <a16:creationId xmlns:a16="http://schemas.microsoft.com/office/drawing/2014/main" id="{494730D4-24B2-48A5-8896-120A948E0C7D}"/>
                  </a:ext>
                </a:extLst>
              </p:cNvPr>
              <p:cNvSpPr/>
              <p:nvPr/>
            </p:nvSpPr>
            <p:spPr>
              <a:xfrm>
                <a:off x="7983937" y="2741048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27" name="矩形 126">
                <a:extLst>
                  <a:ext uri="{FF2B5EF4-FFF2-40B4-BE49-F238E27FC236}">
                    <a16:creationId xmlns:a16="http://schemas.microsoft.com/office/drawing/2014/main" id="{F06235F6-B99A-40E6-9BEC-65208FB7C1FB}"/>
                  </a:ext>
                </a:extLst>
              </p:cNvPr>
              <p:cNvSpPr/>
              <p:nvPr/>
            </p:nvSpPr>
            <p:spPr>
              <a:xfrm>
                <a:off x="8509872" y="2741048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28" name="矩形 127">
                <a:extLst>
                  <a:ext uri="{FF2B5EF4-FFF2-40B4-BE49-F238E27FC236}">
                    <a16:creationId xmlns:a16="http://schemas.microsoft.com/office/drawing/2014/main" id="{FFF7F284-727D-459E-8B5F-F497C185D799}"/>
                  </a:ext>
                </a:extLst>
              </p:cNvPr>
              <p:cNvSpPr/>
              <p:nvPr/>
            </p:nvSpPr>
            <p:spPr>
              <a:xfrm>
                <a:off x="9035807" y="2741047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29" name="矩形 128">
                <a:extLst>
                  <a:ext uri="{FF2B5EF4-FFF2-40B4-BE49-F238E27FC236}">
                    <a16:creationId xmlns:a16="http://schemas.microsoft.com/office/drawing/2014/main" id="{D4252289-4DA5-45CE-99BB-0C8324A3F507}"/>
                  </a:ext>
                </a:extLst>
              </p:cNvPr>
              <p:cNvSpPr/>
              <p:nvPr/>
            </p:nvSpPr>
            <p:spPr>
              <a:xfrm>
                <a:off x="5880197" y="3266984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30" name="矩形 129">
                <a:extLst>
                  <a:ext uri="{FF2B5EF4-FFF2-40B4-BE49-F238E27FC236}">
                    <a16:creationId xmlns:a16="http://schemas.microsoft.com/office/drawing/2014/main" id="{89AF9DBA-8F03-40A2-8FE3-847A532E1ADF}"/>
                  </a:ext>
                </a:extLst>
              </p:cNvPr>
              <p:cNvSpPr/>
              <p:nvPr/>
            </p:nvSpPr>
            <p:spPr>
              <a:xfrm>
                <a:off x="6406132" y="3266983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31" name="矩形 130">
                <a:extLst>
                  <a:ext uri="{FF2B5EF4-FFF2-40B4-BE49-F238E27FC236}">
                    <a16:creationId xmlns:a16="http://schemas.microsoft.com/office/drawing/2014/main" id="{83B810F3-60F5-4B3B-96DA-768578EC79C8}"/>
                  </a:ext>
                </a:extLst>
              </p:cNvPr>
              <p:cNvSpPr/>
              <p:nvPr/>
            </p:nvSpPr>
            <p:spPr>
              <a:xfrm>
                <a:off x="6932067" y="3266983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32" name="矩形 131">
                <a:extLst>
                  <a:ext uri="{FF2B5EF4-FFF2-40B4-BE49-F238E27FC236}">
                    <a16:creationId xmlns:a16="http://schemas.microsoft.com/office/drawing/2014/main" id="{FA9B9002-4214-4C1E-B295-05DA94B3DC93}"/>
                  </a:ext>
                </a:extLst>
              </p:cNvPr>
              <p:cNvSpPr/>
              <p:nvPr/>
            </p:nvSpPr>
            <p:spPr>
              <a:xfrm>
                <a:off x="7458002" y="3266984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33" name="矩形 132">
                <a:extLst>
                  <a:ext uri="{FF2B5EF4-FFF2-40B4-BE49-F238E27FC236}">
                    <a16:creationId xmlns:a16="http://schemas.microsoft.com/office/drawing/2014/main" id="{A2BD4616-FB42-4991-B58F-2D8F755E320D}"/>
                  </a:ext>
                </a:extLst>
              </p:cNvPr>
              <p:cNvSpPr/>
              <p:nvPr/>
            </p:nvSpPr>
            <p:spPr>
              <a:xfrm>
                <a:off x="7983937" y="3266983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34" name="矩形 133">
                <a:extLst>
                  <a:ext uri="{FF2B5EF4-FFF2-40B4-BE49-F238E27FC236}">
                    <a16:creationId xmlns:a16="http://schemas.microsoft.com/office/drawing/2014/main" id="{082D4E6E-69AB-4183-92E6-DB9047BFA1AF}"/>
                  </a:ext>
                </a:extLst>
              </p:cNvPr>
              <p:cNvSpPr/>
              <p:nvPr/>
            </p:nvSpPr>
            <p:spPr>
              <a:xfrm>
                <a:off x="8509872" y="3266983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35" name="矩形 134">
                <a:extLst>
                  <a:ext uri="{FF2B5EF4-FFF2-40B4-BE49-F238E27FC236}">
                    <a16:creationId xmlns:a16="http://schemas.microsoft.com/office/drawing/2014/main" id="{A721777B-68FB-4E92-9799-1B61A43E3A91}"/>
                  </a:ext>
                </a:extLst>
              </p:cNvPr>
              <p:cNvSpPr/>
              <p:nvPr/>
            </p:nvSpPr>
            <p:spPr>
              <a:xfrm>
                <a:off x="9035807" y="3266982"/>
                <a:ext cx="525935" cy="525935"/>
              </a:xfrm>
              <a:prstGeom prst="rect">
                <a:avLst/>
              </a:prstGeom>
              <a:noFill/>
              <a:ln w="38100">
                <a:solidFill>
                  <a:srgbClr val="FDEF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cxnSp>
            <p:nvCxnSpPr>
              <p:cNvPr id="136" name="直接连接符 135">
                <a:extLst>
                  <a:ext uri="{FF2B5EF4-FFF2-40B4-BE49-F238E27FC236}">
                    <a16:creationId xmlns:a16="http://schemas.microsoft.com/office/drawing/2014/main" id="{0C86DB33-6986-40EB-A0FC-1F8388639D87}"/>
                  </a:ext>
                </a:extLst>
              </p:cNvPr>
              <p:cNvCxnSpPr/>
              <p:nvPr/>
            </p:nvCxnSpPr>
            <p:spPr>
              <a:xfrm>
                <a:off x="6932066" y="637308"/>
                <a:ext cx="525935" cy="525935"/>
              </a:xfrm>
              <a:prstGeom prst="line">
                <a:avLst/>
              </a:prstGeom>
              <a:ln w="38100">
                <a:solidFill>
                  <a:srgbClr val="FDEFE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接连接符 136">
                <a:extLst>
                  <a:ext uri="{FF2B5EF4-FFF2-40B4-BE49-F238E27FC236}">
                    <a16:creationId xmlns:a16="http://schemas.microsoft.com/office/drawing/2014/main" id="{F6104CDC-E365-4546-9146-35589539B36D}"/>
                  </a:ext>
                </a:extLst>
              </p:cNvPr>
              <p:cNvCxnSpPr/>
              <p:nvPr/>
            </p:nvCxnSpPr>
            <p:spPr>
              <a:xfrm>
                <a:off x="6406130" y="1163241"/>
                <a:ext cx="525935" cy="525935"/>
              </a:xfrm>
              <a:prstGeom prst="line">
                <a:avLst/>
              </a:prstGeom>
              <a:ln w="38100">
                <a:solidFill>
                  <a:srgbClr val="FDEFE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接连接符 137">
                <a:extLst>
                  <a:ext uri="{FF2B5EF4-FFF2-40B4-BE49-F238E27FC236}">
                    <a16:creationId xmlns:a16="http://schemas.microsoft.com/office/drawing/2014/main" id="{14234826-ECF6-456D-B670-42D9E4D407D9}"/>
                  </a:ext>
                </a:extLst>
              </p:cNvPr>
              <p:cNvCxnSpPr/>
              <p:nvPr/>
            </p:nvCxnSpPr>
            <p:spPr>
              <a:xfrm>
                <a:off x="7983937" y="1163240"/>
                <a:ext cx="525935" cy="525935"/>
              </a:xfrm>
              <a:prstGeom prst="line">
                <a:avLst/>
              </a:prstGeom>
              <a:ln w="38100">
                <a:solidFill>
                  <a:srgbClr val="FDEFE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直接连接符 138">
                <a:extLst>
                  <a:ext uri="{FF2B5EF4-FFF2-40B4-BE49-F238E27FC236}">
                    <a16:creationId xmlns:a16="http://schemas.microsoft.com/office/drawing/2014/main" id="{6923E78F-D00B-49E0-8022-D012F6FFC8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09871" y="1163239"/>
                <a:ext cx="1051871" cy="1051866"/>
              </a:xfrm>
              <a:prstGeom prst="line">
                <a:avLst/>
              </a:prstGeom>
              <a:ln w="38100">
                <a:solidFill>
                  <a:srgbClr val="FDEFE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接连接符 139">
                <a:extLst>
                  <a:ext uri="{FF2B5EF4-FFF2-40B4-BE49-F238E27FC236}">
                    <a16:creationId xmlns:a16="http://schemas.microsoft.com/office/drawing/2014/main" id="{86E9ED5F-EE1E-499F-ADB8-E06AAD081D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80194" y="1689181"/>
                <a:ext cx="1051871" cy="1051866"/>
              </a:xfrm>
              <a:prstGeom prst="line">
                <a:avLst/>
              </a:prstGeom>
              <a:ln w="38100">
                <a:solidFill>
                  <a:srgbClr val="FDEFE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直接连接符 140">
                <a:extLst>
                  <a:ext uri="{FF2B5EF4-FFF2-40B4-BE49-F238E27FC236}">
                    <a16:creationId xmlns:a16="http://schemas.microsoft.com/office/drawing/2014/main" id="{CFC8A694-990A-4288-A787-E80D840A1D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57999" y="1689181"/>
                <a:ext cx="1051871" cy="1051866"/>
              </a:xfrm>
              <a:prstGeom prst="line">
                <a:avLst/>
              </a:prstGeom>
              <a:ln w="38100">
                <a:solidFill>
                  <a:srgbClr val="FDEFE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直接连接符 141">
                <a:extLst>
                  <a:ext uri="{FF2B5EF4-FFF2-40B4-BE49-F238E27FC236}">
                    <a16:creationId xmlns:a16="http://schemas.microsoft.com/office/drawing/2014/main" id="{65CB0A9D-BA85-41CE-8E3A-F725327D83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09870" y="2215114"/>
                <a:ext cx="1051871" cy="1051866"/>
              </a:xfrm>
              <a:prstGeom prst="line">
                <a:avLst/>
              </a:prstGeom>
              <a:ln w="38100">
                <a:solidFill>
                  <a:srgbClr val="FDEFE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直接连接符 142">
                <a:extLst>
                  <a:ext uri="{FF2B5EF4-FFF2-40B4-BE49-F238E27FC236}">
                    <a16:creationId xmlns:a16="http://schemas.microsoft.com/office/drawing/2014/main" id="{E96BBFEE-4B9D-427F-BAF6-3F1304736348}"/>
                  </a:ext>
                </a:extLst>
              </p:cNvPr>
              <p:cNvCxnSpPr/>
              <p:nvPr/>
            </p:nvCxnSpPr>
            <p:spPr>
              <a:xfrm>
                <a:off x="5880192" y="2741047"/>
                <a:ext cx="525935" cy="525935"/>
              </a:xfrm>
              <a:prstGeom prst="line">
                <a:avLst/>
              </a:prstGeom>
              <a:ln w="38100">
                <a:solidFill>
                  <a:srgbClr val="FDEFE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直接连接符 143">
                <a:extLst>
                  <a:ext uri="{FF2B5EF4-FFF2-40B4-BE49-F238E27FC236}">
                    <a16:creationId xmlns:a16="http://schemas.microsoft.com/office/drawing/2014/main" id="{00F9AF85-12ED-4FC2-990E-2784D310ED98}"/>
                  </a:ext>
                </a:extLst>
              </p:cNvPr>
              <p:cNvCxnSpPr/>
              <p:nvPr/>
            </p:nvCxnSpPr>
            <p:spPr>
              <a:xfrm>
                <a:off x="6932060" y="3266981"/>
                <a:ext cx="525935" cy="525935"/>
              </a:xfrm>
              <a:prstGeom prst="line">
                <a:avLst/>
              </a:prstGeom>
              <a:ln w="38100">
                <a:solidFill>
                  <a:srgbClr val="FDEFE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直接连接符 144">
                <a:extLst>
                  <a:ext uri="{FF2B5EF4-FFF2-40B4-BE49-F238E27FC236}">
                    <a16:creationId xmlns:a16="http://schemas.microsoft.com/office/drawing/2014/main" id="{5F6C914C-9CBC-40A9-A7D5-98A9E8257037}"/>
                  </a:ext>
                </a:extLst>
              </p:cNvPr>
              <p:cNvCxnSpPr/>
              <p:nvPr/>
            </p:nvCxnSpPr>
            <p:spPr>
              <a:xfrm>
                <a:off x="7457994" y="2741044"/>
                <a:ext cx="525935" cy="525935"/>
              </a:xfrm>
              <a:prstGeom prst="line">
                <a:avLst/>
              </a:prstGeom>
              <a:ln w="38100">
                <a:solidFill>
                  <a:srgbClr val="FDEFE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6" name="组合 175">
              <a:extLst>
                <a:ext uri="{FF2B5EF4-FFF2-40B4-BE49-F238E27FC236}">
                  <a16:creationId xmlns:a16="http://schemas.microsoft.com/office/drawing/2014/main" id="{E5641CDC-FE72-4C73-8B6B-776398046308}"/>
                </a:ext>
              </a:extLst>
            </p:cNvPr>
            <p:cNvGrpSpPr/>
            <p:nvPr/>
          </p:nvGrpSpPr>
          <p:grpSpPr>
            <a:xfrm>
              <a:off x="5729720" y="203993"/>
              <a:ext cx="3981174" cy="369332"/>
              <a:chOff x="5729720" y="203993"/>
              <a:chExt cx="3981174" cy="369332"/>
            </a:xfrm>
          </p:grpSpPr>
          <p:sp>
            <p:nvSpPr>
              <p:cNvPr id="147" name="文本框 146">
                <a:extLst>
                  <a:ext uri="{FF2B5EF4-FFF2-40B4-BE49-F238E27FC236}">
                    <a16:creationId xmlns:a16="http://schemas.microsoft.com/office/drawing/2014/main" id="{424475C6-0F3E-4841-8CEE-D763D2E0FD37}"/>
                  </a:ext>
                </a:extLst>
              </p:cNvPr>
              <p:cNvSpPr txBox="1"/>
              <p:nvPr/>
            </p:nvSpPr>
            <p:spPr>
              <a:xfrm>
                <a:off x="5729720" y="20399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0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495AE866-8E76-476C-941A-7D26417C8404}"/>
                  </a:ext>
                </a:extLst>
              </p:cNvPr>
              <p:cNvSpPr txBox="1"/>
              <p:nvPr/>
            </p:nvSpPr>
            <p:spPr>
              <a:xfrm>
                <a:off x="6255655" y="20399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1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49" name="文本框 148">
                <a:extLst>
                  <a:ext uri="{FF2B5EF4-FFF2-40B4-BE49-F238E27FC236}">
                    <a16:creationId xmlns:a16="http://schemas.microsoft.com/office/drawing/2014/main" id="{8B016742-212C-4DD5-8A1C-0345C41AA4B2}"/>
                  </a:ext>
                </a:extLst>
              </p:cNvPr>
              <p:cNvSpPr txBox="1"/>
              <p:nvPr/>
            </p:nvSpPr>
            <p:spPr>
              <a:xfrm>
                <a:off x="6781590" y="20399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2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1D389605-C299-47B3-A1FD-D9653B4EAF16}"/>
                  </a:ext>
                </a:extLst>
              </p:cNvPr>
              <p:cNvSpPr txBox="1"/>
              <p:nvPr/>
            </p:nvSpPr>
            <p:spPr>
              <a:xfrm>
                <a:off x="7307528" y="20399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3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2F5B78DD-177D-4765-8205-43881D0A0A9F}"/>
                  </a:ext>
                </a:extLst>
              </p:cNvPr>
              <p:cNvSpPr txBox="1"/>
              <p:nvPr/>
            </p:nvSpPr>
            <p:spPr>
              <a:xfrm>
                <a:off x="7833463" y="20399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4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385A5570-FA5D-4DFC-AE67-FCF87BF55CBE}"/>
                  </a:ext>
                </a:extLst>
              </p:cNvPr>
              <p:cNvSpPr txBox="1"/>
              <p:nvPr/>
            </p:nvSpPr>
            <p:spPr>
              <a:xfrm>
                <a:off x="8359398" y="20399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5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3CBE8B05-DADC-4930-8A01-7C46D910FE35}"/>
                  </a:ext>
                </a:extLst>
              </p:cNvPr>
              <p:cNvSpPr txBox="1"/>
              <p:nvPr/>
            </p:nvSpPr>
            <p:spPr>
              <a:xfrm>
                <a:off x="8884016" y="20399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6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54" name="文本框 153">
                <a:extLst>
                  <a:ext uri="{FF2B5EF4-FFF2-40B4-BE49-F238E27FC236}">
                    <a16:creationId xmlns:a16="http://schemas.microsoft.com/office/drawing/2014/main" id="{B3DF8EC7-CB72-4197-BE7E-EEBF6856491C}"/>
                  </a:ext>
                </a:extLst>
              </p:cNvPr>
              <p:cNvSpPr txBox="1"/>
              <p:nvPr/>
            </p:nvSpPr>
            <p:spPr>
              <a:xfrm>
                <a:off x="9409951" y="20399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7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grpSp>
          <p:nvGrpSpPr>
            <p:cNvPr id="177" name="组合 176">
              <a:extLst>
                <a:ext uri="{FF2B5EF4-FFF2-40B4-BE49-F238E27FC236}">
                  <a16:creationId xmlns:a16="http://schemas.microsoft.com/office/drawing/2014/main" id="{9E838EE2-969B-41C6-9C86-60641330B95A}"/>
                </a:ext>
              </a:extLst>
            </p:cNvPr>
            <p:cNvGrpSpPr/>
            <p:nvPr/>
          </p:nvGrpSpPr>
          <p:grpSpPr>
            <a:xfrm>
              <a:off x="5504724" y="452642"/>
              <a:ext cx="300944" cy="3524855"/>
              <a:chOff x="5504724" y="452642"/>
              <a:chExt cx="300944" cy="3524855"/>
            </a:xfrm>
          </p:grpSpPr>
          <p:sp>
            <p:nvSpPr>
              <p:cNvPr id="155" name="文本框 154">
                <a:extLst>
                  <a:ext uri="{FF2B5EF4-FFF2-40B4-BE49-F238E27FC236}">
                    <a16:creationId xmlns:a16="http://schemas.microsoft.com/office/drawing/2014/main" id="{957F2C52-88F8-457A-B853-F429C718CF69}"/>
                  </a:ext>
                </a:extLst>
              </p:cNvPr>
              <p:cNvSpPr txBox="1"/>
              <p:nvPr/>
            </p:nvSpPr>
            <p:spPr>
              <a:xfrm>
                <a:off x="5504725" y="452642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0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C8A12EA1-8108-4C52-8AB6-9F06E16DD86F}"/>
                  </a:ext>
                </a:extLst>
              </p:cNvPr>
              <p:cNvSpPr txBox="1"/>
              <p:nvPr/>
            </p:nvSpPr>
            <p:spPr>
              <a:xfrm>
                <a:off x="5504725" y="97857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1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F88B6614-3200-4E26-8569-9D9FDBEE73D2}"/>
                  </a:ext>
                </a:extLst>
              </p:cNvPr>
              <p:cNvSpPr txBox="1"/>
              <p:nvPr/>
            </p:nvSpPr>
            <p:spPr>
              <a:xfrm>
                <a:off x="5504725" y="1504504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2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66014761-0E79-4130-8830-DC9E89174C46}"/>
                  </a:ext>
                </a:extLst>
              </p:cNvPr>
              <p:cNvSpPr txBox="1"/>
              <p:nvPr/>
            </p:nvSpPr>
            <p:spPr>
              <a:xfrm>
                <a:off x="5504725" y="2030372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3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59" name="文本框 158">
                <a:extLst>
                  <a:ext uri="{FF2B5EF4-FFF2-40B4-BE49-F238E27FC236}">
                    <a16:creationId xmlns:a16="http://schemas.microsoft.com/office/drawing/2014/main" id="{E8C3E625-93BF-48B6-A33E-86B79858044A}"/>
                  </a:ext>
                </a:extLst>
              </p:cNvPr>
              <p:cNvSpPr txBox="1"/>
              <p:nvPr/>
            </p:nvSpPr>
            <p:spPr>
              <a:xfrm>
                <a:off x="5504725" y="255630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4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9457BB0F-C48C-41AF-BE5E-22D71EFD23D9}"/>
                  </a:ext>
                </a:extLst>
              </p:cNvPr>
              <p:cNvSpPr txBox="1"/>
              <p:nvPr/>
            </p:nvSpPr>
            <p:spPr>
              <a:xfrm>
                <a:off x="5504725" y="3082234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5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61" name="文本框 160">
                <a:extLst>
                  <a:ext uri="{FF2B5EF4-FFF2-40B4-BE49-F238E27FC236}">
                    <a16:creationId xmlns:a16="http://schemas.microsoft.com/office/drawing/2014/main" id="{280B43A9-515B-4B77-8102-EBDF053561F5}"/>
                  </a:ext>
                </a:extLst>
              </p:cNvPr>
              <p:cNvSpPr txBox="1"/>
              <p:nvPr/>
            </p:nvSpPr>
            <p:spPr>
              <a:xfrm>
                <a:off x="5504724" y="360816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6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grpSp>
          <p:nvGrpSpPr>
            <p:cNvPr id="162" name="组合 161">
              <a:extLst>
                <a:ext uri="{FF2B5EF4-FFF2-40B4-BE49-F238E27FC236}">
                  <a16:creationId xmlns:a16="http://schemas.microsoft.com/office/drawing/2014/main" id="{CE354ED4-EE4A-49E6-870C-126CFAE6A5CE}"/>
                </a:ext>
              </a:extLst>
            </p:cNvPr>
            <p:cNvGrpSpPr/>
            <p:nvPr/>
          </p:nvGrpSpPr>
          <p:grpSpPr>
            <a:xfrm>
              <a:off x="5992687" y="715609"/>
              <a:ext cx="3944963" cy="3510625"/>
              <a:chOff x="3349410" y="2487422"/>
              <a:chExt cx="3944963" cy="3510625"/>
            </a:xfrm>
          </p:grpSpPr>
          <p:sp>
            <p:nvSpPr>
              <p:cNvPr id="163" name="文本框 162">
                <a:extLst>
                  <a:ext uri="{FF2B5EF4-FFF2-40B4-BE49-F238E27FC236}">
                    <a16:creationId xmlns:a16="http://schemas.microsoft.com/office/drawing/2014/main" id="{D38C4BB3-7874-4DEF-B628-5EFE8F63A65D}"/>
                  </a:ext>
                </a:extLst>
              </p:cNvPr>
              <p:cNvSpPr txBox="1"/>
              <p:nvPr/>
            </p:nvSpPr>
            <p:spPr>
              <a:xfrm>
                <a:off x="6988541" y="2487422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C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ED55204F-34B2-461D-A60D-91EA62C36165}"/>
                  </a:ext>
                </a:extLst>
              </p:cNvPr>
              <p:cNvSpPr txBox="1"/>
              <p:nvPr/>
            </p:nvSpPr>
            <p:spPr>
              <a:xfrm>
                <a:off x="6988541" y="3013354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B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57314B17-4635-455D-97F8-D5C5DBFF909C}"/>
                  </a:ext>
                </a:extLst>
              </p:cNvPr>
              <p:cNvSpPr txBox="1"/>
              <p:nvPr/>
            </p:nvSpPr>
            <p:spPr>
              <a:xfrm>
                <a:off x="6993430" y="3538566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A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66" name="文本框 165">
                <a:extLst>
                  <a:ext uri="{FF2B5EF4-FFF2-40B4-BE49-F238E27FC236}">
                    <a16:creationId xmlns:a16="http://schemas.microsoft.com/office/drawing/2014/main" id="{9C16FB2E-0783-4CE0-AD05-A4AC7D4AE56D}"/>
                  </a:ext>
                </a:extLst>
              </p:cNvPr>
              <p:cNvSpPr txBox="1"/>
              <p:nvPr/>
            </p:nvSpPr>
            <p:spPr>
              <a:xfrm>
                <a:off x="6988541" y="4063778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B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306D1FE9-9CA5-4D5B-919A-7C5CF99C9B0C}"/>
                  </a:ext>
                </a:extLst>
              </p:cNvPr>
              <p:cNvSpPr txBox="1"/>
              <p:nvPr/>
            </p:nvSpPr>
            <p:spPr>
              <a:xfrm>
                <a:off x="6990052" y="4588990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A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BC976022-CB54-4721-9A6D-019F24918E26}"/>
                  </a:ext>
                </a:extLst>
              </p:cNvPr>
              <p:cNvSpPr txBox="1"/>
              <p:nvPr/>
            </p:nvSpPr>
            <p:spPr>
              <a:xfrm>
                <a:off x="6988541" y="5114202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C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69" name="文本框 168">
                <a:extLst>
                  <a:ext uri="{FF2B5EF4-FFF2-40B4-BE49-F238E27FC236}">
                    <a16:creationId xmlns:a16="http://schemas.microsoft.com/office/drawing/2014/main" id="{E6D3DC56-E971-4679-B3D7-7945A27D13ED}"/>
                  </a:ext>
                </a:extLst>
              </p:cNvPr>
              <p:cNvSpPr txBox="1"/>
              <p:nvPr/>
            </p:nvSpPr>
            <p:spPr>
              <a:xfrm>
                <a:off x="3349410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A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70" name="文本框 169">
                <a:extLst>
                  <a:ext uri="{FF2B5EF4-FFF2-40B4-BE49-F238E27FC236}">
                    <a16:creationId xmlns:a16="http://schemas.microsoft.com/office/drawing/2014/main" id="{032683A4-DF03-4ED0-A35A-A13167A5C3B2}"/>
                  </a:ext>
                </a:extLst>
              </p:cNvPr>
              <p:cNvSpPr txBox="1"/>
              <p:nvPr/>
            </p:nvSpPr>
            <p:spPr>
              <a:xfrm>
                <a:off x="3870256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B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71" name="文本框 170">
                <a:extLst>
                  <a:ext uri="{FF2B5EF4-FFF2-40B4-BE49-F238E27FC236}">
                    <a16:creationId xmlns:a16="http://schemas.microsoft.com/office/drawing/2014/main" id="{62197063-70C5-4651-AB30-BDA864F976DA}"/>
                  </a:ext>
                </a:extLst>
              </p:cNvPr>
              <p:cNvSpPr txBox="1"/>
              <p:nvPr/>
            </p:nvSpPr>
            <p:spPr>
              <a:xfrm>
                <a:off x="4401278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C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72" name="文本框 171">
                <a:extLst>
                  <a:ext uri="{FF2B5EF4-FFF2-40B4-BE49-F238E27FC236}">
                    <a16:creationId xmlns:a16="http://schemas.microsoft.com/office/drawing/2014/main" id="{CE310B89-EB95-46C4-9FF0-BC0F15042689}"/>
                  </a:ext>
                </a:extLst>
              </p:cNvPr>
              <p:cNvSpPr txBox="1"/>
              <p:nvPr/>
            </p:nvSpPr>
            <p:spPr>
              <a:xfrm>
                <a:off x="4927212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A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73" name="文本框 172">
                <a:extLst>
                  <a:ext uri="{FF2B5EF4-FFF2-40B4-BE49-F238E27FC236}">
                    <a16:creationId xmlns:a16="http://schemas.microsoft.com/office/drawing/2014/main" id="{29D0DA5C-23A1-40E9-A5D5-F555D2F99FD2}"/>
                  </a:ext>
                </a:extLst>
              </p:cNvPr>
              <p:cNvSpPr txBox="1"/>
              <p:nvPr/>
            </p:nvSpPr>
            <p:spPr>
              <a:xfrm>
                <a:off x="5453146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B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74" name="文本框 173">
                <a:extLst>
                  <a:ext uri="{FF2B5EF4-FFF2-40B4-BE49-F238E27FC236}">
                    <a16:creationId xmlns:a16="http://schemas.microsoft.com/office/drawing/2014/main" id="{3DF5039F-7727-42D4-AB1A-4E5D9C3D18B1}"/>
                  </a:ext>
                </a:extLst>
              </p:cNvPr>
              <p:cNvSpPr txBox="1"/>
              <p:nvPr/>
            </p:nvSpPr>
            <p:spPr>
              <a:xfrm>
                <a:off x="5973992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B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75" name="文本框 174">
                <a:extLst>
                  <a:ext uri="{FF2B5EF4-FFF2-40B4-BE49-F238E27FC236}">
                    <a16:creationId xmlns:a16="http://schemas.microsoft.com/office/drawing/2014/main" id="{D86610F8-38A0-402A-85E2-279B6AE6DDD7}"/>
                  </a:ext>
                </a:extLst>
              </p:cNvPr>
              <p:cNvSpPr txBox="1"/>
              <p:nvPr/>
            </p:nvSpPr>
            <p:spPr>
              <a:xfrm>
                <a:off x="6505014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A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cxnSp>
          <p:nvCxnSpPr>
            <p:cNvPr id="305" name="直接连接符 304">
              <a:extLst>
                <a:ext uri="{FF2B5EF4-FFF2-40B4-BE49-F238E27FC236}">
                  <a16:creationId xmlns:a16="http://schemas.microsoft.com/office/drawing/2014/main" id="{455A540D-794E-4F83-86B3-46BCC3D478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31316" y="644468"/>
              <a:ext cx="224992" cy="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直接连接符 309">
              <a:extLst>
                <a:ext uri="{FF2B5EF4-FFF2-40B4-BE49-F238E27FC236}">
                  <a16:creationId xmlns:a16="http://schemas.microsoft.com/office/drawing/2014/main" id="{1F94CAAC-C883-42D4-AE02-7AF5B36DE7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57251" y="644468"/>
              <a:ext cx="224992" cy="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直接连接符 312">
              <a:extLst>
                <a:ext uri="{FF2B5EF4-FFF2-40B4-BE49-F238E27FC236}">
                  <a16:creationId xmlns:a16="http://schemas.microsoft.com/office/drawing/2014/main" id="{2F8044FB-757C-4268-806F-42B0B128C9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49318" y="753675"/>
              <a:ext cx="298012" cy="296381"/>
            </a:xfrm>
            <a:prstGeom prst="line">
              <a:avLst/>
            </a:prstGeom>
            <a:ln w="635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直接连接符 316">
              <a:extLst>
                <a:ext uri="{FF2B5EF4-FFF2-40B4-BE49-F238E27FC236}">
                  <a16:creationId xmlns:a16="http://schemas.microsoft.com/office/drawing/2014/main" id="{0808597F-2087-4CD7-8A24-D9B4271773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08471" y="1159951"/>
              <a:ext cx="224992" cy="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直接连接符 319">
              <a:extLst>
                <a:ext uri="{FF2B5EF4-FFF2-40B4-BE49-F238E27FC236}">
                  <a16:creationId xmlns:a16="http://schemas.microsoft.com/office/drawing/2014/main" id="{97010F69-12A2-4163-9847-EDCC5263ED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05251" y="1286138"/>
              <a:ext cx="298012" cy="296381"/>
            </a:xfrm>
            <a:prstGeom prst="line">
              <a:avLst/>
            </a:prstGeom>
            <a:ln w="635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直接连接符 320">
              <a:extLst>
                <a:ext uri="{FF2B5EF4-FFF2-40B4-BE49-F238E27FC236}">
                  <a16:creationId xmlns:a16="http://schemas.microsoft.com/office/drawing/2014/main" id="{55927A88-0617-4925-BFDB-0A44EE7E03BC}"/>
                </a:ext>
              </a:extLst>
            </p:cNvPr>
            <p:cNvCxnSpPr>
              <a:cxnSpLocks/>
            </p:cNvCxnSpPr>
            <p:nvPr/>
          </p:nvCxnSpPr>
          <p:spPr>
            <a:xfrm>
              <a:off x="8509870" y="1896378"/>
              <a:ext cx="2854" cy="117330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直接连接符 323">
              <a:extLst>
                <a:ext uri="{FF2B5EF4-FFF2-40B4-BE49-F238E27FC236}">
                  <a16:creationId xmlns:a16="http://schemas.microsoft.com/office/drawing/2014/main" id="{DB14979E-7021-45AD-B0DF-3FDD3EBE92E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25299" y="2333639"/>
              <a:ext cx="298012" cy="296381"/>
            </a:xfrm>
            <a:prstGeom prst="line">
              <a:avLst/>
            </a:prstGeom>
            <a:ln w="635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直接连接符 324">
              <a:extLst>
                <a:ext uri="{FF2B5EF4-FFF2-40B4-BE49-F238E27FC236}">
                  <a16:creationId xmlns:a16="http://schemas.microsoft.com/office/drawing/2014/main" id="{3CD787F9-00DE-4FE5-9269-D49885A7A9C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50517" y="2860443"/>
              <a:ext cx="298012" cy="296381"/>
            </a:xfrm>
            <a:prstGeom prst="line">
              <a:avLst/>
            </a:prstGeom>
            <a:ln w="635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直接连接符 325">
              <a:extLst>
                <a:ext uri="{FF2B5EF4-FFF2-40B4-BE49-F238E27FC236}">
                  <a16:creationId xmlns:a16="http://schemas.microsoft.com/office/drawing/2014/main" id="{459C2431-8FE3-4CD5-91A2-6FEDAE6F68A5}"/>
                </a:ext>
              </a:extLst>
            </p:cNvPr>
            <p:cNvCxnSpPr>
              <a:cxnSpLocks/>
              <a:stCxn id="240" idx="2"/>
              <a:endCxn id="249" idx="0"/>
            </p:cNvCxnSpPr>
            <p:nvPr/>
          </p:nvCxnSpPr>
          <p:spPr>
            <a:xfrm>
              <a:off x="9561076" y="3464565"/>
              <a:ext cx="0" cy="13368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0" name="组合 249">
              <a:extLst>
                <a:ext uri="{FF2B5EF4-FFF2-40B4-BE49-F238E27FC236}">
                  <a16:creationId xmlns:a16="http://schemas.microsoft.com/office/drawing/2014/main" id="{86C9AD3E-405B-4F68-8E59-211EC5F3047A}"/>
                </a:ext>
              </a:extLst>
            </p:cNvPr>
            <p:cNvGrpSpPr/>
            <p:nvPr/>
          </p:nvGrpSpPr>
          <p:grpSpPr>
            <a:xfrm>
              <a:off x="5729720" y="445514"/>
              <a:ext cx="3984028" cy="3550640"/>
              <a:chOff x="5729720" y="445514"/>
              <a:chExt cx="3984028" cy="3550640"/>
            </a:xfrm>
          </p:grpSpPr>
          <p:grpSp>
            <p:nvGrpSpPr>
              <p:cNvPr id="178" name="组合 177">
                <a:extLst>
                  <a:ext uri="{FF2B5EF4-FFF2-40B4-BE49-F238E27FC236}">
                    <a16:creationId xmlns:a16="http://schemas.microsoft.com/office/drawing/2014/main" id="{1CDD2C67-4C87-464B-A0C1-0081E9A71E38}"/>
                  </a:ext>
                </a:extLst>
              </p:cNvPr>
              <p:cNvGrpSpPr/>
              <p:nvPr/>
            </p:nvGrpSpPr>
            <p:grpSpPr>
              <a:xfrm>
                <a:off x="5730373" y="445514"/>
                <a:ext cx="3981174" cy="397907"/>
                <a:chOff x="5729720" y="189706"/>
                <a:chExt cx="3981174" cy="397907"/>
              </a:xfrm>
            </p:grpSpPr>
            <p:sp>
              <p:nvSpPr>
                <p:cNvPr id="179" name="文本框 178">
                  <a:extLst>
                    <a:ext uri="{FF2B5EF4-FFF2-40B4-BE49-F238E27FC236}">
                      <a16:creationId xmlns:a16="http://schemas.microsoft.com/office/drawing/2014/main" id="{2C1AF2B4-E2DD-4FA3-A3E1-98C724834484}"/>
                    </a:ext>
                  </a:extLst>
                </p:cNvPr>
                <p:cNvSpPr txBox="1"/>
                <p:nvPr/>
              </p:nvSpPr>
              <p:spPr>
                <a:xfrm>
                  <a:off x="5729720" y="189706"/>
                  <a:ext cx="300943" cy="397907"/>
                </a:xfrm>
                <a:prstGeom prst="roundRect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0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180" name="文本框 179">
                  <a:extLst>
                    <a:ext uri="{FF2B5EF4-FFF2-40B4-BE49-F238E27FC236}">
                      <a16:creationId xmlns:a16="http://schemas.microsoft.com/office/drawing/2014/main" id="{D97942DA-2CDB-467E-A21C-476D0840EF01}"/>
                    </a:ext>
                  </a:extLst>
                </p:cNvPr>
                <p:cNvSpPr txBox="1"/>
                <p:nvPr/>
              </p:nvSpPr>
              <p:spPr>
                <a:xfrm>
                  <a:off x="6255655" y="189706"/>
                  <a:ext cx="300943" cy="397907"/>
                </a:xfrm>
                <a:prstGeom prst="roundRect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txBody>
                <a:bodyPr wrap="square" rtlCol="0" anchor="ctr">
                  <a:spAutoFit/>
                </a:bodyPr>
                <a:lstStyle>
                  <a:defPPr>
                    <a:defRPr lang="zh-CN"/>
                  </a:defPPr>
                  <a:lvl1pPr algn="ctr">
                    <a:defRPr b="1">
                      <a:solidFill>
                        <a:srgbClr val="FDEFE8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defRPr>
                  </a:lvl1pPr>
                </a:lstStyle>
                <a:p>
                  <a:r>
                    <a:rPr lang="en-US" altLang="zh-CN" dirty="0">
                      <a:solidFill>
                        <a:srgbClr val="D74514"/>
                      </a:solidFill>
                    </a:rPr>
                    <a:t>1</a:t>
                  </a:r>
                  <a:endParaRPr lang="zh-CN" altLang="en-US" dirty="0">
                    <a:solidFill>
                      <a:srgbClr val="D74514"/>
                    </a:solidFill>
                  </a:endParaRPr>
                </a:p>
              </p:txBody>
            </p:sp>
            <p:sp>
              <p:nvSpPr>
                <p:cNvPr id="181" name="文本框 180">
                  <a:extLst>
                    <a:ext uri="{FF2B5EF4-FFF2-40B4-BE49-F238E27FC236}">
                      <a16:creationId xmlns:a16="http://schemas.microsoft.com/office/drawing/2014/main" id="{9598C961-468B-40C1-84F7-41B6695427AA}"/>
                    </a:ext>
                  </a:extLst>
                </p:cNvPr>
                <p:cNvSpPr txBox="1"/>
                <p:nvPr/>
              </p:nvSpPr>
              <p:spPr>
                <a:xfrm>
                  <a:off x="6781590" y="189706"/>
                  <a:ext cx="300943" cy="397907"/>
                </a:xfrm>
                <a:prstGeom prst="roundRect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txBody>
                <a:bodyPr wrap="square" rtlCol="0" anchor="ctr">
                  <a:spAutoFit/>
                </a:bodyPr>
                <a:lstStyle>
                  <a:defPPr>
                    <a:defRPr lang="zh-CN"/>
                  </a:defPPr>
                  <a:lvl1pPr algn="ctr">
                    <a:defRPr b="1">
                      <a:solidFill>
                        <a:srgbClr val="FDEFE8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defRPr>
                  </a:lvl1pPr>
                </a:lstStyle>
                <a:p>
                  <a:r>
                    <a:rPr lang="en-US" altLang="zh-CN" dirty="0">
                      <a:solidFill>
                        <a:srgbClr val="D74514"/>
                      </a:solidFill>
                    </a:rPr>
                    <a:t>2</a:t>
                  </a:r>
                  <a:endParaRPr lang="zh-CN" altLang="en-US" dirty="0">
                    <a:solidFill>
                      <a:srgbClr val="D74514"/>
                    </a:solidFill>
                  </a:endParaRPr>
                </a:p>
              </p:txBody>
            </p:sp>
            <p:sp>
              <p:nvSpPr>
                <p:cNvPr id="182" name="文本框 181">
                  <a:extLst>
                    <a:ext uri="{FF2B5EF4-FFF2-40B4-BE49-F238E27FC236}">
                      <a16:creationId xmlns:a16="http://schemas.microsoft.com/office/drawing/2014/main" id="{962D82E1-6CCD-4DDE-A445-35B9AD79A039}"/>
                    </a:ext>
                  </a:extLst>
                </p:cNvPr>
                <p:cNvSpPr txBox="1"/>
                <p:nvPr/>
              </p:nvSpPr>
              <p:spPr>
                <a:xfrm>
                  <a:off x="7307528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3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183" name="文本框 182">
                  <a:extLst>
                    <a:ext uri="{FF2B5EF4-FFF2-40B4-BE49-F238E27FC236}">
                      <a16:creationId xmlns:a16="http://schemas.microsoft.com/office/drawing/2014/main" id="{5EEC7006-351C-4B9C-9F1D-E68A957747D1}"/>
                    </a:ext>
                  </a:extLst>
                </p:cNvPr>
                <p:cNvSpPr txBox="1"/>
                <p:nvPr/>
              </p:nvSpPr>
              <p:spPr>
                <a:xfrm>
                  <a:off x="7833463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4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184" name="文本框 183">
                  <a:extLst>
                    <a:ext uri="{FF2B5EF4-FFF2-40B4-BE49-F238E27FC236}">
                      <a16:creationId xmlns:a16="http://schemas.microsoft.com/office/drawing/2014/main" id="{3E9A1B80-E9BC-4CD9-9C4E-55BD7ABA018B}"/>
                    </a:ext>
                  </a:extLst>
                </p:cNvPr>
                <p:cNvSpPr txBox="1"/>
                <p:nvPr/>
              </p:nvSpPr>
              <p:spPr>
                <a:xfrm>
                  <a:off x="8359398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5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185" name="文本框 184">
                  <a:extLst>
                    <a:ext uri="{FF2B5EF4-FFF2-40B4-BE49-F238E27FC236}">
                      <a16:creationId xmlns:a16="http://schemas.microsoft.com/office/drawing/2014/main" id="{0320E457-8688-4474-B3FB-B1461E7E6165}"/>
                    </a:ext>
                  </a:extLst>
                </p:cNvPr>
                <p:cNvSpPr txBox="1"/>
                <p:nvPr/>
              </p:nvSpPr>
              <p:spPr>
                <a:xfrm>
                  <a:off x="8884016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6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186" name="文本框 185">
                  <a:extLst>
                    <a:ext uri="{FF2B5EF4-FFF2-40B4-BE49-F238E27FC236}">
                      <a16:creationId xmlns:a16="http://schemas.microsoft.com/office/drawing/2014/main" id="{7113B63C-93A5-4EAE-86E3-B4044AC1F9B7}"/>
                    </a:ext>
                  </a:extLst>
                </p:cNvPr>
                <p:cNvSpPr txBox="1"/>
                <p:nvPr/>
              </p:nvSpPr>
              <p:spPr>
                <a:xfrm>
                  <a:off x="9409951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7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</p:grpSp>
          <p:grpSp>
            <p:nvGrpSpPr>
              <p:cNvPr id="196" name="组合 195">
                <a:extLst>
                  <a:ext uri="{FF2B5EF4-FFF2-40B4-BE49-F238E27FC236}">
                    <a16:creationId xmlns:a16="http://schemas.microsoft.com/office/drawing/2014/main" id="{9938528F-65DC-4F4F-9373-5140325EB024}"/>
                  </a:ext>
                </a:extLst>
              </p:cNvPr>
              <p:cNvGrpSpPr/>
              <p:nvPr/>
            </p:nvGrpSpPr>
            <p:grpSpPr>
              <a:xfrm>
                <a:off x="5729720" y="960997"/>
                <a:ext cx="3981174" cy="397907"/>
                <a:chOff x="5729720" y="189706"/>
                <a:chExt cx="3981174" cy="397907"/>
              </a:xfrm>
            </p:grpSpPr>
            <p:sp>
              <p:nvSpPr>
                <p:cNvPr id="197" name="文本框 196">
                  <a:extLst>
                    <a:ext uri="{FF2B5EF4-FFF2-40B4-BE49-F238E27FC236}">
                      <a16:creationId xmlns:a16="http://schemas.microsoft.com/office/drawing/2014/main" id="{014DC4C1-3077-4851-A160-CBA5E7B60DDD}"/>
                    </a:ext>
                  </a:extLst>
                </p:cNvPr>
                <p:cNvSpPr txBox="1"/>
                <p:nvPr/>
              </p:nvSpPr>
              <p:spPr>
                <a:xfrm>
                  <a:off x="5729720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1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198" name="文本框 197">
                  <a:extLst>
                    <a:ext uri="{FF2B5EF4-FFF2-40B4-BE49-F238E27FC236}">
                      <a16:creationId xmlns:a16="http://schemas.microsoft.com/office/drawing/2014/main" id="{FC2A63BD-2FCB-40F6-B963-06809176D358}"/>
                    </a:ext>
                  </a:extLst>
                </p:cNvPr>
                <p:cNvSpPr txBox="1"/>
                <p:nvPr/>
              </p:nvSpPr>
              <p:spPr>
                <a:xfrm>
                  <a:off x="6255655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2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199" name="文本框 198">
                  <a:extLst>
                    <a:ext uri="{FF2B5EF4-FFF2-40B4-BE49-F238E27FC236}">
                      <a16:creationId xmlns:a16="http://schemas.microsoft.com/office/drawing/2014/main" id="{F0F2F49E-9BC4-4F6F-83D3-74E514DCEA17}"/>
                    </a:ext>
                  </a:extLst>
                </p:cNvPr>
                <p:cNvSpPr txBox="1"/>
                <p:nvPr/>
              </p:nvSpPr>
              <p:spPr>
                <a:xfrm>
                  <a:off x="6781590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3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00" name="文本框 199">
                  <a:extLst>
                    <a:ext uri="{FF2B5EF4-FFF2-40B4-BE49-F238E27FC236}">
                      <a16:creationId xmlns:a16="http://schemas.microsoft.com/office/drawing/2014/main" id="{18A98F9C-AFA7-46DC-BD53-45AD81E2E5DF}"/>
                    </a:ext>
                  </a:extLst>
                </p:cNvPr>
                <p:cNvSpPr txBox="1"/>
                <p:nvPr/>
              </p:nvSpPr>
              <p:spPr>
                <a:xfrm>
                  <a:off x="7307528" y="189706"/>
                  <a:ext cx="300943" cy="397907"/>
                </a:xfrm>
                <a:prstGeom prst="roundRect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txBody>
                <a:bodyPr wrap="square" rtlCol="0" anchor="ctr">
                  <a:spAutoFit/>
                </a:bodyPr>
                <a:lstStyle>
                  <a:defPPr>
                    <a:defRPr lang="zh-CN"/>
                  </a:defPPr>
                  <a:lvl1pPr algn="ctr">
                    <a:defRPr b="1">
                      <a:solidFill>
                        <a:srgbClr val="FDEFE8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defRPr>
                  </a:lvl1pPr>
                </a:lstStyle>
                <a:p>
                  <a:r>
                    <a:rPr lang="en-US" altLang="zh-CN" dirty="0">
                      <a:solidFill>
                        <a:srgbClr val="D74514"/>
                      </a:solidFill>
                    </a:rPr>
                    <a:t>2</a:t>
                  </a:r>
                  <a:endParaRPr lang="zh-CN" altLang="en-US" dirty="0">
                    <a:solidFill>
                      <a:srgbClr val="D74514"/>
                    </a:solidFill>
                  </a:endParaRPr>
                </a:p>
              </p:txBody>
            </p:sp>
            <p:sp>
              <p:nvSpPr>
                <p:cNvPr id="201" name="文本框 200">
                  <a:extLst>
                    <a:ext uri="{FF2B5EF4-FFF2-40B4-BE49-F238E27FC236}">
                      <a16:creationId xmlns:a16="http://schemas.microsoft.com/office/drawing/2014/main" id="{9E7B9F92-3883-4D70-8D89-A3091B9431AD}"/>
                    </a:ext>
                  </a:extLst>
                </p:cNvPr>
                <p:cNvSpPr txBox="1"/>
                <p:nvPr/>
              </p:nvSpPr>
              <p:spPr>
                <a:xfrm>
                  <a:off x="7833463" y="189706"/>
                  <a:ext cx="300943" cy="397907"/>
                </a:xfrm>
                <a:prstGeom prst="roundRect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txBody>
                <a:bodyPr wrap="square" rtlCol="0" anchor="ctr">
                  <a:spAutoFit/>
                </a:bodyPr>
                <a:lstStyle>
                  <a:defPPr>
                    <a:defRPr lang="zh-CN"/>
                  </a:defPPr>
                  <a:lvl1pPr algn="ctr">
                    <a:defRPr b="1">
                      <a:solidFill>
                        <a:srgbClr val="FDEFE8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defRPr>
                  </a:lvl1pPr>
                </a:lstStyle>
                <a:p>
                  <a:r>
                    <a:rPr lang="en-US" altLang="zh-CN" dirty="0">
                      <a:solidFill>
                        <a:srgbClr val="D74514"/>
                      </a:solidFill>
                    </a:rPr>
                    <a:t>3</a:t>
                  </a:r>
                  <a:endParaRPr lang="zh-CN" altLang="en-US" dirty="0">
                    <a:solidFill>
                      <a:srgbClr val="D74514"/>
                    </a:solidFill>
                  </a:endParaRPr>
                </a:p>
              </p:txBody>
            </p:sp>
            <p:sp>
              <p:nvSpPr>
                <p:cNvPr id="202" name="文本框 201">
                  <a:extLst>
                    <a:ext uri="{FF2B5EF4-FFF2-40B4-BE49-F238E27FC236}">
                      <a16:creationId xmlns:a16="http://schemas.microsoft.com/office/drawing/2014/main" id="{D02A01B2-4EB7-4D15-8AF3-C59D73E66E04}"/>
                    </a:ext>
                  </a:extLst>
                </p:cNvPr>
                <p:cNvSpPr txBox="1"/>
                <p:nvPr/>
              </p:nvSpPr>
              <p:spPr>
                <a:xfrm>
                  <a:off x="8359398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4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03" name="文本框 202">
                  <a:extLst>
                    <a:ext uri="{FF2B5EF4-FFF2-40B4-BE49-F238E27FC236}">
                      <a16:creationId xmlns:a16="http://schemas.microsoft.com/office/drawing/2014/main" id="{C048060B-21FF-4010-85AA-4F346C736805}"/>
                    </a:ext>
                  </a:extLst>
                </p:cNvPr>
                <p:cNvSpPr txBox="1"/>
                <p:nvPr/>
              </p:nvSpPr>
              <p:spPr>
                <a:xfrm>
                  <a:off x="8884016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5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04" name="文本框 203">
                  <a:extLst>
                    <a:ext uri="{FF2B5EF4-FFF2-40B4-BE49-F238E27FC236}">
                      <a16:creationId xmlns:a16="http://schemas.microsoft.com/office/drawing/2014/main" id="{43722DDF-B742-43E3-9810-B9B65A6CC22A}"/>
                    </a:ext>
                  </a:extLst>
                </p:cNvPr>
                <p:cNvSpPr txBox="1"/>
                <p:nvPr/>
              </p:nvSpPr>
              <p:spPr>
                <a:xfrm>
                  <a:off x="9409951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6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</p:grpSp>
          <p:grpSp>
            <p:nvGrpSpPr>
              <p:cNvPr id="205" name="组合 204">
                <a:extLst>
                  <a:ext uri="{FF2B5EF4-FFF2-40B4-BE49-F238E27FC236}">
                    <a16:creationId xmlns:a16="http://schemas.microsoft.com/office/drawing/2014/main" id="{C89A1734-BAFE-4DD0-BEBA-8C5946BCF1FB}"/>
                  </a:ext>
                </a:extLst>
              </p:cNvPr>
              <p:cNvGrpSpPr/>
              <p:nvPr/>
            </p:nvGrpSpPr>
            <p:grpSpPr>
              <a:xfrm>
                <a:off x="5729720" y="1498471"/>
                <a:ext cx="3981174" cy="397907"/>
                <a:chOff x="5729720" y="189706"/>
                <a:chExt cx="3981174" cy="397907"/>
              </a:xfrm>
            </p:grpSpPr>
            <p:sp>
              <p:nvSpPr>
                <p:cNvPr id="206" name="文本框 205">
                  <a:extLst>
                    <a:ext uri="{FF2B5EF4-FFF2-40B4-BE49-F238E27FC236}">
                      <a16:creationId xmlns:a16="http://schemas.microsoft.com/office/drawing/2014/main" id="{4B9E2282-455F-4CCF-B670-275A915D9289}"/>
                    </a:ext>
                  </a:extLst>
                </p:cNvPr>
                <p:cNvSpPr txBox="1"/>
                <p:nvPr/>
              </p:nvSpPr>
              <p:spPr>
                <a:xfrm>
                  <a:off x="5729720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2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07" name="文本框 206">
                  <a:extLst>
                    <a:ext uri="{FF2B5EF4-FFF2-40B4-BE49-F238E27FC236}">
                      <a16:creationId xmlns:a16="http://schemas.microsoft.com/office/drawing/2014/main" id="{E76FC4B7-EFB4-46F0-924D-7A9C98C55A30}"/>
                    </a:ext>
                  </a:extLst>
                </p:cNvPr>
                <p:cNvSpPr txBox="1"/>
                <p:nvPr/>
              </p:nvSpPr>
              <p:spPr>
                <a:xfrm>
                  <a:off x="6255655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3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08" name="文本框 207">
                  <a:extLst>
                    <a:ext uri="{FF2B5EF4-FFF2-40B4-BE49-F238E27FC236}">
                      <a16:creationId xmlns:a16="http://schemas.microsoft.com/office/drawing/2014/main" id="{7869BA52-6C64-476B-A787-507C26DAAFE3}"/>
                    </a:ext>
                  </a:extLst>
                </p:cNvPr>
                <p:cNvSpPr txBox="1"/>
                <p:nvPr/>
              </p:nvSpPr>
              <p:spPr>
                <a:xfrm>
                  <a:off x="6781590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2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09" name="文本框 208">
                  <a:extLst>
                    <a:ext uri="{FF2B5EF4-FFF2-40B4-BE49-F238E27FC236}">
                      <a16:creationId xmlns:a16="http://schemas.microsoft.com/office/drawing/2014/main" id="{54292DF4-56ED-43DB-B051-27408C40BFE3}"/>
                    </a:ext>
                  </a:extLst>
                </p:cNvPr>
                <p:cNvSpPr txBox="1"/>
                <p:nvPr/>
              </p:nvSpPr>
              <p:spPr>
                <a:xfrm>
                  <a:off x="7307528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3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10" name="文本框 209">
                  <a:extLst>
                    <a:ext uri="{FF2B5EF4-FFF2-40B4-BE49-F238E27FC236}">
                      <a16:creationId xmlns:a16="http://schemas.microsoft.com/office/drawing/2014/main" id="{7A8DA11A-AC1C-4874-9293-A02002D8C8E2}"/>
                    </a:ext>
                  </a:extLst>
                </p:cNvPr>
                <p:cNvSpPr txBox="1"/>
                <p:nvPr/>
              </p:nvSpPr>
              <p:spPr>
                <a:xfrm>
                  <a:off x="7833463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4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11" name="文本框 210">
                  <a:extLst>
                    <a:ext uri="{FF2B5EF4-FFF2-40B4-BE49-F238E27FC236}">
                      <a16:creationId xmlns:a16="http://schemas.microsoft.com/office/drawing/2014/main" id="{F5C55A37-955A-494C-8301-AFF3AFCA476F}"/>
                    </a:ext>
                  </a:extLst>
                </p:cNvPr>
                <p:cNvSpPr txBox="1"/>
                <p:nvPr/>
              </p:nvSpPr>
              <p:spPr>
                <a:xfrm>
                  <a:off x="8359398" y="189706"/>
                  <a:ext cx="300943" cy="397907"/>
                </a:xfrm>
                <a:prstGeom prst="roundRect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txBody>
                <a:bodyPr wrap="square" rtlCol="0" anchor="ctr">
                  <a:spAutoFit/>
                </a:bodyPr>
                <a:lstStyle>
                  <a:defPPr>
                    <a:defRPr lang="zh-CN"/>
                  </a:defPPr>
                  <a:lvl1pPr algn="ctr">
                    <a:defRPr b="1">
                      <a:solidFill>
                        <a:srgbClr val="FDEFE8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defRPr>
                  </a:lvl1pPr>
                </a:lstStyle>
                <a:p>
                  <a:r>
                    <a:rPr lang="en-US" altLang="zh-CN" dirty="0">
                      <a:solidFill>
                        <a:srgbClr val="D74514"/>
                      </a:solidFill>
                    </a:rPr>
                    <a:t>3</a:t>
                  </a:r>
                  <a:endParaRPr lang="zh-CN" altLang="en-US" dirty="0">
                    <a:solidFill>
                      <a:srgbClr val="D74514"/>
                    </a:solidFill>
                  </a:endParaRPr>
                </a:p>
              </p:txBody>
            </p:sp>
            <p:sp>
              <p:nvSpPr>
                <p:cNvPr id="212" name="文本框 211">
                  <a:extLst>
                    <a:ext uri="{FF2B5EF4-FFF2-40B4-BE49-F238E27FC236}">
                      <a16:creationId xmlns:a16="http://schemas.microsoft.com/office/drawing/2014/main" id="{EB433553-4F42-4803-AED5-71A3477A9A4B}"/>
                    </a:ext>
                  </a:extLst>
                </p:cNvPr>
                <p:cNvSpPr txBox="1"/>
                <p:nvPr/>
              </p:nvSpPr>
              <p:spPr>
                <a:xfrm>
                  <a:off x="8884016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4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13" name="文本框 212">
                  <a:extLst>
                    <a:ext uri="{FF2B5EF4-FFF2-40B4-BE49-F238E27FC236}">
                      <a16:creationId xmlns:a16="http://schemas.microsoft.com/office/drawing/2014/main" id="{CEF23087-12E0-4098-BB70-4E6940BE5B9B}"/>
                    </a:ext>
                  </a:extLst>
                </p:cNvPr>
                <p:cNvSpPr txBox="1"/>
                <p:nvPr/>
              </p:nvSpPr>
              <p:spPr>
                <a:xfrm>
                  <a:off x="9409951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5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</p:grpSp>
          <p:grpSp>
            <p:nvGrpSpPr>
              <p:cNvPr id="214" name="组合 213">
                <a:extLst>
                  <a:ext uri="{FF2B5EF4-FFF2-40B4-BE49-F238E27FC236}">
                    <a16:creationId xmlns:a16="http://schemas.microsoft.com/office/drawing/2014/main" id="{97E65C03-F028-45E1-87D2-0E8EB398A2DD}"/>
                  </a:ext>
                </a:extLst>
              </p:cNvPr>
              <p:cNvGrpSpPr/>
              <p:nvPr/>
            </p:nvGrpSpPr>
            <p:grpSpPr>
              <a:xfrm>
                <a:off x="5732574" y="2013708"/>
                <a:ext cx="3981174" cy="397907"/>
                <a:chOff x="5729720" y="189706"/>
                <a:chExt cx="3981174" cy="397907"/>
              </a:xfrm>
            </p:grpSpPr>
            <p:sp>
              <p:nvSpPr>
                <p:cNvPr id="215" name="文本框 214">
                  <a:extLst>
                    <a:ext uri="{FF2B5EF4-FFF2-40B4-BE49-F238E27FC236}">
                      <a16:creationId xmlns:a16="http://schemas.microsoft.com/office/drawing/2014/main" id="{284E532A-4BE6-4F5D-81BD-51D76A49B54A}"/>
                    </a:ext>
                  </a:extLst>
                </p:cNvPr>
                <p:cNvSpPr txBox="1"/>
                <p:nvPr/>
              </p:nvSpPr>
              <p:spPr>
                <a:xfrm>
                  <a:off x="5729720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3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16" name="文本框 215">
                  <a:extLst>
                    <a:ext uri="{FF2B5EF4-FFF2-40B4-BE49-F238E27FC236}">
                      <a16:creationId xmlns:a16="http://schemas.microsoft.com/office/drawing/2014/main" id="{D6F19D3F-0FDA-4E26-A410-D33658EE530C}"/>
                    </a:ext>
                  </a:extLst>
                </p:cNvPr>
                <p:cNvSpPr txBox="1"/>
                <p:nvPr/>
              </p:nvSpPr>
              <p:spPr>
                <a:xfrm>
                  <a:off x="6255655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2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17" name="文本框 216">
                  <a:extLst>
                    <a:ext uri="{FF2B5EF4-FFF2-40B4-BE49-F238E27FC236}">
                      <a16:creationId xmlns:a16="http://schemas.microsoft.com/office/drawing/2014/main" id="{38D26F92-CF93-4467-BC6D-B6FBCB881BBC}"/>
                    </a:ext>
                  </a:extLst>
                </p:cNvPr>
                <p:cNvSpPr txBox="1"/>
                <p:nvPr/>
              </p:nvSpPr>
              <p:spPr>
                <a:xfrm>
                  <a:off x="6781590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3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18" name="文本框 217">
                  <a:extLst>
                    <a:ext uri="{FF2B5EF4-FFF2-40B4-BE49-F238E27FC236}">
                      <a16:creationId xmlns:a16="http://schemas.microsoft.com/office/drawing/2014/main" id="{BBBA14BC-5138-49FC-8CC0-63A882DD0081}"/>
                    </a:ext>
                  </a:extLst>
                </p:cNvPr>
                <p:cNvSpPr txBox="1"/>
                <p:nvPr/>
              </p:nvSpPr>
              <p:spPr>
                <a:xfrm>
                  <a:off x="7307528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4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19" name="文本框 218">
                  <a:extLst>
                    <a:ext uri="{FF2B5EF4-FFF2-40B4-BE49-F238E27FC236}">
                      <a16:creationId xmlns:a16="http://schemas.microsoft.com/office/drawing/2014/main" id="{B6A3AE58-9FAC-4F49-84B3-19B3A849FBC8}"/>
                    </a:ext>
                  </a:extLst>
                </p:cNvPr>
                <p:cNvSpPr txBox="1"/>
                <p:nvPr/>
              </p:nvSpPr>
              <p:spPr>
                <a:xfrm>
                  <a:off x="7833463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3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20" name="文本框 219">
                  <a:extLst>
                    <a:ext uri="{FF2B5EF4-FFF2-40B4-BE49-F238E27FC236}">
                      <a16:creationId xmlns:a16="http://schemas.microsoft.com/office/drawing/2014/main" id="{D8E42806-2CDE-4BE5-987D-09B43A9B845C}"/>
                    </a:ext>
                  </a:extLst>
                </p:cNvPr>
                <p:cNvSpPr txBox="1"/>
                <p:nvPr/>
              </p:nvSpPr>
              <p:spPr>
                <a:xfrm>
                  <a:off x="8359398" y="189706"/>
                  <a:ext cx="300943" cy="397907"/>
                </a:xfrm>
                <a:prstGeom prst="roundRect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txBody>
                <a:bodyPr wrap="square" rtlCol="0" anchor="ctr">
                  <a:spAutoFit/>
                </a:bodyPr>
                <a:lstStyle>
                  <a:defPPr>
                    <a:defRPr lang="zh-CN"/>
                  </a:defPPr>
                  <a:lvl1pPr algn="ctr">
                    <a:defRPr b="1">
                      <a:solidFill>
                        <a:srgbClr val="FDEFE8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defRPr>
                  </a:lvl1pPr>
                </a:lstStyle>
                <a:p>
                  <a:r>
                    <a:rPr lang="en-US" altLang="zh-CN" dirty="0">
                      <a:solidFill>
                        <a:srgbClr val="D74514"/>
                      </a:solidFill>
                    </a:rPr>
                    <a:t>4</a:t>
                  </a:r>
                  <a:endParaRPr lang="zh-CN" altLang="en-US" dirty="0">
                    <a:solidFill>
                      <a:srgbClr val="D74514"/>
                    </a:solidFill>
                  </a:endParaRPr>
                </a:p>
              </p:txBody>
            </p:sp>
            <p:sp>
              <p:nvSpPr>
                <p:cNvPr id="221" name="文本框 220">
                  <a:extLst>
                    <a:ext uri="{FF2B5EF4-FFF2-40B4-BE49-F238E27FC236}">
                      <a16:creationId xmlns:a16="http://schemas.microsoft.com/office/drawing/2014/main" id="{C49A8831-4EAF-435D-8907-69ABECF523DE}"/>
                    </a:ext>
                  </a:extLst>
                </p:cNvPr>
                <p:cNvSpPr txBox="1"/>
                <p:nvPr/>
              </p:nvSpPr>
              <p:spPr>
                <a:xfrm>
                  <a:off x="8884016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5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22" name="文本框 221">
                  <a:extLst>
                    <a:ext uri="{FF2B5EF4-FFF2-40B4-BE49-F238E27FC236}">
                      <a16:creationId xmlns:a16="http://schemas.microsoft.com/office/drawing/2014/main" id="{5352885E-A437-4EC6-81B1-3F9C9974D07A}"/>
                    </a:ext>
                  </a:extLst>
                </p:cNvPr>
                <p:cNvSpPr txBox="1"/>
                <p:nvPr/>
              </p:nvSpPr>
              <p:spPr>
                <a:xfrm>
                  <a:off x="9409951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4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</p:grpSp>
          <p:grpSp>
            <p:nvGrpSpPr>
              <p:cNvPr id="223" name="组合 222">
                <a:extLst>
                  <a:ext uri="{FF2B5EF4-FFF2-40B4-BE49-F238E27FC236}">
                    <a16:creationId xmlns:a16="http://schemas.microsoft.com/office/drawing/2014/main" id="{D206C080-2D64-4C3A-95EB-048C95659870}"/>
                  </a:ext>
                </a:extLst>
              </p:cNvPr>
              <p:cNvGrpSpPr/>
              <p:nvPr/>
            </p:nvGrpSpPr>
            <p:grpSpPr>
              <a:xfrm>
                <a:off x="5730373" y="2541648"/>
                <a:ext cx="3981174" cy="397907"/>
                <a:chOff x="5729720" y="189706"/>
                <a:chExt cx="3981174" cy="397907"/>
              </a:xfrm>
            </p:grpSpPr>
            <p:sp>
              <p:nvSpPr>
                <p:cNvPr id="224" name="文本框 223">
                  <a:extLst>
                    <a:ext uri="{FF2B5EF4-FFF2-40B4-BE49-F238E27FC236}">
                      <a16:creationId xmlns:a16="http://schemas.microsoft.com/office/drawing/2014/main" id="{3DA19C20-8383-4EA7-9A29-78EF7BAC4FE5}"/>
                    </a:ext>
                  </a:extLst>
                </p:cNvPr>
                <p:cNvSpPr txBox="1"/>
                <p:nvPr/>
              </p:nvSpPr>
              <p:spPr>
                <a:xfrm>
                  <a:off x="5729720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4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25" name="文本框 224">
                  <a:extLst>
                    <a:ext uri="{FF2B5EF4-FFF2-40B4-BE49-F238E27FC236}">
                      <a16:creationId xmlns:a16="http://schemas.microsoft.com/office/drawing/2014/main" id="{F0862B92-2F1C-4993-B45B-672DC88E6515}"/>
                    </a:ext>
                  </a:extLst>
                </p:cNvPr>
                <p:cNvSpPr txBox="1"/>
                <p:nvPr/>
              </p:nvSpPr>
              <p:spPr>
                <a:xfrm>
                  <a:off x="6255655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3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26" name="文本框 225">
                  <a:extLst>
                    <a:ext uri="{FF2B5EF4-FFF2-40B4-BE49-F238E27FC236}">
                      <a16:creationId xmlns:a16="http://schemas.microsoft.com/office/drawing/2014/main" id="{24082925-5379-44E2-AC5C-93A9BFFD18D4}"/>
                    </a:ext>
                  </a:extLst>
                </p:cNvPr>
                <p:cNvSpPr txBox="1"/>
                <p:nvPr/>
              </p:nvSpPr>
              <p:spPr>
                <a:xfrm>
                  <a:off x="6781590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2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27" name="文本框 226">
                  <a:extLst>
                    <a:ext uri="{FF2B5EF4-FFF2-40B4-BE49-F238E27FC236}">
                      <a16:creationId xmlns:a16="http://schemas.microsoft.com/office/drawing/2014/main" id="{DC941E9C-24B1-41E8-A4AC-41B21455C10C}"/>
                    </a:ext>
                  </a:extLst>
                </p:cNvPr>
                <p:cNvSpPr txBox="1"/>
                <p:nvPr/>
              </p:nvSpPr>
              <p:spPr>
                <a:xfrm>
                  <a:off x="7307528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3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28" name="文本框 227">
                  <a:extLst>
                    <a:ext uri="{FF2B5EF4-FFF2-40B4-BE49-F238E27FC236}">
                      <a16:creationId xmlns:a16="http://schemas.microsoft.com/office/drawing/2014/main" id="{C0561811-E396-4012-A79F-DF0E86CAD89B}"/>
                    </a:ext>
                  </a:extLst>
                </p:cNvPr>
                <p:cNvSpPr txBox="1"/>
                <p:nvPr/>
              </p:nvSpPr>
              <p:spPr>
                <a:xfrm>
                  <a:off x="7833463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4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29" name="文本框 228">
                  <a:extLst>
                    <a:ext uri="{FF2B5EF4-FFF2-40B4-BE49-F238E27FC236}">
                      <a16:creationId xmlns:a16="http://schemas.microsoft.com/office/drawing/2014/main" id="{B25E1537-568B-4459-8585-D7483A1742DC}"/>
                    </a:ext>
                  </a:extLst>
                </p:cNvPr>
                <p:cNvSpPr txBox="1"/>
                <p:nvPr/>
              </p:nvSpPr>
              <p:spPr>
                <a:xfrm>
                  <a:off x="8359398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3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30" name="文本框 229">
                  <a:extLst>
                    <a:ext uri="{FF2B5EF4-FFF2-40B4-BE49-F238E27FC236}">
                      <a16:creationId xmlns:a16="http://schemas.microsoft.com/office/drawing/2014/main" id="{5A6EDE2F-90EB-4CC4-BC0A-C0838A35B523}"/>
                    </a:ext>
                  </a:extLst>
                </p:cNvPr>
                <p:cNvSpPr txBox="1"/>
                <p:nvPr/>
              </p:nvSpPr>
              <p:spPr>
                <a:xfrm>
                  <a:off x="8884016" y="189706"/>
                  <a:ext cx="300943" cy="397907"/>
                </a:xfrm>
                <a:prstGeom prst="roundRect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txBody>
                <a:bodyPr wrap="square" rtlCol="0" anchor="ctr">
                  <a:spAutoFit/>
                </a:bodyPr>
                <a:lstStyle>
                  <a:defPPr>
                    <a:defRPr lang="zh-CN"/>
                  </a:defPPr>
                  <a:lvl1pPr algn="ctr">
                    <a:defRPr b="1">
                      <a:solidFill>
                        <a:srgbClr val="FDEFE8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defRPr>
                  </a:lvl1pPr>
                </a:lstStyle>
                <a:p>
                  <a:r>
                    <a:rPr lang="en-US" altLang="zh-CN" dirty="0">
                      <a:solidFill>
                        <a:srgbClr val="D74514"/>
                      </a:solidFill>
                    </a:rPr>
                    <a:t>4</a:t>
                  </a:r>
                  <a:endParaRPr lang="zh-CN" altLang="en-US" dirty="0">
                    <a:solidFill>
                      <a:srgbClr val="D74514"/>
                    </a:solidFill>
                  </a:endParaRPr>
                </a:p>
              </p:txBody>
            </p:sp>
            <p:sp>
              <p:nvSpPr>
                <p:cNvPr id="231" name="文本框 230">
                  <a:extLst>
                    <a:ext uri="{FF2B5EF4-FFF2-40B4-BE49-F238E27FC236}">
                      <a16:creationId xmlns:a16="http://schemas.microsoft.com/office/drawing/2014/main" id="{2A60E9A4-FF0B-4900-80C2-FC5F81C378C2}"/>
                    </a:ext>
                  </a:extLst>
                </p:cNvPr>
                <p:cNvSpPr txBox="1"/>
                <p:nvPr/>
              </p:nvSpPr>
              <p:spPr>
                <a:xfrm>
                  <a:off x="9409951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5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</p:grpSp>
          <p:grpSp>
            <p:nvGrpSpPr>
              <p:cNvPr id="232" name="组合 231">
                <a:extLst>
                  <a:ext uri="{FF2B5EF4-FFF2-40B4-BE49-F238E27FC236}">
                    <a16:creationId xmlns:a16="http://schemas.microsoft.com/office/drawing/2014/main" id="{FEB8FC43-8247-407F-92E4-AB8EDE601FAE}"/>
                  </a:ext>
                </a:extLst>
              </p:cNvPr>
              <p:cNvGrpSpPr/>
              <p:nvPr/>
            </p:nvGrpSpPr>
            <p:grpSpPr>
              <a:xfrm>
                <a:off x="5730373" y="3066658"/>
                <a:ext cx="3981174" cy="397907"/>
                <a:chOff x="5729720" y="189706"/>
                <a:chExt cx="3981174" cy="397907"/>
              </a:xfrm>
            </p:grpSpPr>
            <p:sp>
              <p:nvSpPr>
                <p:cNvPr id="233" name="文本框 232">
                  <a:extLst>
                    <a:ext uri="{FF2B5EF4-FFF2-40B4-BE49-F238E27FC236}">
                      <a16:creationId xmlns:a16="http://schemas.microsoft.com/office/drawing/2014/main" id="{0967B208-BAE2-4928-B7EB-4264BA985CB8}"/>
                    </a:ext>
                  </a:extLst>
                </p:cNvPr>
                <p:cNvSpPr txBox="1"/>
                <p:nvPr/>
              </p:nvSpPr>
              <p:spPr>
                <a:xfrm>
                  <a:off x="5729720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5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34" name="文本框 233">
                  <a:extLst>
                    <a:ext uri="{FF2B5EF4-FFF2-40B4-BE49-F238E27FC236}">
                      <a16:creationId xmlns:a16="http://schemas.microsoft.com/office/drawing/2014/main" id="{E2960549-765B-4577-8ADB-40CA1CD152AF}"/>
                    </a:ext>
                  </a:extLst>
                </p:cNvPr>
                <p:cNvSpPr txBox="1"/>
                <p:nvPr/>
              </p:nvSpPr>
              <p:spPr>
                <a:xfrm>
                  <a:off x="6255655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4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35" name="文本框 234">
                  <a:extLst>
                    <a:ext uri="{FF2B5EF4-FFF2-40B4-BE49-F238E27FC236}">
                      <a16:creationId xmlns:a16="http://schemas.microsoft.com/office/drawing/2014/main" id="{56263B99-F158-405A-B9BB-C87DC0E5899E}"/>
                    </a:ext>
                  </a:extLst>
                </p:cNvPr>
                <p:cNvSpPr txBox="1"/>
                <p:nvPr/>
              </p:nvSpPr>
              <p:spPr>
                <a:xfrm>
                  <a:off x="6781590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3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36" name="文本框 235">
                  <a:extLst>
                    <a:ext uri="{FF2B5EF4-FFF2-40B4-BE49-F238E27FC236}">
                      <a16:creationId xmlns:a16="http://schemas.microsoft.com/office/drawing/2014/main" id="{730DE6BB-AC7F-43BA-87D0-BF6866C789B7}"/>
                    </a:ext>
                  </a:extLst>
                </p:cNvPr>
                <p:cNvSpPr txBox="1"/>
                <p:nvPr/>
              </p:nvSpPr>
              <p:spPr>
                <a:xfrm>
                  <a:off x="7307528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4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37" name="文本框 236">
                  <a:extLst>
                    <a:ext uri="{FF2B5EF4-FFF2-40B4-BE49-F238E27FC236}">
                      <a16:creationId xmlns:a16="http://schemas.microsoft.com/office/drawing/2014/main" id="{D24D9EC4-1ABF-4D3A-81D9-D7063FD6329D}"/>
                    </a:ext>
                  </a:extLst>
                </p:cNvPr>
                <p:cNvSpPr txBox="1"/>
                <p:nvPr/>
              </p:nvSpPr>
              <p:spPr>
                <a:xfrm>
                  <a:off x="7833463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3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38" name="文本框 237">
                  <a:extLst>
                    <a:ext uri="{FF2B5EF4-FFF2-40B4-BE49-F238E27FC236}">
                      <a16:creationId xmlns:a16="http://schemas.microsoft.com/office/drawing/2014/main" id="{345344C0-7802-44E1-B005-50569F8CAAC5}"/>
                    </a:ext>
                  </a:extLst>
                </p:cNvPr>
                <p:cNvSpPr txBox="1"/>
                <p:nvPr/>
              </p:nvSpPr>
              <p:spPr>
                <a:xfrm>
                  <a:off x="8359398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4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39" name="文本框 238">
                  <a:extLst>
                    <a:ext uri="{FF2B5EF4-FFF2-40B4-BE49-F238E27FC236}">
                      <a16:creationId xmlns:a16="http://schemas.microsoft.com/office/drawing/2014/main" id="{DEB10BE3-CC67-4094-BFB8-EE2F3C8DBB36}"/>
                    </a:ext>
                  </a:extLst>
                </p:cNvPr>
                <p:cNvSpPr txBox="1"/>
                <p:nvPr/>
              </p:nvSpPr>
              <p:spPr>
                <a:xfrm>
                  <a:off x="8884016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5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40" name="文本框 239">
                  <a:extLst>
                    <a:ext uri="{FF2B5EF4-FFF2-40B4-BE49-F238E27FC236}">
                      <a16:creationId xmlns:a16="http://schemas.microsoft.com/office/drawing/2014/main" id="{1C8FBEB5-9046-4509-8326-DD6E22FC684D}"/>
                    </a:ext>
                  </a:extLst>
                </p:cNvPr>
                <p:cNvSpPr txBox="1"/>
                <p:nvPr/>
              </p:nvSpPr>
              <p:spPr>
                <a:xfrm>
                  <a:off x="9409951" y="189706"/>
                  <a:ext cx="300943" cy="397907"/>
                </a:xfrm>
                <a:prstGeom prst="roundRect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txBody>
                <a:bodyPr wrap="square" rtlCol="0" anchor="ctr">
                  <a:spAutoFit/>
                </a:bodyPr>
                <a:lstStyle>
                  <a:defPPr>
                    <a:defRPr lang="zh-CN"/>
                  </a:defPPr>
                  <a:lvl1pPr algn="ctr">
                    <a:defRPr b="1">
                      <a:solidFill>
                        <a:srgbClr val="FDEFE8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defRPr>
                  </a:lvl1pPr>
                </a:lstStyle>
                <a:p>
                  <a:r>
                    <a:rPr lang="en-US" altLang="zh-CN" dirty="0">
                      <a:solidFill>
                        <a:srgbClr val="D74514"/>
                      </a:solidFill>
                    </a:rPr>
                    <a:t>4</a:t>
                  </a:r>
                  <a:endParaRPr lang="zh-CN" altLang="en-US" dirty="0">
                    <a:solidFill>
                      <a:srgbClr val="D74514"/>
                    </a:solidFill>
                  </a:endParaRPr>
                </a:p>
              </p:txBody>
            </p:sp>
          </p:grpSp>
          <p:grpSp>
            <p:nvGrpSpPr>
              <p:cNvPr id="241" name="组合 240">
                <a:extLst>
                  <a:ext uri="{FF2B5EF4-FFF2-40B4-BE49-F238E27FC236}">
                    <a16:creationId xmlns:a16="http://schemas.microsoft.com/office/drawing/2014/main" id="{7F30682C-D75D-43A8-8928-FF504DD9E967}"/>
                  </a:ext>
                </a:extLst>
              </p:cNvPr>
              <p:cNvGrpSpPr/>
              <p:nvPr/>
            </p:nvGrpSpPr>
            <p:grpSpPr>
              <a:xfrm>
                <a:off x="5730373" y="3598247"/>
                <a:ext cx="3981174" cy="397907"/>
                <a:chOff x="5729720" y="189706"/>
                <a:chExt cx="3981174" cy="397907"/>
              </a:xfrm>
            </p:grpSpPr>
            <p:sp>
              <p:nvSpPr>
                <p:cNvPr id="242" name="文本框 241">
                  <a:extLst>
                    <a:ext uri="{FF2B5EF4-FFF2-40B4-BE49-F238E27FC236}">
                      <a16:creationId xmlns:a16="http://schemas.microsoft.com/office/drawing/2014/main" id="{BC6AFB5D-7E38-4984-932C-E1E3071A282A}"/>
                    </a:ext>
                  </a:extLst>
                </p:cNvPr>
                <p:cNvSpPr txBox="1"/>
                <p:nvPr/>
              </p:nvSpPr>
              <p:spPr>
                <a:xfrm>
                  <a:off x="5729720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6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43" name="文本框 242">
                  <a:extLst>
                    <a:ext uri="{FF2B5EF4-FFF2-40B4-BE49-F238E27FC236}">
                      <a16:creationId xmlns:a16="http://schemas.microsoft.com/office/drawing/2014/main" id="{EF428B83-0640-4861-AEFC-3F3C9284C0BB}"/>
                    </a:ext>
                  </a:extLst>
                </p:cNvPr>
                <p:cNvSpPr txBox="1"/>
                <p:nvPr/>
              </p:nvSpPr>
              <p:spPr>
                <a:xfrm>
                  <a:off x="6255655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5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44" name="文本框 243">
                  <a:extLst>
                    <a:ext uri="{FF2B5EF4-FFF2-40B4-BE49-F238E27FC236}">
                      <a16:creationId xmlns:a16="http://schemas.microsoft.com/office/drawing/2014/main" id="{F533D55E-0A65-4943-A092-FE3E17FDC771}"/>
                    </a:ext>
                  </a:extLst>
                </p:cNvPr>
                <p:cNvSpPr txBox="1"/>
                <p:nvPr/>
              </p:nvSpPr>
              <p:spPr>
                <a:xfrm>
                  <a:off x="6781590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4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45" name="文本框 244">
                  <a:extLst>
                    <a:ext uri="{FF2B5EF4-FFF2-40B4-BE49-F238E27FC236}">
                      <a16:creationId xmlns:a16="http://schemas.microsoft.com/office/drawing/2014/main" id="{7EE890CC-4DF4-4452-B8B6-319B536AB7F0}"/>
                    </a:ext>
                  </a:extLst>
                </p:cNvPr>
                <p:cNvSpPr txBox="1"/>
                <p:nvPr/>
              </p:nvSpPr>
              <p:spPr>
                <a:xfrm>
                  <a:off x="7307528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3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46" name="文本框 245">
                  <a:extLst>
                    <a:ext uri="{FF2B5EF4-FFF2-40B4-BE49-F238E27FC236}">
                      <a16:creationId xmlns:a16="http://schemas.microsoft.com/office/drawing/2014/main" id="{A40244A7-4DC5-43AB-A40C-0E796B91EB8E}"/>
                    </a:ext>
                  </a:extLst>
                </p:cNvPr>
                <p:cNvSpPr txBox="1"/>
                <p:nvPr/>
              </p:nvSpPr>
              <p:spPr>
                <a:xfrm>
                  <a:off x="7833463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4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47" name="文本框 246">
                  <a:extLst>
                    <a:ext uri="{FF2B5EF4-FFF2-40B4-BE49-F238E27FC236}">
                      <a16:creationId xmlns:a16="http://schemas.microsoft.com/office/drawing/2014/main" id="{782950CF-EE7C-4C73-B5AC-5EC728256B2C}"/>
                    </a:ext>
                  </a:extLst>
                </p:cNvPr>
                <p:cNvSpPr txBox="1"/>
                <p:nvPr/>
              </p:nvSpPr>
              <p:spPr>
                <a:xfrm>
                  <a:off x="8359398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5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48" name="文本框 247">
                  <a:extLst>
                    <a:ext uri="{FF2B5EF4-FFF2-40B4-BE49-F238E27FC236}">
                      <a16:creationId xmlns:a16="http://schemas.microsoft.com/office/drawing/2014/main" id="{60E5EB33-38CC-4346-A335-19163D4BD7FA}"/>
                    </a:ext>
                  </a:extLst>
                </p:cNvPr>
                <p:cNvSpPr txBox="1"/>
                <p:nvPr/>
              </p:nvSpPr>
              <p:spPr>
                <a:xfrm>
                  <a:off x="8884016" y="189706"/>
                  <a:ext cx="300943" cy="397907"/>
                </a:xfrm>
                <a:prstGeom prst="round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6</a:t>
                  </a:r>
                  <a:endParaRPr lang="zh-CN" altLang="en-US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249" name="文本框 248">
                  <a:extLst>
                    <a:ext uri="{FF2B5EF4-FFF2-40B4-BE49-F238E27FC236}">
                      <a16:creationId xmlns:a16="http://schemas.microsoft.com/office/drawing/2014/main" id="{176ADBCA-2324-4EF1-A930-A052EA0EB9FE}"/>
                    </a:ext>
                  </a:extLst>
                </p:cNvPr>
                <p:cNvSpPr txBox="1"/>
                <p:nvPr/>
              </p:nvSpPr>
              <p:spPr>
                <a:xfrm>
                  <a:off x="9409951" y="189706"/>
                  <a:ext cx="300943" cy="397907"/>
                </a:xfrm>
                <a:prstGeom prst="roundRect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txBody>
                <a:bodyPr wrap="square" rtlCol="0" anchor="ctr">
                  <a:spAutoFit/>
                </a:bodyPr>
                <a:lstStyle>
                  <a:defPPr>
                    <a:defRPr lang="zh-CN"/>
                  </a:defPPr>
                  <a:lvl1pPr algn="ctr">
                    <a:defRPr b="1">
                      <a:solidFill>
                        <a:srgbClr val="FDEFE8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defRPr>
                  </a:lvl1pPr>
                </a:lstStyle>
                <a:p>
                  <a:r>
                    <a:rPr lang="en-US" altLang="zh-CN" dirty="0">
                      <a:solidFill>
                        <a:srgbClr val="D74514"/>
                      </a:solidFill>
                    </a:rPr>
                    <a:t>5</a:t>
                  </a:r>
                  <a:endParaRPr lang="zh-CN" altLang="en-US" dirty="0">
                    <a:solidFill>
                      <a:srgbClr val="D74514"/>
                    </a:solidFill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3465753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759C6A8C-0DD3-4962-8B4C-529A2FEB30CC}"/>
              </a:ext>
            </a:extLst>
          </p:cNvPr>
          <p:cNvGrpSpPr/>
          <p:nvPr/>
        </p:nvGrpSpPr>
        <p:grpSpPr>
          <a:xfrm>
            <a:off x="-274676" y="151326"/>
            <a:ext cx="5941951" cy="6087450"/>
            <a:chOff x="2024024" y="100526"/>
            <a:chExt cx="5941951" cy="6087450"/>
          </a:xfrm>
        </p:grpSpPr>
        <p:grpSp>
          <p:nvGrpSpPr>
            <p:cNvPr id="146" name="组合 145">
              <a:extLst>
                <a:ext uri="{FF2B5EF4-FFF2-40B4-BE49-F238E27FC236}">
                  <a16:creationId xmlns:a16="http://schemas.microsoft.com/office/drawing/2014/main" id="{5D93C950-5DFE-4715-A9BA-1EE08608681D}"/>
                </a:ext>
              </a:extLst>
            </p:cNvPr>
            <p:cNvGrpSpPr/>
            <p:nvPr/>
          </p:nvGrpSpPr>
          <p:grpSpPr>
            <a:xfrm>
              <a:off x="2047259" y="100526"/>
              <a:ext cx="5821259" cy="6087450"/>
              <a:chOff x="2047259" y="100526"/>
              <a:chExt cx="5821259" cy="6087450"/>
            </a:xfrm>
          </p:grpSpPr>
          <p:cxnSp>
            <p:nvCxnSpPr>
              <p:cNvPr id="252" name="直接连接符 251">
                <a:extLst>
                  <a:ext uri="{FF2B5EF4-FFF2-40B4-BE49-F238E27FC236}">
                    <a16:creationId xmlns:a16="http://schemas.microsoft.com/office/drawing/2014/main" id="{761EE914-0159-486E-8F4A-98754AC488A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47259" y="100526"/>
                <a:ext cx="3960000" cy="3960000"/>
              </a:xfrm>
              <a:prstGeom prst="line">
                <a:avLst/>
              </a:prstGeom>
              <a:ln w="12700">
                <a:solidFill>
                  <a:srgbClr val="D74514"/>
                </a:solidFill>
                <a:headEnd type="triangl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直接连接符 252">
                <a:extLst>
                  <a:ext uri="{FF2B5EF4-FFF2-40B4-BE49-F238E27FC236}">
                    <a16:creationId xmlns:a16="http://schemas.microsoft.com/office/drawing/2014/main" id="{C1DEA195-4942-420B-8AF5-CCA4F3BF6EE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08518" y="2227976"/>
                <a:ext cx="3960000" cy="3960000"/>
              </a:xfrm>
              <a:prstGeom prst="line">
                <a:avLst/>
              </a:prstGeom>
              <a:ln w="12700">
                <a:solidFill>
                  <a:srgbClr val="D74514"/>
                </a:solidFill>
                <a:headEnd type="triangl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5" name="文本框 254">
                <a:extLst>
                  <a:ext uri="{FF2B5EF4-FFF2-40B4-BE49-F238E27FC236}">
                    <a16:creationId xmlns:a16="http://schemas.microsoft.com/office/drawing/2014/main" id="{CC491CF9-B412-4AE3-B515-EE093C0EFF54}"/>
                  </a:ext>
                </a:extLst>
              </p:cNvPr>
              <p:cNvSpPr txBox="1"/>
              <p:nvPr/>
            </p:nvSpPr>
            <p:spPr>
              <a:xfrm>
                <a:off x="6034271" y="163989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k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256" name="文本框 255">
                <a:extLst>
                  <a:ext uri="{FF2B5EF4-FFF2-40B4-BE49-F238E27FC236}">
                    <a16:creationId xmlns:a16="http://schemas.microsoft.com/office/drawing/2014/main" id="{42770021-FE34-4E11-8507-41EED46F1F73}"/>
                  </a:ext>
                </a:extLst>
              </p:cNvPr>
              <p:cNvSpPr txBox="1"/>
              <p:nvPr/>
            </p:nvSpPr>
            <p:spPr>
              <a:xfrm>
                <a:off x="2049869" y="4038520"/>
                <a:ext cx="521794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-k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257" name="文本框 256">
                <a:extLst>
                  <a:ext uri="{FF2B5EF4-FFF2-40B4-BE49-F238E27FC236}">
                    <a16:creationId xmlns:a16="http://schemas.microsoft.com/office/drawing/2014/main" id="{47F4F6BD-3546-4025-A83E-465A2DA37E2E}"/>
                  </a:ext>
                </a:extLst>
              </p:cNvPr>
              <p:cNvSpPr txBox="1"/>
              <p:nvPr/>
            </p:nvSpPr>
            <p:spPr>
              <a:xfrm>
                <a:off x="7221624" y="5816909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D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grpSp>
          <p:nvGrpSpPr>
            <p:cNvPr id="254" name="组合 253">
              <a:extLst>
                <a:ext uri="{FF2B5EF4-FFF2-40B4-BE49-F238E27FC236}">
                  <a16:creationId xmlns:a16="http://schemas.microsoft.com/office/drawing/2014/main" id="{8ECDDF6F-1F1C-4C6E-99A5-3DA6EDBC9D75}"/>
                </a:ext>
              </a:extLst>
            </p:cNvPr>
            <p:cNvGrpSpPr/>
            <p:nvPr/>
          </p:nvGrpSpPr>
          <p:grpSpPr>
            <a:xfrm>
              <a:off x="2310770" y="363835"/>
              <a:ext cx="5284195" cy="5030833"/>
              <a:chOff x="2310770" y="363835"/>
              <a:chExt cx="5284195" cy="5030833"/>
            </a:xfrm>
          </p:grpSpPr>
          <p:cxnSp>
            <p:nvCxnSpPr>
              <p:cNvPr id="259" name="直接连接符 258">
                <a:extLst>
                  <a:ext uri="{FF2B5EF4-FFF2-40B4-BE49-F238E27FC236}">
                    <a16:creationId xmlns:a16="http://schemas.microsoft.com/office/drawing/2014/main" id="{DAC8BDEB-FF85-49F0-B332-851E6E51B82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634210" y="2476625"/>
                <a:ext cx="2898984" cy="2897070"/>
              </a:xfrm>
              <a:prstGeom prst="line">
                <a:avLst/>
              </a:prstGeom>
              <a:ln w="12700">
                <a:solidFill>
                  <a:srgbClr val="D74514"/>
                </a:solidFill>
                <a:prstDash val="dash"/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直接连接符 259">
                <a:extLst>
                  <a:ext uri="{FF2B5EF4-FFF2-40B4-BE49-F238E27FC236}">
                    <a16:creationId xmlns:a16="http://schemas.microsoft.com/office/drawing/2014/main" id="{6873E011-70A1-4A79-8F57-8B50A0AFC7C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393236" y="2753914"/>
                <a:ext cx="2614025" cy="2619781"/>
              </a:xfrm>
              <a:prstGeom prst="line">
                <a:avLst/>
              </a:prstGeom>
              <a:ln w="12700">
                <a:solidFill>
                  <a:srgbClr val="D74514"/>
                </a:solidFill>
                <a:prstDash val="dash"/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1" name="直接连接符 260">
                <a:extLst>
                  <a:ext uri="{FF2B5EF4-FFF2-40B4-BE49-F238E27FC236}">
                    <a16:creationId xmlns:a16="http://schemas.microsoft.com/office/drawing/2014/main" id="{4023AE35-6557-4E51-8745-598574ED751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118949" y="3000782"/>
                <a:ext cx="2375034" cy="2372913"/>
              </a:xfrm>
              <a:prstGeom prst="line">
                <a:avLst/>
              </a:prstGeom>
              <a:ln w="12700">
                <a:solidFill>
                  <a:srgbClr val="D74514"/>
                </a:solidFill>
                <a:prstDash val="dash"/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2" name="直接连接符 261">
                <a:extLst>
                  <a:ext uri="{FF2B5EF4-FFF2-40B4-BE49-F238E27FC236}">
                    <a16:creationId xmlns:a16="http://schemas.microsoft.com/office/drawing/2014/main" id="{A245EC8B-E129-4B9F-859C-D231F642D53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858926" y="3278721"/>
                <a:ext cx="2109122" cy="2115947"/>
              </a:xfrm>
              <a:prstGeom prst="line">
                <a:avLst/>
              </a:prstGeom>
              <a:ln w="12700">
                <a:solidFill>
                  <a:srgbClr val="D74514"/>
                </a:solidFill>
                <a:prstDash val="dash"/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" name="直接连接符 266">
                <a:extLst>
                  <a:ext uri="{FF2B5EF4-FFF2-40B4-BE49-F238E27FC236}">
                    <a16:creationId xmlns:a16="http://schemas.microsoft.com/office/drawing/2014/main" id="{88C6D7CB-959C-4818-9FAA-A49E9949F63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609381" y="3534545"/>
                <a:ext cx="1837726" cy="1848961"/>
              </a:xfrm>
              <a:prstGeom prst="line">
                <a:avLst/>
              </a:prstGeom>
              <a:ln w="12700">
                <a:solidFill>
                  <a:srgbClr val="D74514"/>
                </a:solidFill>
                <a:prstDash val="dash"/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直接连接符 268">
                <a:extLst>
                  <a:ext uri="{FF2B5EF4-FFF2-40B4-BE49-F238E27FC236}">
                    <a16:creationId xmlns:a16="http://schemas.microsoft.com/office/drawing/2014/main" id="{DD99C446-97B3-42C7-9540-EF516A19B2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10770" y="3753175"/>
                <a:ext cx="1610265" cy="1641493"/>
              </a:xfrm>
              <a:prstGeom prst="line">
                <a:avLst/>
              </a:prstGeom>
              <a:ln w="12700">
                <a:solidFill>
                  <a:srgbClr val="D74514"/>
                </a:solidFill>
                <a:prstDash val="dash"/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1" name="直接连接符 270">
                <a:extLst>
                  <a:ext uri="{FF2B5EF4-FFF2-40B4-BE49-F238E27FC236}">
                    <a16:creationId xmlns:a16="http://schemas.microsoft.com/office/drawing/2014/main" id="{306112A6-3F97-49DB-ACA5-5F0909E7ED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160145" y="1947041"/>
                <a:ext cx="3434065" cy="3447627"/>
              </a:xfrm>
              <a:prstGeom prst="line">
                <a:avLst/>
              </a:prstGeom>
              <a:ln w="12700">
                <a:solidFill>
                  <a:srgbClr val="D74514"/>
                </a:solidFill>
                <a:prstDash val="dash"/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3" name="直接连接符 272">
                <a:extLst>
                  <a:ext uri="{FF2B5EF4-FFF2-40B4-BE49-F238E27FC236}">
                    <a16:creationId xmlns:a16="http://schemas.microsoft.com/office/drawing/2014/main" id="{683D04E8-C06F-474C-9F0A-F98791720D0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405837" y="1682821"/>
                <a:ext cx="3182910" cy="3173100"/>
              </a:xfrm>
              <a:prstGeom prst="line">
                <a:avLst/>
              </a:prstGeom>
              <a:ln w="12700">
                <a:solidFill>
                  <a:srgbClr val="D74514"/>
                </a:solidFill>
                <a:prstDash val="dash"/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5" name="直接连接符 274">
                <a:extLst>
                  <a:ext uri="{FF2B5EF4-FFF2-40B4-BE49-F238E27FC236}">
                    <a16:creationId xmlns:a16="http://schemas.microsoft.com/office/drawing/2014/main" id="{FDB62B08-18EF-4170-B56F-A9C66593BC5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95981" y="1432914"/>
                <a:ext cx="2898984" cy="2897070"/>
              </a:xfrm>
              <a:prstGeom prst="line">
                <a:avLst/>
              </a:prstGeom>
              <a:ln w="12700">
                <a:solidFill>
                  <a:srgbClr val="D74514"/>
                </a:solidFill>
                <a:prstDash val="dash"/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" name="直接连接符 275">
                <a:extLst>
                  <a:ext uri="{FF2B5EF4-FFF2-40B4-BE49-F238E27FC236}">
                    <a16:creationId xmlns:a16="http://schemas.microsoft.com/office/drawing/2014/main" id="{1CD4F5F2-5295-4607-A8EA-7E5A7189E81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972600" y="1184267"/>
                <a:ext cx="2614025" cy="2619781"/>
              </a:xfrm>
              <a:prstGeom prst="line">
                <a:avLst/>
              </a:prstGeom>
              <a:ln w="12700">
                <a:solidFill>
                  <a:srgbClr val="D74514"/>
                </a:solidFill>
                <a:prstDash val="dash"/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9" name="直接连接符 278">
                <a:extLst>
                  <a:ext uri="{FF2B5EF4-FFF2-40B4-BE49-F238E27FC236}">
                    <a16:creationId xmlns:a16="http://schemas.microsoft.com/office/drawing/2014/main" id="{FCFEB9EE-5EA2-4AC1-89C8-264670798A0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212245" y="896283"/>
                <a:ext cx="2375034" cy="2372913"/>
              </a:xfrm>
              <a:prstGeom prst="line">
                <a:avLst/>
              </a:prstGeom>
              <a:ln w="12700">
                <a:solidFill>
                  <a:srgbClr val="D74514"/>
                </a:solidFill>
                <a:prstDash val="dash"/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直接连接符 279">
                <a:extLst>
                  <a:ext uri="{FF2B5EF4-FFF2-40B4-BE49-F238E27FC236}">
                    <a16:creationId xmlns:a16="http://schemas.microsoft.com/office/drawing/2014/main" id="{17213768-D322-4786-8DAB-E844124516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475942" y="635033"/>
                <a:ext cx="2109122" cy="2115947"/>
              </a:xfrm>
              <a:prstGeom prst="line">
                <a:avLst/>
              </a:prstGeom>
              <a:ln w="12700">
                <a:solidFill>
                  <a:srgbClr val="D74514"/>
                </a:solidFill>
                <a:prstDash val="dash"/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2" name="直接连接符 281">
                <a:extLst>
                  <a:ext uri="{FF2B5EF4-FFF2-40B4-BE49-F238E27FC236}">
                    <a16:creationId xmlns:a16="http://schemas.microsoft.com/office/drawing/2014/main" id="{AE07CC2C-AF96-4191-B757-DA0F75AA672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745630" y="363835"/>
                <a:ext cx="1837726" cy="1848961"/>
              </a:xfrm>
              <a:prstGeom prst="line">
                <a:avLst/>
              </a:prstGeom>
              <a:ln w="12700">
                <a:solidFill>
                  <a:srgbClr val="D74514"/>
                </a:solidFill>
                <a:prstDash val="dash"/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986FEA50-B627-4AB9-A51E-C4715B8124DD}"/>
                </a:ext>
              </a:extLst>
            </p:cNvPr>
            <p:cNvSpPr/>
            <p:nvPr/>
          </p:nvSpPr>
          <p:spPr>
            <a:xfrm>
              <a:off x="3908522" y="2227985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95" name="矩形 94">
              <a:extLst>
                <a:ext uri="{FF2B5EF4-FFF2-40B4-BE49-F238E27FC236}">
                  <a16:creationId xmlns:a16="http://schemas.microsoft.com/office/drawing/2014/main" id="{8985EE7D-FA32-49B6-9E0E-13D380BE8B0A}"/>
                </a:ext>
              </a:extLst>
            </p:cNvPr>
            <p:cNvSpPr/>
            <p:nvPr/>
          </p:nvSpPr>
          <p:spPr>
            <a:xfrm>
              <a:off x="4434457" y="2227984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D7953C66-10B8-482E-94DE-E41F79CCADD6}"/>
                </a:ext>
              </a:extLst>
            </p:cNvPr>
            <p:cNvSpPr/>
            <p:nvPr/>
          </p:nvSpPr>
          <p:spPr>
            <a:xfrm>
              <a:off x="4960392" y="2227984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E2046CC6-ACA7-46F5-BAE2-0FF2FE896CD0}"/>
                </a:ext>
              </a:extLst>
            </p:cNvPr>
            <p:cNvSpPr/>
            <p:nvPr/>
          </p:nvSpPr>
          <p:spPr>
            <a:xfrm>
              <a:off x="5486327" y="2227985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98" name="矩形 97">
              <a:extLst>
                <a:ext uri="{FF2B5EF4-FFF2-40B4-BE49-F238E27FC236}">
                  <a16:creationId xmlns:a16="http://schemas.microsoft.com/office/drawing/2014/main" id="{B3DC1DD4-BBA3-483A-A4C6-519762DA151B}"/>
                </a:ext>
              </a:extLst>
            </p:cNvPr>
            <p:cNvSpPr/>
            <p:nvPr/>
          </p:nvSpPr>
          <p:spPr>
            <a:xfrm>
              <a:off x="6012262" y="2227984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DAA31466-F372-4342-94D4-4E5941D061EF}"/>
                </a:ext>
              </a:extLst>
            </p:cNvPr>
            <p:cNvSpPr/>
            <p:nvPr/>
          </p:nvSpPr>
          <p:spPr>
            <a:xfrm>
              <a:off x="6538197" y="2227984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A716F3A6-35F0-488E-91DA-4153A981771B}"/>
                </a:ext>
              </a:extLst>
            </p:cNvPr>
            <p:cNvSpPr/>
            <p:nvPr/>
          </p:nvSpPr>
          <p:spPr>
            <a:xfrm>
              <a:off x="7064132" y="2227983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272F8315-0A70-41B9-A1E5-E3A39D46D798}"/>
                </a:ext>
              </a:extLst>
            </p:cNvPr>
            <p:cNvSpPr/>
            <p:nvPr/>
          </p:nvSpPr>
          <p:spPr>
            <a:xfrm>
              <a:off x="3908522" y="2753920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95A1804A-7DF4-4769-A743-EE7541589FCE}"/>
                </a:ext>
              </a:extLst>
            </p:cNvPr>
            <p:cNvSpPr/>
            <p:nvPr/>
          </p:nvSpPr>
          <p:spPr>
            <a:xfrm>
              <a:off x="4434457" y="2753919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2334899D-B7AB-4855-B267-DA7EA0D89A9D}"/>
                </a:ext>
              </a:extLst>
            </p:cNvPr>
            <p:cNvSpPr/>
            <p:nvPr/>
          </p:nvSpPr>
          <p:spPr>
            <a:xfrm>
              <a:off x="4960392" y="2753919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04" name="矩形 103">
              <a:extLst>
                <a:ext uri="{FF2B5EF4-FFF2-40B4-BE49-F238E27FC236}">
                  <a16:creationId xmlns:a16="http://schemas.microsoft.com/office/drawing/2014/main" id="{2D89DC33-3858-411D-9669-E935F877733D}"/>
                </a:ext>
              </a:extLst>
            </p:cNvPr>
            <p:cNvSpPr/>
            <p:nvPr/>
          </p:nvSpPr>
          <p:spPr>
            <a:xfrm>
              <a:off x="5486327" y="2753920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1BEFEF60-F28E-4B5E-877A-BBBA04F5FC4A}"/>
                </a:ext>
              </a:extLst>
            </p:cNvPr>
            <p:cNvSpPr/>
            <p:nvPr/>
          </p:nvSpPr>
          <p:spPr>
            <a:xfrm>
              <a:off x="6012262" y="2753919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206EC83D-9050-41B1-940C-4FCF41BE86ED}"/>
                </a:ext>
              </a:extLst>
            </p:cNvPr>
            <p:cNvSpPr/>
            <p:nvPr/>
          </p:nvSpPr>
          <p:spPr>
            <a:xfrm>
              <a:off x="6538197" y="2753919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07" name="矩形 106">
              <a:extLst>
                <a:ext uri="{FF2B5EF4-FFF2-40B4-BE49-F238E27FC236}">
                  <a16:creationId xmlns:a16="http://schemas.microsoft.com/office/drawing/2014/main" id="{5CDE13CE-29F8-4653-B106-36A00F5E7F65}"/>
                </a:ext>
              </a:extLst>
            </p:cNvPr>
            <p:cNvSpPr/>
            <p:nvPr/>
          </p:nvSpPr>
          <p:spPr>
            <a:xfrm>
              <a:off x="7064132" y="2753918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33260BC2-ABCD-4013-8602-0C016CDCA706}"/>
                </a:ext>
              </a:extLst>
            </p:cNvPr>
            <p:cNvSpPr/>
            <p:nvPr/>
          </p:nvSpPr>
          <p:spPr>
            <a:xfrm>
              <a:off x="3908522" y="3279855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A8351DDE-3629-489B-BE98-FEC062E2D4A7}"/>
                </a:ext>
              </a:extLst>
            </p:cNvPr>
            <p:cNvSpPr/>
            <p:nvPr/>
          </p:nvSpPr>
          <p:spPr>
            <a:xfrm>
              <a:off x="4434457" y="3279854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605CE1E6-9B0C-4B7E-B534-B365AA7CD3E7}"/>
                </a:ext>
              </a:extLst>
            </p:cNvPr>
            <p:cNvSpPr/>
            <p:nvPr/>
          </p:nvSpPr>
          <p:spPr>
            <a:xfrm>
              <a:off x="4960392" y="3279854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3ACCB795-8415-4B12-982F-721BAD8283CB}"/>
                </a:ext>
              </a:extLst>
            </p:cNvPr>
            <p:cNvSpPr/>
            <p:nvPr/>
          </p:nvSpPr>
          <p:spPr>
            <a:xfrm>
              <a:off x="5486327" y="3279855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54C34440-D4BF-4384-88B0-DCB6192D8B28}"/>
                </a:ext>
              </a:extLst>
            </p:cNvPr>
            <p:cNvSpPr/>
            <p:nvPr/>
          </p:nvSpPr>
          <p:spPr>
            <a:xfrm>
              <a:off x="6012262" y="3279854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F9B3FEAD-0620-41A4-9076-576B155D4281}"/>
                </a:ext>
              </a:extLst>
            </p:cNvPr>
            <p:cNvSpPr/>
            <p:nvPr/>
          </p:nvSpPr>
          <p:spPr>
            <a:xfrm>
              <a:off x="6538197" y="3279854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C013B66F-621E-4508-BDEF-2644502292F7}"/>
                </a:ext>
              </a:extLst>
            </p:cNvPr>
            <p:cNvSpPr/>
            <p:nvPr/>
          </p:nvSpPr>
          <p:spPr>
            <a:xfrm>
              <a:off x="7064132" y="3279853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15" name="矩形 114">
              <a:extLst>
                <a:ext uri="{FF2B5EF4-FFF2-40B4-BE49-F238E27FC236}">
                  <a16:creationId xmlns:a16="http://schemas.microsoft.com/office/drawing/2014/main" id="{8D80A692-86CE-4A71-9A35-379A6D38993A}"/>
                </a:ext>
              </a:extLst>
            </p:cNvPr>
            <p:cNvSpPr/>
            <p:nvPr/>
          </p:nvSpPr>
          <p:spPr>
            <a:xfrm>
              <a:off x="3908522" y="3805789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B6252A3A-EADE-46BA-9695-FA18484629C8}"/>
                </a:ext>
              </a:extLst>
            </p:cNvPr>
            <p:cNvSpPr/>
            <p:nvPr/>
          </p:nvSpPr>
          <p:spPr>
            <a:xfrm>
              <a:off x="4434457" y="3805788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3662BCF0-8A68-4CB9-8261-50EE902528BC}"/>
                </a:ext>
              </a:extLst>
            </p:cNvPr>
            <p:cNvSpPr/>
            <p:nvPr/>
          </p:nvSpPr>
          <p:spPr>
            <a:xfrm>
              <a:off x="4960392" y="3805788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C2776208-1FED-4831-8BE6-A9FEB94298F2}"/>
                </a:ext>
              </a:extLst>
            </p:cNvPr>
            <p:cNvSpPr/>
            <p:nvPr/>
          </p:nvSpPr>
          <p:spPr>
            <a:xfrm>
              <a:off x="5486327" y="3805789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BB7CB991-0527-4651-978A-F914E2B451C5}"/>
                </a:ext>
              </a:extLst>
            </p:cNvPr>
            <p:cNvSpPr/>
            <p:nvPr/>
          </p:nvSpPr>
          <p:spPr>
            <a:xfrm>
              <a:off x="6012262" y="3805788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3EBF4A80-C98A-43AF-ACD6-122625327F82}"/>
                </a:ext>
              </a:extLst>
            </p:cNvPr>
            <p:cNvSpPr/>
            <p:nvPr/>
          </p:nvSpPr>
          <p:spPr>
            <a:xfrm>
              <a:off x="6538197" y="3805788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DA800838-62F7-498A-BA06-2088D7D1875B}"/>
                </a:ext>
              </a:extLst>
            </p:cNvPr>
            <p:cNvSpPr/>
            <p:nvPr/>
          </p:nvSpPr>
          <p:spPr>
            <a:xfrm>
              <a:off x="7064132" y="3805787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92F13E29-4FE2-428D-9A31-FB456F970958}"/>
                </a:ext>
              </a:extLst>
            </p:cNvPr>
            <p:cNvSpPr/>
            <p:nvPr/>
          </p:nvSpPr>
          <p:spPr>
            <a:xfrm>
              <a:off x="3908522" y="4331724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23" name="矩形 122">
              <a:extLst>
                <a:ext uri="{FF2B5EF4-FFF2-40B4-BE49-F238E27FC236}">
                  <a16:creationId xmlns:a16="http://schemas.microsoft.com/office/drawing/2014/main" id="{3C3F5C4F-0872-47EB-8F1D-06C2F76232AE}"/>
                </a:ext>
              </a:extLst>
            </p:cNvPr>
            <p:cNvSpPr/>
            <p:nvPr/>
          </p:nvSpPr>
          <p:spPr>
            <a:xfrm>
              <a:off x="4434457" y="4331723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24" name="矩形 123">
              <a:extLst>
                <a:ext uri="{FF2B5EF4-FFF2-40B4-BE49-F238E27FC236}">
                  <a16:creationId xmlns:a16="http://schemas.microsoft.com/office/drawing/2014/main" id="{D21883B3-E803-4C8B-891B-3BE5EDB870E9}"/>
                </a:ext>
              </a:extLst>
            </p:cNvPr>
            <p:cNvSpPr/>
            <p:nvPr/>
          </p:nvSpPr>
          <p:spPr>
            <a:xfrm>
              <a:off x="4960392" y="4331723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25" name="矩形 124">
              <a:extLst>
                <a:ext uri="{FF2B5EF4-FFF2-40B4-BE49-F238E27FC236}">
                  <a16:creationId xmlns:a16="http://schemas.microsoft.com/office/drawing/2014/main" id="{D2C02E87-7BAD-4565-BDD5-3AE9B7C91618}"/>
                </a:ext>
              </a:extLst>
            </p:cNvPr>
            <p:cNvSpPr/>
            <p:nvPr/>
          </p:nvSpPr>
          <p:spPr>
            <a:xfrm>
              <a:off x="5486327" y="4331724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494730D4-24B2-48A5-8896-120A948E0C7D}"/>
                </a:ext>
              </a:extLst>
            </p:cNvPr>
            <p:cNvSpPr/>
            <p:nvPr/>
          </p:nvSpPr>
          <p:spPr>
            <a:xfrm>
              <a:off x="6012262" y="4331723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F06235F6-B99A-40E6-9BEC-65208FB7C1FB}"/>
                </a:ext>
              </a:extLst>
            </p:cNvPr>
            <p:cNvSpPr/>
            <p:nvPr/>
          </p:nvSpPr>
          <p:spPr>
            <a:xfrm>
              <a:off x="6538197" y="4331723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FFF7F284-727D-459E-8B5F-F497C185D799}"/>
                </a:ext>
              </a:extLst>
            </p:cNvPr>
            <p:cNvSpPr/>
            <p:nvPr/>
          </p:nvSpPr>
          <p:spPr>
            <a:xfrm>
              <a:off x="7064132" y="4331722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29" name="矩形 128">
              <a:extLst>
                <a:ext uri="{FF2B5EF4-FFF2-40B4-BE49-F238E27FC236}">
                  <a16:creationId xmlns:a16="http://schemas.microsoft.com/office/drawing/2014/main" id="{D4252289-4DA5-45CE-99BB-0C8324A3F507}"/>
                </a:ext>
              </a:extLst>
            </p:cNvPr>
            <p:cNvSpPr/>
            <p:nvPr/>
          </p:nvSpPr>
          <p:spPr>
            <a:xfrm>
              <a:off x="3908522" y="4857659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89AF9DBA-8F03-40A2-8FE3-847A532E1ADF}"/>
                </a:ext>
              </a:extLst>
            </p:cNvPr>
            <p:cNvSpPr/>
            <p:nvPr/>
          </p:nvSpPr>
          <p:spPr>
            <a:xfrm>
              <a:off x="4434457" y="4857658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31" name="矩形 130">
              <a:extLst>
                <a:ext uri="{FF2B5EF4-FFF2-40B4-BE49-F238E27FC236}">
                  <a16:creationId xmlns:a16="http://schemas.microsoft.com/office/drawing/2014/main" id="{83B810F3-60F5-4B3B-96DA-768578EC79C8}"/>
                </a:ext>
              </a:extLst>
            </p:cNvPr>
            <p:cNvSpPr/>
            <p:nvPr/>
          </p:nvSpPr>
          <p:spPr>
            <a:xfrm>
              <a:off x="4960392" y="4857658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32" name="矩形 131">
              <a:extLst>
                <a:ext uri="{FF2B5EF4-FFF2-40B4-BE49-F238E27FC236}">
                  <a16:creationId xmlns:a16="http://schemas.microsoft.com/office/drawing/2014/main" id="{FA9B9002-4214-4C1E-B295-05DA94B3DC93}"/>
                </a:ext>
              </a:extLst>
            </p:cNvPr>
            <p:cNvSpPr/>
            <p:nvPr/>
          </p:nvSpPr>
          <p:spPr>
            <a:xfrm>
              <a:off x="5486327" y="4857659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A2BD4616-FB42-4991-B58F-2D8F755E320D}"/>
                </a:ext>
              </a:extLst>
            </p:cNvPr>
            <p:cNvSpPr/>
            <p:nvPr/>
          </p:nvSpPr>
          <p:spPr>
            <a:xfrm>
              <a:off x="6012262" y="4857658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34" name="矩形 133">
              <a:extLst>
                <a:ext uri="{FF2B5EF4-FFF2-40B4-BE49-F238E27FC236}">
                  <a16:creationId xmlns:a16="http://schemas.microsoft.com/office/drawing/2014/main" id="{082D4E6E-69AB-4183-92E6-DB9047BFA1AF}"/>
                </a:ext>
              </a:extLst>
            </p:cNvPr>
            <p:cNvSpPr/>
            <p:nvPr/>
          </p:nvSpPr>
          <p:spPr>
            <a:xfrm>
              <a:off x="6538197" y="4857658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35" name="矩形 134">
              <a:extLst>
                <a:ext uri="{FF2B5EF4-FFF2-40B4-BE49-F238E27FC236}">
                  <a16:creationId xmlns:a16="http://schemas.microsoft.com/office/drawing/2014/main" id="{A721777B-68FB-4E92-9799-1B61A43E3A91}"/>
                </a:ext>
              </a:extLst>
            </p:cNvPr>
            <p:cNvSpPr/>
            <p:nvPr/>
          </p:nvSpPr>
          <p:spPr>
            <a:xfrm>
              <a:off x="7064132" y="4857657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0C86DB33-6986-40EB-A0FC-1F8388639D87}"/>
                </a:ext>
              </a:extLst>
            </p:cNvPr>
            <p:cNvCxnSpPr>
              <a:cxnSpLocks/>
            </p:cNvCxnSpPr>
            <p:nvPr/>
          </p:nvCxnSpPr>
          <p:spPr>
            <a:xfrm>
              <a:off x="4960391" y="2227983"/>
              <a:ext cx="515551" cy="522997"/>
            </a:xfrm>
            <a:prstGeom prst="line">
              <a:avLst/>
            </a:prstGeom>
            <a:ln w="38100">
              <a:solidFill>
                <a:srgbClr val="D7451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连接符 136">
              <a:extLst>
                <a:ext uri="{FF2B5EF4-FFF2-40B4-BE49-F238E27FC236}">
                  <a16:creationId xmlns:a16="http://schemas.microsoft.com/office/drawing/2014/main" id="{F6104CDC-E365-4546-9146-35589539B36D}"/>
                </a:ext>
              </a:extLst>
            </p:cNvPr>
            <p:cNvCxnSpPr>
              <a:cxnSpLocks/>
            </p:cNvCxnSpPr>
            <p:nvPr/>
          </p:nvCxnSpPr>
          <p:spPr>
            <a:xfrm>
              <a:off x="4434455" y="2753916"/>
              <a:ext cx="525930" cy="521986"/>
            </a:xfrm>
            <a:prstGeom prst="line">
              <a:avLst/>
            </a:prstGeom>
            <a:ln w="38100">
              <a:solidFill>
                <a:srgbClr val="D7451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连接符 137">
              <a:extLst>
                <a:ext uri="{FF2B5EF4-FFF2-40B4-BE49-F238E27FC236}">
                  <a16:creationId xmlns:a16="http://schemas.microsoft.com/office/drawing/2014/main" id="{14234826-ECF6-456D-B670-42D9E4D407D9}"/>
                </a:ext>
              </a:extLst>
            </p:cNvPr>
            <p:cNvCxnSpPr>
              <a:cxnSpLocks/>
            </p:cNvCxnSpPr>
            <p:nvPr/>
          </p:nvCxnSpPr>
          <p:spPr>
            <a:xfrm>
              <a:off x="6012262" y="2753915"/>
              <a:ext cx="520932" cy="521987"/>
            </a:xfrm>
            <a:prstGeom prst="line">
              <a:avLst/>
            </a:prstGeom>
            <a:ln w="38100">
              <a:solidFill>
                <a:srgbClr val="D7451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连接符 138">
              <a:extLst>
                <a:ext uri="{FF2B5EF4-FFF2-40B4-BE49-F238E27FC236}">
                  <a16:creationId xmlns:a16="http://schemas.microsoft.com/office/drawing/2014/main" id="{6923E78F-D00B-49E0-8022-D012F6FFC8D9}"/>
                </a:ext>
              </a:extLst>
            </p:cNvPr>
            <p:cNvCxnSpPr>
              <a:cxnSpLocks/>
            </p:cNvCxnSpPr>
            <p:nvPr/>
          </p:nvCxnSpPr>
          <p:spPr>
            <a:xfrm>
              <a:off x="6533194" y="2750980"/>
              <a:ext cx="1056873" cy="1053068"/>
            </a:xfrm>
            <a:prstGeom prst="line">
              <a:avLst/>
            </a:prstGeom>
            <a:ln w="38100">
              <a:solidFill>
                <a:srgbClr val="D7451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连接符 139">
              <a:extLst>
                <a:ext uri="{FF2B5EF4-FFF2-40B4-BE49-F238E27FC236}">
                  <a16:creationId xmlns:a16="http://schemas.microsoft.com/office/drawing/2014/main" id="{86E9ED5F-EE1E-499F-ADB8-E06AAD081D2F}"/>
                </a:ext>
              </a:extLst>
            </p:cNvPr>
            <p:cNvCxnSpPr>
              <a:cxnSpLocks/>
            </p:cNvCxnSpPr>
            <p:nvPr/>
          </p:nvCxnSpPr>
          <p:spPr>
            <a:xfrm>
              <a:off x="3908519" y="3279856"/>
              <a:ext cx="1059529" cy="1050128"/>
            </a:xfrm>
            <a:prstGeom prst="line">
              <a:avLst/>
            </a:prstGeom>
            <a:ln w="38100">
              <a:solidFill>
                <a:srgbClr val="D7451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连接符 140">
              <a:extLst>
                <a:ext uri="{FF2B5EF4-FFF2-40B4-BE49-F238E27FC236}">
                  <a16:creationId xmlns:a16="http://schemas.microsoft.com/office/drawing/2014/main" id="{CFC8A694-990A-4288-A787-E80D840A1D37}"/>
                </a:ext>
              </a:extLst>
            </p:cNvPr>
            <p:cNvCxnSpPr>
              <a:cxnSpLocks/>
            </p:cNvCxnSpPr>
            <p:nvPr/>
          </p:nvCxnSpPr>
          <p:spPr>
            <a:xfrm>
              <a:off x="5486324" y="3279856"/>
              <a:ext cx="1046870" cy="1050128"/>
            </a:xfrm>
            <a:prstGeom prst="line">
              <a:avLst/>
            </a:prstGeom>
            <a:ln w="38100">
              <a:solidFill>
                <a:srgbClr val="D7451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接连接符 141">
              <a:extLst>
                <a:ext uri="{FF2B5EF4-FFF2-40B4-BE49-F238E27FC236}">
                  <a16:creationId xmlns:a16="http://schemas.microsoft.com/office/drawing/2014/main" id="{65CB0A9D-BA85-41CE-8E3A-F725327D83F6}"/>
                </a:ext>
              </a:extLst>
            </p:cNvPr>
            <p:cNvCxnSpPr>
              <a:cxnSpLocks/>
            </p:cNvCxnSpPr>
            <p:nvPr/>
          </p:nvCxnSpPr>
          <p:spPr>
            <a:xfrm>
              <a:off x="6533194" y="3804048"/>
              <a:ext cx="1056873" cy="1051873"/>
            </a:xfrm>
            <a:prstGeom prst="line">
              <a:avLst/>
            </a:prstGeom>
            <a:ln w="38100">
              <a:solidFill>
                <a:srgbClr val="D7451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连接符 142">
              <a:extLst>
                <a:ext uri="{FF2B5EF4-FFF2-40B4-BE49-F238E27FC236}">
                  <a16:creationId xmlns:a16="http://schemas.microsoft.com/office/drawing/2014/main" id="{E96BBFEE-4B9D-427F-BAF6-3F1304736348}"/>
                </a:ext>
              </a:extLst>
            </p:cNvPr>
            <p:cNvCxnSpPr/>
            <p:nvPr/>
          </p:nvCxnSpPr>
          <p:spPr>
            <a:xfrm>
              <a:off x="3908517" y="4331722"/>
              <a:ext cx="525935" cy="525935"/>
            </a:xfrm>
            <a:prstGeom prst="line">
              <a:avLst/>
            </a:prstGeom>
            <a:ln w="38100">
              <a:solidFill>
                <a:srgbClr val="D7451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接连接符 143">
              <a:extLst>
                <a:ext uri="{FF2B5EF4-FFF2-40B4-BE49-F238E27FC236}">
                  <a16:creationId xmlns:a16="http://schemas.microsoft.com/office/drawing/2014/main" id="{00F9AF85-12ED-4FC2-990E-2784D310ED98}"/>
                </a:ext>
              </a:extLst>
            </p:cNvPr>
            <p:cNvCxnSpPr>
              <a:cxnSpLocks/>
            </p:cNvCxnSpPr>
            <p:nvPr/>
          </p:nvCxnSpPr>
          <p:spPr>
            <a:xfrm>
              <a:off x="4960385" y="4857656"/>
              <a:ext cx="525934" cy="516039"/>
            </a:xfrm>
            <a:prstGeom prst="line">
              <a:avLst/>
            </a:prstGeom>
            <a:ln w="38100">
              <a:solidFill>
                <a:srgbClr val="D7451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F6C914C-9CBC-40A9-A7D5-98A9E8257037}"/>
                </a:ext>
              </a:extLst>
            </p:cNvPr>
            <p:cNvCxnSpPr>
              <a:cxnSpLocks/>
            </p:cNvCxnSpPr>
            <p:nvPr/>
          </p:nvCxnSpPr>
          <p:spPr>
            <a:xfrm>
              <a:off x="5486319" y="4331719"/>
              <a:ext cx="520940" cy="524202"/>
            </a:xfrm>
            <a:prstGeom prst="line">
              <a:avLst/>
            </a:prstGeom>
            <a:ln w="38100">
              <a:solidFill>
                <a:srgbClr val="D7451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6" name="组合 175">
              <a:extLst>
                <a:ext uri="{FF2B5EF4-FFF2-40B4-BE49-F238E27FC236}">
                  <a16:creationId xmlns:a16="http://schemas.microsoft.com/office/drawing/2014/main" id="{E5641CDC-FE72-4C73-8B6B-776398046308}"/>
                </a:ext>
              </a:extLst>
            </p:cNvPr>
            <p:cNvGrpSpPr/>
            <p:nvPr/>
          </p:nvGrpSpPr>
          <p:grpSpPr>
            <a:xfrm>
              <a:off x="3758045" y="1794668"/>
              <a:ext cx="3981174" cy="369332"/>
              <a:chOff x="5729720" y="203993"/>
              <a:chExt cx="3981174" cy="369332"/>
            </a:xfrm>
          </p:grpSpPr>
          <p:sp>
            <p:nvSpPr>
              <p:cNvPr id="147" name="文本框 146">
                <a:extLst>
                  <a:ext uri="{FF2B5EF4-FFF2-40B4-BE49-F238E27FC236}">
                    <a16:creationId xmlns:a16="http://schemas.microsoft.com/office/drawing/2014/main" id="{424475C6-0F3E-4841-8CEE-D763D2E0FD37}"/>
                  </a:ext>
                </a:extLst>
              </p:cNvPr>
              <p:cNvSpPr txBox="1"/>
              <p:nvPr/>
            </p:nvSpPr>
            <p:spPr>
              <a:xfrm>
                <a:off x="5729720" y="20399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0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495AE866-8E76-476C-941A-7D26417C8404}"/>
                  </a:ext>
                </a:extLst>
              </p:cNvPr>
              <p:cNvSpPr txBox="1"/>
              <p:nvPr/>
            </p:nvSpPr>
            <p:spPr>
              <a:xfrm>
                <a:off x="6255655" y="20399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1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49" name="文本框 148">
                <a:extLst>
                  <a:ext uri="{FF2B5EF4-FFF2-40B4-BE49-F238E27FC236}">
                    <a16:creationId xmlns:a16="http://schemas.microsoft.com/office/drawing/2014/main" id="{8B016742-212C-4DD5-8A1C-0345C41AA4B2}"/>
                  </a:ext>
                </a:extLst>
              </p:cNvPr>
              <p:cNvSpPr txBox="1"/>
              <p:nvPr/>
            </p:nvSpPr>
            <p:spPr>
              <a:xfrm>
                <a:off x="6781590" y="20399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2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1D389605-C299-47B3-A1FD-D9653B4EAF16}"/>
                  </a:ext>
                </a:extLst>
              </p:cNvPr>
              <p:cNvSpPr txBox="1"/>
              <p:nvPr/>
            </p:nvSpPr>
            <p:spPr>
              <a:xfrm>
                <a:off x="7307528" y="20399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3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2F5B78DD-177D-4765-8205-43881D0A0A9F}"/>
                  </a:ext>
                </a:extLst>
              </p:cNvPr>
              <p:cNvSpPr txBox="1"/>
              <p:nvPr/>
            </p:nvSpPr>
            <p:spPr>
              <a:xfrm>
                <a:off x="7833463" y="20399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4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385A5570-FA5D-4DFC-AE67-FCF87BF55CBE}"/>
                  </a:ext>
                </a:extLst>
              </p:cNvPr>
              <p:cNvSpPr txBox="1"/>
              <p:nvPr/>
            </p:nvSpPr>
            <p:spPr>
              <a:xfrm>
                <a:off x="8359398" y="20399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5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3CBE8B05-DADC-4930-8A01-7C46D910FE35}"/>
                  </a:ext>
                </a:extLst>
              </p:cNvPr>
              <p:cNvSpPr txBox="1"/>
              <p:nvPr/>
            </p:nvSpPr>
            <p:spPr>
              <a:xfrm>
                <a:off x="8884016" y="20399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6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54" name="文本框 153">
                <a:extLst>
                  <a:ext uri="{FF2B5EF4-FFF2-40B4-BE49-F238E27FC236}">
                    <a16:creationId xmlns:a16="http://schemas.microsoft.com/office/drawing/2014/main" id="{B3DF8EC7-CB72-4197-BE7E-EEBF6856491C}"/>
                  </a:ext>
                </a:extLst>
              </p:cNvPr>
              <p:cNvSpPr txBox="1"/>
              <p:nvPr/>
            </p:nvSpPr>
            <p:spPr>
              <a:xfrm>
                <a:off x="9409951" y="20399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7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grpSp>
          <p:nvGrpSpPr>
            <p:cNvPr id="177" name="组合 176">
              <a:extLst>
                <a:ext uri="{FF2B5EF4-FFF2-40B4-BE49-F238E27FC236}">
                  <a16:creationId xmlns:a16="http://schemas.microsoft.com/office/drawing/2014/main" id="{9E838EE2-969B-41C6-9C86-60641330B95A}"/>
                </a:ext>
              </a:extLst>
            </p:cNvPr>
            <p:cNvGrpSpPr/>
            <p:nvPr/>
          </p:nvGrpSpPr>
          <p:grpSpPr>
            <a:xfrm>
              <a:off x="3533049" y="2043317"/>
              <a:ext cx="300944" cy="3524855"/>
              <a:chOff x="5504724" y="452642"/>
              <a:chExt cx="300944" cy="3524855"/>
            </a:xfrm>
          </p:grpSpPr>
          <p:sp>
            <p:nvSpPr>
              <p:cNvPr id="155" name="文本框 154">
                <a:extLst>
                  <a:ext uri="{FF2B5EF4-FFF2-40B4-BE49-F238E27FC236}">
                    <a16:creationId xmlns:a16="http://schemas.microsoft.com/office/drawing/2014/main" id="{957F2C52-88F8-457A-B853-F429C718CF69}"/>
                  </a:ext>
                </a:extLst>
              </p:cNvPr>
              <p:cNvSpPr txBox="1"/>
              <p:nvPr/>
            </p:nvSpPr>
            <p:spPr>
              <a:xfrm>
                <a:off x="5504725" y="452642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0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C8A12EA1-8108-4C52-8AB6-9F06E16DD86F}"/>
                  </a:ext>
                </a:extLst>
              </p:cNvPr>
              <p:cNvSpPr txBox="1"/>
              <p:nvPr/>
            </p:nvSpPr>
            <p:spPr>
              <a:xfrm>
                <a:off x="5504725" y="97857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1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F88B6614-3200-4E26-8569-9D9FDBEE73D2}"/>
                  </a:ext>
                </a:extLst>
              </p:cNvPr>
              <p:cNvSpPr txBox="1"/>
              <p:nvPr/>
            </p:nvSpPr>
            <p:spPr>
              <a:xfrm>
                <a:off x="5504725" y="1504504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2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66014761-0E79-4130-8830-DC9E89174C46}"/>
                  </a:ext>
                </a:extLst>
              </p:cNvPr>
              <p:cNvSpPr txBox="1"/>
              <p:nvPr/>
            </p:nvSpPr>
            <p:spPr>
              <a:xfrm>
                <a:off x="5504725" y="2030372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3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59" name="文本框 158">
                <a:extLst>
                  <a:ext uri="{FF2B5EF4-FFF2-40B4-BE49-F238E27FC236}">
                    <a16:creationId xmlns:a16="http://schemas.microsoft.com/office/drawing/2014/main" id="{E8C3E625-93BF-48B6-A33E-86B79858044A}"/>
                  </a:ext>
                </a:extLst>
              </p:cNvPr>
              <p:cNvSpPr txBox="1"/>
              <p:nvPr/>
            </p:nvSpPr>
            <p:spPr>
              <a:xfrm>
                <a:off x="5504725" y="255630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4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9457BB0F-C48C-41AF-BE5E-22D71EFD23D9}"/>
                  </a:ext>
                </a:extLst>
              </p:cNvPr>
              <p:cNvSpPr txBox="1"/>
              <p:nvPr/>
            </p:nvSpPr>
            <p:spPr>
              <a:xfrm>
                <a:off x="5504725" y="3082234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5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61" name="文本框 160">
                <a:extLst>
                  <a:ext uri="{FF2B5EF4-FFF2-40B4-BE49-F238E27FC236}">
                    <a16:creationId xmlns:a16="http://schemas.microsoft.com/office/drawing/2014/main" id="{280B43A9-515B-4B77-8102-EBDF053561F5}"/>
                  </a:ext>
                </a:extLst>
              </p:cNvPr>
              <p:cNvSpPr txBox="1"/>
              <p:nvPr/>
            </p:nvSpPr>
            <p:spPr>
              <a:xfrm>
                <a:off x="5504724" y="360816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6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grpSp>
          <p:nvGrpSpPr>
            <p:cNvPr id="162" name="组合 161">
              <a:extLst>
                <a:ext uri="{FF2B5EF4-FFF2-40B4-BE49-F238E27FC236}">
                  <a16:creationId xmlns:a16="http://schemas.microsoft.com/office/drawing/2014/main" id="{CE354ED4-EE4A-49E6-870C-126CFAE6A5CE}"/>
                </a:ext>
              </a:extLst>
            </p:cNvPr>
            <p:cNvGrpSpPr/>
            <p:nvPr/>
          </p:nvGrpSpPr>
          <p:grpSpPr>
            <a:xfrm>
              <a:off x="4021012" y="2306284"/>
              <a:ext cx="3944963" cy="3510625"/>
              <a:chOff x="3349410" y="2487422"/>
              <a:chExt cx="3944963" cy="3510625"/>
            </a:xfrm>
          </p:grpSpPr>
          <p:sp>
            <p:nvSpPr>
              <p:cNvPr id="163" name="文本框 162">
                <a:extLst>
                  <a:ext uri="{FF2B5EF4-FFF2-40B4-BE49-F238E27FC236}">
                    <a16:creationId xmlns:a16="http://schemas.microsoft.com/office/drawing/2014/main" id="{D38C4BB3-7874-4DEF-B628-5EFE8F63A65D}"/>
                  </a:ext>
                </a:extLst>
              </p:cNvPr>
              <p:cNvSpPr txBox="1"/>
              <p:nvPr/>
            </p:nvSpPr>
            <p:spPr>
              <a:xfrm>
                <a:off x="6988541" y="2487422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C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ED55204F-34B2-461D-A60D-91EA62C36165}"/>
                  </a:ext>
                </a:extLst>
              </p:cNvPr>
              <p:cNvSpPr txBox="1"/>
              <p:nvPr/>
            </p:nvSpPr>
            <p:spPr>
              <a:xfrm>
                <a:off x="6988541" y="3013354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B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57314B17-4635-455D-97F8-D5C5DBFF909C}"/>
                  </a:ext>
                </a:extLst>
              </p:cNvPr>
              <p:cNvSpPr txBox="1"/>
              <p:nvPr/>
            </p:nvSpPr>
            <p:spPr>
              <a:xfrm>
                <a:off x="6993430" y="3538566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A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66" name="文本框 165">
                <a:extLst>
                  <a:ext uri="{FF2B5EF4-FFF2-40B4-BE49-F238E27FC236}">
                    <a16:creationId xmlns:a16="http://schemas.microsoft.com/office/drawing/2014/main" id="{9C16FB2E-0783-4CE0-AD05-A4AC7D4AE56D}"/>
                  </a:ext>
                </a:extLst>
              </p:cNvPr>
              <p:cNvSpPr txBox="1"/>
              <p:nvPr/>
            </p:nvSpPr>
            <p:spPr>
              <a:xfrm>
                <a:off x="6988541" y="4063778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B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306D1FE9-9CA5-4D5B-919A-7C5CF99C9B0C}"/>
                  </a:ext>
                </a:extLst>
              </p:cNvPr>
              <p:cNvSpPr txBox="1"/>
              <p:nvPr/>
            </p:nvSpPr>
            <p:spPr>
              <a:xfrm>
                <a:off x="6990052" y="4588990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A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BC976022-CB54-4721-9A6D-019F24918E26}"/>
                  </a:ext>
                </a:extLst>
              </p:cNvPr>
              <p:cNvSpPr txBox="1"/>
              <p:nvPr/>
            </p:nvSpPr>
            <p:spPr>
              <a:xfrm>
                <a:off x="6988541" y="5114202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C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69" name="文本框 168">
                <a:extLst>
                  <a:ext uri="{FF2B5EF4-FFF2-40B4-BE49-F238E27FC236}">
                    <a16:creationId xmlns:a16="http://schemas.microsoft.com/office/drawing/2014/main" id="{E6D3DC56-E971-4679-B3D7-7945A27D13ED}"/>
                  </a:ext>
                </a:extLst>
              </p:cNvPr>
              <p:cNvSpPr txBox="1"/>
              <p:nvPr/>
            </p:nvSpPr>
            <p:spPr>
              <a:xfrm>
                <a:off x="3349410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A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70" name="文本框 169">
                <a:extLst>
                  <a:ext uri="{FF2B5EF4-FFF2-40B4-BE49-F238E27FC236}">
                    <a16:creationId xmlns:a16="http://schemas.microsoft.com/office/drawing/2014/main" id="{032683A4-DF03-4ED0-A35A-A13167A5C3B2}"/>
                  </a:ext>
                </a:extLst>
              </p:cNvPr>
              <p:cNvSpPr txBox="1"/>
              <p:nvPr/>
            </p:nvSpPr>
            <p:spPr>
              <a:xfrm>
                <a:off x="3870256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B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71" name="文本框 170">
                <a:extLst>
                  <a:ext uri="{FF2B5EF4-FFF2-40B4-BE49-F238E27FC236}">
                    <a16:creationId xmlns:a16="http://schemas.microsoft.com/office/drawing/2014/main" id="{62197063-70C5-4651-AB30-BDA864F976DA}"/>
                  </a:ext>
                </a:extLst>
              </p:cNvPr>
              <p:cNvSpPr txBox="1"/>
              <p:nvPr/>
            </p:nvSpPr>
            <p:spPr>
              <a:xfrm>
                <a:off x="4401278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C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72" name="文本框 171">
                <a:extLst>
                  <a:ext uri="{FF2B5EF4-FFF2-40B4-BE49-F238E27FC236}">
                    <a16:creationId xmlns:a16="http://schemas.microsoft.com/office/drawing/2014/main" id="{CE310B89-EB95-46C4-9FF0-BC0F15042689}"/>
                  </a:ext>
                </a:extLst>
              </p:cNvPr>
              <p:cNvSpPr txBox="1"/>
              <p:nvPr/>
            </p:nvSpPr>
            <p:spPr>
              <a:xfrm>
                <a:off x="4927212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A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73" name="文本框 172">
                <a:extLst>
                  <a:ext uri="{FF2B5EF4-FFF2-40B4-BE49-F238E27FC236}">
                    <a16:creationId xmlns:a16="http://schemas.microsoft.com/office/drawing/2014/main" id="{29D0DA5C-23A1-40E9-A5D5-F555D2F99FD2}"/>
                  </a:ext>
                </a:extLst>
              </p:cNvPr>
              <p:cNvSpPr txBox="1"/>
              <p:nvPr/>
            </p:nvSpPr>
            <p:spPr>
              <a:xfrm>
                <a:off x="5453146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B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74" name="文本框 173">
                <a:extLst>
                  <a:ext uri="{FF2B5EF4-FFF2-40B4-BE49-F238E27FC236}">
                    <a16:creationId xmlns:a16="http://schemas.microsoft.com/office/drawing/2014/main" id="{3DF5039F-7727-42D4-AB1A-4E5D9C3D18B1}"/>
                  </a:ext>
                </a:extLst>
              </p:cNvPr>
              <p:cNvSpPr txBox="1"/>
              <p:nvPr/>
            </p:nvSpPr>
            <p:spPr>
              <a:xfrm>
                <a:off x="5973992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B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75" name="文本框 174">
                <a:extLst>
                  <a:ext uri="{FF2B5EF4-FFF2-40B4-BE49-F238E27FC236}">
                    <a16:creationId xmlns:a16="http://schemas.microsoft.com/office/drawing/2014/main" id="{D86610F8-38A0-402A-85E2-279B6AE6DDD7}"/>
                  </a:ext>
                </a:extLst>
              </p:cNvPr>
              <p:cNvSpPr txBox="1"/>
              <p:nvPr/>
            </p:nvSpPr>
            <p:spPr>
              <a:xfrm>
                <a:off x="6505014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A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grpSp>
          <p:nvGrpSpPr>
            <p:cNvPr id="263" name="组合 262">
              <a:extLst>
                <a:ext uri="{FF2B5EF4-FFF2-40B4-BE49-F238E27FC236}">
                  <a16:creationId xmlns:a16="http://schemas.microsoft.com/office/drawing/2014/main" id="{8638125F-758E-439A-A3ED-9AE045784C3A}"/>
                </a:ext>
              </a:extLst>
            </p:cNvPr>
            <p:cNvGrpSpPr/>
            <p:nvPr/>
          </p:nvGrpSpPr>
          <p:grpSpPr>
            <a:xfrm>
              <a:off x="2024024" y="108272"/>
              <a:ext cx="3783684" cy="3825182"/>
              <a:chOff x="2024024" y="108272"/>
              <a:chExt cx="3783684" cy="3825182"/>
            </a:xfrm>
          </p:grpSpPr>
          <p:sp>
            <p:nvSpPr>
              <p:cNvPr id="285" name="文本框 284">
                <a:extLst>
                  <a:ext uri="{FF2B5EF4-FFF2-40B4-BE49-F238E27FC236}">
                    <a16:creationId xmlns:a16="http://schemas.microsoft.com/office/drawing/2014/main" id="{FB2F55F0-B29C-4B95-A641-78A080112388}"/>
                  </a:ext>
                </a:extLst>
              </p:cNvPr>
              <p:cNvSpPr txBox="1"/>
              <p:nvPr/>
            </p:nvSpPr>
            <p:spPr>
              <a:xfrm rot="18881651">
                <a:off x="3251912" y="2172060"/>
                <a:ext cx="513379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-1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286" name="文本框 285">
                <a:extLst>
                  <a:ext uri="{FF2B5EF4-FFF2-40B4-BE49-F238E27FC236}">
                    <a16:creationId xmlns:a16="http://schemas.microsoft.com/office/drawing/2014/main" id="{1F0C5F54-1AF5-4EA9-98AD-DD119E638833}"/>
                  </a:ext>
                </a:extLst>
              </p:cNvPr>
              <p:cNvSpPr txBox="1"/>
              <p:nvPr/>
            </p:nvSpPr>
            <p:spPr>
              <a:xfrm rot="18881651">
                <a:off x="2999402" y="2424657"/>
                <a:ext cx="513379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-2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287" name="文本框 286">
                <a:extLst>
                  <a:ext uri="{FF2B5EF4-FFF2-40B4-BE49-F238E27FC236}">
                    <a16:creationId xmlns:a16="http://schemas.microsoft.com/office/drawing/2014/main" id="{58EC64A5-B522-4CC9-97EC-1E4966AD38FF}"/>
                  </a:ext>
                </a:extLst>
              </p:cNvPr>
              <p:cNvSpPr txBox="1"/>
              <p:nvPr/>
            </p:nvSpPr>
            <p:spPr>
              <a:xfrm rot="18881651">
                <a:off x="2737878" y="2704797"/>
                <a:ext cx="513379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-3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289" name="文本框 288">
                <a:extLst>
                  <a:ext uri="{FF2B5EF4-FFF2-40B4-BE49-F238E27FC236}">
                    <a16:creationId xmlns:a16="http://schemas.microsoft.com/office/drawing/2014/main" id="{6E15C8CD-8709-4366-A7A7-77F44AD4F859}"/>
                  </a:ext>
                </a:extLst>
              </p:cNvPr>
              <p:cNvSpPr txBox="1"/>
              <p:nvPr/>
            </p:nvSpPr>
            <p:spPr>
              <a:xfrm rot="18881651">
                <a:off x="2471401" y="2971728"/>
                <a:ext cx="513379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-4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290" name="文本框 289">
                <a:extLst>
                  <a:ext uri="{FF2B5EF4-FFF2-40B4-BE49-F238E27FC236}">
                    <a16:creationId xmlns:a16="http://schemas.microsoft.com/office/drawing/2014/main" id="{06B61E73-6F7B-45BD-B86B-ECB0CAC151BE}"/>
                  </a:ext>
                </a:extLst>
              </p:cNvPr>
              <p:cNvSpPr txBox="1"/>
              <p:nvPr/>
            </p:nvSpPr>
            <p:spPr>
              <a:xfrm rot="18881651">
                <a:off x="2203386" y="3235295"/>
                <a:ext cx="513379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-5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291" name="文本框 290">
                <a:extLst>
                  <a:ext uri="{FF2B5EF4-FFF2-40B4-BE49-F238E27FC236}">
                    <a16:creationId xmlns:a16="http://schemas.microsoft.com/office/drawing/2014/main" id="{7F95DB7F-0A05-45B7-8A29-2B25B848FA0D}"/>
                  </a:ext>
                </a:extLst>
              </p:cNvPr>
              <p:cNvSpPr txBox="1"/>
              <p:nvPr/>
            </p:nvSpPr>
            <p:spPr>
              <a:xfrm rot="18881651">
                <a:off x="1952000" y="3492099"/>
                <a:ext cx="513379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-6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292" name="文本框 291">
                <a:extLst>
                  <a:ext uri="{FF2B5EF4-FFF2-40B4-BE49-F238E27FC236}">
                    <a16:creationId xmlns:a16="http://schemas.microsoft.com/office/drawing/2014/main" id="{FCE34DF8-0509-414A-9DE8-210A07B99A7C}"/>
                  </a:ext>
                </a:extLst>
              </p:cNvPr>
              <p:cNvSpPr txBox="1"/>
              <p:nvPr/>
            </p:nvSpPr>
            <p:spPr>
              <a:xfrm rot="18881651">
                <a:off x="3893662" y="1639469"/>
                <a:ext cx="305617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1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293" name="文本框 292">
                <a:extLst>
                  <a:ext uri="{FF2B5EF4-FFF2-40B4-BE49-F238E27FC236}">
                    <a16:creationId xmlns:a16="http://schemas.microsoft.com/office/drawing/2014/main" id="{0ABCA058-1799-46A6-B241-BA4EAB71DB45}"/>
                  </a:ext>
                </a:extLst>
              </p:cNvPr>
              <p:cNvSpPr txBox="1"/>
              <p:nvPr/>
            </p:nvSpPr>
            <p:spPr>
              <a:xfrm rot="18881651">
                <a:off x="4156424" y="1378960"/>
                <a:ext cx="305617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2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294" name="文本框 293">
                <a:extLst>
                  <a:ext uri="{FF2B5EF4-FFF2-40B4-BE49-F238E27FC236}">
                    <a16:creationId xmlns:a16="http://schemas.microsoft.com/office/drawing/2014/main" id="{F4645C28-65B7-4F5A-902D-3BC068B4DF6E}"/>
                  </a:ext>
                </a:extLst>
              </p:cNvPr>
              <p:cNvSpPr txBox="1"/>
              <p:nvPr/>
            </p:nvSpPr>
            <p:spPr>
              <a:xfrm rot="18881651">
                <a:off x="4419186" y="1118451"/>
                <a:ext cx="305617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3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295" name="文本框 294">
                <a:extLst>
                  <a:ext uri="{FF2B5EF4-FFF2-40B4-BE49-F238E27FC236}">
                    <a16:creationId xmlns:a16="http://schemas.microsoft.com/office/drawing/2014/main" id="{B67A7070-1219-41CF-B36A-B1564A1CFE77}"/>
                  </a:ext>
                </a:extLst>
              </p:cNvPr>
              <p:cNvSpPr txBox="1"/>
              <p:nvPr/>
            </p:nvSpPr>
            <p:spPr>
              <a:xfrm rot="18881651">
                <a:off x="4681948" y="857942"/>
                <a:ext cx="305617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4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296" name="文本框 295">
                <a:extLst>
                  <a:ext uri="{FF2B5EF4-FFF2-40B4-BE49-F238E27FC236}">
                    <a16:creationId xmlns:a16="http://schemas.microsoft.com/office/drawing/2014/main" id="{5C16A8F5-5FD2-49B6-A069-EEDA412A13D0}"/>
                  </a:ext>
                </a:extLst>
              </p:cNvPr>
              <p:cNvSpPr txBox="1"/>
              <p:nvPr/>
            </p:nvSpPr>
            <p:spPr>
              <a:xfrm rot="18881651">
                <a:off x="4944710" y="597433"/>
                <a:ext cx="305617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5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297" name="文本框 296">
                <a:extLst>
                  <a:ext uri="{FF2B5EF4-FFF2-40B4-BE49-F238E27FC236}">
                    <a16:creationId xmlns:a16="http://schemas.microsoft.com/office/drawing/2014/main" id="{1F54E13D-842C-47CD-B41A-AC11A7C1FDFE}"/>
                  </a:ext>
                </a:extLst>
              </p:cNvPr>
              <p:cNvSpPr txBox="1"/>
              <p:nvPr/>
            </p:nvSpPr>
            <p:spPr>
              <a:xfrm rot="18881651">
                <a:off x="5207472" y="336924"/>
                <a:ext cx="305617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6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298" name="文本框 297">
                <a:extLst>
                  <a:ext uri="{FF2B5EF4-FFF2-40B4-BE49-F238E27FC236}">
                    <a16:creationId xmlns:a16="http://schemas.microsoft.com/office/drawing/2014/main" id="{9D7E434B-9D4B-46F7-B7EB-C0194B670420}"/>
                  </a:ext>
                </a:extLst>
              </p:cNvPr>
              <p:cNvSpPr txBox="1"/>
              <p:nvPr/>
            </p:nvSpPr>
            <p:spPr>
              <a:xfrm rot="18881651">
                <a:off x="5470233" y="76415"/>
                <a:ext cx="305617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7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299" name="文本框 298">
                <a:extLst>
                  <a:ext uri="{FF2B5EF4-FFF2-40B4-BE49-F238E27FC236}">
                    <a16:creationId xmlns:a16="http://schemas.microsoft.com/office/drawing/2014/main" id="{DE038611-3FA4-495F-A745-0F9B28BEE3B8}"/>
                  </a:ext>
                </a:extLst>
              </p:cNvPr>
              <p:cNvSpPr txBox="1"/>
              <p:nvPr/>
            </p:nvSpPr>
            <p:spPr>
              <a:xfrm rot="18881651">
                <a:off x="3630900" y="1899978"/>
                <a:ext cx="305617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0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</p:grpSp>
      <p:grpSp>
        <p:nvGrpSpPr>
          <p:cNvPr id="178" name="组合 177">
            <a:extLst>
              <a:ext uri="{FF2B5EF4-FFF2-40B4-BE49-F238E27FC236}">
                <a16:creationId xmlns:a16="http://schemas.microsoft.com/office/drawing/2014/main" id="{1C56721C-39DD-4C0B-AFA0-9BDE32D12B70}"/>
              </a:ext>
            </a:extLst>
          </p:cNvPr>
          <p:cNvGrpSpPr/>
          <p:nvPr/>
        </p:nvGrpSpPr>
        <p:grpSpPr>
          <a:xfrm>
            <a:off x="5865991" y="102254"/>
            <a:ext cx="5941951" cy="6087450"/>
            <a:chOff x="2024024" y="100526"/>
            <a:chExt cx="5941951" cy="6087450"/>
          </a:xfrm>
        </p:grpSpPr>
        <p:grpSp>
          <p:nvGrpSpPr>
            <p:cNvPr id="179" name="组合 178">
              <a:extLst>
                <a:ext uri="{FF2B5EF4-FFF2-40B4-BE49-F238E27FC236}">
                  <a16:creationId xmlns:a16="http://schemas.microsoft.com/office/drawing/2014/main" id="{EAEBE379-71B4-42D8-979C-5CE3E53A0F71}"/>
                </a:ext>
              </a:extLst>
            </p:cNvPr>
            <p:cNvGrpSpPr/>
            <p:nvPr/>
          </p:nvGrpSpPr>
          <p:grpSpPr>
            <a:xfrm>
              <a:off x="2047259" y="100526"/>
              <a:ext cx="5821259" cy="6087450"/>
              <a:chOff x="2047259" y="100526"/>
              <a:chExt cx="5821259" cy="6087450"/>
            </a:xfrm>
          </p:grpSpPr>
          <p:cxnSp>
            <p:nvCxnSpPr>
              <p:cNvPr id="391" name="直接连接符 390">
                <a:extLst>
                  <a:ext uri="{FF2B5EF4-FFF2-40B4-BE49-F238E27FC236}">
                    <a16:creationId xmlns:a16="http://schemas.microsoft.com/office/drawing/2014/main" id="{537CFA9A-8DE2-4106-B90C-57A4D3E36AF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47259" y="100526"/>
                <a:ext cx="3960000" cy="3960000"/>
              </a:xfrm>
              <a:prstGeom prst="line">
                <a:avLst/>
              </a:prstGeom>
              <a:ln w="12700">
                <a:solidFill>
                  <a:srgbClr val="D74514"/>
                </a:solidFill>
                <a:headEnd type="triangl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2" name="直接连接符 391">
                <a:extLst>
                  <a:ext uri="{FF2B5EF4-FFF2-40B4-BE49-F238E27FC236}">
                    <a16:creationId xmlns:a16="http://schemas.microsoft.com/office/drawing/2014/main" id="{50716E1A-3241-4559-BCE8-3BB0A41505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08518" y="2227976"/>
                <a:ext cx="3960000" cy="3960000"/>
              </a:xfrm>
              <a:prstGeom prst="line">
                <a:avLst/>
              </a:prstGeom>
              <a:ln w="12700">
                <a:solidFill>
                  <a:srgbClr val="D74514"/>
                </a:solidFill>
                <a:headEnd type="triangl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3" name="文本框 392">
                <a:extLst>
                  <a:ext uri="{FF2B5EF4-FFF2-40B4-BE49-F238E27FC236}">
                    <a16:creationId xmlns:a16="http://schemas.microsoft.com/office/drawing/2014/main" id="{02FFC985-8669-4D72-B9B7-13EB2530B75A}"/>
                  </a:ext>
                </a:extLst>
              </p:cNvPr>
              <p:cNvSpPr txBox="1"/>
              <p:nvPr/>
            </p:nvSpPr>
            <p:spPr>
              <a:xfrm>
                <a:off x="6034271" y="163989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k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94" name="文本框 393">
                <a:extLst>
                  <a:ext uri="{FF2B5EF4-FFF2-40B4-BE49-F238E27FC236}">
                    <a16:creationId xmlns:a16="http://schemas.microsoft.com/office/drawing/2014/main" id="{0E0552B3-DDF9-4EE2-A134-2D32617F9264}"/>
                  </a:ext>
                </a:extLst>
              </p:cNvPr>
              <p:cNvSpPr txBox="1"/>
              <p:nvPr/>
            </p:nvSpPr>
            <p:spPr>
              <a:xfrm>
                <a:off x="2049869" y="4038520"/>
                <a:ext cx="521794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-k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95" name="文本框 394">
                <a:extLst>
                  <a:ext uri="{FF2B5EF4-FFF2-40B4-BE49-F238E27FC236}">
                    <a16:creationId xmlns:a16="http://schemas.microsoft.com/office/drawing/2014/main" id="{5F0CD85C-3A61-4AC0-8EAA-29266ED2BE39}"/>
                  </a:ext>
                </a:extLst>
              </p:cNvPr>
              <p:cNvSpPr txBox="1"/>
              <p:nvPr/>
            </p:nvSpPr>
            <p:spPr>
              <a:xfrm>
                <a:off x="7221624" y="5816909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D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grpSp>
          <p:nvGrpSpPr>
            <p:cNvPr id="180" name="组合 179">
              <a:extLst>
                <a:ext uri="{FF2B5EF4-FFF2-40B4-BE49-F238E27FC236}">
                  <a16:creationId xmlns:a16="http://schemas.microsoft.com/office/drawing/2014/main" id="{F899E5B1-2D72-49C3-BB4A-4047BDB19BE9}"/>
                </a:ext>
              </a:extLst>
            </p:cNvPr>
            <p:cNvGrpSpPr/>
            <p:nvPr/>
          </p:nvGrpSpPr>
          <p:grpSpPr>
            <a:xfrm>
              <a:off x="2310770" y="363835"/>
              <a:ext cx="5284195" cy="5030833"/>
              <a:chOff x="2310770" y="363835"/>
              <a:chExt cx="5284195" cy="5030833"/>
            </a:xfrm>
          </p:grpSpPr>
          <p:cxnSp>
            <p:nvCxnSpPr>
              <p:cNvPr id="378" name="直接连接符 377">
                <a:extLst>
                  <a:ext uri="{FF2B5EF4-FFF2-40B4-BE49-F238E27FC236}">
                    <a16:creationId xmlns:a16="http://schemas.microsoft.com/office/drawing/2014/main" id="{3B625019-A327-4192-A7F1-626D1D117E0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634210" y="2476625"/>
                <a:ext cx="2898984" cy="2897070"/>
              </a:xfrm>
              <a:prstGeom prst="line">
                <a:avLst/>
              </a:prstGeom>
              <a:ln w="12700">
                <a:solidFill>
                  <a:srgbClr val="D74514"/>
                </a:solidFill>
                <a:prstDash val="dash"/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9" name="直接连接符 378">
                <a:extLst>
                  <a:ext uri="{FF2B5EF4-FFF2-40B4-BE49-F238E27FC236}">
                    <a16:creationId xmlns:a16="http://schemas.microsoft.com/office/drawing/2014/main" id="{DCFB9061-0AB7-4277-BBA0-855A0ECF50A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393236" y="2753914"/>
                <a:ext cx="2614025" cy="2619781"/>
              </a:xfrm>
              <a:prstGeom prst="line">
                <a:avLst/>
              </a:prstGeom>
              <a:ln w="12700">
                <a:solidFill>
                  <a:srgbClr val="D74514"/>
                </a:solidFill>
                <a:prstDash val="dash"/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0" name="直接连接符 379">
                <a:extLst>
                  <a:ext uri="{FF2B5EF4-FFF2-40B4-BE49-F238E27FC236}">
                    <a16:creationId xmlns:a16="http://schemas.microsoft.com/office/drawing/2014/main" id="{576EFBEC-B9FD-4A72-A05A-ED06DEB5675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118949" y="3000782"/>
                <a:ext cx="2375034" cy="2372913"/>
              </a:xfrm>
              <a:prstGeom prst="line">
                <a:avLst/>
              </a:prstGeom>
              <a:ln w="12700">
                <a:solidFill>
                  <a:srgbClr val="D74514"/>
                </a:solidFill>
                <a:prstDash val="dash"/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1" name="直接连接符 380">
                <a:extLst>
                  <a:ext uri="{FF2B5EF4-FFF2-40B4-BE49-F238E27FC236}">
                    <a16:creationId xmlns:a16="http://schemas.microsoft.com/office/drawing/2014/main" id="{355145A0-8166-44F8-924E-AD23C032663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858926" y="3278721"/>
                <a:ext cx="2109122" cy="2115947"/>
              </a:xfrm>
              <a:prstGeom prst="line">
                <a:avLst/>
              </a:prstGeom>
              <a:ln w="12700">
                <a:solidFill>
                  <a:srgbClr val="D74514"/>
                </a:solidFill>
                <a:prstDash val="dash"/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2" name="直接连接符 381">
                <a:extLst>
                  <a:ext uri="{FF2B5EF4-FFF2-40B4-BE49-F238E27FC236}">
                    <a16:creationId xmlns:a16="http://schemas.microsoft.com/office/drawing/2014/main" id="{2A86C001-1136-4EE6-8AAC-FBBDB418ED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609381" y="3534545"/>
                <a:ext cx="1837726" cy="1848961"/>
              </a:xfrm>
              <a:prstGeom prst="line">
                <a:avLst/>
              </a:prstGeom>
              <a:ln w="12700">
                <a:solidFill>
                  <a:srgbClr val="D74514"/>
                </a:solidFill>
                <a:prstDash val="dash"/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3" name="直接连接符 382">
                <a:extLst>
                  <a:ext uri="{FF2B5EF4-FFF2-40B4-BE49-F238E27FC236}">
                    <a16:creationId xmlns:a16="http://schemas.microsoft.com/office/drawing/2014/main" id="{6B44DE34-740C-46A3-B91A-F252BA6A9A0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10770" y="3753175"/>
                <a:ext cx="1610265" cy="1641493"/>
              </a:xfrm>
              <a:prstGeom prst="line">
                <a:avLst/>
              </a:prstGeom>
              <a:ln w="12700">
                <a:solidFill>
                  <a:srgbClr val="D74514"/>
                </a:solidFill>
                <a:prstDash val="dash"/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4" name="直接连接符 383">
                <a:extLst>
                  <a:ext uri="{FF2B5EF4-FFF2-40B4-BE49-F238E27FC236}">
                    <a16:creationId xmlns:a16="http://schemas.microsoft.com/office/drawing/2014/main" id="{0C90095B-276A-4175-BF06-89889352F9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160145" y="1947041"/>
                <a:ext cx="3434065" cy="3447627"/>
              </a:xfrm>
              <a:prstGeom prst="line">
                <a:avLst/>
              </a:prstGeom>
              <a:ln w="12700">
                <a:solidFill>
                  <a:srgbClr val="D74514"/>
                </a:solidFill>
                <a:prstDash val="dash"/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5" name="直接连接符 384">
                <a:extLst>
                  <a:ext uri="{FF2B5EF4-FFF2-40B4-BE49-F238E27FC236}">
                    <a16:creationId xmlns:a16="http://schemas.microsoft.com/office/drawing/2014/main" id="{DBE40D82-8426-4047-B8BB-35A84A697E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405837" y="1682821"/>
                <a:ext cx="3182910" cy="3173100"/>
              </a:xfrm>
              <a:prstGeom prst="line">
                <a:avLst/>
              </a:prstGeom>
              <a:ln w="12700">
                <a:solidFill>
                  <a:srgbClr val="D74514"/>
                </a:solidFill>
                <a:prstDash val="dash"/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6" name="直接连接符 385">
                <a:extLst>
                  <a:ext uri="{FF2B5EF4-FFF2-40B4-BE49-F238E27FC236}">
                    <a16:creationId xmlns:a16="http://schemas.microsoft.com/office/drawing/2014/main" id="{EC2C1764-8DF8-4D42-9D4F-255F3EC169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95981" y="1432914"/>
                <a:ext cx="2898984" cy="2897070"/>
              </a:xfrm>
              <a:prstGeom prst="line">
                <a:avLst/>
              </a:prstGeom>
              <a:ln w="12700">
                <a:solidFill>
                  <a:srgbClr val="D74514"/>
                </a:solidFill>
                <a:prstDash val="dash"/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7" name="直接连接符 386">
                <a:extLst>
                  <a:ext uri="{FF2B5EF4-FFF2-40B4-BE49-F238E27FC236}">
                    <a16:creationId xmlns:a16="http://schemas.microsoft.com/office/drawing/2014/main" id="{05B81C85-FCDD-40A8-A8DE-1A8F72759B3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972600" y="1184267"/>
                <a:ext cx="2614025" cy="2619781"/>
              </a:xfrm>
              <a:prstGeom prst="line">
                <a:avLst/>
              </a:prstGeom>
              <a:ln w="12700">
                <a:solidFill>
                  <a:srgbClr val="D74514"/>
                </a:solidFill>
                <a:prstDash val="dash"/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8" name="直接连接符 387">
                <a:extLst>
                  <a:ext uri="{FF2B5EF4-FFF2-40B4-BE49-F238E27FC236}">
                    <a16:creationId xmlns:a16="http://schemas.microsoft.com/office/drawing/2014/main" id="{059C88D0-59BF-47BA-B9D7-5F209CCA95D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212245" y="896283"/>
                <a:ext cx="2375034" cy="2372913"/>
              </a:xfrm>
              <a:prstGeom prst="line">
                <a:avLst/>
              </a:prstGeom>
              <a:ln w="12700">
                <a:solidFill>
                  <a:srgbClr val="D74514"/>
                </a:solidFill>
                <a:prstDash val="dash"/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" name="直接连接符 388">
                <a:extLst>
                  <a:ext uri="{FF2B5EF4-FFF2-40B4-BE49-F238E27FC236}">
                    <a16:creationId xmlns:a16="http://schemas.microsoft.com/office/drawing/2014/main" id="{295BE78E-A839-42C6-A7B8-183560A4546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475942" y="635033"/>
                <a:ext cx="2109122" cy="2115947"/>
              </a:xfrm>
              <a:prstGeom prst="line">
                <a:avLst/>
              </a:prstGeom>
              <a:ln w="12700">
                <a:solidFill>
                  <a:srgbClr val="D74514"/>
                </a:solidFill>
                <a:prstDash val="dash"/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0" name="直接连接符 389">
                <a:extLst>
                  <a:ext uri="{FF2B5EF4-FFF2-40B4-BE49-F238E27FC236}">
                    <a16:creationId xmlns:a16="http://schemas.microsoft.com/office/drawing/2014/main" id="{9FBB4B2E-B741-4020-9AD2-37434C96839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745630" y="363835"/>
                <a:ext cx="1837726" cy="1848961"/>
              </a:xfrm>
              <a:prstGeom prst="line">
                <a:avLst/>
              </a:prstGeom>
              <a:ln w="12700">
                <a:solidFill>
                  <a:srgbClr val="D74514"/>
                </a:solidFill>
                <a:prstDash val="dash"/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1" name="矩形 180">
              <a:extLst>
                <a:ext uri="{FF2B5EF4-FFF2-40B4-BE49-F238E27FC236}">
                  <a16:creationId xmlns:a16="http://schemas.microsoft.com/office/drawing/2014/main" id="{080A4EC7-64A3-42CA-A6F7-153CE1FE2053}"/>
                </a:ext>
              </a:extLst>
            </p:cNvPr>
            <p:cNvSpPr/>
            <p:nvPr/>
          </p:nvSpPr>
          <p:spPr>
            <a:xfrm>
              <a:off x="3908522" y="2227985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82" name="矩形 181">
              <a:extLst>
                <a:ext uri="{FF2B5EF4-FFF2-40B4-BE49-F238E27FC236}">
                  <a16:creationId xmlns:a16="http://schemas.microsoft.com/office/drawing/2014/main" id="{F012B193-8615-4C47-90D4-2EE176708CFC}"/>
                </a:ext>
              </a:extLst>
            </p:cNvPr>
            <p:cNvSpPr/>
            <p:nvPr/>
          </p:nvSpPr>
          <p:spPr>
            <a:xfrm>
              <a:off x="4434457" y="2227984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83" name="矩形 182">
              <a:extLst>
                <a:ext uri="{FF2B5EF4-FFF2-40B4-BE49-F238E27FC236}">
                  <a16:creationId xmlns:a16="http://schemas.microsoft.com/office/drawing/2014/main" id="{A9BAD2C9-CCFB-44C2-8116-2D8DDD29E14A}"/>
                </a:ext>
              </a:extLst>
            </p:cNvPr>
            <p:cNvSpPr/>
            <p:nvPr/>
          </p:nvSpPr>
          <p:spPr>
            <a:xfrm>
              <a:off x="4960392" y="2227984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84" name="矩形 183">
              <a:extLst>
                <a:ext uri="{FF2B5EF4-FFF2-40B4-BE49-F238E27FC236}">
                  <a16:creationId xmlns:a16="http://schemas.microsoft.com/office/drawing/2014/main" id="{72DAEE1A-92E6-414A-BD85-814EFD4808CD}"/>
                </a:ext>
              </a:extLst>
            </p:cNvPr>
            <p:cNvSpPr/>
            <p:nvPr/>
          </p:nvSpPr>
          <p:spPr>
            <a:xfrm>
              <a:off x="5486327" y="2227985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85" name="矩形 184">
              <a:extLst>
                <a:ext uri="{FF2B5EF4-FFF2-40B4-BE49-F238E27FC236}">
                  <a16:creationId xmlns:a16="http://schemas.microsoft.com/office/drawing/2014/main" id="{C00EEF18-E0E5-49CC-845B-29F4272F5C30}"/>
                </a:ext>
              </a:extLst>
            </p:cNvPr>
            <p:cNvSpPr/>
            <p:nvPr/>
          </p:nvSpPr>
          <p:spPr>
            <a:xfrm>
              <a:off x="6012262" y="2227984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86" name="矩形 185">
              <a:extLst>
                <a:ext uri="{FF2B5EF4-FFF2-40B4-BE49-F238E27FC236}">
                  <a16:creationId xmlns:a16="http://schemas.microsoft.com/office/drawing/2014/main" id="{8B9465EC-CF08-4BEE-9DF1-DC7B50CA5E0F}"/>
                </a:ext>
              </a:extLst>
            </p:cNvPr>
            <p:cNvSpPr/>
            <p:nvPr/>
          </p:nvSpPr>
          <p:spPr>
            <a:xfrm>
              <a:off x="6538197" y="2227984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87" name="矩形 186">
              <a:extLst>
                <a:ext uri="{FF2B5EF4-FFF2-40B4-BE49-F238E27FC236}">
                  <a16:creationId xmlns:a16="http://schemas.microsoft.com/office/drawing/2014/main" id="{FCAD10B2-4C7C-4F16-9F36-386E43055C85}"/>
                </a:ext>
              </a:extLst>
            </p:cNvPr>
            <p:cNvSpPr/>
            <p:nvPr/>
          </p:nvSpPr>
          <p:spPr>
            <a:xfrm>
              <a:off x="7064132" y="2227983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88" name="矩形 187">
              <a:extLst>
                <a:ext uri="{FF2B5EF4-FFF2-40B4-BE49-F238E27FC236}">
                  <a16:creationId xmlns:a16="http://schemas.microsoft.com/office/drawing/2014/main" id="{D96DAB2A-12F6-442D-B03F-A242D36EE773}"/>
                </a:ext>
              </a:extLst>
            </p:cNvPr>
            <p:cNvSpPr/>
            <p:nvPr/>
          </p:nvSpPr>
          <p:spPr>
            <a:xfrm>
              <a:off x="3908522" y="2753920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89" name="矩形 188">
              <a:extLst>
                <a:ext uri="{FF2B5EF4-FFF2-40B4-BE49-F238E27FC236}">
                  <a16:creationId xmlns:a16="http://schemas.microsoft.com/office/drawing/2014/main" id="{7F388997-F7E7-4B3C-A859-0D2366CE5716}"/>
                </a:ext>
              </a:extLst>
            </p:cNvPr>
            <p:cNvSpPr/>
            <p:nvPr/>
          </p:nvSpPr>
          <p:spPr>
            <a:xfrm>
              <a:off x="4434457" y="2753919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90" name="矩形 189">
              <a:extLst>
                <a:ext uri="{FF2B5EF4-FFF2-40B4-BE49-F238E27FC236}">
                  <a16:creationId xmlns:a16="http://schemas.microsoft.com/office/drawing/2014/main" id="{DBA2AE60-D6A3-499E-8695-7CE8FAE03F55}"/>
                </a:ext>
              </a:extLst>
            </p:cNvPr>
            <p:cNvSpPr/>
            <p:nvPr/>
          </p:nvSpPr>
          <p:spPr>
            <a:xfrm>
              <a:off x="4960392" y="2753919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91" name="矩形 190">
              <a:extLst>
                <a:ext uri="{FF2B5EF4-FFF2-40B4-BE49-F238E27FC236}">
                  <a16:creationId xmlns:a16="http://schemas.microsoft.com/office/drawing/2014/main" id="{07ADC412-3827-48B7-A932-243BA413EB61}"/>
                </a:ext>
              </a:extLst>
            </p:cNvPr>
            <p:cNvSpPr/>
            <p:nvPr/>
          </p:nvSpPr>
          <p:spPr>
            <a:xfrm>
              <a:off x="5486327" y="2753920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92" name="矩形 191">
              <a:extLst>
                <a:ext uri="{FF2B5EF4-FFF2-40B4-BE49-F238E27FC236}">
                  <a16:creationId xmlns:a16="http://schemas.microsoft.com/office/drawing/2014/main" id="{1ABDD227-C376-449F-B9AA-36DF1027F06F}"/>
                </a:ext>
              </a:extLst>
            </p:cNvPr>
            <p:cNvSpPr/>
            <p:nvPr/>
          </p:nvSpPr>
          <p:spPr>
            <a:xfrm>
              <a:off x="6012262" y="2753919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93" name="矩形 192">
              <a:extLst>
                <a:ext uri="{FF2B5EF4-FFF2-40B4-BE49-F238E27FC236}">
                  <a16:creationId xmlns:a16="http://schemas.microsoft.com/office/drawing/2014/main" id="{F5A84035-6529-43CA-B3F3-3F53C2F4F006}"/>
                </a:ext>
              </a:extLst>
            </p:cNvPr>
            <p:cNvSpPr/>
            <p:nvPr/>
          </p:nvSpPr>
          <p:spPr>
            <a:xfrm>
              <a:off x="6538197" y="2753919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94" name="矩形 193">
              <a:extLst>
                <a:ext uri="{FF2B5EF4-FFF2-40B4-BE49-F238E27FC236}">
                  <a16:creationId xmlns:a16="http://schemas.microsoft.com/office/drawing/2014/main" id="{01BBEEBE-83CA-4D0B-8628-30A45B2F0F8E}"/>
                </a:ext>
              </a:extLst>
            </p:cNvPr>
            <p:cNvSpPr/>
            <p:nvPr/>
          </p:nvSpPr>
          <p:spPr>
            <a:xfrm>
              <a:off x="7064132" y="2753918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95" name="矩形 194">
              <a:extLst>
                <a:ext uri="{FF2B5EF4-FFF2-40B4-BE49-F238E27FC236}">
                  <a16:creationId xmlns:a16="http://schemas.microsoft.com/office/drawing/2014/main" id="{8BC21A58-1871-419B-B7FF-E8CC2298F85A}"/>
                </a:ext>
              </a:extLst>
            </p:cNvPr>
            <p:cNvSpPr/>
            <p:nvPr/>
          </p:nvSpPr>
          <p:spPr>
            <a:xfrm>
              <a:off x="3908522" y="3279855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96" name="矩形 195">
              <a:extLst>
                <a:ext uri="{FF2B5EF4-FFF2-40B4-BE49-F238E27FC236}">
                  <a16:creationId xmlns:a16="http://schemas.microsoft.com/office/drawing/2014/main" id="{4A3F99D1-C340-4156-997C-99C4AEF0F061}"/>
                </a:ext>
              </a:extLst>
            </p:cNvPr>
            <p:cNvSpPr/>
            <p:nvPr/>
          </p:nvSpPr>
          <p:spPr>
            <a:xfrm>
              <a:off x="4434457" y="3279854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97" name="矩形 196">
              <a:extLst>
                <a:ext uri="{FF2B5EF4-FFF2-40B4-BE49-F238E27FC236}">
                  <a16:creationId xmlns:a16="http://schemas.microsoft.com/office/drawing/2014/main" id="{BEA0F135-0D75-48FD-80E1-213ECB2CDE32}"/>
                </a:ext>
              </a:extLst>
            </p:cNvPr>
            <p:cNvSpPr/>
            <p:nvPr/>
          </p:nvSpPr>
          <p:spPr>
            <a:xfrm>
              <a:off x="4960392" y="3279854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98" name="矩形 197">
              <a:extLst>
                <a:ext uri="{FF2B5EF4-FFF2-40B4-BE49-F238E27FC236}">
                  <a16:creationId xmlns:a16="http://schemas.microsoft.com/office/drawing/2014/main" id="{A959DAAD-BFB9-42AC-8D37-0EEA0DE4A555}"/>
                </a:ext>
              </a:extLst>
            </p:cNvPr>
            <p:cNvSpPr/>
            <p:nvPr/>
          </p:nvSpPr>
          <p:spPr>
            <a:xfrm>
              <a:off x="5486327" y="3279855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199" name="矩形 198">
              <a:extLst>
                <a:ext uri="{FF2B5EF4-FFF2-40B4-BE49-F238E27FC236}">
                  <a16:creationId xmlns:a16="http://schemas.microsoft.com/office/drawing/2014/main" id="{905F724C-BF56-461A-AD6C-FD98EAC8923C}"/>
                </a:ext>
              </a:extLst>
            </p:cNvPr>
            <p:cNvSpPr/>
            <p:nvPr/>
          </p:nvSpPr>
          <p:spPr>
            <a:xfrm>
              <a:off x="6012262" y="3279854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200" name="矩形 199">
              <a:extLst>
                <a:ext uri="{FF2B5EF4-FFF2-40B4-BE49-F238E27FC236}">
                  <a16:creationId xmlns:a16="http://schemas.microsoft.com/office/drawing/2014/main" id="{E8173468-0525-46A1-983B-76FE662442C5}"/>
                </a:ext>
              </a:extLst>
            </p:cNvPr>
            <p:cNvSpPr/>
            <p:nvPr/>
          </p:nvSpPr>
          <p:spPr>
            <a:xfrm>
              <a:off x="6538197" y="3279854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201" name="矩形 200">
              <a:extLst>
                <a:ext uri="{FF2B5EF4-FFF2-40B4-BE49-F238E27FC236}">
                  <a16:creationId xmlns:a16="http://schemas.microsoft.com/office/drawing/2014/main" id="{DD39F162-6EA0-4A43-94B1-A5BAE1C52592}"/>
                </a:ext>
              </a:extLst>
            </p:cNvPr>
            <p:cNvSpPr/>
            <p:nvPr/>
          </p:nvSpPr>
          <p:spPr>
            <a:xfrm>
              <a:off x="7064132" y="3279853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202" name="矩形 201">
              <a:extLst>
                <a:ext uri="{FF2B5EF4-FFF2-40B4-BE49-F238E27FC236}">
                  <a16:creationId xmlns:a16="http://schemas.microsoft.com/office/drawing/2014/main" id="{AD846FC5-E5BE-4E48-B096-8C8678B57357}"/>
                </a:ext>
              </a:extLst>
            </p:cNvPr>
            <p:cNvSpPr/>
            <p:nvPr/>
          </p:nvSpPr>
          <p:spPr>
            <a:xfrm>
              <a:off x="3908522" y="3805789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203" name="矩形 202">
              <a:extLst>
                <a:ext uri="{FF2B5EF4-FFF2-40B4-BE49-F238E27FC236}">
                  <a16:creationId xmlns:a16="http://schemas.microsoft.com/office/drawing/2014/main" id="{FFD4EEED-15C8-4B1B-98B5-923DD6C07933}"/>
                </a:ext>
              </a:extLst>
            </p:cNvPr>
            <p:cNvSpPr/>
            <p:nvPr/>
          </p:nvSpPr>
          <p:spPr>
            <a:xfrm>
              <a:off x="4434457" y="3805788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204" name="矩形 203">
              <a:extLst>
                <a:ext uri="{FF2B5EF4-FFF2-40B4-BE49-F238E27FC236}">
                  <a16:creationId xmlns:a16="http://schemas.microsoft.com/office/drawing/2014/main" id="{604177FF-AE54-4DE6-A6CF-489FAFFA67B9}"/>
                </a:ext>
              </a:extLst>
            </p:cNvPr>
            <p:cNvSpPr/>
            <p:nvPr/>
          </p:nvSpPr>
          <p:spPr>
            <a:xfrm>
              <a:off x="4960392" y="3805788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205" name="矩形 204">
              <a:extLst>
                <a:ext uri="{FF2B5EF4-FFF2-40B4-BE49-F238E27FC236}">
                  <a16:creationId xmlns:a16="http://schemas.microsoft.com/office/drawing/2014/main" id="{B4751AA6-EA01-4071-83E8-924C8F64E837}"/>
                </a:ext>
              </a:extLst>
            </p:cNvPr>
            <p:cNvSpPr/>
            <p:nvPr/>
          </p:nvSpPr>
          <p:spPr>
            <a:xfrm>
              <a:off x="5486327" y="3805789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206" name="矩形 205">
              <a:extLst>
                <a:ext uri="{FF2B5EF4-FFF2-40B4-BE49-F238E27FC236}">
                  <a16:creationId xmlns:a16="http://schemas.microsoft.com/office/drawing/2014/main" id="{BB671EA8-A90A-42D0-BEEA-B5265A6ECD94}"/>
                </a:ext>
              </a:extLst>
            </p:cNvPr>
            <p:cNvSpPr/>
            <p:nvPr/>
          </p:nvSpPr>
          <p:spPr>
            <a:xfrm>
              <a:off x="6012262" y="3805788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207" name="矩形 206">
              <a:extLst>
                <a:ext uri="{FF2B5EF4-FFF2-40B4-BE49-F238E27FC236}">
                  <a16:creationId xmlns:a16="http://schemas.microsoft.com/office/drawing/2014/main" id="{B41AE743-457C-4FCF-B0E0-FEB387816DC0}"/>
                </a:ext>
              </a:extLst>
            </p:cNvPr>
            <p:cNvSpPr/>
            <p:nvPr/>
          </p:nvSpPr>
          <p:spPr>
            <a:xfrm>
              <a:off x="6538197" y="3805788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208" name="矩形 207">
              <a:extLst>
                <a:ext uri="{FF2B5EF4-FFF2-40B4-BE49-F238E27FC236}">
                  <a16:creationId xmlns:a16="http://schemas.microsoft.com/office/drawing/2014/main" id="{7B396E6D-9BB4-4A6F-A291-891DE79086EB}"/>
                </a:ext>
              </a:extLst>
            </p:cNvPr>
            <p:cNvSpPr/>
            <p:nvPr/>
          </p:nvSpPr>
          <p:spPr>
            <a:xfrm>
              <a:off x="7064132" y="3805787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209" name="矩形 208">
              <a:extLst>
                <a:ext uri="{FF2B5EF4-FFF2-40B4-BE49-F238E27FC236}">
                  <a16:creationId xmlns:a16="http://schemas.microsoft.com/office/drawing/2014/main" id="{202687E6-44C0-4768-A060-0E9CE52D842F}"/>
                </a:ext>
              </a:extLst>
            </p:cNvPr>
            <p:cNvSpPr/>
            <p:nvPr/>
          </p:nvSpPr>
          <p:spPr>
            <a:xfrm>
              <a:off x="3908522" y="4331724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210" name="矩形 209">
              <a:extLst>
                <a:ext uri="{FF2B5EF4-FFF2-40B4-BE49-F238E27FC236}">
                  <a16:creationId xmlns:a16="http://schemas.microsoft.com/office/drawing/2014/main" id="{46B722B7-D804-4DE0-9B96-431F24258BD5}"/>
                </a:ext>
              </a:extLst>
            </p:cNvPr>
            <p:cNvSpPr/>
            <p:nvPr/>
          </p:nvSpPr>
          <p:spPr>
            <a:xfrm>
              <a:off x="4434457" y="4331723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211" name="矩形 210">
              <a:extLst>
                <a:ext uri="{FF2B5EF4-FFF2-40B4-BE49-F238E27FC236}">
                  <a16:creationId xmlns:a16="http://schemas.microsoft.com/office/drawing/2014/main" id="{BDBFF0EB-7EF8-4923-849F-B442B8F0EA6E}"/>
                </a:ext>
              </a:extLst>
            </p:cNvPr>
            <p:cNvSpPr/>
            <p:nvPr/>
          </p:nvSpPr>
          <p:spPr>
            <a:xfrm>
              <a:off x="4960392" y="4331723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212" name="矩形 211">
              <a:extLst>
                <a:ext uri="{FF2B5EF4-FFF2-40B4-BE49-F238E27FC236}">
                  <a16:creationId xmlns:a16="http://schemas.microsoft.com/office/drawing/2014/main" id="{4B1CBC6C-58FF-4E6B-84DB-490DE7B7DC84}"/>
                </a:ext>
              </a:extLst>
            </p:cNvPr>
            <p:cNvSpPr/>
            <p:nvPr/>
          </p:nvSpPr>
          <p:spPr>
            <a:xfrm>
              <a:off x="5486327" y="4331724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213" name="矩形 212">
              <a:extLst>
                <a:ext uri="{FF2B5EF4-FFF2-40B4-BE49-F238E27FC236}">
                  <a16:creationId xmlns:a16="http://schemas.microsoft.com/office/drawing/2014/main" id="{D36C3E1D-CA26-4D84-B6CD-FF65E080B104}"/>
                </a:ext>
              </a:extLst>
            </p:cNvPr>
            <p:cNvSpPr/>
            <p:nvPr/>
          </p:nvSpPr>
          <p:spPr>
            <a:xfrm>
              <a:off x="6012262" y="4331723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214" name="矩形 213">
              <a:extLst>
                <a:ext uri="{FF2B5EF4-FFF2-40B4-BE49-F238E27FC236}">
                  <a16:creationId xmlns:a16="http://schemas.microsoft.com/office/drawing/2014/main" id="{A998EE2A-4249-4962-847F-C1DCF19CC55F}"/>
                </a:ext>
              </a:extLst>
            </p:cNvPr>
            <p:cNvSpPr/>
            <p:nvPr/>
          </p:nvSpPr>
          <p:spPr>
            <a:xfrm>
              <a:off x="6538197" y="4331723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215" name="矩形 214">
              <a:extLst>
                <a:ext uri="{FF2B5EF4-FFF2-40B4-BE49-F238E27FC236}">
                  <a16:creationId xmlns:a16="http://schemas.microsoft.com/office/drawing/2014/main" id="{77F6980A-3857-4F68-BA28-9A3460C6C754}"/>
                </a:ext>
              </a:extLst>
            </p:cNvPr>
            <p:cNvSpPr/>
            <p:nvPr/>
          </p:nvSpPr>
          <p:spPr>
            <a:xfrm>
              <a:off x="7064132" y="4331722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216" name="矩形 215">
              <a:extLst>
                <a:ext uri="{FF2B5EF4-FFF2-40B4-BE49-F238E27FC236}">
                  <a16:creationId xmlns:a16="http://schemas.microsoft.com/office/drawing/2014/main" id="{8D90AF2E-69C3-4DD9-A8EA-9375D84C5BFD}"/>
                </a:ext>
              </a:extLst>
            </p:cNvPr>
            <p:cNvSpPr/>
            <p:nvPr/>
          </p:nvSpPr>
          <p:spPr>
            <a:xfrm>
              <a:off x="3908522" y="4857659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217" name="矩形 216">
              <a:extLst>
                <a:ext uri="{FF2B5EF4-FFF2-40B4-BE49-F238E27FC236}">
                  <a16:creationId xmlns:a16="http://schemas.microsoft.com/office/drawing/2014/main" id="{7A90837B-EFC2-43D2-9193-5F0F7B002DB4}"/>
                </a:ext>
              </a:extLst>
            </p:cNvPr>
            <p:cNvSpPr/>
            <p:nvPr/>
          </p:nvSpPr>
          <p:spPr>
            <a:xfrm>
              <a:off x="4434457" y="4857658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218" name="矩形 217">
              <a:extLst>
                <a:ext uri="{FF2B5EF4-FFF2-40B4-BE49-F238E27FC236}">
                  <a16:creationId xmlns:a16="http://schemas.microsoft.com/office/drawing/2014/main" id="{FEE6858A-28FC-4178-98B3-9BF7E6F50500}"/>
                </a:ext>
              </a:extLst>
            </p:cNvPr>
            <p:cNvSpPr/>
            <p:nvPr/>
          </p:nvSpPr>
          <p:spPr>
            <a:xfrm>
              <a:off x="4960392" y="4857658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219" name="矩形 218">
              <a:extLst>
                <a:ext uri="{FF2B5EF4-FFF2-40B4-BE49-F238E27FC236}">
                  <a16:creationId xmlns:a16="http://schemas.microsoft.com/office/drawing/2014/main" id="{7D3C4D34-CB9D-49D7-A145-0B7B2658691D}"/>
                </a:ext>
              </a:extLst>
            </p:cNvPr>
            <p:cNvSpPr/>
            <p:nvPr/>
          </p:nvSpPr>
          <p:spPr>
            <a:xfrm>
              <a:off x="5486327" y="4857659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220" name="矩形 219">
              <a:extLst>
                <a:ext uri="{FF2B5EF4-FFF2-40B4-BE49-F238E27FC236}">
                  <a16:creationId xmlns:a16="http://schemas.microsoft.com/office/drawing/2014/main" id="{5D0F9C83-52B5-4CFA-B830-3F808AF6F37F}"/>
                </a:ext>
              </a:extLst>
            </p:cNvPr>
            <p:cNvSpPr/>
            <p:nvPr/>
          </p:nvSpPr>
          <p:spPr>
            <a:xfrm>
              <a:off x="6012262" y="4857658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221" name="矩形 220">
              <a:extLst>
                <a:ext uri="{FF2B5EF4-FFF2-40B4-BE49-F238E27FC236}">
                  <a16:creationId xmlns:a16="http://schemas.microsoft.com/office/drawing/2014/main" id="{781EC8F7-8C4B-45E2-BCFE-0BB62AF55282}"/>
                </a:ext>
              </a:extLst>
            </p:cNvPr>
            <p:cNvSpPr/>
            <p:nvPr/>
          </p:nvSpPr>
          <p:spPr>
            <a:xfrm>
              <a:off x="6538197" y="4857658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sp>
          <p:nvSpPr>
            <p:cNvPr id="222" name="矩形 221">
              <a:extLst>
                <a:ext uri="{FF2B5EF4-FFF2-40B4-BE49-F238E27FC236}">
                  <a16:creationId xmlns:a16="http://schemas.microsoft.com/office/drawing/2014/main" id="{B3802EEC-108D-42C4-B4C1-565978632C4D}"/>
                </a:ext>
              </a:extLst>
            </p:cNvPr>
            <p:cNvSpPr/>
            <p:nvPr/>
          </p:nvSpPr>
          <p:spPr>
            <a:xfrm>
              <a:off x="7064132" y="4857657"/>
              <a:ext cx="525935" cy="525935"/>
            </a:xfrm>
            <a:prstGeom prst="rect">
              <a:avLst/>
            </a:prstGeom>
            <a:noFill/>
            <a:ln w="38100">
              <a:solidFill>
                <a:srgbClr val="FDEF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D74514"/>
                </a:solidFill>
                <a:latin typeface="JetBrains Mono" panose="02000009000000000000" pitchFamily="49" charset="0"/>
                <a:ea typeface="微软雅黑" panose="020B0503020204020204" pitchFamily="34" charset="-122"/>
                <a:cs typeface="JetBrains Mono" panose="02000009000000000000" pitchFamily="49" charset="0"/>
              </a:endParaRPr>
            </a:p>
          </p:txBody>
        </p:sp>
        <p:cxnSp>
          <p:nvCxnSpPr>
            <p:cNvPr id="223" name="直接连接符 222">
              <a:extLst>
                <a:ext uri="{FF2B5EF4-FFF2-40B4-BE49-F238E27FC236}">
                  <a16:creationId xmlns:a16="http://schemas.microsoft.com/office/drawing/2014/main" id="{713B65E3-F4FD-4F32-8DA4-B24D2AD4E131}"/>
                </a:ext>
              </a:extLst>
            </p:cNvPr>
            <p:cNvCxnSpPr>
              <a:cxnSpLocks/>
            </p:cNvCxnSpPr>
            <p:nvPr/>
          </p:nvCxnSpPr>
          <p:spPr>
            <a:xfrm>
              <a:off x="4960391" y="2227983"/>
              <a:ext cx="432000" cy="432000"/>
            </a:xfrm>
            <a:prstGeom prst="line">
              <a:avLst/>
            </a:prstGeom>
            <a:ln w="38100">
              <a:solidFill>
                <a:srgbClr val="0070C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直接连接符 223">
              <a:extLst>
                <a:ext uri="{FF2B5EF4-FFF2-40B4-BE49-F238E27FC236}">
                  <a16:creationId xmlns:a16="http://schemas.microsoft.com/office/drawing/2014/main" id="{65C39BCD-DD11-48D5-AC0D-A9FC1C9D4D28}"/>
                </a:ext>
              </a:extLst>
            </p:cNvPr>
            <p:cNvCxnSpPr>
              <a:cxnSpLocks/>
            </p:cNvCxnSpPr>
            <p:nvPr/>
          </p:nvCxnSpPr>
          <p:spPr>
            <a:xfrm>
              <a:off x="4434455" y="2753916"/>
              <a:ext cx="440822" cy="444775"/>
            </a:xfrm>
            <a:prstGeom prst="line">
              <a:avLst/>
            </a:prstGeom>
            <a:ln w="38100">
              <a:solidFill>
                <a:srgbClr val="A3D8FF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直接连接符 224">
              <a:extLst>
                <a:ext uri="{FF2B5EF4-FFF2-40B4-BE49-F238E27FC236}">
                  <a16:creationId xmlns:a16="http://schemas.microsoft.com/office/drawing/2014/main" id="{FCF3D702-AE98-480D-A1AA-041F851AF960}"/>
                </a:ext>
              </a:extLst>
            </p:cNvPr>
            <p:cNvCxnSpPr>
              <a:cxnSpLocks/>
              <a:endCxn id="318" idx="1"/>
            </p:cNvCxnSpPr>
            <p:nvPr/>
          </p:nvCxnSpPr>
          <p:spPr>
            <a:xfrm>
              <a:off x="6012262" y="2753915"/>
              <a:ext cx="448376" cy="432641"/>
            </a:xfrm>
            <a:prstGeom prst="line">
              <a:avLst/>
            </a:prstGeom>
            <a:ln w="38100">
              <a:solidFill>
                <a:srgbClr val="A3D8FF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直接连接符 225">
              <a:extLst>
                <a:ext uri="{FF2B5EF4-FFF2-40B4-BE49-F238E27FC236}">
                  <a16:creationId xmlns:a16="http://schemas.microsoft.com/office/drawing/2014/main" id="{AB830E3A-E2A6-4DAC-8ADD-5C1BD9990C79}"/>
                </a:ext>
              </a:extLst>
            </p:cNvPr>
            <p:cNvCxnSpPr>
              <a:cxnSpLocks/>
            </p:cNvCxnSpPr>
            <p:nvPr/>
          </p:nvCxnSpPr>
          <p:spPr>
            <a:xfrm>
              <a:off x="7063377" y="3275902"/>
              <a:ext cx="444538" cy="444771"/>
            </a:xfrm>
            <a:prstGeom prst="line">
              <a:avLst/>
            </a:prstGeom>
            <a:ln w="38100">
              <a:solidFill>
                <a:srgbClr val="A3D8FF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直接连接符 226">
              <a:extLst>
                <a:ext uri="{FF2B5EF4-FFF2-40B4-BE49-F238E27FC236}">
                  <a16:creationId xmlns:a16="http://schemas.microsoft.com/office/drawing/2014/main" id="{518ACB75-D49A-4ADC-AFCE-61655A81302E}"/>
                </a:ext>
              </a:extLst>
            </p:cNvPr>
            <p:cNvCxnSpPr>
              <a:cxnSpLocks/>
            </p:cNvCxnSpPr>
            <p:nvPr/>
          </p:nvCxnSpPr>
          <p:spPr>
            <a:xfrm>
              <a:off x="3908519" y="3279856"/>
              <a:ext cx="976675" cy="972116"/>
            </a:xfrm>
            <a:prstGeom prst="line">
              <a:avLst/>
            </a:prstGeom>
            <a:ln w="38100">
              <a:solidFill>
                <a:srgbClr val="A3D8FF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直接连接符 227">
              <a:extLst>
                <a:ext uri="{FF2B5EF4-FFF2-40B4-BE49-F238E27FC236}">
                  <a16:creationId xmlns:a16="http://schemas.microsoft.com/office/drawing/2014/main" id="{2FFB9F32-E418-46AC-B07B-BF905B3E5EC4}"/>
                </a:ext>
              </a:extLst>
            </p:cNvPr>
            <p:cNvCxnSpPr>
              <a:cxnSpLocks/>
            </p:cNvCxnSpPr>
            <p:nvPr/>
          </p:nvCxnSpPr>
          <p:spPr>
            <a:xfrm>
              <a:off x="5486324" y="3279856"/>
              <a:ext cx="969758" cy="966937"/>
            </a:xfrm>
            <a:prstGeom prst="line">
              <a:avLst/>
            </a:prstGeom>
            <a:ln w="38100">
              <a:solidFill>
                <a:srgbClr val="0070C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直接连接符 228">
              <a:extLst>
                <a:ext uri="{FF2B5EF4-FFF2-40B4-BE49-F238E27FC236}">
                  <a16:creationId xmlns:a16="http://schemas.microsoft.com/office/drawing/2014/main" id="{BB0526AE-4C3C-4B93-92F2-D5AE92307601}"/>
                </a:ext>
              </a:extLst>
            </p:cNvPr>
            <p:cNvCxnSpPr>
              <a:cxnSpLocks/>
            </p:cNvCxnSpPr>
            <p:nvPr/>
          </p:nvCxnSpPr>
          <p:spPr>
            <a:xfrm>
              <a:off x="7056018" y="4324658"/>
              <a:ext cx="453177" cy="447843"/>
            </a:xfrm>
            <a:prstGeom prst="line">
              <a:avLst/>
            </a:prstGeom>
            <a:ln w="38100">
              <a:solidFill>
                <a:srgbClr val="0070C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直接连接符 229">
              <a:extLst>
                <a:ext uri="{FF2B5EF4-FFF2-40B4-BE49-F238E27FC236}">
                  <a16:creationId xmlns:a16="http://schemas.microsoft.com/office/drawing/2014/main" id="{F05D24C1-A95D-400F-8AFF-243B218E1648}"/>
                </a:ext>
              </a:extLst>
            </p:cNvPr>
            <p:cNvCxnSpPr/>
            <p:nvPr/>
          </p:nvCxnSpPr>
          <p:spPr>
            <a:xfrm>
              <a:off x="3908517" y="4331722"/>
              <a:ext cx="525935" cy="525935"/>
            </a:xfrm>
            <a:prstGeom prst="line">
              <a:avLst/>
            </a:prstGeom>
            <a:ln w="38100">
              <a:solidFill>
                <a:srgbClr val="A3D8FF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直接连接符 230">
              <a:extLst>
                <a:ext uri="{FF2B5EF4-FFF2-40B4-BE49-F238E27FC236}">
                  <a16:creationId xmlns:a16="http://schemas.microsoft.com/office/drawing/2014/main" id="{C61B9442-A906-476D-970E-64646F60A33B}"/>
                </a:ext>
              </a:extLst>
            </p:cNvPr>
            <p:cNvCxnSpPr>
              <a:cxnSpLocks/>
            </p:cNvCxnSpPr>
            <p:nvPr/>
          </p:nvCxnSpPr>
          <p:spPr>
            <a:xfrm>
              <a:off x="4960385" y="4857656"/>
              <a:ext cx="444077" cy="430427"/>
            </a:xfrm>
            <a:prstGeom prst="line">
              <a:avLst/>
            </a:prstGeom>
            <a:ln w="38100">
              <a:solidFill>
                <a:srgbClr val="A3D8FF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直接连接符 231">
              <a:extLst>
                <a:ext uri="{FF2B5EF4-FFF2-40B4-BE49-F238E27FC236}">
                  <a16:creationId xmlns:a16="http://schemas.microsoft.com/office/drawing/2014/main" id="{D404B304-6DB7-4458-ACF5-E14154CCF04D}"/>
                </a:ext>
              </a:extLst>
            </p:cNvPr>
            <p:cNvCxnSpPr>
              <a:cxnSpLocks/>
            </p:cNvCxnSpPr>
            <p:nvPr/>
          </p:nvCxnSpPr>
          <p:spPr>
            <a:xfrm>
              <a:off x="5486319" y="4331719"/>
              <a:ext cx="447705" cy="444361"/>
            </a:xfrm>
            <a:prstGeom prst="line">
              <a:avLst/>
            </a:prstGeom>
            <a:ln w="38100">
              <a:solidFill>
                <a:srgbClr val="A3D8FF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3" name="组合 232">
              <a:extLst>
                <a:ext uri="{FF2B5EF4-FFF2-40B4-BE49-F238E27FC236}">
                  <a16:creationId xmlns:a16="http://schemas.microsoft.com/office/drawing/2014/main" id="{7DCF12C4-A16F-49A8-AC6F-00C8B2BAF4FB}"/>
                </a:ext>
              </a:extLst>
            </p:cNvPr>
            <p:cNvGrpSpPr/>
            <p:nvPr/>
          </p:nvGrpSpPr>
          <p:grpSpPr>
            <a:xfrm>
              <a:off x="3758045" y="1794668"/>
              <a:ext cx="3981174" cy="369332"/>
              <a:chOff x="5729720" y="203993"/>
              <a:chExt cx="3981174" cy="369332"/>
            </a:xfrm>
          </p:grpSpPr>
          <p:sp>
            <p:nvSpPr>
              <p:cNvPr id="370" name="文本框 369">
                <a:extLst>
                  <a:ext uri="{FF2B5EF4-FFF2-40B4-BE49-F238E27FC236}">
                    <a16:creationId xmlns:a16="http://schemas.microsoft.com/office/drawing/2014/main" id="{D68BD362-80EE-4524-8038-2DAEE78CAD4E}"/>
                  </a:ext>
                </a:extLst>
              </p:cNvPr>
              <p:cNvSpPr txBox="1"/>
              <p:nvPr/>
            </p:nvSpPr>
            <p:spPr>
              <a:xfrm>
                <a:off x="5729720" y="20399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0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71" name="文本框 370">
                <a:extLst>
                  <a:ext uri="{FF2B5EF4-FFF2-40B4-BE49-F238E27FC236}">
                    <a16:creationId xmlns:a16="http://schemas.microsoft.com/office/drawing/2014/main" id="{72F6D018-8D86-4EDA-910E-5657CDF89E61}"/>
                  </a:ext>
                </a:extLst>
              </p:cNvPr>
              <p:cNvSpPr txBox="1"/>
              <p:nvPr/>
            </p:nvSpPr>
            <p:spPr>
              <a:xfrm>
                <a:off x="6255655" y="20399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1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72" name="文本框 371">
                <a:extLst>
                  <a:ext uri="{FF2B5EF4-FFF2-40B4-BE49-F238E27FC236}">
                    <a16:creationId xmlns:a16="http://schemas.microsoft.com/office/drawing/2014/main" id="{9899EA34-2607-4F8C-86DE-059B565C80C3}"/>
                  </a:ext>
                </a:extLst>
              </p:cNvPr>
              <p:cNvSpPr txBox="1"/>
              <p:nvPr/>
            </p:nvSpPr>
            <p:spPr>
              <a:xfrm>
                <a:off x="6781590" y="20399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2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73" name="文本框 372">
                <a:extLst>
                  <a:ext uri="{FF2B5EF4-FFF2-40B4-BE49-F238E27FC236}">
                    <a16:creationId xmlns:a16="http://schemas.microsoft.com/office/drawing/2014/main" id="{001E6D94-CB70-4539-8F65-0B6CCC11460E}"/>
                  </a:ext>
                </a:extLst>
              </p:cNvPr>
              <p:cNvSpPr txBox="1"/>
              <p:nvPr/>
            </p:nvSpPr>
            <p:spPr>
              <a:xfrm>
                <a:off x="7307528" y="20399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3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74" name="文本框 373">
                <a:extLst>
                  <a:ext uri="{FF2B5EF4-FFF2-40B4-BE49-F238E27FC236}">
                    <a16:creationId xmlns:a16="http://schemas.microsoft.com/office/drawing/2014/main" id="{0320577A-810A-43C6-B9B9-44E0DF4C7D1F}"/>
                  </a:ext>
                </a:extLst>
              </p:cNvPr>
              <p:cNvSpPr txBox="1"/>
              <p:nvPr/>
            </p:nvSpPr>
            <p:spPr>
              <a:xfrm>
                <a:off x="7833463" y="20399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4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75" name="文本框 374">
                <a:extLst>
                  <a:ext uri="{FF2B5EF4-FFF2-40B4-BE49-F238E27FC236}">
                    <a16:creationId xmlns:a16="http://schemas.microsoft.com/office/drawing/2014/main" id="{8232E069-5E12-47DE-8E82-6E6C97063128}"/>
                  </a:ext>
                </a:extLst>
              </p:cNvPr>
              <p:cNvSpPr txBox="1"/>
              <p:nvPr/>
            </p:nvSpPr>
            <p:spPr>
              <a:xfrm>
                <a:off x="8359398" y="20399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5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76" name="文本框 375">
                <a:extLst>
                  <a:ext uri="{FF2B5EF4-FFF2-40B4-BE49-F238E27FC236}">
                    <a16:creationId xmlns:a16="http://schemas.microsoft.com/office/drawing/2014/main" id="{5E37A059-39E3-48AB-B39B-2FF0B651A93D}"/>
                  </a:ext>
                </a:extLst>
              </p:cNvPr>
              <p:cNvSpPr txBox="1"/>
              <p:nvPr/>
            </p:nvSpPr>
            <p:spPr>
              <a:xfrm>
                <a:off x="8884016" y="20399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6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77" name="文本框 376">
                <a:extLst>
                  <a:ext uri="{FF2B5EF4-FFF2-40B4-BE49-F238E27FC236}">
                    <a16:creationId xmlns:a16="http://schemas.microsoft.com/office/drawing/2014/main" id="{A6259835-89BA-45C2-95C6-AFC02E87C6AA}"/>
                  </a:ext>
                </a:extLst>
              </p:cNvPr>
              <p:cNvSpPr txBox="1"/>
              <p:nvPr/>
            </p:nvSpPr>
            <p:spPr>
              <a:xfrm>
                <a:off x="9409951" y="20399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7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grpSp>
          <p:nvGrpSpPr>
            <p:cNvPr id="234" name="组合 233">
              <a:extLst>
                <a:ext uri="{FF2B5EF4-FFF2-40B4-BE49-F238E27FC236}">
                  <a16:creationId xmlns:a16="http://schemas.microsoft.com/office/drawing/2014/main" id="{AA1166EA-A497-4E4B-AD56-4DA831734D69}"/>
                </a:ext>
              </a:extLst>
            </p:cNvPr>
            <p:cNvGrpSpPr/>
            <p:nvPr/>
          </p:nvGrpSpPr>
          <p:grpSpPr>
            <a:xfrm>
              <a:off x="3533049" y="2043317"/>
              <a:ext cx="300944" cy="3524855"/>
              <a:chOff x="5504724" y="452642"/>
              <a:chExt cx="300944" cy="3524855"/>
            </a:xfrm>
          </p:grpSpPr>
          <p:sp>
            <p:nvSpPr>
              <p:cNvPr id="363" name="文本框 362">
                <a:extLst>
                  <a:ext uri="{FF2B5EF4-FFF2-40B4-BE49-F238E27FC236}">
                    <a16:creationId xmlns:a16="http://schemas.microsoft.com/office/drawing/2014/main" id="{AF2B7124-48BB-4AC5-A9C8-D10C0C9FBF32}"/>
                  </a:ext>
                </a:extLst>
              </p:cNvPr>
              <p:cNvSpPr txBox="1"/>
              <p:nvPr/>
            </p:nvSpPr>
            <p:spPr>
              <a:xfrm>
                <a:off x="5504725" y="452642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0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64" name="文本框 363">
                <a:extLst>
                  <a:ext uri="{FF2B5EF4-FFF2-40B4-BE49-F238E27FC236}">
                    <a16:creationId xmlns:a16="http://schemas.microsoft.com/office/drawing/2014/main" id="{4B2066AB-BEDC-414D-9083-5840EA76D003}"/>
                  </a:ext>
                </a:extLst>
              </p:cNvPr>
              <p:cNvSpPr txBox="1"/>
              <p:nvPr/>
            </p:nvSpPr>
            <p:spPr>
              <a:xfrm>
                <a:off x="5504725" y="97857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1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65" name="文本框 364">
                <a:extLst>
                  <a:ext uri="{FF2B5EF4-FFF2-40B4-BE49-F238E27FC236}">
                    <a16:creationId xmlns:a16="http://schemas.microsoft.com/office/drawing/2014/main" id="{14C48911-967B-4ECB-BD77-82347D601606}"/>
                  </a:ext>
                </a:extLst>
              </p:cNvPr>
              <p:cNvSpPr txBox="1"/>
              <p:nvPr/>
            </p:nvSpPr>
            <p:spPr>
              <a:xfrm>
                <a:off x="5504725" y="1504504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2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66" name="文本框 365">
                <a:extLst>
                  <a:ext uri="{FF2B5EF4-FFF2-40B4-BE49-F238E27FC236}">
                    <a16:creationId xmlns:a16="http://schemas.microsoft.com/office/drawing/2014/main" id="{CCB9B2BD-5EA1-41E4-8E55-5EA327CBE5E4}"/>
                  </a:ext>
                </a:extLst>
              </p:cNvPr>
              <p:cNvSpPr txBox="1"/>
              <p:nvPr/>
            </p:nvSpPr>
            <p:spPr>
              <a:xfrm>
                <a:off x="5504725" y="2030372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3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67" name="文本框 366">
                <a:extLst>
                  <a:ext uri="{FF2B5EF4-FFF2-40B4-BE49-F238E27FC236}">
                    <a16:creationId xmlns:a16="http://schemas.microsoft.com/office/drawing/2014/main" id="{42C50573-7CF2-4005-ADCD-60E8CE88CF61}"/>
                  </a:ext>
                </a:extLst>
              </p:cNvPr>
              <p:cNvSpPr txBox="1"/>
              <p:nvPr/>
            </p:nvSpPr>
            <p:spPr>
              <a:xfrm>
                <a:off x="5504725" y="255630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4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68" name="文本框 367">
                <a:extLst>
                  <a:ext uri="{FF2B5EF4-FFF2-40B4-BE49-F238E27FC236}">
                    <a16:creationId xmlns:a16="http://schemas.microsoft.com/office/drawing/2014/main" id="{48B51A17-3312-4BE6-9876-AB8B7DA7CB30}"/>
                  </a:ext>
                </a:extLst>
              </p:cNvPr>
              <p:cNvSpPr txBox="1"/>
              <p:nvPr/>
            </p:nvSpPr>
            <p:spPr>
              <a:xfrm>
                <a:off x="5504725" y="3082234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5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69" name="文本框 368">
                <a:extLst>
                  <a:ext uri="{FF2B5EF4-FFF2-40B4-BE49-F238E27FC236}">
                    <a16:creationId xmlns:a16="http://schemas.microsoft.com/office/drawing/2014/main" id="{81CA1871-15BF-4873-9E9F-4A3B076F75B0}"/>
                  </a:ext>
                </a:extLst>
              </p:cNvPr>
              <p:cNvSpPr txBox="1"/>
              <p:nvPr/>
            </p:nvSpPr>
            <p:spPr>
              <a:xfrm>
                <a:off x="5504724" y="360816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6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grpSp>
          <p:nvGrpSpPr>
            <p:cNvPr id="235" name="组合 234">
              <a:extLst>
                <a:ext uri="{FF2B5EF4-FFF2-40B4-BE49-F238E27FC236}">
                  <a16:creationId xmlns:a16="http://schemas.microsoft.com/office/drawing/2014/main" id="{D07DC87A-CFA9-43EE-8E6B-E4E092801B57}"/>
                </a:ext>
              </a:extLst>
            </p:cNvPr>
            <p:cNvGrpSpPr/>
            <p:nvPr/>
          </p:nvGrpSpPr>
          <p:grpSpPr>
            <a:xfrm>
              <a:off x="4021012" y="2306284"/>
              <a:ext cx="3944963" cy="3510625"/>
              <a:chOff x="3349410" y="2487422"/>
              <a:chExt cx="3944963" cy="3510625"/>
            </a:xfrm>
          </p:grpSpPr>
          <p:sp>
            <p:nvSpPr>
              <p:cNvPr id="350" name="文本框 349">
                <a:extLst>
                  <a:ext uri="{FF2B5EF4-FFF2-40B4-BE49-F238E27FC236}">
                    <a16:creationId xmlns:a16="http://schemas.microsoft.com/office/drawing/2014/main" id="{12F1F0F1-53C6-496D-8700-37169A2C5B9E}"/>
                  </a:ext>
                </a:extLst>
              </p:cNvPr>
              <p:cNvSpPr txBox="1"/>
              <p:nvPr/>
            </p:nvSpPr>
            <p:spPr>
              <a:xfrm>
                <a:off x="6988541" y="2487422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C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51" name="文本框 350">
                <a:extLst>
                  <a:ext uri="{FF2B5EF4-FFF2-40B4-BE49-F238E27FC236}">
                    <a16:creationId xmlns:a16="http://schemas.microsoft.com/office/drawing/2014/main" id="{78617CA4-F19B-461E-B45F-14E77170E485}"/>
                  </a:ext>
                </a:extLst>
              </p:cNvPr>
              <p:cNvSpPr txBox="1"/>
              <p:nvPr/>
            </p:nvSpPr>
            <p:spPr>
              <a:xfrm>
                <a:off x="6988541" y="3013354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B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52" name="文本框 351">
                <a:extLst>
                  <a:ext uri="{FF2B5EF4-FFF2-40B4-BE49-F238E27FC236}">
                    <a16:creationId xmlns:a16="http://schemas.microsoft.com/office/drawing/2014/main" id="{128CD0EB-9306-48B3-AF49-A9BCDC678D57}"/>
                  </a:ext>
                </a:extLst>
              </p:cNvPr>
              <p:cNvSpPr txBox="1"/>
              <p:nvPr/>
            </p:nvSpPr>
            <p:spPr>
              <a:xfrm>
                <a:off x="6993430" y="3538566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A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53" name="文本框 352">
                <a:extLst>
                  <a:ext uri="{FF2B5EF4-FFF2-40B4-BE49-F238E27FC236}">
                    <a16:creationId xmlns:a16="http://schemas.microsoft.com/office/drawing/2014/main" id="{4296E5FE-53D3-4528-9A64-E6BF386933CD}"/>
                  </a:ext>
                </a:extLst>
              </p:cNvPr>
              <p:cNvSpPr txBox="1"/>
              <p:nvPr/>
            </p:nvSpPr>
            <p:spPr>
              <a:xfrm>
                <a:off x="6988541" y="4063778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B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54" name="文本框 353">
                <a:extLst>
                  <a:ext uri="{FF2B5EF4-FFF2-40B4-BE49-F238E27FC236}">
                    <a16:creationId xmlns:a16="http://schemas.microsoft.com/office/drawing/2014/main" id="{BB0B28EC-7C4B-4F42-B909-C8C1638AFC82}"/>
                  </a:ext>
                </a:extLst>
              </p:cNvPr>
              <p:cNvSpPr txBox="1"/>
              <p:nvPr/>
            </p:nvSpPr>
            <p:spPr>
              <a:xfrm>
                <a:off x="6990052" y="4588990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A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55" name="文本框 354">
                <a:extLst>
                  <a:ext uri="{FF2B5EF4-FFF2-40B4-BE49-F238E27FC236}">
                    <a16:creationId xmlns:a16="http://schemas.microsoft.com/office/drawing/2014/main" id="{1F5CC163-BE3A-4CC7-AE22-E64052828696}"/>
                  </a:ext>
                </a:extLst>
              </p:cNvPr>
              <p:cNvSpPr txBox="1"/>
              <p:nvPr/>
            </p:nvSpPr>
            <p:spPr>
              <a:xfrm>
                <a:off x="6988541" y="5114202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C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56" name="文本框 355">
                <a:extLst>
                  <a:ext uri="{FF2B5EF4-FFF2-40B4-BE49-F238E27FC236}">
                    <a16:creationId xmlns:a16="http://schemas.microsoft.com/office/drawing/2014/main" id="{A01FB9D5-60D2-4BDF-A8CB-5CE709E98277}"/>
                  </a:ext>
                </a:extLst>
              </p:cNvPr>
              <p:cNvSpPr txBox="1"/>
              <p:nvPr/>
            </p:nvSpPr>
            <p:spPr>
              <a:xfrm>
                <a:off x="3349410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A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57" name="文本框 356">
                <a:extLst>
                  <a:ext uri="{FF2B5EF4-FFF2-40B4-BE49-F238E27FC236}">
                    <a16:creationId xmlns:a16="http://schemas.microsoft.com/office/drawing/2014/main" id="{1E7AC1DE-40FC-4692-98F5-F489BD39AD56}"/>
                  </a:ext>
                </a:extLst>
              </p:cNvPr>
              <p:cNvSpPr txBox="1"/>
              <p:nvPr/>
            </p:nvSpPr>
            <p:spPr>
              <a:xfrm>
                <a:off x="3870256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B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58" name="文本框 357">
                <a:extLst>
                  <a:ext uri="{FF2B5EF4-FFF2-40B4-BE49-F238E27FC236}">
                    <a16:creationId xmlns:a16="http://schemas.microsoft.com/office/drawing/2014/main" id="{5BDB7472-66D3-4052-B5D4-81DBB1F760EA}"/>
                  </a:ext>
                </a:extLst>
              </p:cNvPr>
              <p:cNvSpPr txBox="1"/>
              <p:nvPr/>
            </p:nvSpPr>
            <p:spPr>
              <a:xfrm>
                <a:off x="4401278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C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59" name="文本框 358">
                <a:extLst>
                  <a:ext uri="{FF2B5EF4-FFF2-40B4-BE49-F238E27FC236}">
                    <a16:creationId xmlns:a16="http://schemas.microsoft.com/office/drawing/2014/main" id="{CFA1B68B-4691-4943-A93C-B7D81D20E475}"/>
                  </a:ext>
                </a:extLst>
              </p:cNvPr>
              <p:cNvSpPr txBox="1"/>
              <p:nvPr/>
            </p:nvSpPr>
            <p:spPr>
              <a:xfrm>
                <a:off x="4927212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A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60" name="文本框 359">
                <a:extLst>
                  <a:ext uri="{FF2B5EF4-FFF2-40B4-BE49-F238E27FC236}">
                    <a16:creationId xmlns:a16="http://schemas.microsoft.com/office/drawing/2014/main" id="{E16638DB-4780-4B12-B6D4-DE46652A7BF7}"/>
                  </a:ext>
                </a:extLst>
              </p:cNvPr>
              <p:cNvSpPr txBox="1"/>
              <p:nvPr/>
            </p:nvSpPr>
            <p:spPr>
              <a:xfrm>
                <a:off x="5453146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B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61" name="文本框 360">
                <a:extLst>
                  <a:ext uri="{FF2B5EF4-FFF2-40B4-BE49-F238E27FC236}">
                    <a16:creationId xmlns:a16="http://schemas.microsoft.com/office/drawing/2014/main" id="{D1D2C601-583B-4B42-B127-856BE49463BB}"/>
                  </a:ext>
                </a:extLst>
              </p:cNvPr>
              <p:cNvSpPr txBox="1"/>
              <p:nvPr/>
            </p:nvSpPr>
            <p:spPr>
              <a:xfrm>
                <a:off x="5973992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B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62" name="文本框 361">
                <a:extLst>
                  <a:ext uri="{FF2B5EF4-FFF2-40B4-BE49-F238E27FC236}">
                    <a16:creationId xmlns:a16="http://schemas.microsoft.com/office/drawing/2014/main" id="{CC184A65-FA1C-4079-9C96-108AE6149FCF}"/>
                  </a:ext>
                </a:extLst>
              </p:cNvPr>
              <p:cNvSpPr txBox="1"/>
              <p:nvPr/>
            </p:nvSpPr>
            <p:spPr>
              <a:xfrm>
                <a:off x="6505014" y="562871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DEFE8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A</a:t>
                </a:r>
                <a:endParaRPr lang="zh-CN" altLang="en-US" dirty="0">
                  <a:solidFill>
                    <a:srgbClr val="FDEFE8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grpSp>
          <p:nvGrpSpPr>
            <p:cNvPr id="236" name="组合 235">
              <a:extLst>
                <a:ext uri="{FF2B5EF4-FFF2-40B4-BE49-F238E27FC236}">
                  <a16:creationId xmlns:a16="http://schemas.microsoft.com/office/drawing/2014/main" id="{E4DB7DBF-F206-4AB3-A85C-91C2ABDA1317}"/>
                </a:ext>
              </a:extLst>
            </p:cNvPr>
            <p:cNvGrpSpPr/>
            <p:nvPr/>
          </p:nvGrpSpPr>
          <p:grpSpPr>
            <a:xfrm>
              <a:off x="2024024" y="108272"/>
              <a:ext cx="3783684" cy="3825182"/>
              <a:chOff x="2024024" y="108272"/>
              <a:chExt cx="3783684" cy="3825182"/>
            </a:xfrm>
          </p:grpSpPr>
          <p:sp>
            <p:nvSpPr>
              <p:cNvPr id="336" name="文本框 335">
                <a:extLst>
                  <a:ext uri="{FF2B5EF4-FFF2-40B4-BE49-F238E27FC236}">
                    <a16:creationId xmlns:a16="http://schemas.microsoft.com/office/drawing/2014/main" id="{CD2C7D25-1439-431C-B581-DF51094F2DC9}"/>
                  </a:ext>
                </a:extLst>
              </p:cNvPr>
              <p:cNvSpPr txBox="1"/>
              <p:nvPr/>
            </p:nvSpPr>
            <p:spPr>
              <a:xfrm rot="18881651">
                <a:off x="3251912" y="2172060"/>
                <a:ext cx="513379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-1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37" name="文本框 336">
                <a:extLst>
                  <a:ext uri="{FF2B5EF4-FFF2-40B4-BE49-F238E27FC236}">
                    <a16:creationId xmlns:a16="http://schemas.microsoft.com/office/drawing/2014/main" id="{DBDAD787-5262-41D2-BE87-FD868B2673CA}"/>
                  </a:ext>
                </a:extLst>
              </p:cNvPr>
              <p:cNvSpPr txBox="1"/>
              <p:nvPr/>
            </p:nvSpPr>
            <p:spPr>
              <a:xfrm rot="18881651">
                <a:off x="2999402" y="2424657"/>
                <a:ext cx="513379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-2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38" name="文本框 337">
                <a:extLst>
                  <a:ext uri="{FF2B5EF4-FFF2-40B4-BE49-F238E27FC236}">
                    <a16:creationId xmlns:a16="http://schemas.microsoft.com/office/drawing/2014/main" id="{7B558F0F-473B-4E2B-AA81-360C502CB3B9}"/>
                  </a:ext>
                </a:extLst>
              </p:cNvPr>
              <p:cNvSpPr txBox="1"/>
              <p:nvPr/>
            </p:nvSpPr>
            <p:spPr>
              <a:xfrm rot="18881651">
                <a:off x="2737878" y="2704797"/>
                <a:ext cx="513379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-3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39" name="文本框 338">
                <a:extLst>
                  <a:ext uri="{FF2B5EF4-FFF2-40B4-BE49-F238E27FC236}">
                    <a16:creationId xmlns:a16="http://schemas.microsoft.com/office/drawing/2014/main" id="{44C407FB-4F4A-4AAC-BD0E-184AE0147A84}"/>
                  </a:ext>
                </a:extLst>
              </p:cNvPr>
              <p:cNvSpPr txBox="1"/>
              <p:nvPr/>
            </p:nvSpPr>
            <p:spPr>
              <a:xfrm rot="18881651">
                <a:off x="2471401" y="2971728"/>
                <a:ext cx="513379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-4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40" name="文本框 339">
                <a:extLst>
                  <a:ext uri="{FF2B5EF4-FFF2-40B4-BE49-F238E27FC236}">
                    <a16:creationId xmlns:a16="http://schemas.microsoft.com/office/drawing/2014/main" id="{93DC918E-ED6E-4F13-86EB-1C4B29E0DA1D}"/>
                  </a:ext>
                </a:extLst>
              </p:cNvPr>
              <p:cNvSpPr txBox="1"/>
              <p:nvPr/>
            </p:nvSpPr>
            <p:spPr>
              <a:xfrm rot="18881651">
                <a:off x="2203386" y="3235295"/>
                <a:ext cx="513379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-5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41" name="文本框 340">
                <a:extLst>
                  <a:ext uri="{FF2B5EF4-FFF2-40B4-BE49-F238E27FC236}">
                    <a16:creationId xmlns:a16="http://schemas.microsoft.com/office/drawing/2014/main" id="{94E3A23D-718A-4CB1-B0EB-A625EF25893C}"/>
                  </a:ext>
                </a:extLst>
              </p:cNvPr>
              <p:cNvSpPr txBox="1"/>
              <p:nvPr/>
            </p:nvSpPr>
            <p:spPr>
              <a:xfrm rot="18881651">
                <a:off x="1952000" y="3492099"/>
                <a:ext cx="513379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-6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42" name="文本框 341">
                <a:extLst>
                  <a:ext uri="{FF2B5EF4-FFF2-40B4-BE49-F238E27FC236}">
                    <a16:creationId xmlns:a16="http://schemas.microsoft.com/office/drawing/2014/main" id="{3E5788B5-A821-466C-8DAE-5DF7CF8F44F0}"/>
                  </a:ext>
                </a:extLst>
              </p:cNvPr>
              <p:cNvSpPr txBox="1"/>
              <p:nvPr/>
            </p:nvSpPr>
            <p:spPr>
              <a:xfrm rot="18881651">
                <a:off x="3893662" y="1639469"/>
                <a:ext cx="305617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1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43" name="文本框 342">
                <a:extLst>
                  <a:ext uri="{FF2B5EF4-FFF2-40B4-BE49-F238E27FC236}">
                    <a16:creationId xmlns:a16="http://schemas.microsoft.com/office/drawing/2014/main" id="{5531C0CB-88BA-442E-BB26-AE32D0CDF2FB}"/>
                  </a:ext>
                </a:extLst>
              </p:cNvPr>
              <p:cNvSpPr txBox="1"/>
              <p:nvPr/>
            </p:nvSpPr>
            <p:spPr>
              <a:xfrm rot="18881651">
                <a:off x="4156424" y="1378960"/>
                <a:ext cx="305617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2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44" name="文本框 343">
                <a:extLst>
                  <a:ext uri="{FF2B5EF4-FFF2-40B4-BE49-F238E27FC236}">
                    <a16:creationId xmlns:a16="http://schemas.microsoft.com/office/drawing/2014/main" id="{362A1620-566C-4206-9FD2-4AEC128646EB}"/>
                  </a:ext>
                </a:extLst>
              </p:cNvPr>
              <p:cNvSpPr txBox="1"/>
              <p:nvPr/>
            </p:nvSpPr>
            <p:spPr>
              <a:xfrm rot="18881651">
                <a:off x="4419186" y="1118451"/>
                <a:ext cx="305617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3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45" name="文本框 344">
                <a:extLst>
                  <a:ext uri="{FF2B5EF4-FFF2-40B4-BE49-F238E27FC236}">
                    <a16:creationId xmlns:a16="http://schemas.microsoft.com/office/drawing/2014/main" id="{FCEBFF16-48B5-4A47-85F8-ABC8C8EA06D1}"/>
                  </a:ext>
                </a:extLst>
              </p:cNvPr>
              <p:cNvSpPr txBox="1"/>
              <p:nvPr/>
            </p:nvSpPr>
            <p:spPr>
              <a:xfrm rot="18881651">
                <a:off x="4681948" y="857942"/>
                <a:ext cx="305617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4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46" name="文本框 345">
                <a:extLst>
                  <a:ext uri="{FF2B5EF4-FFF2-40B4-BE49-F238E27FC236}">
                    <a16:creationId xmlns:a16="http://schemas.microsoft.com/office/drawing/2014/main" id="{506EBA3E-8624-47F3-AAFE-BB2044129EDA}"/>
                  </a:ext>
                </a:extLst>
              </p:cNvPr>
              <p:cNvSpPr txBox="1"/>
              <p:nvPr/>
            </p:nvSpPr>
            <p:spPr>
              <a:xfrm rot="18881651">
                <a:off x="4944710" y="597433"/>
                <a:ext cx="305617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5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47" name="文本框 346">
                <a:extLst>
                  <a:ext uri="{FF2B5EF4-FFF2-40B4-BE49-F238E27FC236}">
                    <a16:creationId xmlns:a16="http://schemas.microsoft.com/office/drawing/2014/main" id="{3734E632-090F-4699-8689-559192ED338E}"/>
                  </a:ext>
                </a:extLst>
              </p:cNvPr>
              <p:cNvSpPr txBox="1"/>
              <p:nvPr/>
            </p:nvSpPr>
            <p:spPr>
              <a:xfrm rot="18881651">
                <a:off x="5207472" y="336924"/>
                <a:ext cx="305617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6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48" name="文本框 347">
                <a:extLst>
                  <a:ext uri="{FF2B5EF4-FFF2-40B4-BE49-F238E27FC236}">
                    <a16:creationId xmlns:a16="http://schemas.microsoft.com/office/drawing/2014/main" id="{028E7C12-A775-46F5-92AC-94128A868135}"/>
                  </a:ext>
                </a:extLst>
              </p:cNvPr>
              <p:cNvSpPr txBox="1"/>
              <p:nvPr/>
            </p:nvSpPr>
            <p:spPr>
              <a:xfrm rot="18881651">
                <a:off x="5470233" y="76415"/>
                <a:ext cx="305617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7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349" name="文本框 348">
                <a:extLst>
                  <a:ext uri="{FF2B5EF4-FFF2-40B4-BE49-F238E27FC236}">
                    <a16:creationId xmlns:a16="http://schemas.microsoft.com/office/drawing/2014/main" id="{41688CC7-C2B2-46D6-B0ED-B671AA089D99}"/>
                  </a:ext>
                </a:extLst>
              </p:cNvPr>
              <p:cNvSpPr txBox="1"/>
              <p:nvPr/>
            </p:nvSpPr>
            <p:spPr>
              <a:xfrm rot="18881651">
                <a:off x="3630900" y="1899978"/>
                <a:ext cx="305617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0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cxnSp>
          <p:nvCxnSpPr>
            <p:cNvPr id="237" name="直接连接符 236">
              <a:extLst>
                <a:ext uri="{FF2B5EF4-FFF2-40B4-BE49-F238E27FC236}">
                  <a16:creationId xmlns:a16="http://schemas.microsoft.com/office/drawing/2014/main" id="{EEDE6122-0C9E-4077-B702-448A236572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5658" y="2224813"/>
              <a:ext cx="367568" cy="9310"/>
            </a:xfrm>
            <a:prstGeom prst="line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直接连接符 237">
              <a:extLst>
                <a:ext uri="{FF2B5EF4-FFF2-40B4-BE49-F238E27FC236}">
                  <a16:creationId xmlns:a16="http://schemas.microsoft.com/office/drawing/2014/main" id="{C855AF44-2227-4E86-BA00-A6DE425306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29152" y="2223950"/>
              <a:ext cx="529919" cy="4026"/>
            </a:xfrm>
            <a:prstGeom prst="line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直接连接符 238">
              <a:extLst>
                <a:ext uri="{FF2B5EF4-FFF2-40B4-BE49-F238E27FC236}">
                  <a16:creationId xmlns:a16="http://schemas.microsoft.com/office/drawing/2014/main" id="{B364B92B-A733-4550-96D6-1AD8FBF52C88}"/>
                </a:ext>
              </a:extLst>
            </p:cNvPr>
            <p:cNvCxnSpPr>
              <a:cxnSpLocks/>
            </p:cNvCxnSpPr>
            <p:nvPr/>
          </p:nvCxnSpPr>
          <p:spPr>
            <a:xfrm>
              <a:off x="4429152" y="2230656"/>
              <a:ext cx="2682" cy="520324"/>
            </a:xfrm>
            <a:prstGeom prst="line">
              <a:avLst/>
            </a:prstGeom>
            <a:ln w="38100">
              <a:solidFill>
                <a:srgbClr val="C5FFDF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直接连接符 239">
              <a:extLst>
                <a:ext uri="{FF2B5EF4-FFF2-40B4-BE49-F238E27FC236}">
                  <a16:creationId xmlns:a16="http://schemas.microsoft.com/office/drawing/2014/main" id="{D450F52F-2DBD-443D-9981-0552E7ABE9C6}"/>
                </a:ext>
              </a:extLst>
            </p:cNvPr>
            <p:cNvCxnSpPr>
              <a:cxnSpLocks/>
            </p:cNvCxnSpPr>
            <p:nvPr/>
          </p:nvCxnSpPr>
          <p:spPr>
            <a:xfrm>
              <a:off x="3909637" y="2220193"/>
              <a:ext cx="0" cy="404294"/>
            </a:xfrm>
            <a:prstGeom prst="line">
              <a:avLst/>
            </a:prstGeom>
            <a:ln w="38100">
              <a:solidFill>
                <a:srgbClr val="C5FFDF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直接连接符 240">
              <a:extLst>
                <a:ext uri="{FF2B5EF4-FFF2-40B4-BE49-F238E27FC236}">
                  <a16:creationId xmlns:a16="http://schemas.microsoft.com/office/drawing/2014/main" id="{C8E04CA4-8E7A-482F-BFC2-A68D7E76D7D8}"/>
                </a:ext>
              </a:extLst>
            </p:cNvPr>
            <p:cNvCxnSpPr>
              <a:cxnSpLocks/>
            </p:cNvCxnSpPr>
            <p:nvPr/>
          </p:nvCxnSpPr>
          <p:spPr>
            <a:xfrm>
              <a:off x="3905838" y="2746237"/>
              <a:ext cx="2682" cy="520324"/>
            </a:xfrm>
            <a:prstGeom prst="line">
              <a:avLst/>
            </a:prstGeom>
            <a:ln w="38100">
              <a:solidFill>
                <a:srgbClr val="C5FFDF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2" name="组合 241">
              <a:extLst>
                <a:ext uri="{FF2B5EF4-FFF2-40B4-BE49-F238E27FC236}">
                  <a16:creationId xmlns:a16="http://schemas.microsoft.com/office/drawing/2014/main" id="{4161BE4E-C2B0-4BB5-A3AA-E62AA790DFD1}"/>
                </a:ext>
              </a:extLst>
            </p:cNvPr>
            <p:cNvGrpSpPr/>
            <p:nvPr/>
          </p:nvGrpSpPr>
          <p:grpSpPr>
            <a:xfrm>
              <a:off x="3763306" y="2049457"/>
              <a:ext cx="300943" cy="369332"/>
              <a:chOff x="3763306" y="2049457"/>
              <a:chExt cx="300943" cy="369332"/>
            </a:xfrm>
          </p:grpSpPr>
          <p:sp>
            <p:nvSpPr>
              <p:cNvPr id="334" name="椭圆 333">
                <a:extLst>
                  <a:ext uri="{FF2B5EF4-FFF2-40B4-BE49-F238E27FC236}">
                    <a16:creationId xmlns:a16="http://schemas.microsoft.com/office/drawing/2014/main" id="{231378B8-DEF0-4ACD-B613-4B5C4A8E5598}"/>
                  </a:ext>
                </a:extLst>
              </p:cNvPr>
              <p:cNvSpPr/>
              <p:nvPr/>
            </p:nvSpPr>
            <p:spPr>
              <a:xfrm>
                <a:off x="3789918" y="2103685"/>
                <a:ext cx="247720" cy="247720"/>
              </a:xfrm>
              <a:prstGeom prst="ellipse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5" name="文本框 334">
                <a:extLst>
                  <a:ext uri="{FF2B5EF4-FFF2-40B4-BE49-F238E27FC236}">
                    <a16:creationId xmlns:a16="http://schemas.microsoft.com/office/drawing/2014/main" id="{24DBA2A1-D7D8-49BF-A3BB-7B63ACA5262E}"/>
                  </a:ext>
                </a:extLst>
              </p:cNvPr>
              <p:cNvSpPr txBox="1"/>
              <p:nvPr/>
            </p:nvSpPr>
            <p:spPr>
              <a:xfrm>
                <a:off x="3763306" y="2049457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0</a:t>
                </a:r>
                <a:endParaRPr lang="zh-CN" altLang="en-US" b="1" dirty="0">
                  <a:solidFill>
                    <a:schemeClr val="bg1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grpSp>
          <p:nvGrpSpPr>
            <p:cNvPr id="243" name="组合 242">
              <a:extLst>
                <a:ext uri="{FF2B5EF4-FFF2-40B4-BE49-F238E27FC236}">
                  <a16:creationId xmlns:a16="http://schemas.microsoft.com/office/drawing/2014/main" id="{15E7D11A-80B4-4890-99BE-C2EBA84B68E8}"/>
                </a:ext>
              </a:extLst>
            </p:cNvPr>
            <p:cNvGrpSpPr/>
            <p:nvPr/>
          </p:nvGrpSpPr>
          <p:grpSpPr>
            <a:xfrm>
              <a:off x="3757878" y="2571925"/>
              <a:ext cx="300943" cy="369332"/>
              <a:chOff x="3757878" y="2571925"/>
              <a:chExt cx="300943" cy="369332"/>
            </a:xfrm>
          </p:grpSpPr>
          <p:sp>
            <p:nvSpPr>
              <p:cNvPr id="332" name="椭圆 331">
                <a:extLst>
                  <a:ext uri="{FF2B5EF4-FFF2-40B4-BE49-F238E27FC236}">
                    <a16:creationId xmlns:a16="http://schemas.microsoft.com/office/drawing/2014/main" id="{1B0DC102-A25F-4615-A125-D63BF64F2B75}"/>
                  </a:ext>
                </a:extLst>
              </p:cNvPr>
              <p:cNvSpPr/>
              <p:nvPr/>
            </p:nvSpPr>
            <p:spPr>
              <a:xfrm>
                <a:off x="3784490" y="2626153"/>
                <a:ext cx="247720" cy="247720"/>
              </a:xfrm>
              <a:prstGeom prst="ellipse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3" name="文本框 332">
                <a:extLst>
                  <a:ext uri="{FF2B5EF4-FFF2-40B4-BE49-F238E27FC236}">
                    <a16:creationId xmlns:a16="http://schemas.microsoft.com/office/drawing/2014/main" id="{59C7027C-0E43-4027-981E-ED1CE31EB283}"/>
                  </a:ext>
                </a:extLst>
              </p:cNvPr>
              <p:cNvSpPr txBox="1"/>
              <p:nvPr/>
            </p:nvSpPr>
            <p:spPr>
              <a:xfrm>
                <a:off x="3757878" y="2571925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1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grpSp>
          <p:nvGrpSpPr>
            <p:cNvPr id="244" name="组合 243">
              <a:extLst>
                <a:ext uri="{FF2B5EF4-FFF2-40B4-BE49-F238E27FC236}">
                  <a16:creationId xmlns:a16="http://schemas.microsoft.com/office/drawing/2014/main" id="{B1B28DEB-DEF9-4A18-93EE-6E63901C8D24}"/>
                </a:ext>
              </a:extLst>
            </p:cNvPr>
            <p:cNvGrpSpPr/>
            <p:nvPr/>
          </p:nvGrpSpPr>
          <p:grpSpPr>
            <a:xfrm>
              <a:off x="4277158" y="2039397"/>
              <a:ext cx="300943" cy="369332"/>
              <a:chOff x="4277158" y="2039397"/>
              <a:chExt cx="300943" cy="369332"/>
            </a:xfrm>
          </p:grpSpPr>
          <p:sp>
            <p:nvSpPr>
              <p:cNvPr id="330" name="椭圆 329">
                <a:extLst>
                  <a:ext uri="{FF2B5EF4-FFF2-40B4-BE49-F238E27FC236}">
                    <a16:creationId xmlns:a16="http://schemas.microsoft.com/office/drawing/2014/main" id="{E6439BE1-6801-4DFD-AD84-465B8432C721}"/>
                  </a:ext>
                </a:extLst>
              </p:cNvPr>
              <p:cNvSpPr/>
              <p:nvPr/>
            </p:nvSpPr>
            <p:spPr>
              <a:xfrm>
                <a:off x="4303770" y="2093625"/>
                <a:ext cx="247720" cy="247720"/>
              </a:xfrm>
              <a:prstGeom prst="ellipse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1" name="文本框 330">
                <a:extLst>
                  <a:ext uri="{FF2B5EF4-FFF2-40B4-BE49-F238E27FC236}">
                    <a16:creationId xmlns:a16="http://schemas.microsoft.com/office/drawing/2014/main" id="{3E6E3351-C11A-4003-9FF4-6DF66E3A561F}"/>
                  </a:ext>
                </a:extLst>
              </p:cNvPr>
              <p:cNvSpPr txBox="1"/>
              <p:nvPr/>
            </p:nvSpPr>
            <p:spPr>
              <a:xfrm>
                <a:off x="4277158" y="2039397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1</a:t>
                </a:r>
                <a:endParaRPr lang="zh-CN" altLang="en-US" b="1" dirty="0">
                  <a:solidFill>
                    <a:schemeClr val="bg1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grpSp>
          <p:nvGrpSpPr>
            <p:cNvPr id="245" name="组合 244">
              <a:extLst>
                <a:ext uri="{FF2B5EF4-FFF2-40B4-BE49-F238E27FC236}">
                  <a16:creationId xmlns:a16="http://schemas.microsoft.com/office/drawing/2014/main" id="{8E98F5BD-0FF0-4F43-8C99-780680D80FF3}"/>
                </a:ext>
              </a:extLst>
            </p:cNvPr>
            <p:cNvGrpSpPr/>
            <p:nvPr/>
          </p:nvGrpSpPr>
          <p:grpSpPr>
            <a:xfrm>
              <a:off x="5335100" y="5194825"/>
              <a:ext cx="300943" cy="369332"/>
              <a:chOff x="8650593" y="3037013"/>
              <a:chExt cx="300943" cy="369332"/>
            </a:xfrm>
          </p:grpSpPr>
          <p:sp>
            <p:nvSpPr>
              <p:cNvPr id="328" name="椭圆 327">
                <a:extLst>
                  <a:ext uri="{FF2B5EF4-FFF2-40B4-BE49-F238E27FC236}">
                    <a16:creationId xmlns:a16="http://schemas.microsoft.com/office/drawing/2014/main" id="{D8E94342-AC16-4408-B04B-4C64C11CB73E}"/>
                  </a:ext>
                </a:extLst>
              </p:cNvPr>
              <p:cNvSpPr/>
              <p:nvPr/>
            </p:nvSpPr>
            <p:spPr>
              <a:xfrm>
                <a:off x="8677205" y="3091241"/>
                <a:ext cx="247720" cy="247720"/>
              </a:xfrm>
              <a:prstGeom prst="ellipse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9" name="文本框 328">
                <a:extLst>
                  <a:ext uri="{FF2B5EF4-FFF2-40B4-BE49-F238E27FC236}">
                    <a16:creationId xmlns:a16="http://schemas.microsoft.com/office/drawing/2014/main" id="{38ED81E3-6519-4EB2-AAF5-2710B4A09275}"/>
                  </a:ext>
                </a:extLst>
              </p:cNvPr>
              <p:cNvSpPr txBox="1"/>
              <p:nvPr/>
            </p:nvSpPr>
            <p:spPr>
              <a:xfrm>
                <a:off x="8650593" y="303701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3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cxnSp>
          <p:nvCxnSpPr>
            <p:cNvPr id="246" name="直接连接符 245">
              <a:extLst>
                <a:ext uri="{FF2B5EF4-FFF2-40B4-BE49-F238E27FC236}">
                  <a16:creationId xmlns:a16="http://schemas.microsoft.com/office/drawing/2014/main" id="{93361B46-ED08-477C-98B1-F7F4BAED1A48}"/>
                </a:ext>
              </a:extLst>
            </p:cNvPr>
            <p:cNvCxnSpPr>
              <a:cxnSpLocks/>
            </p:cNvCxnSpPr>
            <p:nvPr/>
          </p:nvCxnSpPr>
          <p:spPr>
            <a:xfrm>
              <a:off x="5493983" y="2753914"/>
              <a:ext cx="525934" cy="0"/>
            </a:xfrm>
            <a:prstGeom prst="line">
              <a:avLst/>
            </a:prstGeom>
            <a:ln w="38100">
              <a:solidFill>
                <a:srgbClr val="FFCDCD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直接连接符 246">
              <a:extLst>
                <a:ext uri="{FF2B5EF4-FFF2-40B4-BE49-F238E27FC236}">
                  <a16:creationId xmlns:a16="http://schemas.microsoft.com/office/drawing/2014/main" id="{29B54858-2F05-44C5-86B6-19BCE0391CF4}"/>
                </a:ext>
              </a:extLst>
            </p:cNvPr>
            <p:cNvCxnSpPr>
              <a:cxnSpLocks/>
            </p:cNvCxnSpPr>
            <p:nvPr/>
          </p:nvCxnSpPr>
          <p:spPr>
            <a:xfrm>
              <a:off x="6538194" y="3281885"/>
              <a:ext cx="525934" cy="0"/>
            </a:xfrm>
            <a:prstGeom prst="line">
              <a:avLst/>
            </a:prstGeom>
            <a:ln w="38100">
              <a:solidFill>
                <a:srgbClr val="FFCDCD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直接连接符 247">
              <a:extLst>
                <a:ext uri="{FF2B5EF4-FFF2-40B4-BE49-F238E27FC236}">
                  <a16:creationId xmlns:a16="http://schemas.microsoft.com/office/drawing/2014/main" id="{AA1E0205-3BBE-4C34-B374-290C04C07FA9}"/>
                </a:ext>
              </a:extLst>
            </p:cNvPr>
            <p:cNvCxnSpPr>
              <a:cxnSpLocks/>
            </p:cNvCxnSpPr>
            <p:nvPr/>
          </p:nvCxnSpPr>
          <p:spPr>
            <a:xfrm>
              <a:off x="6543579" y="2761637"/>
              <a:ext cx="522260" cy="506675"/>
            </a:xfrm>
            <a:prstGeom prst="line">
              <a:avLst/>
            </a:prstGeom>
            <a:ln w="38100">
              <a:solidFill>
                <a:srgbClr val="A3D8FF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直接连接符 248">
              <a:extLst>
                <a:ext uri="{FF2B5EF4-FFF2-40B4-BE49-F238E27FC236}">
                  <a16:creationId xmlns:a16="http://schemas.microsoft.com/office/drawing/2014/main" id="{9938B939-3DEF-4F8A-BFED-1F573CAA204A}"/>
                </a:ext>
              </a:extLst>
            </p:cNvPr>
            <p:cNvCxnSpPr>
              <a:cxnSpLocks/>
            </p:cNvCxnSpPr>
            <p:nvPr/>
          </p:nvCxnSpPr>
          <p:spPr>
            <a:xfrm>
              <a:off x="6536877" y="3823308"/>
              <a:ext cx="522260" cy="506675"/>
            </a:xfrm>
            <a:prstGeom prst="line">
              <a:avLst/>
            </a:prstGeom>
            <a:ln w="38100">
              <a:solidFill>
                <a:srgbClr val="E6E6E6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直接连接符 249">
              <a:extLst>
                <a:ext uri="{FF2B5EF4-FFF2-40B4-BE49-F238E27FC236}">
                  <a16:creationId xmlns:a16="http://schemas.microsoft.com/office/drawing/2014/main" id="{CF395A5B-C524-4C8C-A554-73D3E871F738}"/>
                </a:ext>
              </a:extLst>
            </p:cNvPr>
            <p:cNvCxnSpPr>
              <a:cxnSpLocks/>
            </p:cNvCxnSpPr>
            <p:nvPr/>
          </p:nvCxnSpPr>
          <p:spPr>
            <a:xfrm>
              <a:off x="6543579" y="4332165"/>
              <a:ext cx="525934" cy="0"/>
            </a:xfrm>
            <a:prstGeom prst="line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直接连接符 250">
              <a:extLst>
                <a:ext uri="{FF2B5EF4-FFF2-40B4-BE49-F238E27FC236}">
                  <a16:creationId xmlns:a16="http://schemas.microsoft.com/office/drawing/2014/main" id="{F45851D4-A2E4-4974-B24F-11FAA825A3CE}"/>
                </a:ext>
              </a:extLst>
            </p:cNvPr>
            <p:cNvCxnSpPr>
              <a:cxnSpLocks/>
            </p:cNvCxnSpPr>
            <p:nvPr/>
          </p:nvCxnSpPr>
          <p:spPr>
            <a:xfrm>
              <a:off x="4960909" y="4330115"/>
              <a:ext cx="525934" cy="0"/>
            </a:xfrm>
            <a:prstGeom prst="line">
              <a:avLst/>
            </a:prstGeom>
            <a:ln w="38100">
              <a:solidFill>
                <a:srgbClr val="FFCDCD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直接连接符 257">
              <a:extLst>
                <a:ext uri="{FF2B5EF4-FFF2-40B4-BE49-F238E27FC236}">
                  <a16:creationId xmlns:a16="http://schemas.microsoft.com/office/drawing/2014/main" id="{678BB5D6-6FDB-40BF-9485-87726379D668}"/>
                </a:ext>
              </a:extLst>
            </p:cNvPr>
            <p:cNvCxnSpPr>
              <a:cxnSpLocks/>
            </p:cNvCxnSpPr>
            <p:nvPr/>
          </p:nvCxnSpPr>
          <p:spPr>
            <a:xfrm>
              <a:off x="5491628" y="2755159"/>
              <a:ext cx="2682" cy="520324"/>
            </a:xfrm>
            <a:prstGeom prst="line">
              <a:avLst/>
            </a:prstGeom>
            <a:ln w="38100">
              <a:solidFill>
                <a:srgbClr val="00B05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接连接符 263">
              <a:extLst>
                <a:ext uri="{FF2B5EF4-FFF2-40B4-BE49-F238E27FC236}">
                  <a16:creationId xmlns:a16="http://schemas.microsoft.com/office/drawing/2014/main" id="{357C048A-429C-4299-AC78-95A8EB0429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40933" y="4851388"/>
              <a:ext cx="4707" cy="396657"/>
            </a:xfrm>
            <a:prstGeom prst="line">
              <a:avLst/>
            </a:prstGeom>
            <a:ln w="38100">
              <a:solidFill>
                <a:srgbClr val="C5FFDF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直接连接符 264">
              <a:extLst>
                <a:ext uri="{FF2B5EF4-FFF2-40B4-BE49-F238E27FC236}">
                  <a16:creationId xmlns:a16="http://schemas.microsoft.com/office/drawing/2014/main" id="{5EFF7F9B-6C08-4881-A7B3-D36500C521D4}"/>
                </a:ext>
              </a:extLst>
            </p:cNvPr>
            <p:cNvCxnSpPr>
              <a:cxnSpLocks/>
            </p:cNvCxnSpPr>
            <p:nvPr/>
          </p:nvCxnSpPr>
          <p:spPr>
            <a:xfrm>
              <a:off x="6538925" y="4307670"/>
              <a:ext cx="2937" cy="438346"/>
            </a:xfrm>
            <a:prstGeom prst="line">
              <a:avLst/>
            </a:prstGeom>
            <a:ln w="38100">
              <a:solidFill>
                <a:srgbClr val="C5FFDF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直接连接符 265">
              <a:extLst>
                <a:ext uri="{FF2B5EF4-FFF2-40B4-BE49-F238E27FC236}">
                  <a16:creationId xmlns:a16="http://schemas.microsoft.com/office/drawing/2014/main" id="{D13ED592-C888-480D-875A-2FAC0122FF19}"/>
                </a:ext>
              </a:extLst>
            </p:cNvPr>
            <p:cNvCxnSpPr>
              <a:cxnSpLocks/>
            </p:cNvCxnSpPr>
            <p:nvPr/>
          </p:nvCxnSpPr>
          <p:spPr>
            <a:xfrm>
              <a:off x="6013624" y="4845180"/>
              <a:ext cx="0" cy="400917"/>
            </a:xfrm>
            <a:prstGeom prst="line">
              <a:avLst/>
            </a:prstGeom>
            <a:ln w="38100">
              <a:solidFill>
                <a:srgbClr val="C5FFDF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直接连接符 267">
              <a:extLst>
                <a:ext uri="{FF2B5EF4-FFF2-40B4-BE49-F238E27FC236}">
                  <a16:creationId xmlns:a16="http://schemas.microsoft.com/office/drawing/2014/main" id="{03E0F8DB-BEB2-4608-8050-7620A16E6371}"/>
                </a:ext>
              </a:extLst>
            </p:cNvPr>
            <p:cNvCxnSpPr>
              <a:cxnSpLocks/>
            </p:cNvCxnSpPr>
            <p:nvPr/>
          </p:nvCxnSpPr>
          <p:spPr>
            <a:xfrm>
              <a:off x="7585737" y="4845180"/>
              <a:ext cx="2682" cy="396383"/>
            </a:xfrm>
            <a:prstGeom prst="line">
              <a:avLst/>
            </a:prstGeom>
            <a:ln w="38100">
              <a:solidFill>
                <a:srgbClr val="00B05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直接连接符 269">
              <a:extLst>
                <a:ext uri="{FF2B5EF4-FFF2-40B4-BE49-F238E27FC236}">
                  <a16:creationId xmlns:a16="http://schemas.microsoft.com/office/drawing/2014/main" id="{9B0C60F5-77CD-4F65-9316-F28816D0E25D}"/>
                </a:ext>
              </a:extLst>
            </p:cNvPr>
            <p:cNvCxnSpPr>
              <a:cxnSpLocks/>
            </p:cNvCxnSpPr>
            <p:nvPr/>
          </p:nvCxnSpPr>
          <p:spPr>
            <a:xfrm>
              <a:off x="4957874" y="4343751"/>
              <a:ext cx="2682" cy="520324"/>
            </a:xfrm>
            <a:prstGeom prst="line">
              <a:avLst/>
            </a:prstGeom>
            <a:ln w="38100">
              <a:solidFill>
                <a:srgbClr val="C5FFDF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2" name="组合 271">
              <a:extLst>
                <a:ext uri="{FF2B5EF4-FFF2-40B4-BE49-F238E27FC236}">
                  <a16:creationId xmlns:a16="http://schemas.microsoft.com/office/drawing/2014/main" id="{E7B46E85-94D9-40D3-9040-0286E84AF96D}"/>
                </a:ext>
              </a:extLst>
            </p:cNvPr>
            <p:cNvGrpSpPr/>
            <p:nvPr/>
          </p:nvGrpSpPr>
          <p:grpSpPr>
            <a:xfrm>
              <a:off x="5339355" y="2574158"/>
              <a:ext cx="300943" cy="369332"/>
              <a:chOff x="8650593" y="3037013"/>
              <a:chExt cx="300943" cy="369332"/>
            </a:xfrm>
          </p:grpSpPr>
          <p:sp>
            <p:nvSpPr>
              <p:cNvPr id="326" name="椭圆 325">
                <a:extLst>
                  <a:ext uri="{FF2B5EF4-FFF2-40B4-BE49-F238E27FC236}">
                    <a16:creationId xmlns:a16="http://schemas.microsoft.com/office/drawing/2014/main" id="{C26A083E-D9EA-466E-8051-944890982009}"/>
                  </a:ext>
                </a:extLst>
              </p:cNvPr>
              <p:cNvSpPr/>
              <p:nvPr/>
            </p:nvSpPr>
            <p:spPr>
              <a:xfrm>
                <a:off x="8677205" y="3091241"/>
                <a:ext cx="247720" cy="247720"/>
              </a:xfrm>
              <a:prstGeom prst="ellipse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7" name="文本框 326">
                <a:extLst>
                  <a:ext uri="{FF2B5EF4-FFF2-40B4-BE49-F238E27FC236}">
                    <a16:creationId xmlns:a16="http://schemas.microsoft.com/office/drawing/2014/main" id="{42A00B3C-4740-44BA-849D-2B15AEFD5ECA}"/>
                  </a:ext>
                </a:extLst>
              </p:cNvPr>
              <p:cNvSpPr txBox="1"/>
              <p:nvPr/>
            </p:nvSpPr>
            <p:spPr>
              <a:xfrm>
                <a:off x="8650593" y="303701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2</a:t>
                </a:r>
                <a:endParaRPr lang="zh-CN" altLang="en-US" b="1" dirty="0">
                  <a:solidFill>
                    <a:schemeClr val="bg1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grpSp>
          <p:nvGrpSpPr>
            <p:cNvPr id="274" name="组合 273">
              <a:extLst>
                <a:ext uri="{FF2B5EF4-FFF2-40B4-BE49-F238E27FC236}">
                  <a16:creationId xmlns:a16="http://schemas.microsoft.com/office/drawing/2014/main" id="{56AEB916-D2B1-49E1-B695-BE372BEA4D89}"/>
                </a:ext>
              </a:extLst>
            </p:cNvPr>
            <p:cNvGrpSpPr/>
            <p:nvPr/>
          </p:nvGrpSpPr>
          <p:grpSpPr>
            <a:xfrm>
              <a:off x="4810438" y="4159216"/>
              <a:ext cx="300943" cy="369332"/>
              <a:chOff x="8650593" y="3037013"/>
              <a:chExt cx="300943" cy="369332"/>
            </a:xfrm>
          </p:grpSpPr>
          <p:sp>
            <p:nvSpPr>
              <p:cNvPr id="324" name="椭圆 323">
                <a:extLst>
                  <a:ext uri="{FF2B5EF4-FFF2-40B4-BE49-F238E27FC236}">
                    <a16:creationId xmlns:a16="http://schemas.microsoft.com/office/drawing/2014/main" id="{A78ECEF6-F323-479D-8CB4-DFE092972E0E}"/>
                  </a:ext>
                </a:extLst>
              </p:cNvPr>
              <p:cNvSpPr/>
              <p:nvPr/>
            </p:nvSpPr>
            <p:spPr>
              <a:xfrm>
                <a:off x="8677205" y="3091241"/>
                <a:ext cx="247720" cy="247720"/>
              </a:xfrm>
              <a:prstGeom prst="ellipse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5" name="文本框 324">
                <a:extLst>
                  <a:ext uri="{FF2B5EF4-FFF2-40B4-BE49-F238E27FC236}">
                    <a16:creationId xmlns:a16="http://schemas.microsoft.com/office/drawing/2014/main" id="{E6407EA8-CE92-4D9F-8078-C599FC1AE142}"/>
                  </a:ext>
                </a:extLst>
              </p:cNvPr>
              <p:cNvSpPr txBox="1"/>
              <p:nvPr/>
            </p:nvSpPr>
            <p:spPr>
              <a:xfrm>
                <a:off x="8650593" y="303701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2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grpSp>
          <p:nvGrpSpPr>
            <p:cNvPr id="277" name="组合 276">
              <a:extLst>
                <a:ext uri="{FF2B5EF4-FFF2-40B4-BE49-F238E27FC236}">
                  <a16:creationId xmlns:a16="http://schemas.microsoft.com/office/drawing/2014/main" id="{707CC99C-B62A-4534-B132-5944A5BF3D13}"/>
                </a:ext>
              </a:extLst>
            </p:cNvPr>
            <p:cNvGrpSpPr/>
            <p:nvPr/>
          </p:nvGrpSpPr>
          <p:grpSpPr>
            <a:xfrm>
              <a:off x="4803702" y="3110365"/>
              <a:ext cx="300943" cy="369332"/>
              <a:chOff x="8650593" y="3037013"/>
              <a:chExt cx="300943" cy="369332"/>
            </a:xfrm>
          </p:grpSpPr>
          <p:sp>
            <p:nvSpPr>
              <p:cNvPr id="322" name="椭圆 321">
                <a:extLst>
                  <a:ext uri="{FF2B5EF4-FFF2-40B4-BE49-F238E27FC236}">
                    <a16:creationId xmlns:a16="http://schemas.microsoft.com/office/drawing/2014/main" id="{511AC9A2-6257-4153-9B4A-7A488FD72998}"/>
                  </a:ext>
                </a:extLst>
              </p:cNvPr>
              <p:cNvSpPr/>
              <p:nvPr/>
            </p:nvSpPr>
            <p:spPr>
              <a:xfrm>
                <a:off x="8677205" y="3091241"/>
                <a:ext cx="247720" cy="247720"/>
              </a:xfrm>
              <a:prstGeom prst="ellipse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3" name="文本框 322">
                <a:extLst>
                  <a:ext uri="{FF2B5EF4-FFF2-40B4-BE49-F238E27FC236}">
                    <a16:creationId xmlns:a16="http://schemas.microsoft.com/office/drawing/2014/main" id="{BBFC0AC6-DF2E-4D67-A2C0-968E8683F30C}"/>
                  </a:ext>
                </a:extLst>
              </p:cNvPr>
              <p:cNvSpPr txBox="1"/>
              <p:nvPr/>
            </p:nvSpPr>
            <p:spPr>
              <a:xfrm>
                <a:off x="8650593" y="303701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2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grpSp>
          <p:nvGrpSpPr>
            <p:cNvPr id="278" name="组合 277">
              <a:extLst>
                <a:ext uri="{FF2B5EF4-FFF2-40B4-BE49-F238E27FC236}">
                  <a16:creationId xmlns:a16="http://schemas.microsoft.com/office/drawing/2014/main" id="{B47F82CD-D165-4F51-B723-59211C3A995F}"/>
                </a:ext>
              </a:extLst>
            </p:cNvPr>
            <p:cNvGrpSpPr/>
            <p:nvPr/>
          </p:nvGrpSpPr>
          <p:grpSpPr>
            <a:xfrm>
              <a:off x="5856272" y="4686435"/>
              <a:ext cx="300943" cy="369332"/>
              <a:chOff x="8650593" y="3037013"/>
              <a:chExt cx="300943" cy="369332"/>
            </a:xfrm>
          </p:grpSpPr>
          <p:sp>
            <p:nvSpPr>
              <p:cNvPr id="320" name="椭圆 319">
                <a:extLst>
                  <a:ext uri="{FF2B5EF4-FFF2-40B4-BE49-F238E27FC236}">
                    <a16:creationId xmlns:a16="http://schemas.microsoft.com/office/drawing/2014/main" id="{6142FABC-A345-4E2D-8623-5685476456B4}"/>
                  </a:ext>
                </a:extLst>
              </p:cNvPr>
              <p:cNvSpPr/>
              <p:nvPr/>
            </p:nvSpPr>
            <p:spPr>
              <a:xfrm>
                <a:off x="8677205" y="3091241"/>
                <a:ext cx="247720" cy="247720"/>
              </a:xfrm>
              <a:prstGeom prst="ellipse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1" name="文本框 320">
                <a:extLst>
                  <a:ext uri="{FF2B5EF4-FFF2-40B4-BE49-F238E27FC236}">
                    <a16:creationId xmlns:a16="http://schemas.microsoft.com/office/drawing/2014/main" id="{53317948-D148-41F6-95C9-F44D7EE07ACE}"/>
                  </a:ext>
                </a:extLst>
              </p:cNvPr>
              <p:cNvSpPr txBox="1"/>
              <p:nvPr/>
            </p:nvSpPr>
            <p:spPr>
              <a:xfrm>
                <a:off x="8650593" y="303701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3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grpSp>
          <p:nvGrpSpPr>
            <p:cNvPr id="281" name="组合 280">
              <a:extLst>
                <a:ext uri="{FF2B5EF4-FFF2-40B4-BE49-F238E27FC236}">
                  <a16:creationId xmlns:a16="http://schemas.microsoft.com/office/drawing/2014/main" id="{9272DB94-61E1-4969-A63A-3A713840CDFD}"/>
                </a:ext>
              </a:extLst>
            </p:cNvPr>
            <p:cNvGrpSpPr/>
            <p:nvPr/>
          </p:nvGrpSpPr>
          <p:grpSpPr>
            <a:xfrm>
              <a:off x="6397748" y="3096050"/>
              <a:ext cx="300943" cy="369332"/>
              <a:chOff x="8650593" y="3037013"/>
              <a:chExt cx="300943" cy="369332"/>
            </a:xfrm>
          </p:grpSpPr>
          <p:sp>
            <p:nvSpPr>
              <p:cNvPr id="318" name="椭圆 317">
                <a:extLst>
                  <a:ext uri="{FF2B5EF4-FFF2-40B4-BE49-F238E27FC236}">
                    <a16:creationId xmlns:a16="http://schemas.microsoft.com/office/drawing/2014/main" id="{20E32385-EFCB-4EA3-AECC-ACEE77D485F3}"/>
                  </a:ext>
                </a:extLst>
              </p:cNvPr>
              <p:cNvSpPr/>
              <p:nvPr/>
            </p:nvSpPr>
            <p:spPr>
              <a:xfrm>
                <a:off x="8677205" y="3091241"/>
                <a:ext cx="247720" cy="247720"/>
              </a:xfrm>
              <a:prstGeom prst="ellipse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9" name="文本框 318">
                <a:extLst>
                  <a:ext uri="{FF2B5EF4-FFF2-40B4-BE49-F238E27FC236}">
                    <a16:creationId xmlns:a16="http://schemas.microsoft.com/office/drawing/2014/main" id="{D9151F60-3052-4E09-B65D-37A4568547C5}"/>
                  </a:ext>
                </a:extLst>
              </p:cNvPr>
              <p:cNvSpPr txBox="1"/>
              <p:nvPr/>
            </p:nvSpPr>
            <p:spPr>
              <a:xfrm>
                <a:off x="8650593" y="303701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3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grpSp>
          <p:nvGrpSpPr>
            <p:cNvPr id="283" name="组合 282">
              <a:extLst>
                <a:ext uri="{FF2B5EF4-FFF2-40B4-BE49-F238E27FC236}">
                  <a16:creationId xmlns:a16="http://schemas.microsoft.com/office/drawing/2014/main" id="{0847CB35-6C11-42D7-8BB8-7F7B6E21169B}"/>
                </a:ext>
              </a:extLst>
            </p:cNvPr>
            <p:cNvGrpSpPr/>
            <p:nvPr/>
          </p:nvGrpSpPr>
          <p:grpSpPr>
            <a:xfrm>
              <a:off x="6391156" y="4159216"/>
              <a:ext cx="300943" cy="369332"/>
              <a:chOff x="8650593" y="3037013"/>
              <a:chExt cx="300943" cy="369332"/>
            </a:xfrm>
          </p:grpSpPr>
          <p:sp>
            <p:nvSpPr>
              <p:cNvPr id="316" name="椭圆 315">
                <a:extLst>
                  <a:ext uri="{FF2B5EF4-FFF2-40B4-BE49-F238E27FC236}">
                    <a16:creationId xmlns:a16="http://schemas.microsoft.com/office/drawing/2014/main" id="{7B66F3C6-0C9F-40FC-BB64-C6147E13AF07}"/>
                  </a:ext>
                </a:extLst>
              </p:cNvPr>
              <p:cNvSpPr/>
              <p:nvPr/>
            </p:nvSpPr>
            <p:spPr>
              <a:xfrm>
                <a:off x="8677205" y="3091241"/>
                <a:ext cx="247720" cy="247720"/>
              </a:xfrm>
              <a:prstGeom prst="ellipse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7" name="文本框 316">
                <a:extLst>
                  <a:ext uri="{FF2B5EF4-FFF2-40B4-BE49-F238E27FC236}">
                    <a16:creationId xmlns:a16="http://schemas.microsoft.com/office/drawing/2014/main" id="{201483AB-428E-47DC-880C-A6E8BDA6A3FB}"/>
                  </a:ext>
                </a:extLst>
              </p:cNvPr>
              <p:cNvSpPr txBox="1"/>
              <p:nvPr/>
            </p:nvSpPr>
            <p:spPr>
              <a:xfrm>
                <a:off x="8650593" y="303701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3</a:t>
                </a:r>
                <a:endParaRPr lang="zh-CN" altLang="en-US" b="1" dirty="0">
                  <a:solidFill>
                    <a:schemeClr val="bg1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grpSp>
          <p:nvGrpSpPr>
            <p:cNvPr id="284" name="组合 283">
              <a:extLst>
                <a:ext uri="{FF2B5EF4-FFF2-40B4-BE49-F238E27FC236}">
                  <a16:creationId xmlns:a16="http://schemas.microsoft.com/office/drawing/2014/main" id="{4214D4AB-2C2B-43E0-849E-D2623CE5E13C}"/>
                </a:ext>
              </a:extLst>
            </p:cNvPr>
            <p:cNvGrpSpPr/>
            <p:nvPr/>
          </p:nvGrpSpPr>
          <p:grpSpPr>
            <a:xfrm>
              <a:off x="6391156" y="4683669"/>
              <a:ext cx="300943" cy="369332"/>
              <a:chOff x="8650593" y="3037013"/>
              <a:chExt cx="300943" cy="369332"/>
            </a:xfrm>
          </p:grpSpPr>
          <p:sp>
            <p:nvSpPr>
              <p:cNvPr id="314" name="椭圆 313">
                <a:extLst>
                  <a:ext uri="{FF2B5EF4-FFF2-40B4-BE49-F238E27FC236}">
                    <a16:creationId xmlns:a16="http://schemas.microsoft.com/office/drawing/2014/main" id="{B04A3D69-02C3-4677-B3A9-E609E605DD0B}"/>
                  </a:ext>
                </a:extLst>
              </p:cNvPr>
              <p:cNvSpPr/>
              <p:nvPr/>
            </p:nvSpPr>
            <p:spPr>
              <a:xfrm>
                <a:off x="8677205" y="3091241"/>
                <a:ext cx="247720" cy="247720"/>
              </a:xfrm>
              <a:prstGeom prst="ellipse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5" name="文本框 314">
                <a:extLst>
                  <a:ext uri="{FF2B5EF4-FFF2-40B4-BE49-F238E27FC236}">
                    <a16:creationId xmlns:a16="http://schemas.microsoft.com/office/drawing/2014/main" id="{A60E939C-C8C2-4347-B2B5-089E7108040B}"/>
                  </a:ext>
                </a:extLst>
              </p:cNvPr>
              <p:cNvSpPr txBox="1"/>
              <p:nvPr/>
            </p:nvSpPr>
            <p:spPr>
              <a:xfrm>
                <a:off x="8650593" y="303701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4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grpSp>
          <p:nvGrpSpPr>
            <p:cNvPr id="288" name="组合 287">
              <a:extLst>
                <a:ext uri="{FF2B5EF4-FFF2-40B4-BE49-F238E27FC236}">
                  <a16:creationId xmlns:a16="http://schemas.microsoft.com/office/drawing/2014/main" id="{620D6BDF-822B-4936-A7CA-F593C7413008}"/>
                </a:ext>
              </a:extLst>
            </p:cNvPr>
            <p:cNvGrpSpPr/>
            <p:nvPr/>
          </p:nvGrpSpPr>
          <p:grpSpPr>
            <a:xfrm>
              <a:off x="5861208" y="5194048"/>
              <a:ext cx="300943" cy="369332"/>
              <a:chOff x="8650593" y="3037013"/>
              <a:chExt cx="300943" cy="369332"/>
            </a:xfrm>
          </p:grpSpPr>
          <p:sp>
            <p:nvSpPr>
              <p:cNvPr id="312" name="椭圆 311">
                <a:extLst>
                  <a:ext uri="{FF2B5EF4-FFF2-40B4-BE49-F238E27FC236}">
                    <a16:creationId xmlns:a16="http://schemas.microsoft.com/office/drawing/2014/main" id="{963D4BE2-3ABD-4ED0-A12A-5F44D41C9C60}"/>
                  </a:ext>
                </a:extLst>
              </p:cNvPr>
              <p:cNvSpPr/>
              <p:nvPr/>
            </p:nvSpPr>
            <p:spPr>
              <a:xfrm>
                <a:off x="8677205" y="3091241"/>
                <a:ext cx="247720" cy="247720"/>
              </a:xfrm>
              <a:prstGeom prst="ellipse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3" name="文本框 312">
                <a:extLst>
                  <a:ext uri="{FF2B5EF4-FFF2-40B4-BE49-F238E27FC236}">
                    <a16:creationId xmlns:a16="http://schemas.microsoft.com/office/drawing/2014/main" id="{E0F25F7B-3417-404D-8B30-63527B8E9279}"/>
                  </a:ext>
                </a:extLst>
              </p:cNvPr>
              <p:cNvSpPr txBox="1"/>
              <p:nvPr/>
            </p:nvSpPr>
            <p:spPr>
              <a:xfrm>
                <a:off x="8650593" y="303701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4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grpSp>
          <p:nvGrpSpPr>
            <p:cNvPr id="300" name="组合 299">
              <a:extLst>
                <a:ext uri="{FF2B5EF4-FFF2-40B4-BE49-F238E27FC236}">
                  <a16:creationId xmlns:a16="http://schemas.microsoft.com/office/drawing/2014/main" id="{A0AF751F-5B49-4D55-85DC-4B012B523625}"/>
                </a:ext>
              </a:extLst>
            </p:cNvPr>
            <p:cNvGrpSpPr/>
            <p:nvPr/>
          </p:nvGrpSpPr>
          <p:grpSpPr>
            <a:xfrm>
              <a:off x="7443739" y="3630097"/>
              <a:ext cx="300943" cy="369332"/>
              <a:chOff x="8650593" y="3037013"/>
              <a:chExt cx="300943" cy="369332"/>
            </a:xfrm>
          </p:grpSpPr>
          <p:sp>
            <p:nvSpPr>
              <p:cNvPr id="310" name="椭圆 309">
                <a:extLst>
                  <a:ext uri="{FF2B5EF4-FFF2-40B4-BE49-F238E27FC236}">
                    <a16:creationId xmlns:a16="http://schemas.microsoft.com/office/drawing/2014/main" id="{D46F1372-1AD1-40A6-B8B8-8B4B7346CC3A}"/>
                  </a:ext>
                </a:extLst>
              </p:cNvPr>
              <p:cNvSpPr/>
              <p:nvPr/>
            </p:nvSpPr>
            <p:spPr>
              <a:xfrm>
                <a:off x="8677205" y="3091241"/>
                <a:ext cx="247720" cy="247720"/>
              </a:xfrm>
              <a:prstGeom prst="ellipse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1" name="文本框 310">
                <a:extLst>
                  <a:ext uri="{FF2B5EF4-FFF2-40B4-BE49-F238E27FC236}">
                    <a16:creationId xmlns:a16="http://schemas.microsoft.com/office/drawing/2014/main" id="{875FC30D-38D1-4D70-A231-014FD92F1FC7}"/>
                  </a:ext>
                </a:extLst>
              </p:cNvPr>
              <p:cNvSpPr txBox="1"/>
              <p:nvPr/>
            </p:nvSpPr>
            <p:spPr>
              <a:xfrm>
                <a:off x="8650593" y="303701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4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grpSp>
          <p:nvGrpSpPr>
            <p:cNvPr id="301" name="组合 300">
              <a:extLst>
                <a:ext uri="{FF2B5EF4-FFF2-40B4-BE49-F238E27FC236}">
                  <a16:creationId xmlns:a16="http://schemas.microsoft.com/office/drawing/2014/main" id="{180B5C12-1C61-4844-9DDC-228422870F35}"/>
                </a:ext>
              </a:extLst>
            </p:cNvPr>
            <p:cNvGrpSpPr/>
            <p:nvPr/>
          </p:nvGrpSpPr>
          <p:grpSpPr>
            <a:xfrm>
              <a:off x="7443739" y="4673493"/>
              <a:ext cx="300943" cy="369332"/>
              <a:chOff x="8650593" y="3037013"/>
              <a:chExt cx="300943" cy="369332"/>
            </a:xfrm>
          </p:grpSpPr>
          <p:sp>
            <p:nvSpPr>
              <p:cNvPr id="308" name="椭圆 307">
                <a:extLst>
                  <a:ext uri="{FF2B5EF4-FFF2-40B4-BE49-F238E27FC236}">
                    <a16:creationId xmlns:a16="http://schemas.microsoft.com/office/drawing/2014/main" id="{4233F26F-53C6-4C36-9BAE-6A97A87CDCAC}"/>
                  </a:ext>
                </a:extLst>
              </p:cNvPr>
              <p:cNvSpPr/>
              <p:nvPr/>
            </p:nvSpPr>
            <p:spPr>
              <a:xfrm>
                <a:off x="8677205" y="3091241"/>
                <a:ext cx="247720" cy="247720"/>
              </a:xfrm>
              <a:prstGeom prst="ellipse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9" name="文本框 308">
                <a:extLst>
                  <a:ext uri="{FF2B5EF4-FFF2-40B4-BE49-F238E27FC236}">
                    <a16:creationId xmlns:a16="http://schemas.microsoft.com/office/drawing/2014/main" id="{EE7C439C-62E2-4CC6-A8F9-7A2277FA93F8}"/>
                  </a:ext>
                </a:extLst>
              </p:cNvPr>
              <p:cNvSpPr txBox="1"/>
              <p:nvPr/>
            </p:nvSpPr>
            <p:spPr>
              <a:xfrm>
                <a:off x="8650593" y="303701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4</a:t>
                </a:r>
                <a:endParaRPr lang="zh-CN" altLang="en-US" b="1" dirty="0">
                  <a:solidFill>
                    <a:schemeClr val="bg1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grpSp>
          <p:nvGrpSpPr>
            <p:cNvPr id="302" name="组合 301">
              <a:extLst>
                <a:ext uri="{FF2B5EF4-FFF2-40B4-BE49-F238E27FC236}">
                  <a16:creationId xmlns:a16="http://schemas.microsoft.com/office/drawing/2014/main" id="{CA6B3876-89AF-480A-8F72-1E583D72CC58}"/>
                </a:ext>
              </a:extLst>
            </p:cNvPr>
            <p:cNvGrpSpPr/>
            <p:nvPr/>
          </p:nvGrpSpPr>
          <p:grpSpPr>
            <a:xfrm>
              <a:off x="7434512" y="5191869"/>
              <a:ext cx="300943" cy="369332"/>
              <a:chOff x="8650593" y="3037013"/>
              <a:chExt cx="300943" cy="369332"/>
            </a:xfrm>
          </p:grpSpPr>
          <p:sp>
            <p:nvSpPr>
              <p:cNvPr id="306" name="椭圆 305">
                <a:extLst>
                  <a:ext uri="{FF2B5EF4-FFF2-40B4-BE49-F238E27FC236}">
                    <a16:creationId xmlns:a16="http://schemas.microsoft.com/office/drawing/2014/main" id="{2CC417C2-E07B-4B5B-A64D-828747E09A2F}"/>
                  </a:ext>
                </a:extLst>
              </p:cNvPr>
              <p:cNvSpPr/>
              <p:nvPr/>
            </p:nvSpPr>
            <p:spPr>
              <a:xfrm>
                <a:off x="8677205" y="3091241"/>
                <a:ext cx="247720" cy="247720"/>
              </a:xfrm>
              <a:prstGeom prst="ellipse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7" name="文本框 306">
                <a:extLst>
                  <a:ext uri="{FF2B5EF4-FFF2-40B4-BE49-F238E27FC236}">
                    <a16:creationId xmlns:a16="http://schemas.microsoft.com/office/drawing/2014/main" id="{68FC487E-C30D-4608-8670-1999AE9099F2}"/>
                  </a:ext>
                </a:extLst>
              </p:cNvPr>
              <p:cNvSpPr txBox="1"/>
              <p:nvPr/>
            </p:nvSpPr>
            <p:spPr>
              <a:xfrm>
                <a:off x="8650593" y="303701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5</a:t>
                </a:r>
                <a:endParaRPr lang="zh-CN" altLang="en-US" b="1" dirty="0">
                  <a:solidFill>
                    <a:schemeClr val="bg1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  <p:grpSp>
          <p:nvGrpSpPr>
            <p:cNvPr id="303" name="组合 302">
              <a:extLst>
                <a:ext uri="{FF2B5EF4-FFF2-40B4-BE49-F238E27FC236}">
                  <a16:creationId xmlns:a16="http://schemas.microsoft.com/office/drawing/2014/main" id="{4ECB2F15-6391-4509-8568-FA4F3BB38520}"/>
                </a:ext>
              </a:extLst>
            </p:cNvPr>
            <p:cNvGrpSpPr/>
            <p:nvPr/>
          </p:nvGrpSpPr>
          <p:grpSpPr>
            <a:xfrm>
              <a:off x="6385503" y="5197789"/>
              <a:ext cx="300943" cy="369332"/>
              <a:chOff x="8650593" y="3037013"/>
              <a:chExt cx="300943" cy="369332"/>
            </a:xfrm>
          </p:grpSpPr>
          <p:sp>
            <p:nvSpPr>
              <p:cNvPr id="304" name="椭圆 303">
                <a:extLst>
                  <a:ext uri="{FF2B5EF4-FFF2-40B4-BE49-F238E27FC236}">
                    <a16:creationId xmlns:a16="http://schemas.microsoft.com/office/drawing/2014/main" id="{1C607908-08A4-4A4F-93C8-BA925D3B189F}"/>
                  </a:ext>
                </a:extLst>
              </p:cNvPr>
              <p:cNvSpPr/>
              <p:nvPr/>
            </p:nvSpPr>
            <p:spPr>
              <a:xfrm>
                <a:off x="8677205" y="3091241"/>
                <a:ext cx="247720" cy="247720"/>
              </a:xfrm>
              <a:prstGeom prst="ellipse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D74514"/>
                  </a:solidFill>
                </a:endParaRPr>
              </a:p>
            </p:txBody>
          </p:sp>
          <p:sp>
            <p:nvSpPr>
              <p:cNvPr id="305" name="文本框 304">
                <a:extLst>
                  <a:ext uri="{FF2B5EF4-FFF2-40B4-BE49-F238E27FC236}">
                    <a16:creationId xmlns:a16="http://schemas.microsoft.com/office/drawing/2014/main" id="{9E3767E4-B61E-43C1-B214-3D950A348C52}"/>
                  </a:ext>
                </a:extLst>
              </p:cNvPr>
              <p:cNvSpPr txBox="1"/>
              <p:nvPr/>
            </p:nvSpPr>
            <p:spPr>
              <a:xfrm>
                <a:off x="8650593" y="3037013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5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602882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组合 135">
            <a:extLst>
              <a:ext uri="{FF2B5EF4-FFF2-40B4-BE49-F238E27FC236}">
                <a16:creationId xmlns:a16="http://schemas.microsoft.com/office/drawing/2014/main" id="{13E898CD-CE89-478F-A002-DCF0C5E32B92}"/>
              </a:ext>
            </a:extLst>
          </p:cNvPr>
          <p:cNvGrpSpPr/>
          <p:nvPr/>
        </p:nvGrpSpPr>
        <p:grpSpPr>
          <a:xfrm>
            <a:off x="3197114" y="229004"/>
            <a:ext cx="4511566" cy="5290288"/>
            <a:chOff x="3197114" y="229004"/>
            <a:chExt cx="4511566" cy="5290288"/>
          </a:xfrm>
        </p:grpSpPr>
        <p:grpSp>
          <p:nvGrpSpPr>
            <p:cNvPr id="134" name="组合 133">
              <a:extLst>
                <a:ext uri="{FF2B5EF4-FFF2-40B4-BE49-F238E27FC236}">
                  <a16:creationId xmlns:a16="http://schemas.microsoft.com/office/drawing/2014/main" id="{73B30E17-7FBB-4DB0-B566-925C9751467E}"/>
                </a:ext>
              </a:extLst>
            </p:cNvPr>
            <p:cNvGrpSpPr/>
            <p:nvPr/>
          </p:nvGrpSpPr>
          <p:grpSpPr>
            <a:xfrm>
              <a:off x="3197114" y="229004"/>
              <a:ext cx="4511566" cy="5290288"/>
              <a:chOff x="3197114" y="229004"/>
              <a:chExt cx="4511566" cy="5290288"/>
            </a:xfrm>
          </p:grpSpPr>
          <p:grpSp>
            <p:nvGrpSpPr>
              <p:cNvPr id="55" name="组合 54">
                <a:extLst>
                  <a:ext uri="{FF2B5EF4-FFF2-40B4-BE49-F238E27FC236}">
                    <a16:creationId xmlns:a16="http://schemas.microsoft.com/office/drawing/2014/main" id="{59EDCC9C-4D66-46C1-8927-7F9BD7AF5860}"/>
                  </a:ext>
                </a:extLst>
              </p:cNvPr>
              <p:cNvGrpSpPr/>
              <p:nvPr/>
            </p:nvGrpSpPr>
            <p:grpSpPr>
              <a:xfrm>
                <a:off x="4112941" y="229004"/>
                <a:ext cx="2929304" cy="369332"/>
                <a:chOff x="6255655" y="203993"/>
                <a:chExt cx="2929304" cy="369332"/>
              </a:xfrm>
            </p:grpSpPr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BF8D7F25-48C2-4076-852E-A843E60A780A}"/>
                    </a:ext>
                  </a:extLst>
                </p:cNvPr>
                <p:cNvSpPr txBox="1"/>
                <p:nvPr/>
              </p:nvSpPr>
              <p:spPr>
                <a:xfrm>
                  <a:off x="6255655" y="203993"/>
                  <a:ext cx="300943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0</a:t>
                  </a:r>
                  <a:endParaRPr lang="zh-CN" altLang="en-US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736D20CC-5BD1-449A-A832-556065BE19DD}"/>
                    </a:ext>
                  </a:extLst>
                </p:cNvPr>
                <p:cNvSpPr txBox="1"/>
                <p:nvPr/>
              </p:nvSpPr>
              <p:spPr>
                <a:xfrm>
                  <a:off x="6781590" y="203993"/>
                  <a:ext cx="300943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1</a:t>
                  </a:r>
                  <a:endParaRPr lang="zh-CN" altLang="en-US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36C129B8-AB65-4FEB-AE63-3A0A98F13D13}"/>
                    </a:ext>
                  </a:extLst>
                </p:cNvPr>
                <p:cNvSpPr txBox="1"/>
                <p:nvPr/>
              </p:nvSpPr>
              <p:spPr>
                <a:xfrm>
                  <a:off x="7307528" y="203993"/>
                  <a:ext cx="300943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2</a:t>
                  </a:r>
                  <a:endParaRPr lang="zh-CN" altLang="en-US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6F25B04E-19DF-40D3-9869-77BD7F77258C}"/>
                    </a:ext>
                  </a:extLst>
                </p:cNvPr>
                <p:cNvSpPr txBox="1"/>
                <p:nvPr/>
              </p:nvSpPr>
              <p:spPr>
                <a:xfrm>
                  <a:off x="7833463" y="203993"/>
                  <a:ext cx="300943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3</a:t>
                  </a:r>
                  <a:endParaRPr lang="zh-CN" altLang="en-US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9F738C6D-40E2-48D2-8D1E-3713DCA36D09}"/>
                    </a:ext>
                  </a:extLst>
                </p:cNvPr>
                <p:cNvSpPr txBox="1"/>
                <p:nvPr/>
              </p:nvSpPr>
              <p:spPr>
                <a:xfrm>
                  <a:off x="8359398" y="203993"/>
                  <a:ext cx="300943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4</a:t>
                  </a:r>
                  <a:endParaRPr lang="zh-CN" altLang="en-US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5ACD13BB-7B0C-4161-9CA4-92E76DD80691}"/>
                    </a:ext>
                  </a:extLst>
                </p:cNvPr>
                <p:cNvSpPr txBox="1"/>
                <p:nvPr/>
              </p:nvSpPr>
              <p:spPr>
                <a:xfrm>
                  <a:off x="8884016" y="203993"/>
                  <a:ext cx="300943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5</a:t>
                  </a:r>
                  <a:endParaRPr lang="zh-CN" altLang="en-US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</p:grpSp>
          <p:cxnSp>
            <p:nvCxnSpPr>
              <p:cNvPr id="86" name="直接连接符 85">
                <a:extLst>
                  <a:ext uri="{FF2B5EF4-FFF2-40B4-BE49-F238E27FC236}">
                    <a16:creationId xmlns:a16="http://schemas.microsoft.com/office/drawing/2014/main" id="{BEEE3540-C1BA-4D2D-831D-2E1604761A4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22305" y="650723"/>
                <a:ext cx="3974443" cy="0"/>
              </a:xfrm>
              <a:prstGeom prst="line">
                <a:avLst/>
              </a:prstGeom>
              <a:ln w="38100">
                <a:solidFill>
                  <a:srgbClr val="D74514"/>
                </a:solidFill>
                <a:headEnd type="triangl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直接连接符 87">
                <a:extLst>
                  <a:ext uri="{FF2B5EF4-FFF2-40B4-BE49-F238E27FC236}">
                    <a16:creationId xmlns:a16="http://schemas.microsoft.com/office/drawing/2014/main" id="{F917A11A-9EDD-4C71-A64F-2FFD12889A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62954" y="629849"/>
                <a:ext cx="76199" cy="4889443"/>
              </a:xfrm>
              <a:prstGeom prst="line">
                <a:avLst/>
              </a:prstGeom>
              <a:ln w="38100">
                <a:solidFill>
                  <a:srgbClr val="D74514"/>
                </a:solidFill>
                <a:headEnd type="triangl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3" name="组合 132">
                <a:extLst>
                  <a:ext uri="{FF2B5EF4-FFF2-40B4-BE49-F238E27FC236}">
                    <a16:creationId xmlns:a16="http://schemas.microsoft.com/office/drawing/2014/main" id="{F93B7DBA-7287-4EBE-959C-C86D85B99E4B}"/>
                  </a:ext>
                </a:extLst>
              </p:cNvPr>
              <p:cNvGrpSpPr/>
              <p:nvPr/>
            </p:nvGrpSpPr>
            <p:grpSpPr>
              <a:xfrm>
                <a:off x="3197114" y="1003584"/>
                <a:ext cx="465840" cy="4050723"/>
                <a:chOff x="3197114" y="1003584"/>
                <a:chExt cx="465840" cy="4050723"/>
              </a:xfrm>
            </p:grpSpPr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0D2649DA-C0A6-46EF-BB4C-F598E1DDD214}"/>
                    </a:ext>
                  </a:extLst>
                </p:cNvPr>
                <p:cNvSpPr txBox="1"/>
                <p:nvPr/>
              </p:nvSpPr>
              <p:spPr>
                <a:xfrm>
                  <a:off x="3362011" y="1003584"/>
                  <a:ext cx="300943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4</a:t>
                  </a:r>
                  <a:endParaRPr lang="zh-CN" altLang="en-US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6FA97904-8E82-424B-BBF5-C27BE771AED7}"/>
                    </a:ext>
                  </a:extLst>
                </p:cNvPr>
                <p:cNvSpPr txBox="1"/>
                <p:nvPr/>
              </p:nvSpPr>
              <p:spPr>
                <a:xfrm>
                  <a:off x="3362011" y="1529515"/>
                  <a:ext cx="300943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3</a:t>
                  </a:r>
                  <a:endParaRPr lang="zh-CN" altLang="en-US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D08DCB5F-1F24-4EB7-8FFD-7207F30692E1}"/>
                    </a:ext>
                  </a:extLst>
                </p:cNvPr>
                <p:cNvSpPr txBox="1"/>
                <p:nvPr/>
              </p:nvSpPr>
              <p:spPr>
                <a:xfrm>
                  <a:off x="3362011" y="2055383"/>
                  <a:ext cx="300943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2</a:t>
                  </a:r>
                  <a:endParaRPr lang="zh-CN" altLang="en-US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53017248-9DA5-44F2-93C9-EDEAA24DB343}"/>
                    </a:ext>
                  </a:extLst>
                </p:cNvPr>
                <p:cNvSpPr txBox="1"/>
                <p:nvPr/>
              </p:nvSpPr>
              <p:spPr>
                <a:xfrm>
                  <a:off x="3362011" y="2581314"/>
                  <a:ext cx="300943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1</a:t>
                  </a:r>
                  <a:endParaRPr lang="zh-CN" altLang="en-US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7956A7EB-3F0C-485A-BB53-8AFC7B5F0C92}"/>
                    </a:ext>
                  </a:extLst>
                </p:cNvPr>
                <p:cNvSpPr txBox="1"/>
                <p:nvPr/>
              </p:nvSpPr>
              <p:spPr>
                <a:xfrm>
                  <a:off x="3362011" y="3107245"/>
                  <a:ext cx="300943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0</a:t>
                  </a:r>
                  <a:endParaRPr lang="zh-CN" altLang="en-US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23AF1C60-EC9C-4A37-85F7-D73131756FF4}"/>
                    </a:ext>
                  </a:extLst>
                </p:cNvPr>
                <p:cNvSpPr txBox="1"/>
                <p:nvPr/>
              </p:nvSpPr>
              <p:spPr>
                <a:xfrm>
                  <a:off x="3197114" y="3633176"/>
                  <a:ext cx="465840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-1</a:t>
                  </a:r>
                  <a:endParaRPr lang="zh-CN" altLang="en-US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55A97FF2-6C7B-47E0-968F-460870A80C1C}"/>
                    </a:ext>
                  </a:extLst>
                </p:cNvPr>
                <p:cNvSpPr txBox="1"/>
                <p:nvPr/>
              </p:nvSpPr>
              <p:spPr>
                <a:xfrm>
                  <a:off x="3197114" y="4162970"/>
                  <a:ext cx="465840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-2</a:t>
                  </a:r>
                  <a:endParaRPr lang="zh-CN" altLang="en-US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A653DB84-8A6B-4AF5-B977-ACB9FE87576D}"/>
                    </a:ext>
                  </a:extLst>
                </p:cNvPr>
                <p:cNvSpPr txBox="1"/>
                <p:nvPr/>
              </p:nvSpPr>
              <p:spPr>
                <a:xfrm>
                  <a:off x="3197114" y="4684975"/>
                  <a:ext cx="465840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dirty="0">
                      <a:solidFill>
                        <a:srgbClr val="D74514"/>
                      </a:solidFill>
                      <a:latin typeface="JetBrains Mono" panose="02000009000000000000" pitchFamily="49" charset="0"/>
                      <a:ea typeface="JetBrains Mono" panose="02000009000000000000" pitchFamily="49" charset="0"/>
                      <a:cs typeface="JetBrains Mono" panose="02000009000000000000" pitchFamily="49" charset="0"/>
                    </a:rPr>
                    <a:t>-3</a:t>
                  </a:r>
                  <a:endParaRPr lang="zh-CN" altLang="en-US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微软雅黑" panose="020B0503020204020204" pitchFamily="34" charset="-122"/>
                    <a:cs typeface="JetBrains Mono" panose="02000009000000000000" pitchFamily="49" charset="0"/>
                  </a:endParaRPr>
                </a:p>
              </p:txBody>
            </p:sp>
          </p:grpSp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6CA3DFF6-E426-4ADC-A900-02F4222A6D85}"/>
                  </a:ext>
                </a:extLst>
              </p:cNvPr>
              <p:cNvSpPr txBox="1"/>
              <p:nvPr/>
            </p:nvSpPr>
            <p:spPr>
              <a:xfrm>
                <a:off x="3279563" y="5149960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k</a:t>
                </a:r>
              </a:p>
            </p:txBody>
          </p:sp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2E68E938-D95F-4E3D-95B1-53BEB352617D}"/>
                  </a:ext>
                </a:extLst>
              </p:cNvPr>
              <p:cNvSpPr txBox="1"/>
              <p:nvPr/>
            </p:nvSpPr>
            <p:spPr>
              <a:xfrm>
                <a:off x="7407737" y="229004"/>
                <a:ext cx="300943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D</a:t>
                </a:r>
              </a:p>
            </p:txBody>
          </p:sp>
        </p:grpSp>
        <p:grpSp>
          <p:nvGrpSpPr>
            <p:cNvPr id="135" name="组合 134">
              <a:extLst>
                <a:ext uri="{FF2B5EF4-FFF2-40B4-BE49-F238E27FC236}">
                  <a16:creationId xmlns:a16="http://schemas.microsoft.com/office/drawing/2014/main" id="{03CE8D6F-CB76-4568-B74D-995A657851AB}"/>
                </a:ext>
              </a:extLst>
            </p:cNvPr>
            <p:cNvGrpSpPr/>
            <p:nvPr/>
          </p:nvGrpSpPr>
          <p:grpSpPr>
            <a:xfrm>
              <a:off x="3887950" y="1003584"/>
              <a:ext cx="3380378" cy="4050723"/>
              <a:chOff x="3887950" y="1003584"/>
              <a:chExt cx="3380378" cy="4050723"/>
            </a:xfrm>
          </p:grpSpPr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383860D8-97B0-4838-9CA2-E88A2AF90D23}"/>
                  </a:ext>
                </a:extLst>
              </p:cNvPr>
              <p:cNvSpPr txBox="1"/>
              <p:nvPr/>
            </p:nvSpPr>
            <p:spPr>
              <a:xfrm>
                <a:off x="3887950" y="3107245"/>
                <a:ext cx="750926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(0,0)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55D887B3-E3E3-431E-A6B9-3E8A7A6D4517}"/>
                  </a:ext>
                </a:extLst>
              </p:cNvPr>
              <p:cNvSpPr txBox="1"/>
              <p:nvPr/>
            </p:nvSpPr>
            <p:spPr>
              <a:xfrm>
                <a:off x="4413884" y="2581314"/>
                <a:ext cx="750926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(1,0)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3753FA94-1DE0-4235-9BB9-E97CC02EDD13}"/>
                  </a:ext>
                </a:extLst>
              </p:cNvPr>
              <p:cNvSpPr txBox="1"/>
              <p:nvPr/>
            </p:nvSpPr>
            <p:spPr>
              <a:xfrm>
                <a:off x="6517402" y="3628977"/>
                <a:ext cx="750926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(5,6)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2217607A-2329-4994-9AA3-FEA5C5771C0B}"/>
                  </a:ext>
                </a:extLst>
              </p:cNvPr>
              <p:cNvSpPr txBox="1"/>
              <p:nvPr/>
            </p:nvSpPr>
            <p:spPr>
              <a:xfrm>
                <a:off x="4939823" y="3107245"/>
                <a:ext cx="750926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(2,2)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F1F83CC7-4DF4-41E2-B178-82F1F22C5E1F}"/>
                  </a:ext>
                </a:extLst>
              </p:cNvPr>
              <p:cNvSpPr txBox="1"/>
              <p:nvPr/>
            </p:nvSpPr>
            <p:spPr>
              <a:xfrm>
                <a:off x="4939823" y="2055383"/>
                <a:ext cx="750926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(3,1)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08476E0A-FD76-48D4-98E6-35DEF9AC09F7}"/>
                  </a:ext>
                </a:extLst>
              </p:cNvPr>
              <p:cNvSpPr txBox="1"/>
              <p:nvPr/>
            </p:nvSpPr>
            <p:spPr>
              <a:xfrm>
                <a:off x="4939823" y="4159107"/>
                <a:ext cx="750926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(2,4)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4D4F8BEE-3613-44A9-8868-35B85DF596A4}"/>
                  </a:ext>
                </a:extLst>
              </p:cNvPr>
              <p:cNvSpPr txBox="1"/>
              <p:nvPr/>
            </p:nvSpPr>
            <p:spPr>
              <a:xfrm>
                <a:off x="5464078" y="3633176"/>
                <a:ext cx="750926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(4,5)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DCF8E99C-4FDE-4AFA-A159-7307AA1FD1AB}"/>
                  </a:ext>
                </a:extLst>
              </p:cNvPr>
              <p:cNvSpPr txBox="1"/>
              <p:nvPr/>
            </p:nvSpPr>
            <p:spPr>
              <a:xfrm>
                <a:off x="5464078" y="2581314"/>
                <a:ext cx="750926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(5,4)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E4698780-6CDB-47E8-ACFE-E01C497D2595}"/>
                  </a:ext>
                </a:extLst>
              </p:cNvPr>
              <p:cNvSpPr txBox="1"/>
              <p:nvPr/>
            </p:nvSpPr>
            <p:spPr>
              <a:xfrm>
                <a:off x="5464078" y="1529515"/>
                <a:ext cx="750926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(5,2)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656D88FB-541A-43FD-8B57-1DADA3DBB1AC}"/>
                  </a:ext>
                </a:extLst>
              </p:cNvPr>
              <p:cNvSpPr txBox="1"/>
              <p:nvPr/>
            </p:nvSpPr>
            <p:spPr>
              <a:xfrm>
                <a:off x="5464078" y="4684975"/>
                <a:ext cx="750926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(3,6)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20CCF91F-3FF8-49C6-B8A8-E268049E6B37}"/>
                  </a:ext>
                </a:extLst>
              </p:cNvPr>
              <p:cNvSpPr txBox="1"/>
              <p:nvPr/>
            </p:nvSpPr>
            <p:spPr>
              <a:xfrm>
                <a:off x="5990376" y="4159044"/>
                <a:ext cx="750926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(4,6)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EE1400E9-3A23-4AEF-A46A-0253C61EDFD6}"/>
                  </a:ext>
                </a:extLst>
              </p:cNvPr>
              <p:cNvSpPr txBox="1"/>
              <p:nvPr/>
            </p:nvSpPr>
            <p:spPr>
              <a:xfrm>
                <a:off x="5990376" y="3107245"/>
                <a:ext cx="750926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(5,5)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DC10733A-C4A8-4739-B219-9A9EBF690984}"/>
                  </a:ext>
                </a:extLst>
              </p:cNvPr>
              <p:cNvSpPr txBox="1"/>
              <p:nvPr/>
            </p:nvSpPr>
            <p:spPr>
              <a:xfrm>
                <a:off x="5990376" y="2055383"/>
                <a:ext cx="750926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(7,5)</a:t>
                </a:r>
                <a:endParaRPr lang="zh-CN" altLang="en-US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07D421A0-B001-4604-A221-8B7A6D68864E}"/>
                  </a:ext>
                </a:extLst>
              </p:cNvPr>
              <p:cNvSpPr txBox="1"/>
              <p:nvPr/>
            </p:nvSpPr>
            <p:spPr>
              <a:xfrm>
                <a:off x="5990376" y="1003584"/>
                <a:ext cx="750926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(7,3)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F157DFBD-4AFC-4D8F-9321-FFBB9FEEAFCC}"/>
                  </a:ext>
                </a:extLst>
              </p:cNvPr>
              <p:cNvSpPr txBox="1"/>
              <p:nvPr/>
            </p:nvSpPr>
            <p:spPr>
              <a:xfrm>
                <a:off x="6516310" y="2581314"/>
                <a:ext cx="750926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(7,6)</a:t>
                </a:r>
                <a:endParaRPr lang="zh-CN" altLang="en-US" b="1" dirty="0">
                  <a:solidFill>
                    <a:srgbClr val="D74514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sp>
            <p:nvSpPr>
              <p:cNvPr id="114" name="文本框 113">
                <a:extLst>
                  <a:ext uri="{FF2B5EF4-FFF2-40B4-BE49-F238E27FC236}">
                    <a16:creationId xmlns:a16="http://schemas.microsoft.com/office/drawing/2014/main" id="{A1E43EBB-DAE0-4163-A021-B89BC38BB052}"/>
                  </a:ext>
                </a:extLst>
              </p:cNvPr>
              <p:cNvSpPr txBox="1"/>
              <p:nvPr/>
            </p:nvSpPr>
            <p:spPr>
              <a:xfrm>
                <a:off x="4413884" y="3628977"/>
                <a:ext cx="750926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8CCB9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(0,1)</a:t>
                </a:r>
                <a:endParaRPr lang="zh-CN" altLang="en-US" dirty="0">
                  <a:solidFill>
                    <a:srgbClr val="F8CCB9"/>
                  </a:solidFill>
                  <a:latin typeface="JetBrains Mono" panose="02000009000000000000" pitchFamily="49" charset="0"/>
                  <a:ea typeface="微软雅黑" panose="020B0503020204020204" pitchFamily="34" charset="-122"/>
                  <a:cs typeface="JetBrains Mono" panose="02000009000000000000" pitchFamily="49" charset="0"/>
                </a:endParaRPr>
              </a:p>
            </p:txBody>
          </p:sp>
          <p:cxnSp>
            <p:nvCxnSpPr>
              <p:cNvPr id="115" name="直接连接符 114">
                <a:extLst>
                  <a:ext uri="{FF2B5EF4-FFF2-40B4-BE49-F238E27FC236}">
                    <a16:creationId xmlns:a16="http://schemas.microsoft.com/office/drawing/2014/main" id="{C78B130A-403E-41F2-ACF5-4224EEA138A4}"/>
                  </a:ext>
                </a:extLst>
              </p:cNvPr>
              <p:cNvCxnSpPr>
                <a:cxnSpLocks/>
                <a:endCxn id="99" idx="0"/>
              </p:cNvCxnSpPr>
              <p:nvPr/>
            </p:nvCxnSpPr>
            <p:spPr>
              <a:xfrm flipH="1">
                <a:off x="4263413" y="2950645"/>
                <a:ext cx="180000" cy="180000"/>
              </a:xfrm>
              <a:prstGeom prst="line">
                <a:avLst/>
              </a:prstGeom>
              <a:ln w="38100">
                <a:solidFill>
                  <a:srgbClr val="D74514"/>
                </a:solidFill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直接连接符 117">
                <a:extLst>
                  <a:ext uri="{FF2B5EF4-FFF2-40B4-BE49-F238E27FC236}">
                    <a16:creationId xmlns:a16="http://schemas.microsoft.com/office/drawing/2014/main" id="{7D982A1F-8EA3-4BDD-8B4E-BD33730D6A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266225" y="3476577"/>
                <a:ext cx="180000" cy="180000"/>
              </a:xfrm>
              <a:prstGeom prst="line">
                <a:avLst/>
              </a:prstGeom>
              <a:ln w="38100">
                <a:solidFill>
                  <a:srgbClr val="F8CCB9"/>
                </a:solidFill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直接连接符 119">
                <a:extLst>
                  <a:ext uri="{FF2B5EF4-FFF2-40B4-BE49-F238E27FC236}">
                    <a16:creationId xmlns:a16="http://schemas.microsoft.com/office/drawing/2014/main" id="{2708646E-0A83-4700-86C6-9BF25FB5222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2863" y="2420515"/>
                <a:ext cx="180000" cy="180000"/>
              </a:xfrm>
              <a:prstGeom prst="line">
                <a:avLst/>
              </a:prstGeom>
              <a:ln w="38100">
                <a:solidFill>
                  <a:srgbClr val="D74514"/>
                </a:solidFill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直接连接符 120">
                <a:extLst>
                  <a:ext uri="{FF2B5EF4-FFF2-40B4-BE49-F238E27FC236}">
                    <a16:creationId xmlns:a16="http://schemas.microsoft.com/office/drawing/2014/main" id="{D8405F12-1DC7-46C8-BD59-5E0A5536178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795675" y="2946447"/>
                <a:ext cx="180000" cy="180000"/>
              </a:xfrm>
              <a:prstGeom prst="line">
                <a:avLst/>
              </a:prstGeom>
              <a:ln w="38100">
                <a:solidFill>
                  <a:srgbClr val="F8CCB9"/>
                </a:solidFill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直接连接符 121">
                <a:extLst>
                  <a:ext uri="{FF2B5EF4-FFF2-40B4-BE49-F238E27FC236}">
                    <a16:creationId xmlns:a16="http://schemas.microsoft.com/office/drawing/2014/main" id="{6E48A11D-377E-44AE-9BEE-65033A61AD5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08958" y="1887082"/>
                <a:ext cx="180000" cy="180000"/>
              </a:xfrm>
              <a:prstGeom prst="line">
                <a:avLst/>
              </a:prstGeom>
              <a:ln w="38100">
                <a:solidFill>
                  <a:srgbClr val="F8CCB9"/>
                </a:solidFill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接连接符 122">
                <a:extLst>
                  <a:ext uri="{FF2B5EF4-FFF2-40B4-BE49-F238E27FC236}">
                    <a16:creationId xmlns:a16="http://schemas.microsoft.com/office/drawing/2014/main" id="{605B8CF8-EE88-4C1E-B949-1D03F29EFF7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311770" y="2413014"/>
                <a:ext cx="180000" cy="180000"/>
              </a:xfrm>
              <a:prstGeom prst="line">
                <a:avLst/>
              </a:prstGeom>
              <a:ln w="38100">
                <a:solidFill>
                  <a:srgbClr val="D74514"/>
                </a:solidFill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直接连接符 123">
                <a:extLst>
                  <a:ext uri="{FF2B5EF4-FFF2-40B4-BE49-F238E27FC236}">
                    <a16:creationId xmlns:a16="http://schemas.microsoft.com/office/drawing/2014/main" id="{0A398D74-4862-498F-AB1F-C9157CFC0B3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18603" y="3990776"/>
                <a:ext cx="180000" cy="180000"/>
              </a:xfrm>
              <a:prstGeom prst="line">
                <a:avLst/>
              </a:prstGeom>
              <a:ln w="38100">
                <a:solidFill>
                  <a:srgbClr val="F8CCB9"/>
                </a:solidFill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直接连接符 124">
                <a:extLst>
                  <a:ext uri="{FF2B5EF4-FFF2-40B4-BE49-F238E27FC236}">
                    <a16:creationId xmlns:a16="http://schemas.microsoft.com/office/drawing/2014/main" id="{BE10AB5F-B0B1-4BA8-9F36-F11546EDDB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321415" y="4516708"/>
                <a:ext cx="180000" cy="180000"/>
              </a:xfrm>
              <a:prstGeom prst="line">
                <a:avLst/>
              </a:prstGeom>
              <a:ln w="38100">
                <a:solidFill>
                  <a:srgbClr val="F8CCB9"/>
                </a:solidFill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直接连接符 125">
                <a:extLst>
                  <a:ext uri="{FF2B5EF4-FFF2-40B4-BE49-F238E27FC236}">
                    <a16:creationId xmlns:a16="http://schemas.microsoft.com/office/drawing/2014/main" id="{6677C430-42C9-4C69-B024-F77F7DFA81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827865" y="2420515"/>
                <a:ext cx="180000" cy="180000"/>
              </a:xfrm>
              <a:prstGeom prst="line">
                <a:avLst/>
              </a:prstGeom>
              <a:ln w="38100">
                <a:solidFill>
                  <a:srgbClr val="D74514"/>
                </a:solidFill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直接连接符 126">
                <a:extLst>
                  <a:ext uri="{FF2B5EF4-FFF2-40B4-BE49-F238E27FC236}">
                    <a16:creationId xmlns:a16="http://schemas.microsoft.com/office/drawing/2014/main" id="{9AB460CB-2F06-41A8-AAAD-079A77A90E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830677" y="2946447"/>
                <a:ext cx="180000" cy="180000"/>
              </a:xfrm>
              <a:prstGeom prst="line">
                <a:avLst/>
              </a:prstGeom>
              <a:ln w="38100">
                <a:solidFill>
                  <a:srgbClr val="F8CCB9"/>
                </a:solidFill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直接连接符 127">
                <a:extLst>
                  <a:ext uri="{FF2B5EF4-FFF2-40B4-BE49-F238E27FC236}">
                    <a16:creationId xmlns:a16="http://schemas.microsoft.com/office/drawing/2014/main" id="{57BC5878-1489-4844-8300-D57C5AA74FC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792863" y="3990776"/>
                <a:ext cx="180000" cy="180000"/>
              </a:xfrm>
              <a:prstGeom prst="line">
                <a:avLst/>
              </a:prstGeom>
              <a:ln w="38100">
                <a:solidFill>
                  <a:srgbClr val="F8CCB9"/>
                </a:solidFill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直接连接符 128">
                <a:extLst>
                  <a:ext uri="{FF2B5EF4-FFF2-40B4-BE49-F238E27FC236}">
                    <a16:creationId xmlns:a16="http://schemas.microsoft.com/office/drawing/2014/main" id="{F04FFC60-A4FC-4FB6-8B64-4EA17D3FA29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844343" y="3998309"/>
                <a:ext cx="180000" cy="180000"/>
              </a:xfrm>
              <a:prstGeom prst="line">
                <a:avLst/>
              </a:prstGeom>
              <a:ln w="38100">
                <a:solidFill>
                  <a:srgbClr val="F8CCB9"/>
                </a:solidFill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直接连接符 129">
                <a:extLst>
                  <a:ext uri="{FF2B5EF4-FFF2-40B4-BE49-F238E27FC236}">
                    <a16:creationId xmlns:a16="http://schemas.microsoft.com/office/drawing/2014/main" id="{987B365E-F33C-4555-A59A-9411C8E63EF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360479" y="3470588"/>
                <a:ext cx="180000" cy="180000"/>
              </a:xfrm>
              <a:prstGeom prst="line">
                <a:avLst/>
              </a:prstGeom>
              <a:ln w="38100">
                <a:solidFill>
                  <a:srgbClr val="F8CCB9"/>
                </a:solidFill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直接连接符 130">
                <a:extLst>
                  <a:ext uri="{FF2B5EF4-FFF2-40B4-BE49-F238E27FC236}">
                    <a16:creationId xmlns:a16="http://schemas.microsoft.com/office/drawing/2014/main" id="{4E40D54B-05A9-4F5A-AA36-5BA31A84A1F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367155" y="2424158"/>
                <a:ext cx="180000" cy="180000"/>
              </a:xfrm>
              <a:prstGeom prst="line">
                <a:avLst/>
              </a:prstGeom>
              <a:ln w="38100">
                <a:solidFill>
                  <a:srgbClr val="D74514"/>
                </a:solidFill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直接连接符 131">
                <a:extLst>
                  <a:ext uri="{FF2B5EF4-FFF2-40B4-BE49-F238E27FC236}">
                    <a16:creationId xmlns:a16="http://schemas.microsoft.com/office/drawing/2014/main" id="{65E42FBA-2803-4BE7-935E-A3A423F4E8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844343" y="1369922"/>
                <a:ext cx="180000" cy="180000"/>
              </a:xfrm>
              <a:prstGeom prst="line">
                <a:avLst/>
              </a:prstGeom>
              <a:ln w="38100">
                <a:solidFill>
                  <a:srgbClr val="F8CCB9"/>
                </a:solidFill>
                <a:headEnd type="non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1178281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0" name="组合 359">
            <a:extLst>
              <a:ext uri="{FF2B5EF4-FFF2-40B4-BE49-F238E27FC236}">
                <a16:creationId xmlns:a16="http://schemas.microsoft.com/office/drawing/2014/main" id="{D27C574E-D36A-4899-BF13-D7CA175AB9E0}"/>
              </a:ext>
            </a:extLst>
          </p:cNvPr>
          <p:cNvGrpSpPr/>
          <p:nvPr/>
        </p:nvGrpSpPr>
        <p:grpSpPr>
          <a:xfrm>
            <a:off x="550627" y="3041739"/>
            <a:ext cx="4205820" cy="1873149"/>
            <a:chOff x="550627" y="3041739"/>
            <a:chExt cx="4205820" cy="1873149"/>
          </a:xfrm>
        </p:grpSpPr>
        <p:pic>
          <p:nvPicPr>
            <p:cNvPr id="245" name="图片 244">
              <a:extLst>
                <a:ext uri="{FF2B5EF4-FFF2-40B4-BE49-F238E27FC236}">
                  <a16:creationId xmlns:a16="http://schemas.microsoft.com/office/drawing/2014/main" id="{CA078209-4A73-40BF-B55D-2FEF788A28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3654" y="3711484"/>
              <a:ext cx="104762" cy="104762"/>
            </a:xfrm>
            <a:prstGeom prst="rect">
              <a:avLst/>
            </a:prstGeom>
          </p:spPr>
        </p:pic>
        <p:pic>
          <p:nvPicPr>
            <p:cNvPr id="253" name="图片 252">
              <a:extLst>
                <a:ext uri="{FF2B5EF4-FFF2-40B4-BE49-F238E27FC236}">
                  <a16:creationId xmlns:a16="http://schemas.microsoft.com/office/drawing/2014/main" id="{749650B1-FEEC-44D7-A640-9970E2FFC0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41578" y="4616300"/>
              <a:ext cx="203246" cy="203246"/>
            </a:xfrm>
            <a:prstGeom prst="rect">
              <a:avLst/>
            </a:prstGeom>
          </p:spPr>
        </p:pic>
        <p:pic>
          <p:nvPicPr>
            <p:cNvPr id="257" name="图片 256">
              <a:extLst>
                <a:ext uri="{FF2B5EF4-FFF2-40B4-BE49-F238E27FC236}">
                  <a16:creationId xmlns:a16="http://schemas.microsoft.com/office/drawing/2014/main" id="{303C165F-40ED-4D18-9CB5-8CFAB3C97E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33623" y="4575066"/>
              <a:ext cx="285714" cy="285714"/>
            </a:xfrm>
            <a:prstGeom prst="rect">
              <a:avLst/>
            </a:prstGeom>
          </p:spPr>
        </p:pic>
        <p:pic>
          <p:nvPicPr>
            <p:cNvPr id="259" name="图片 258">
              <a:extLst>
                <a:ext uri="{FF2B5EF4-FFF2-40B4-BE49-F238E27FC236}">
                  <a16:creationId xmlns:a16="http://schemas.microsoft.com/office/drawing/2014/main" id="{3E936C85-736D-4948-8E0B-E98E43D4A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91540" y="4675066"/>
              <a:ext cx="85714" cy="85714"/>
            </a:xfrm>
            <a:prstGeom prst="rect">
              <a:avLst/>
            </a:prstGeom>
          </p:spPr>
        </p:pic>
        <p:pic>
          <p:nvPicPr>
            <p:cNvPr id="261" name="图片 260">
              <a:extLst>
                <a:ext uri="{FF2B5EF4-FFF2-40B4-BE49-F238E27FC236}">
                  <a16:creationId xmlns:a16="http://schemas.microsoft.com/office/drawing/2014/main" id="{60ED4AD6-2E2A-4056-8D7F-14E4451383F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96814" y="4660780"/>
              <a:ext cx="114286" cy="114286"/>
            </a:xfrm>
            <a:prstGeom prst="rect">
              <a:avLst/>
            </a:prstGeom>
          </p:spPr>
        </p:pic>
        <p:pic>
          <p:nvPicPr>
            <p:cNvPr id="263" name="图片 262">
              <a:extLst>
                <a:ext uri="{FF2B5EF4-FFF2-40B4-BE49-F238E27FC236}">
                  <a16:creationId xmlns:a16="http://schemas.microsoft.com/office/drawing/2014/main" id="{B42EE40A-6E99-4AFA-A713-84638239D1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4601" y="4575066"/>
              <a:ext cx="285714" cy="285714"/>
            </a:xfrm>
            <a:prstGeom prst="rect">
              <a:avLst/>
            </a:prstGeom>
          </p:spPr>
        </p:pic>
        <p:pic>
          <p:nvPicPr>
            <p:cNvPr id="267" name="图片 266">
              <a:extLst>
                <a:ext uri="{FF2B5EF4-FFF2-40B4-BE49-F238E27FC236}">
                  <a16:creationId xmlns:a16="http://schemas.microsoft.com/office/drawing/2014/main" id="{3A8D704A-958B-49DF-95A9-8BCA5FB08F2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01587" y="3732108"/>
              <a:ext cx="63514" cy="63514"/>
            </a:xfrm>
            <a:prstGeom prst="rect">
              <a:avLst/>
            </a:prstGeom>
          </p:spPr>
        </p:pic>
        <p:pic>
          <p:nvPicPr>
            <p:cNvPr id="273" name="图片 272">
              <a:extLst>
                <a:ext uri="{FF2B5EF4-FFF2-40B4-BE49-F238E27FC236}">
                  <a16:creationId xmlns:a16="http://schemas.microsoft.com/office/drawing/2014/main" id="{CA54451D-6773-412F-9AA1-8642106BB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32834" y="3662242"/>
              <a:ext cx="203246" cy="203246"/>
            </a:xfrm>
            <a:prstGeom prst="rect">
              <a:avLst/>
            </a:prstGeom>
          </p:spPr>
        </p:pic>
        <p:pic>
          <p:nvPicPr>
            <p:cNvPr id="279" name="图片 278">
              <a:extLst>
                <a:ext uri="{FF2B5EF4-FFF2-40B4-BE49-F238E27FC236}">
                  <a16:creationId xmlns:a16="http://schemas.microsoft.com/office/drawing/2014/main" id="{0675CB57-CC07-4CBF-B3ED-61BCD4771A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02126" y="3673389"/>
              <a:ext cx="190476" cy="180952"/>
            </a:xfrm>
            <a:prstGeom prst="rect">
              <a:avLst/>
            </a:prstGeom>
          </p:spPr>
        </p:pic>
        <p:pic>
          <p:nvPicPr>
            <p:cNvPr id="281" name="图片 280">
              <a:extLst>
                <a:ext uri="{FF2B5EF4-FFF2-40B4-BE49-F238E27FC236}">
                  <a16:creationId xmlns:a16="http://schemas.microsoft.com/office/drawing/2014/main" id="{5BB8DBF1-DFC7-4ED5-863A-899CDCF526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8648" y="3662242"/>
              <a:ext cx="203246" cy="203246"/>
            </a:xfrm>
            <a:prstGeom prst="rect">
              <a:avLst/>
            </a:prstGeom>
          </p:spPr>
        </p:pic>
        <p:pic>
          <p:nvPicPr>
            <p:cNvPr id="285" name="图片 284">
              <a:extLst>
                <a:ext uri="{FF2B5EF4-FFF2-40B4-BE49-F238E27FC236}">
                  <a16:creationId xmlns:a16="http://schemas.microsoft.com/office/drawing/2014/main" id="{2978E309-0AA9-444E-BD24-279FA2E42D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8092" y="3706722"/>
              <a:ext cx="114286" cy="114286"/>
            </a:xfrm>
            <a:prstGeom prst="rect">
              <a:avLst/>
            </a:prstGeom>
          </p:spPr>
        </p:pic>
        <p:pic>
          <p:nvPicPr>
            <p:cNvPr id="291" name="图片 290">
              <a:extLst>
                <a:ext uri="{FF2B5EF4-FFF2-40B4-BE49-F238E27FC236}">
                  <a16:creationId xmlns:a16="http://schemas.microsoft.com/office/drawing/2014/main" id="{B7D35717-A006-46A9-BBD2-884AA87FC8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73513" y="4616300"/>
              <a:ext cx="203246" cy="203246"/>
            </a:xfrm>
            <a:prstGeom prst="rect">
              <a:avLst/>
            </a:prstGeom>
          </p:spPr>
        </p:pic>
        <p:pic>
          <p:nvPicPr>
            <p:cNvPr id="297" name="图片 296">
              <a:extLst>
                <a:ext uri="{FF2B5EF4-FFF2-40B4-BE49-F238E27FC236}">
                  <a16:creationId xmlns:a16="http://schemas.microsoft.com/office/drawing/2014/main" id="{5C9DBBB1-57CA-403E-A871-565FF21149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07237" y="4641713"/>
              <a:ext cx="152421" cy="152421"/>
            </a:xfrm>
            <a:prstGeom prst="rect">
              <a:avLst/>
            </a:prstGeom>
          </p:spPr>
        </p:pic>
        <p:pic>
          <p:nvPicPr>
            <p:cNvPr id="299" name="图片 298">
              <a:extLst>
                <a:ext uri="{FF2B5EF4-FFF2-40B4-BE49-F238E27FC236}">
                  <a16:creationId xmlns:a16="http://schemas.microsoft.com/office/drawing/2014/main" id="{2421736B-F45B-40CD-B683-AF43559B57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5333" y="3697199"/>
              <a:ext cx="133333" cy="133333"/>
            </a:xfrm>
            <a:prstGeom prst="rect">
              <a:avLst/>
            </a:prstGeom>
          </p:spPr>
        </p:pic>
        <p:pic>
          <p:nvPicPr>
            <p:cNvPr id="305" name="图片 304">
              <a:extLst>
                <a:ext uri="{FF2B5EF4-FFF2-40B4-BE49-F238E27FC236}">
                  <a16:creationId xmlns:a16="http://schemas.microsoft.com/office/drawing/2014/main" id="{53E52378-B6D5-4F77-BE95-FD27217056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0793" y="4613161"/>
              <a:ext cx="180952" cy="209524"/>
            </a:xfrm>
            <a:prstGeom prst="rect">
              <a:avLst/>
            </a:prstGeom>
          </p:spPr>
        </p:pic>
        <p:pic>
          <p:nvPicPr>
            <p:cNvPr id="313" name="图片 312">
              <a:extLst>
                <a:ext uri="{FF2B5EF4-FFF2-40B4-BE49-F238E27FC236}">
                  <a16:creationId xmlns:a16="http://schemas.microsoft.com/office/drawing/2014/main" id="{89B1FB57-3FA7-4071-B1BC-13311C176C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75302" y="4675043"/>
              <a:ext cx="85760" cy="85760"/>
            </a:xfrm>
            <a:prstGeom prst="rect">
              <a:avLst/>
            </a:prstGeom>
          </p:spPr>
        </p:pic>
        <p:pic>
          <p:nvPicPr>
            <p:cNvPr id="315" name="图片 314">
              <a:extLst>
                <a:ext uri="{FF2B5EF4-FFF2-40B4-BE49-F238E27FC236}">
                  <a16:creationId xmlns:a16="http://schemas.microsoft.com/office/drawing/2014/main" id="{8ACB4077-A60B-449C-B278-350E195AD6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92223" y="4692517"/>
              <a:ext cx="50812" cy="50812"/>
            </a:xfrm>
            <a:prstGeom prst="rect">
              <a:avLst/>
            </a:prstGeom>
          </p:spPr>
        </p:pic>
        <p:pic>
          <p:nvPicPr>
            <p:cNvPr id="317" name="图片 316">
              <a:extLst>
                <a:ext uri="{FF2B5EF4-FFF2-40B4-BE49-F238E27FC236}">
                  <a16:creationId xmlns:a16="http://schemas.microsoft.com/office/drawing/2014/main" id="{6EACCE70-4715-4F78-98B8-2C8DEE0F95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78898" y="3662242"/>
              <a:ext cx="203246" cy="203246"/>
            </a:xfrm>
            <a:prstGeom prst="rect">
              <a:avLst/>
            </a:prstGeom>
          </p:spPr>
        </p:pic>
        <p:pic>
          <p:nvPicPr>
            <p:cNvPr id="321" name="图片 320">
              <a:extLst>
                <a:ext uri="{FF2B5EF4-FFF2-40B4-BE49-F238E27FC236}">
                  <a16:creationId xmlns:a16="http://schemas.microsoft.com/office/drawing/2014/main" id="{B0C7459A-74AF-4486-8155-2507E473F1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3527" y="3687665"/>
              <a:ext cx="152400" cy="152400"/>
            </a:xfrm>
            <a:prstGeom prst="rect">
              <a:avLst/>
            </a:prstGeom>
          </p:spPr>
        </p:pic>
        <p:pic>
          <p:nvPicPr>
            <p:cNvPr id="327" name="图片 326">
              <a:extLst>
                <a:ext uri="{FF2B5EF4-FFF2-40B4-BE49-F238E27FC236}">
                  <a16:creationId xmlns:a16="http://schemas.microsoft.com/office/drawing/2014/main" id="{8A2F2DA7-6296-44ED-89EE-80B71621D0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76312" y="3693999"/>
              <a:ext cx="139732" cy="139732"/>
            </a:xfrm>
            <a:prstGeom prst="rect">
              <a:avLst/>
            </a:prstGeom>
          </p:spPr>
        </p:pic>
        <p:pic>
          <p:nvPicPr>
            <p:cNvPr id="329" name="图片 328">
              <a:extLst>
                <a:ext uri="{FF2B5EF4-FFF2-40B4-BE49-F238E27FC236}">
                  <a16:creationId xmlns:a16="http://schemas.microsoft.com/office/drawing/2014/main" id="{F4FE2602-4014-4597-B9C8-0731939A6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2610" y="3738459"/>
              <a:ext cx="50812" cy="50812"/>
            </a:xfrm>
            <a:prstGeom prst="rect">
              <a:avLst/>
            </a:prstGeom>
          </p:spPr>
        </p:pic>
        <p:pic>
          <p:nvPicPr>
            <p:cNvPr id="337" name="图片 336">
              <a:extLst>
                <a:ext uri="{FF2B5EF4-FFF2-40B4-BE49-F238E27FC236}">
                  <a16:creationId xmlns:a16="http://schemas.microsoft.com/office/drawing/2014/main" id="{2C364F5B-A33A-4412-A9C9-125C95143D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07732" y="4540083"/>
              <a:ext cx="495413" cy="355681"/>
            </a:xfrm>
            <a:prstGeom prst="rect">
              <a:avLst/>
            </a:prstGeom>
          </p:spPr>
        </p:pic>
        <p:pic>
          <p:nvPicPr>
            <p:cNvPr id="339" name="图片 338">
              <a:extLst>
                <a:ext uri="{FF2B5EF4-FFF2-40B4-BE49-F238E27FC236}">
                  <a16:creationId xmlns:a16="http://schemas.microsoft.com/office/drawing/2014/main" id="{5D6E4BE8-E172-441F-9010-C243E6BD63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49811" y="4520959"/>
              <a:ext cx="406636" cy="393929"/>
            </a:xfrm>
            <a:prstGeom prst="rect">
              <a:avLst/>
            </a:prstGeom>
          </p:spPr>
        </p:pic>
        <p:pic>
          <p:nvPicPr>
            <p:cNvPr id="341" name="图片 340">
              <a:extLst>
                <a:ext uri="{FF2B5EF4-FFF2-40B4-BE49-F238E27FC236}">
                  <a16:creationId xmlns:a16="http://schemas.microsoft.com/office/drawing/2014/main" id="{07F2DFFB-1C70-4110-B927-6D7572038B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1670" y="3725770"/>
              <a:ext cx="76190" cy="76190"/>
            </a:xfrm>
            <a:prstGeom prst="rect">
              <a:avLst/>
            </a:prstGeom>
          </p:spPr>
        </p:pic>
        <p:pic>
          <p:nvPicPr>
            <p:cNvPr id="343" name="图片 342">
              <a:extLst>
                <a:ext uri="{FF2B5EF4-FFF2-40B4-BE49-F238E27FC236}">
                  <a16:creationId xmlns:a16="http://schemas.microsoft.com/office/drawing/2014/main" id="{A36F258E-77F3-4CDF-9579-9308F2E57F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96159" y="3681267"/>
              <a:ext cx="165196" cy="165196"/>
            </a:xfrm>
            <a:prstGeom prst="rect">
              <a:avLst/>
            </a:prstGeom>
          </p:spPr>
        </p:pic>
        <p:pic>
          <p:nvPicPr>
            <p:cNvPr id="349" name="图片 348">
              <a:extLst>
                <a:ext uri="{FF2B5EF4-FFF2-40B4-BE49-F238E27FC236}">
                  <a16:creationId xmlns:a16="http://schemas.microsoft.com/office/drawing/2014/main" id="{E3519838-50DB-4B2D-820F-D45AA6503E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56276" y="3687655"/>
              <a:ext cx="152421" cy="152421"/>
            </a:xfrm>
            <a:prstGeom prst="rect">
              <a:avLst/>
            </a:prstGeom>
          </p:spPr>
        </p:pic>
        <p:pic>
          <p:nvPicPr>
            <p:cNvPr id="351" name="图片 350">
              <a:extLst>
                <a:ext uri="{FF2B5EF4-FFF2-40B4-BE49-F238E27FC236}">
                  <a16:creationId xmlns:a16="http://schemas.microsoft.com/office/drawing/2014/main" id="{66A5C393-3C75-4A4D-8D4C-2595EAFF73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48929" y="3706682"/>
              <a:ext cx="114366" cy="114366"/>
            </a:xfrm>
            <a:prstGeom prst="rect">
              <a:avLst/>
            </a:prstGeom>
          </p:spPr>
        </p:pic>
        <p:pic>
          <p:nvPicPr>
            <p:cNvPr id="243" name="图片 242">
              <a:extLst>
                <a:ext uri="{FF2B5EF4-FFF2-40B4-BE49-F238E27FC236}">
                  <a16:creationId xmlns:a16="http://schemas.microsoft.com/office/drawing/2014/main" id="{B818C6F6-F997-4746-A24A-8F4E9B2849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9860" y="3052835"/>
              <a:ext cx="406493" cy="406493"/>
            </a:xfrm>
            <a:prstGeom prst="rect">
              <a:avLst/>
            </a:prstGeom>
          </p:spPr>
        </p:pic>
        <p:pic>
          <p:nvPicPr>
            <p:cNvPr id="249" name="图片 248">
              <a:extLst>
                <a:ext uri="{FF2B5EF4-FFF2-40B4-BE49-F238E27FC236}">
                  <a16:creationId xmlns:a16="http://schemas.microsoft.com/office/drawing/2014/main" id="{4AF7784D-B02B-4680-BFFE-64933A4A84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79800" y="3179891"/>
              <a:ext cx="171429" cy="152381"/>
            </a:xfrm>
            <a:prstGeom prst="rect">
              <a:avLst/>
            </a:prstGeom>
          </p:spPr>
        </p:pic>
        <p:pic>
          <p:nvPicPr>
            <p:cNvPr id="251" name="图片 250">
              <a:extLst>
                <a:ext uri="{FF2B5EF4-FFF2-40B4-BE49-F238E27FC236}">
                  <a16:creationId xmlns:a16="http://schemas.microsoft.com/office/drawing/2014/main" id="{9B385360-45E6-46E8-AA40-04F26152D5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87362" y="3170367"/>
              <a:ext cx="171429" cy="171429"/>
            </a:xfrm>
            <a:prstGeom prst="rect">
              <a:avLst/>
            </a:prstGeom>
          </p:spPr>
        </p:pic>
        <p:pic>
          <p:nvPicPr>
            <p:cNvPr id="255" name="图片 254">
              <a:extLst>
                <a:ext uri="{FF2B5EF4-FFF2-40B4-BE49-F238E27FC236}">
                  <a16:creationId xmlns:a16="http://schemas.microsoft.com/office/drawing/2014/main" id="{95E61FCA-A167-40E1-B53A-37D460C53B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7228" y="3205270"/>
              <a:ext cx="101623" cy="101623"/>
            </a:xfrm>
            <a:prstGeom prst="rect">
              <a:avLst/>
            </a:prstGeom>
          </p:spPr>
        </p:pic>
        <p:pic>
          <p:nvPicPr>
            <p:cNvPr id="265" name="图片 264">
              <a:extLst>
                <a:ext uri="{FF2B5EF4-FFF2-40B4-BE49-F238E27FC236}">
                  <a16:creationId xmlns:a16="http://schemas.microsoft.com/office/drawing/2014/main" id="{F71571D0-B765-4DBB-871A-618650BB1A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7105" y="3184653"/>
              <a:ext cx="161905" cy="142857"/>
            </a:xfrm>
            <a:prstGeom prst="rect">
              <a:avLst/>
            </a:prstGeom>
          </p:spPr>
        </p:pic>
        <p:pic>
          <p:nvPicPr>
            <p:cNvPr id="269" name="图片 268">
              <a:extLst>
                <a:ext uri="{FF2B5EF4-FFF2-40B4-BE49-F238E27FC236}">
                  <a16:creationId xmlns:a16="http://schemas.microsoft.com/office/drawing/2014/main" id="{EAB8582D-F010-49FA-AA92-9FE9F3EFA3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50158" y="4062414"/>
              <a:ext cx="190611" cy="304977"/>
            </a:xfrm>
            <a:prstGeom prst="rect">
              <a:avLst/>
            </a:prstGeom>
          </p:spPr>
        </p:pic>
        <p:pic>
          <p:nvPicPr>
            <p:cNvPr id="275" name="图片 274">
              <a:extLst>
                <a:ext uri="{FF2B5EF4-FFF2-40B4-BE49-F238E27FC236}">
                  <a16:creationId xmlns:a16="http://schemas.microsoft.com/office/drawing/2014/main" id="{2B0899AD-DBA3-423C-888D-D8A15522D2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65510" y="4106928"/>
              <a:ext cx="215949" cy="215949"/>
            </a:xfrm>
            <a:prstGeom prst="rect">
              <a:avLst/>
            </a:prstGeom>
          </p:spPr>
        </p:pic>
        <p:pic>
          <p:nvPicPr>
            <p:cNvPr id="277" name="图片 276">
              <a:extLst>
                <a:ext uri="{FF2B5EF4-FFF2-40B4-BE49-F238E27FC236}">
                  <a16:creationId xmlns:a16="http://schemas.microsoft.com/office/drawing/2014/main" id="{08408A48-ED9E-45AC-BD11-5AD1C5B8A7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17639" y="4106928"/>
              <a:ext cx="215949" cy="215949"/>
            </a:xfrm>
            <a:prstGeom prst="rect">
              <a:avLst/>
            </a:prstGeom>
          </p:spPr>
        </p:pic>
        <p:pic>
          <p:nvPicPr>
            <p:cNvPr id="283" name="图片 282">
              <a:extLst>
                <a:ext uri="{FF2B5EF4-FFF2-40B4-BE49-F238E27FC236}">
                  <a16:creationId xmlns:a16="http://schemas.microsoft.com/office/drawing/2014/main" id="{C266BB45-EBA7-4F80-8407-2ECD3CBCE6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96559" y="4176807"/>
              <a:ext cx="76190" cy="76190"/>
            </a:xfrm>
            <a:prstGeom prst="rect">
              <a:avLst/>
            </a:prstGeom>
          </p:spPr>
        </p:pic>
        <p:pic>
          <p:nvPicPr>
            <p:cNvPr id="287" name="图片 286">
              <a:extLst>
                <a:ext uri="{FF2B5EF4-FFF2-40B4-BE49-F238E27FC236}">
                  <a16:creationId xmlns:a16="http://schemas.microsoft.com/office/drawing/2014/main" id="{A2133387-E684-48E3-9AD3-3A5D6F8F5B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99692" y="4157759"/>
              <a:ext cx="114286" cy="114286"/>
            </a:xfrm>
            <a:prstGeom prst="rect">
              <a:avLst/>
            </a:prstGeom>
          </p:spPr>
        </p:pic>
        <p:pic>
          <p:nvPicPr>
            <p:cNvPr id="289" name="图片 288">
              <a:extLst>
                <a:ext uri="{FF2B5EF4-FFF2-40B4-BE49-F238E27FC236}">
                  <a16:creationId xmlns:a16="http://schemas.microsoft.com/office/drawing/2014/main" id="{74ADEBB8-6F8D-4A96-ABF2-A53E752F6F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9768" y="4119597"/>
              <a:ext cx="190611" cy="190611"/>
            </a:xfrm>
            <a:prstGeom prst="rect">
              <a:avLst/>
            </a:prstGeom>
          </p:spPr>
        </p:pic>
        <p:pic>
          <p:nvPicPr>
            <p:cNvPr id="293" name="图片 292">
              <a:extLst>
                <a:ext uri="{FF2B5EF4-FFF2-40B4-BE49-F238E27FC236}">
                  <a16:creationId xmlns:a16="http://schemas.microsoft.com/office/drawing/2014/main" id="{CB1611C3-AEAA-4436-96D4-04744D250F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76949" y="4138712"/>
              <a:ext cx="152381" cy="152381"/>
            </a:xfrm>
            <a:prstGeom prst="rect">
              <a:avLst/>
            </a:prstGeom>
          </p:spPr>
        </p:pic>
        <p:pic>
          <p:nvPicPr>
            <p:cNvPr id="295" name="图片 294">
              <a:extLst>
                <a:ext uri="{FF2B5EF4-FFF2-40B4-BE49-F238E27FC236}">
                  <a16:creationId xmlns:a16="http://schemas.microsoft.com/office/drawing/2014/main" id="{6A188DC5-5508-409E-8F66-0A8BF33894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81482" y="3103593"/>
              <a:ext cx="292270" cy="304977"/>
            </a:xfrm>
            <a:prstGeom prst="rect">
              <a:avLst/>
            </a:prstGeom>
          </p:spPr>
        </p:pic>
        <p:pic>
          <p:nvPicPr>
            <p:cNvPr id="301" name="图片 300">
              <a:extLst>
                <a:ext uri="{FF2B5EF4-FFF2-40B4-BE49-F238E27FC236}">
                  <a16:creationId xmlns:a16="http://schemas.microsoft.com/office/drawing/2014/main" id="{1F4AD7C1-B87D-4AF8-B105-9F0284159D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90136" y="4679823"/>
              <a:ext cx="76200" cy="76200"/>
            </a:xfrm>
            <a:prstGeom prst="rect">
              <a:avLst/>
            </a:prstGeom>
          </p:spPr>
        </p:pic>
        <p:pic>
          <p:nvPicPr>
            <p:cNvPr id="303" name="图片 302">
              <a:extLst>
                <a:ext uri="{FF2B5EF4-FFF2-40B4-BE49-F238E27FC236}">
                  <a16:creationId xmlns:a16="http://schemas.microsoft.com/office/drawing/2014/main" id="{9F92DA6C-1D5F-43E5-B44B-34E82978EE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2756" y="4119631"/>
              <a:ext cx="190543" cy="190543"/>
            </a:xfrm>
            <a:prstGeom prst="rect">
              <a:avLst/>
            </a:prstGeom>
          </p:spPr>
        </p:pic>
        <p:pic>
          <p:nvPicPr>
            <p:cNvPr id="307" name="图片 306">
              <a:extLst>
                <a:ext uri="{FF2B5EF4-FFF2-40B4-BE49-F238E27FC236}">
                  <a16:creationId xmlns:a16="http://schemas.microsoft.com/office/drawing/2014/main" id="{CCAD351C-6F4B-4542-A9B1-F375BA598F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29479" y="4106928"/>
              <a:ext cx="215949" cy="215949"/>
            </a:xfrm>
            <a:prstGeom prst="rect">
              <a:avLst/>
            </a:prstGeom>
          </p:spPr>
        </p:pic>
        <p:pic>
          <p:nvPicPr>
            <p:cNvPr id="311" name="图片 310">
              <a:extLst>
                <a:ext uri="{FF2B5EF4-FFF2-40B4-BE49-F238E27FC236}">
                  <a16:creationId xmlns:a16="http://schemas.microsoft.com/office/drawing/2014/main" id="{DE5184BE-6C33-4958-B17B-EA7D83DC53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28918" y="3189415"/>
              <a:ext cx="133333" cy="133333"/>
            </a:xfrm>
            <a:prstGeom prst="rect">
              <a:avLst/>
            </a:prstGeom>
          </p:spPr>
        </p:pic>
        <p:pic>
          <p:nvPicPr>
            <p:cNvPr id="319" name="图片 318">
              <a:extLst>
                <a:ext uri="{FF2B5EF4-FFF2-40B4-BE49-F238E27FC236}">
                  <a16:creationId xmlns:a16="http://schemas.microsoft.com/office/drawing/2014/main" id="{E9EA7CFC-500F-43DA-BE7F-CADE92083A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31788" y="3041739"/>
              <a:ext cx="428685" cy="428685"/>
            </a:xfrm>
            <a:prstGeom prst="rect">
              <a:avLst/>
            </a:prstGeom>
          </p:spPr>
        </p:pic>
        <p:pic>
          <p:nvPicPr>
            <p:cNvPr id="323" name="图片 322">
              <a:extLst>
                <a:ext uri="{FF2B5EF4-FFF2-40B4-BE49-F238E27FC236}">
                  <a16:creationId xmlns:a16="http://schemas.microsoft.com/office/drawing/2014/main" id="{3267F78A-8668-44AE-A343-F4B7863BDD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70169" y="4176797"/>
              <a:ext cx="76211" cy="76211"/>
            </a:xfrm>
            <a:prstGeom prst="rect">
              <a:avLst/>
            </a:prstGeom>
          </p:spPr>
        </p:pic>
        <p:pic>
          <p:nvPicPr>
            <p:cNvPr id="325" name="图片 324">
              <a:extLst>
                <a:ext uri="{FF2B5EF4-FFF2-40B4-BE49-F238E27FC236}">
                  <a16:creationId xmlns:a16="http://schemas.microsoft.com/office/drawing/2014/main" id="{4F16C551-8A6E-4141-95A3-F7F997EEAE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1608" y="4119664"/>
              <a:ext cx="152381" cy="190476"/>
            </a:xfrm>
            <a:prstGeom prst="rect">
              <a:avLst/>
            </a:prstGeom>
          </p:spPr>
        </p:pic>
        <p:pic>
          <p:nvPicPr>
            <p:cNvPr id="331" name="图片 330">
              <a:extLst>
                <a:ext uri="{FF2B5EF4-FFF2-40B4-BE49-F238E27FC236}">
                  <a16:creationId xmlns:a16="http://schemas.microsoft.com/office/drawing/2014/main" id="{DA5ADA94-0F76-45CD-90E1-2DAEB397FC75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0627" y="4106928"/>
              <a:ext cx="215949" cy="215949"/>
            </a:xfrm>
            <a:prstGeom prst="rect">
              <a:avLst/>
            </a:prstGeom>
          </p:spPr>
        </p:pic>
        <p:pic>
          <p:nvPicPr>
            <p:cNvPr id="333" name="图片 332">
              <a:extLst>
                <a:ext uri="{FF2B5EF4-FFF2-40B4-BE49-F238E27FC236}">
                  <a16:creationId xmlns:a16="http://schemas.microsoft.com/office/drawing/2014/main" id="{1C541B82-65CF-41A3-B731-7263F11F3386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08924" y="4124426"/>
              <a:ext cx="180952" cy="180952"/>
            </a:xfrm>
            <a:prstGeom prst="rect">
              <a:avLst/>
            </a:prstGeom>
          </p:spPr>
        </p:pic>
        <p:pic>
          <p:nvPicPr>
            <p:cNvPr id="335" name="图片 334">
              <a:extLst>
                <a:ext uri="{FF2B5EF4-FFF2-40B4-BE49-F238E27FC236}">
                  <a16:creationId xmlns:a16="http://schemas.microsoft.com/office/drawing/2014/main" id="{9CBCA159-B6F3-42BD-9FAD-6EB75DCB2046}"/>
                </a:ext>
              </a:extLst>
            </p:cNvPr>
            <p:cNvPicPr>
              <a:picLocks noChangeAspect="1"/>
            </p:cNvPicPr>
            <p:nvPr/>
          </p:nvPicPr>
          <p:blipFill>
            <a:blip r:embed="rId5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2560" y="4114902"/>
              <a:ext cx="180952" cy="200000"/>
            </a:xfrm>
            <a:prstGeom prst="rect">
              <a:avLst/>
            </a:prstGeom>
          </p:spPr>
        </p:pic>
        <p:pic>
          <p:nvPicPr>
            <p:cNvPr id="345" name="图片 344">
              <a:extLst>
                <a:ext uri="{FF2B5EF4-FFF2-40B4-BE49-F238E27FC236}">
                  <a16:creationId xmlns:a16="http://schemas.microsoft.com/office/drawing/2014/main" id="{B13A84BC-5832-4C4F-B7CE-ACF56E1C8C72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6493" y="3198938"/>
              <a:ext cx="114286" cy="114286"/>
            </a:xfrm>
            <a:prstGeom prst="rect">
              <a:avLst/>
            </a:prstGeom>
          </p:spPr>
        </p:pic>
        <p:pic>
          <p:nvPicPr>
            <p:cNvPr id="347" name="图片 346">
              <a:extLst>
                <a:ext uri="{FF2B5EF4-FFF2-40B4-BE49-F238E27FC236}">
                  <a16:creationId xmlns:a16="http://schemas.microsoft.com/office/drawing/2014/main" id="{D44E048C-051D-4FBA-A9DF-7E7AA8B327B5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94761" y="3148107"/>
              <a:ext cx="215949" cy="215949"/>
            </a:xfrm>
            <a:prstGeom prst="rect">
              <a:avLst/>
            </a:prstGeom>
          </p:spPr>
        </p:pic>
        <p:pic>
          <p:nvPicPr>
            <p:cNvPr id="353" name="图片 352">
              <a:extLst>
                <a:ext uri="{FF2B5EF4-FFF2-40B4-BE49-F238E27FC236}">
                  <a16:creationId xmlns:a16="http://schemas.microsoft.com/office/drawing/2014/main" id="{779BD6C8-B03E-4A06-B770-CA3C9D4D66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1719" y="3222748"/>
              <a:ext cx="76190" cy="66667"/>
            </a:xfrm>
            <a:prstGeom prst="rect">
              <a:avLst/>
            </a:prstGeom>
          </p:spPr>
        </p:pic>
        <p:pic>
          <p:nvPicPr>
            <p:cNvPr id="355" name="图片 354">
              <a:extLst>
                <a:ext uri="{FF2B5EF4-FFF2-40B4-BE49-F238E27FC236}">
                  <a16:creationId xmlns:a16="http://schemas.microsoft.com/office/drawing/2014/main" id="{5F1803DF-30F3-4296-A6FA-8AD74CCE9D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72238" y="3154458"/>
              <a:ext cx="203246" cy="203246"/>
            </a:xfrm>
            <a:prstGeom prst="rect">
              <a:avLst/>
            </a:prstGeom>
          </p:spPr>
        </p:pic>
        <p:pic>
          <p:nvPicPr>
            <p:cNvPr id="357" name="图片 356">
              <a:extLst>
                <a:ext uri="{FF2B5EF4-FFF2-40B4-BE49-F238E27FC236}">
                  <a16:creationId xmlns:a16="http://schemas.microsoft.com/office/drawing/2014/main" id="{BC4F3AE3-4341-445A-9142-F7F85A0A0EA5}"/>
                </a:ext>
              </a:extLst>
            </p:cNvPr>
            <p:cNvPicPr>
              <a:picLocks noChangeAspect="1"/>
            </p:cNvPicPr>
            <p:nvPr/>
          </p:nvPicPr>
          <p:blipFill>
            <a:blip r:embed="rId5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0019" y="3217981"/>
              <a:ext cx="76200" cy="76200"/>
            </a:xfrm>
            <a:prstGeom prst="rect">
              <a:avLst/>
            </a:prstGeom>
          </p:spPr>
        </p:pic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4B0CD357-BC02-4EA4-8FF5-7CFC3045AA13}"/>
              </a:ext>
            </a:extLst>
          </p:cNvPr>
          <p:cNvGrpSpPr/>
          <p:nvPr/>
        </p:nvGrpSpPr>
        <p:grpSpPr>
          <a:xfrm>
            <a:off x="5024437" y="1047750"/>
            <a:ext cx="4705351" cy="1308219"/>
            <a:chOff x="5024437" y="1047750"/>
            <a:chExt cx="4705351" cy="1308219"/>
          </a:xfrm>
        </p:grpSpPr>
        <p:grpSp>
          <p:nvGrpSpPr>
            <p:cNvPr id="1470" name="组合 1469">
              <a:extLst>
                <a:ext uri="{FF2B5EF4-FFF2-40B4-BE49-F238E27FC236}">
                  <a16:creationId xmlns:a16="http://schemas.microsoft.com/office/drawing/2014/main" id="{E961FE16-D49F-4548-8F2C-77CDE82ACC12}"/>
                </a:ext>
              </a:extLst>
            </p:cNvPr>
            <p:cNvGrpSpPr/>
            <p:nvPr/>
          </p:nvGrpSpPr>
          <p:grpSpPr>
            <a:xfrm>
              <a:off x="5025800" y="1048948"/>
              <a:ext cx="883747" cy="872333"/>
              <a:chOff x="4959803" y="354406"/>
              <a:chExt cx="883747" cy="872333"/>
            </a:xfrm>
          </p:grpSpPr>
          <p:sp>
            <p:nvSpPr>
              <p:cNvPr id="809" name="矩形 808">
                <a:extLst>
                  <a:ext uri="{FF2B5EF4-FFF2-40B4-BE49-F238E27FC236}">
                    <a16:creationId xmlns:a16="http://schemas.microsoft.com/office/drawing/2014/main" id="{793805E5-B51E-40CB-917E-F6FFE34C428F}"/>
                  </a:ext>
                </a:extLst>
              </p:cNvPr>
              <p:cNvSpPr/>
              <p:nvPr/>
            </p:nvSpPr>
            <p:spPr>
              <a:xfrm>
                <a:off x="4959803" y="682500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0" name="矩形 809">
                <a:extLst>
                  <a:ext uri="{FF2B5EF4-FFF2-40B4-BE49-F238E27FC236}">
                    <a16:creationId xmlns:a16="http://schemas.microsoft.com/office/drawing/2014/main" id="{09C0AA93-6042-40EE-A765-4874F09F66E5}"/>
                  </a:ext>
                </a:extLst>
              </p:cNvPr>
              <p:cNvSpPr/>
              <p:nvPr/>
            </p:nvSpPr>
            <p:spPr>
              <a:xfrm>
                <a:off x="5016099" y="682500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1" name="矩形 810">
                <a:extLst>
                  <a:ext uri="{FF2B5EF4-FFF2-40B4-BE49-F238E27FC236}">
                    <a16:creationId xmlns:a16="http://schemas.microsoft.com/office/drawing/2014/main" id="{BCCEC230-6F43-4439-BDFF-F86DE7642914}"/>
                  </a:ext>
                </a:extLst>
              </p:cNvPr>
              <p:cNvSpPr/>
              <p:nvPr/>
            </p:nvSpPr>
            <p:spPr>
              <a:xfrm>
                <a:off x="5069968" y="682500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2" name="矩形 811">
                <a:extLst>
                  <a:ext uri="{FF2B5EF4-FFF2-40B4-BE49-F238E27FC236}">
                    <a16:creationId xmlns:a16="http://schemas.microsoft.com/office/drawing/2014/main" id="{F971AD92-0B32-42B8-8E12-8E88193672AE}"/>
                  </a:ext>
                </a:extLst>
              </p:cNvPr>
              <p:cNvSpPr/>
              <p:nvPr/>
            </p:nvSpPr>
            <p:spPr>
              <a:xfrm>
                <a:off x="5126264" y="682500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3" name="矩形 812">
                <a:extLst>
                  <a:ext uri="{FF2B5EF4-FFF2-40B4-BE49-F238E27FC236}">
                    <a16:creationId xmlns:a16="http://schemas.microsoft.com/office/drawing/2014/main" id="{B5BB59A3-621C-4789-BCA5-5A32B0FF557D}"/>
                  </a:ext>
                </a:extLst>
              </p:cNvPr>
              <p:cNvSpPr/>
              <p:nvPr/>
            </p:nvSpPr>
            <p:spPr>
              <a:xfrm>
                <a:off x="5180133" y="682500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4" name="矩形 813">
                <a:extLst>
                  <a:ext uri="{FF2B5EF4-FFF2-40B4-BE49-F238E27FC236}">
                    <a16:creationId xmlns:a16="http://schemas.microsoft.com/office/drawing/2014/main" id="{E0C7FE6E-984E-498B-9431-29F9F6F18F7E}"/>
                  </a:ext>
                </a:extLst>
              </p:cNvPr>
              <p:cNvSpPr/>
              <p:nvPr/>
            </p:nvSpPr>
            <p:spPr>
              <a:xfrm>
                <a:off x="5236429" y="682500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5" name="矩形 814">
                <a:extLst>
                  <a:ext uri="{FF2B5EF4-FFF2-40B4-BE49-F238E27FC236}">
                    <a16:creationId xmlns:a16="http://schemas.microsoft.com/office/drawing/2014/main" id="{9E406E9E-F92F-48C0-858F-E807ADE6E889}"/>
                  </a:ext>
                </a:extLst>
              </p:cNvPr>
              <p:cNvSpPr/>
              <p:nvPr/>
            </p:nvSpPr>
            <p:spPr>
              <a:xfrm>
                <a:off x="5292725" y="682500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6" name="矩形 815">
                <a:extLst>
                  <a:ext uri="{FF2B5EF4-FFF2-40B4-BE49-F238E27FC236}">
                    <a16:creationId xmlns:a16="http://schemas.microsoft.com/office/drawing/2014/main" id="{2A918123-C8BF-40A5-A11F-21EB96A378E5}"/>
                  </a:ext>
                </a:extLst>
              </p:cNvPr>
              <p:cNvSpPr/>
              <p:nvPr/>
            </p:nvSpPr>
            <p:spPr>
              <a:xfrm>
                <a:off x="5346594" y="682500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7" name="矩形 816">
                <a:extLst>
                  <a:ext uri="{FF2B5EF4-FFF2-40B4-BE49-F238E27FC236}">
                    <a16:creationId xmlns:a16="http://schemas.microsoft.com/office/drawing/2014/main" id="{AFA0E9B9-684B-41E5-88AE-D29E78207B41}"/>
                  </a:ext>
                </a:extLst>
              </p:cNvPr>
              <p:cNvSpPr/>
              <p:nvPr/>
            </p:nvSpPr>
            <p:spPr>
              <a:xfrm>
                <a:off x="5402890" y="682500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8" name="矩形 817">
                <a:extLst>
                  <a:ext uri="{FF2B5EF4-FFF2-40B4-BE49-F238E27FC236}">
                    <a16:creationId xmlns:a16="http://schemas.microsoft.com/office/drawing/2014/main" id="{F8F612D4-55C3-4143-8CC7-59C8CD44A9A1}"/>
                  </a:ext>
                </a:extLst>
              </p:cNvPr>
              <p:cNvSpPr/>
              <p:nvPr/>
            </p:nvSpPr>
            <p:spPr>
              <a:xfrm>
                <a:off x="5456759" y="682500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9" name="矩形 818">
                <a:extLst>
                  <a:ext uri="{FF2B5EF4-FFF2-40B4-BE49-F238E27FC236}">
                    <a16:creationId xmlns:a16="http://schemas.microsoft.com/office/drawing/2014/main" id="{78F4C1C0-D7ED-4838-A08E-C4E2F13D53F8}"/>
                  </a:ext>
                </a:extLst>
              </p:cNvPr>
              <p:cNvSpPr/>
              <p:nvPr/>
            </p:nvSpPr>
            <p:spPr>
              <a:xfrm>
                <a:off x="4959803" y="73488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0" name="矩形 819">
                <a:extLst>
                  <a:ext uri="{FF2B5EF4-FFF2-40B4-BE49-F238E27FC236}">
                    <a16:creationId xmlns:a16="http://schemas.microsoft.com/office/drawing/2014/main" id="{3B403078-27FA-4BBC-8C11-63D173ACFB19}"/>
                  </a:ext>
                </a:extLst>
              </p:cNvPr>
              <p:cNvSpPr/>
              <p:nvPr/>
            </p:nvSpPr>
            <p:spPr>
              <a:xfrm>
                <a:off x="5016099" y="73488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1" name="矩形 820">
                <a:extLst>
                  <a:ext uri="{FF2B5EF4-FFF2-40B4-BE49-F238E27FC236}">
                    <a16:creationId xmlns:a16="http://schemas.microsoft.com/office/drawing/2014/main" id="{047D1D72-2D25-4237-9537-FD2E0A721540}"/>
                  </a:ext>
                </a:extLst>
              </p:cNvPr>
              <p:cNvSpPr/>
              <p:nvPr/>
            </p:nvSpPr>
            <p:spPr>
              <a:xfrm>
                <a:off x="5069968" y="73488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2" name="矩形 821">
                <a:extLst>
                  <a:ext uri="{FF2B5EF4-FFF2-40B4-BE49-F238E27FC236}">
                    <a16:creationId xmlns:a16="http://schemas.microsoft.com/office/drawing/2014/main" id="{23D95D9D-0154-4D15-9735-A766551BB8E4}"/>
                  </a:ext>
                </a:extLst>
              </p:cNvPr>
              <p:cNvSpPr/>
              <p:nvPr/>
            </p:nvSpPr>
            <p:spPr>
              <a:xfrm>
                <a:off x="5126264" y="73488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3" name="矩形 822">
                <a:extLst>
                  <a:ext uri="{FF2B5EF4-FFF2-40B4-BE49-F238E27FC236}">
                    <a16:creationId xmlns:a16="http://schemas.microsoft.com/office/drawing/2014/main" id="{8997EC35-2AFC-4811-86D6-94F9D47EBEF3}"/>
                  </a:ext>
                </a:extLst>
              </p:cNvPr>
              <p:cNvSpPr/>
              <p:nvPr/>
            </p:nvSpPr>
            <p:spPr>
              <a:xfrm>
                <a:off x="5180133" y="73488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4" name="矩形 823">
                <a:extLst>
                  <a:ext uri="{FF2B5EF4-FFF2-40B4-BE49-F238E27FC236}">
                    <a16:creationId xmlns:a16="http://schemas.microsoft.com/office/drawing/2014/main" id="{633E3F10-59E6-4573-8FBD-3335A3F2C991}"/>
                  </a:ext>
                </a:extLst>
              </p:cNvPr>
              <p:cNvSpPr/>
              <p:nvPr/>
            </p:nvSpPr>
            <p:spPr>
              <a:xfrm>
                <a:off x="5236429" y="734881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5" name="矩形 824">
                <a:extLst>
                  <a:ext uri="{FF2B5EF4-FFF2-40B4-BE49-F238E27FC236}">
                    <a16:creationId xmlns:a16="http://schemas.microsoft.com/office/drawing/2014/main" id="{CF360A81-39E1-46DD-B7E7-57BFBE8ECD3C}"/>
                  </a:ext>
                </a:extLst>
              </p:cNvPr>
              <p:cNvSpPr/>
              <p:nvPr/>
            </p:nvSpPr>
            <p:spPr>
              <a:xfrm>
                <a:off x="5292725" y="734881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6" name="矩形 825">
                <a:extLst>
                  <a:ext uri="{FF2B5EF4-FFF2-40B4-BE49-F238E27FC236}">
                    <a16:creationId xmlns:a16="http://schemas.microsoft.com/office/drawing/2014/main" id="{114F332F-1C91-4CD6-8A1B-DE534E8D0B36}"/>
                  </a:ext>
                </a:extLst>
              </p:cNvPr>
              <p:cNvSpPr/>
              <p:nvPr/>
            </p:nvSpPr>
            <p:spPr>
              <a:xfrm>
                <a:off x="5346594" y="734881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7" name="矩形 826">
                <a:extLst>
                  <a:ext uri="{FF2B5EF4-FFF2-40B4-BE49-F238E27FC236}">
                    <a16:creationId xmlns:a16="http://schemas.microsoft.com/office/drawing/2014/main" id="{437BFAC1-B79C-4346-92A3-CD18EABAA012}"/>
                  </a:ext>
                </a:extLst>
              </p:cNvPr>
              <p:cNvSpPr/>
              <p:nvPr/>
            </p:nvSpPr>
            <p:spPr>
              <a:xfrm>
                <a:off x="5402890" y="734881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8" name="矩形 827">
                <a:extLst>
                  <a:ext uri="{FF2B5EF4-FFF2-40B4-BE49-F238E27FC236}">
                    <a16:creationId xmlns:a16="http://schemas.microsoft.com/office/drawing/2014/main" id="{C437F627-C7D6-42F4-93C8-64594C944535}"/>
                  </a:ext>
                </a:extLst>
              </p:cNvPr>
              <p:cNvSpPr/>
              <p:nvPr/>
            </p:nvSpPr>
            <p:spPr>
              <a:xfrm>
                <a:off x="5456759" y="73488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9" name="矩形 828">
                <a:extLst>
                  <a:ext uri="{FF2B5EF4-FFF2-40B4-BE49-F238E27FC236}">
                    <a16:creationId xmlns:a16="http://schemas.microsoft.com/office/drawing/2014/main" id="{8545F519-5D24-47A4-ACC1-B52436833E33}"/>
                  </a:ext>
                </a:extLst>
              </p:cNvPr>
              <p:cNvSpPr/>
              <p:nvPr/>
            </p:nvSpPr>
            <p:spPr>
              <a:xfrm>
                <a:off x="4959803" y="79117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0" name="矩形 829">
                <a:extLst>
                  <a:ext uri="{FF2B5EF4-FFF2-40B4-BE49-F238E27FC236}">
                    <a16:creationId xmlns:a16="http://schemas.microsoft.com/office/drawing/2014/main" id="{E6244535-FDF0-4D08-9D02-CA66CDC9CBED}"/>
                  </a:ext>
                </a:extLst>
              </p:cNvPr>
              <p:cNvSpPr/>
              <p:nvPr/>
            </p:nvSpPr>
            <p:spPr>
              <a:xfrm>
                <a:off x="5016099" y="79117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1" name="矩形 830">
                <a:extLst>
                  <a:ext uri="{FF2B5EF4-FFF2-40B4-BE49-F238E27FC236}">
                    <a16:creationId xmlns:a16="http://schemas.microsoft.com/office/drawing/2014/main" id="{672A23E9-3283-4BCA-8572-A6077DBA4718}"/>
                  </a:ext>
                </a:extLst>
              </p:cNvPr>
              <p:cNvSpPr/>
              <p:nvPr/>
            </p:nvSpPr>
            <p:spPr>
              <a:xfrm>
                <a:off x="5069968" y="79117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2" name="矩形 831">
                <a:extLst>
                  <a:ext uri="{FF2B5EF4-FFF2-40B4-BE49-F238E27FC236}">
                    <a16:creationId xmlns:a16="http://schemas.microsoft.com/office/drawing/2014/main" id="{E6929BEB-7215-4B84-B6EC-F3CA7555744B}"/>
                  </a:ext>
                </a:extLst>
              </p:cNvPr>
              <p:cNvSpPr/>
              <p:nvPr/>
            </p:nvSpPr>
            <p:spPr>
              <a:xfrm>
                <a:off x="5126264" y="79117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3" name="矩形 832">
                <a:extLst>
                  <a:ext uri="{FF2B5EF4-FFF2-40B4-BE49-F238E27FC236}">
                    <a16:creationId xmlns:a16="http://schemas.microsoft.com/office/drawing/2014/main" id="{5544B45A-243A-4544-A632-359A409BA011}"/>
                  </a:ext>
                </a:extLst>
              </p:cNvPr>
              <p:cNvSpPr/>
              <p:nvPr/>
            </p:nvSpPr>
            <p:spPr>
              <a:xfrm>
                <a:off x="5180133" y="79117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4" name="矩形 833">
                <a:extLst>
                  <a:ext uri="{FF2B5EF4-FFF2-40B4-BE49-F238E27FC236}">
                    <a16:creationId xmlns:a16="http://schemas.microsoft.com/office/drawing/2014/main" id="{9F647911-0B80-40EB-B93F-71C77F7751BB}"/>
                  </a:ext>
                </a:extLst>
              </p:cNvPr>
              <p:cNvSpPr/>
              <p:nvPr/>
            </p:nvSpPr>
            <p:spPr>
              <a:xfrm>
                <a:off x="5236429" y="79117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5" name="矩形 834">
                <a:extLst>
                  <a:ext uri="{FF2B5EF4-FFF2-40B4-BE49-F238E27FC236}">
                    <a16:creationId xmlns:a16="http://schemas.microsoft.com/office/drawing/2014/main" id="{CFCC135D-28D4-4831-88D2-B8B2F56C35AD}"/>
                  </a:ext>
                </a:extLst>
              </p:cNvPr>
              <p:cNvSpPr/>
              <p:nvPr/>
            </p:nvSpPr>
            <p:spPr>
              <a:xfrm>
                <a:off x="5292725" y="79117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6" name="矩形 835">
                <a:extLst>
                  <a:ext uri="{FF2B5EF4-FFF2-40B4-BE49-F238E27FC236}">
                    <a16:creationId xmlns:a16="http://schemas.microsoft.com/office/drawing/2014/main" id="{EFFF0EE1-A458-4DB0-829F-E3A8A816DF06}"/>
                  </a:ext>
                </a:extLst>
              </p:cNvPr>
              <p:cNvSpPr/>
              <p:nvPr/>
            </p:nvSpPr>
            <p:spPr>
              <a:xfrm>
                <a:off x="5346594" y="79117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7" name="矩形 836">
                <a:extLst>
                  <a:ext uri="{FF2B5EF4-FFF2-40B4-BE49-F238E27FC236}">
                    <a16:creationId xmlns:a16="http://schemas.microsoft.com/office/drawing/2014/main" id="{3D792A99-80CD-437A-94F4-293CA85F6E06}"/>
                  </a:ext>
                </a:extLst>
              </p:cNvPr>
              <p:cNvSpPr/>
              <p:nvPr/>
            </p:nvSpPr>
            <p:spPr>
              <a:xfrm>
                <a:off x="5402890" y="79117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8" name="矩形 837">
                <a:extLst>
                  <a:ext uri="{FF2B5EF4-FFF2-40B4-BE49-F238E27FC236}">
                    <a16:creationId xmlns:a16="http://schemas.microsoft.com/office/drawing/2014/main" id="{78C9F883-ABF3-4CDD-9AEA-084DCE6C0A38}"/>
                  </a:ext>
                </a:extLst>
              </p:cNvPr>
              <p:cNvSpPr/>
              <p:nvPr/>
            </p:nvSpPr>
            <p:spPr>
              <a:xfrm>
                <a:off x="5456759" y="791177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9" name="矩形 838">
                <a:extLst>
                  <a:ext uri="{FF2B5EF4-FFF2-40B4-BE49-F238E27FC236}">
                    <a16:creationId xmlns:a16="http://schemas.microsoft.com/office/drawing/2014/main" id="{C2DD2260-352C-47D0-BD1B-3DA8EC958725}"/>
                  </a:ext>
                </a:extLst>
              </p:cNvPr>
              <p:cNvSpPr/>
              <p:nvPr/>
            </p:nvSpPr>
            <p:spPr>
              <a:xfrm>
                <a:off x="4959803" y="84645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40" name="矩形 839">
                <a:extLst>
                  <a:ext uri="{FF2B5EF4-FFF2-40B4-BE49-F238E27FC236}">
                    <a16:creationId xmlns:a16="http://schemas.microsoft.com/office/drawing/2014/main" id="{4BABE75E-2272-4A86-ACE1-09FC4FCA5CB2}"/>
                  </a:ext>
                </a:extLst>
              </p:cNvPr>
              <p:cNvSpPr/>
              <p:nvPr/>
            </p:nvSpPr>
            <p:spPr>
              <a:xfrm>
                <a:off x="5016099" y="84645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41" name="矩形 840">
                <a:extLst>
                  <a:ext uri="{FF2B5EF4-FFF2-40B4-BE49-F238E27FC236}">
                    <a16:creationId xmlns:a16="http://schemas.microsoft.com/office/drawing/2014/main" id="{79C63EE5-9DA9-4668-832F-12B4573FE549}"/>
                  </a:ext>
                </a:extLst>
              </p:cNvPr>
              <p:cNvSpPr/>
              <p:nvPr/>
            </p:nvSpPr>
            <p:spPr>
              <a:xfrm>
                <a:off x="5069968" y="84645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42" name="矩形 841">
                <a:extLst>
                  <a:ext uri="{FF2B5EF4-FFF2-40B4-BE49-F238E27FC236}">
                    <a16:creationId xmlns:a16="http://schemas.microsoft.com/office/drawing/2014/main" id="{87D89017-C970-4BDE-8091-EDCAE922FB9F}"/>
                  </a:ext>
                </a:extLst>
              </p:cNvPr>
              <p:cNvSpPr/>
              <p:nvPr/>
            </p:nvSpPr>
            <p:spPr>
              <a:xfrm>
                <a:off x="5126264" y="84645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43" name="矩形 842">
                <a:extLst>
                  <a:ext uri="{FF2B5EF4-FFF2-40B4-BE49-F238E27FC236}">
                    <a16:creationId xmlns:a16="http://schemas.microsoft.com/office/drawing/2014/main" id="{78C3EF9C-8A98-49EA-990B-D25FDA4B7EFD}"/>
                  </a:ext>
                </a:extLst>
              </p:cNvPr>
              <p:cNvSpPr/>
              <p:nvPr/>
            </p:nvSpPr>
            <p:spPr>
              <a:xfrm>
                <a:off x="5180133" y="84645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44" name="矩形 843">
                <a:extLst>
                  <a:ext uri="{FF2B5EF4-FFF2-40B4-BE49-F238E27FC236}">
                    <a16:creationId xmlns:a16="http://schemas.microsoft.com/office/drawing/2014/main" id="{241F7DE2-85AB-440B-9248-7F8C61C10525}"/>
                  </a:ext>
                </a:extLst>
              </p:cNvPr>
              <p:cNvSpPr/>
              <p:nvPr/>
            </p:nvSpPr>
            <p:spPr>
              <a:xfrm>
                <a:off x="5236429" y="84645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45" name="矩形 844">
                <a:extLst>
                  <a:ext uri="{FF2B5EF4-FFF2-40B4-BE49-F238E27FC236}">
                    <a16:creationId xmlns:a16="http://schemas.microsoft.com/office/drawing/2014/main" id="{20571F4F-D59E-4198-8C4D-E86948182DC9}"/>
                  </a:ext>
                </a:extLst>
              </p:cNvPr>
              <p:cNvSpPr/>
              <p:nvPr/>
            </p:nvSpPr>
            <p:spPr>
              <a:xfrm>
                <a:off x="5292725" y="84645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46" name="矩形 845">
                <a:extLst>
                  <a:ext uri="{FF2B5EF4-FFF2-40B4-BE49-F238E27FC236}">
                    <a16:creationId xmlns:a16="http://schemas.microsoft.com/office/drawing/2014/main" id="{5946EE68-9257-4836-9CEC-6F401ECAEA54}"/>
                  </a:ext>
                </a:extLst>
              </p:cNvPr>
              <p:cNvSpPr/>
              <p:nvPr/>
            </p:nvSpPr>
            <p:spPr>
              <a:xfrm>
                <a:off x="5346594" y="84645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47" name="矩形 846">
                <a:extLst>
                  <a:ext uri="{FF2B5EF4-FFF2-40B4-BE49-F238E27FC236}">
                    <a16:creationId xmlns:a16="http://schemas.microsoft.com/office/drawing/2014/main" id="{FDA92BE6-68EF-43AB-810E-8775EFD7FC1C}"/>
                  </a:ext>
                </a:extLst>
              </p:cNvPr>
              <p:cNvSpPr/>
              <p:nvPr/>
            </p:nvSpPr>
            <p:spPr>
              <a:xfrm>
                <a:off x="5402890" y="84645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48" name="矩形 847">
                <a:extLst>
                  <a:ext uri="{FF2B5EF4-FFF2-40B4-BE49-F238E27FC236}">
                    <a16:creationId xmlns:a16="http://schemas.microsoft.com/office/drawing/2014/main" id="{F2412944-933D-46B5-B306-CCA241276A69}"/>
                  </a:ext>
                </a:extLst>
              </p:cNvPr>
              <p:cNvSpPr/>
              <p:nvPr/>
            </p:nvSpPr>
            <p:spPr>
              <a:xfrm>
                <a:off x="5456759" y="84645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49" name="矩形 848">
                <a:extLst>
                  <a:ext uri="{FF2B5EF4-FFF2-40B4-BE49-F238E27FC236}">
                    <a16:creationId xmlns:a16="http://schemas.microsoft.com/office/drawing/2014/main" id="{977AFCC3-7749-4345-99A7-447BEED06E17}"/>
                  </a:ext>
                </a:extLst>
              </p:cNvPr>
              <p:cNvSpPr/>
              <p:nvPr/>
            </p:nvSpPr>
            <p:spPr>
              <a:xfrm>
                <a:off x="4959803" y="901725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50" name="矩形 849">
                <a:extLst>
                  <a:ext uri="{FF2B5EF4-FFF2-40B4-BE49-F238E27FC236}">
                    <a16:creationId xmlns:a16="http://schemas.microsoft.com/office/drawing/2014/main" id="{E115ABDA-3596-4B82-9414-C9A78B8DDF80}"/>
                  </a:ext>
                </a:extLst>
              </p:cNvPr>
              <p:cNvSpPr/>
              <p:nvPr/>
            </p:nvSpPr>
            <p:spPr>
              <a:xfrm>
                <a:off x="5016099" y="901725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51" name="矩形 850">
                <a:extLst>
                  <a:ext uri="{FF2B5EF4-FFF2-40B4-BE49-F238E27FC236}">
                    <a16:creationId xmlns:a16="http://schemas.microsoft.com/office/drawing/2014/main" id="{AFD5A387-18A5-42CF-BB18-123AF3FF8259}"/>
                  </a:ext>
                </a:extLst>
              </p:cNvPr>
              <p:cNvSpPr/>
              <p:nvPr/>
            </p:nvSpPr>
            <p:spPr>
              <a:xfrm>
                <a:off x="5069968" y="901725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52" name="矩形 851">
                <a:extLst>
                  <a:ext uri="{FF2B5EF4-FFF2-40B4-BE49-F238E27FC236}">
                    <a16:creationId xmlns:a16="http://schemas.microsoft.com/office/drawing/2014/main" id="{1587CB7B-8E01-4118-96F5-C89637A4B8D8}"/>
                  </a:ext>
                </a:extLst>
              </p:cNvPr>
              <p:cNvSpPr/>
              <p:nvPr/>
            </p:nvSpPr>
            <p:spPr>
              <a:xfrm>
                <a:off x="5126264" y="901725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53" name="矩形 852">
                <a:extLst>
                  <a:ext uri="{FF2B5EF4-FFF2-40B4-BE49-F238E27FC236}">
                    <a16:creationId xmlns:a16="http://schemas.microsoft.com/office/drawing/2014/main" id="{456C4134-A25D-4A75-86AE-D51F64B50F41}"/>
                  </a:ext>
                </a:extLst>
              </p:cNvPr>
              <p:cNvSpPr/>
              <p:nvPr/>
            </p:nvSpPr>
            <p:spPr>
              <a:xfrm>
                <a:off x="5180133" y="901725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54" name="矩形 853">
                <a:extLst>
                  <a:ext uri="{FF2B5EF4-FFF2-40B4-BE49-F238E27FC236}">
                    <a16:creationId xmlns:a16="http://schemas.microsoft.com/office/drawing/2014/main" id="{E8BEDBD4-F0F6-46B4-B976-2566DDD69470}"/>
                  </a:ext>
                </a:extLst>
              </p:cNvPr>
              <p:cNvSpPr/>
              <p:nvPr/>
            </p:nvSpPr>
            <p:spPr>
              <a:xfrm>
                <a:off x="5236429" y="901725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55" name="矩形 854">
                <a:extLst>
                  <a:ext uri="{FF2B5EF4-FFF2-40B4-BE49-F238E27FC236}">
                    <a16:creationId xmlns:a16="http://schemas.microsoft.com/office/drawing/2014/main" id="{1CADCE26-8794-42C8-A0BE-A0ACC8494569}"/>
                  </a:ext>
                </a:extLst>
              </p:cNvPr>
              <p:cNvSpPr/>
              <p:nvPr/>
            </p:nvSpPr>
            <p:spPr>
              <a:xfrm>
                <a:off x="5292725" y="901725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56" name="矩形 855">
                <a:extLst>
                  <a:ext uri="{FF2B5EF4-FFF2-40B4-BE49-F238E27FC236}">
                    <a16:creationId xmlns:a16="http://schemas.microsoft.com/office/drawing/2014/main" id="{2CA2588E-05C6-473E-91C2-6945D717D8E5}"/>
                  </a:ext>
                </a:extLst>
              </p:cNvPr>
              <p:cNvSpPr/>
              <p:nvPr/>
            </p:nvSpPr>
            <p:spPr>
              <a:xfrm>
                <a:off x="5346594" y="901725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57" name="矩形 856">
                <a:extLst>
                  <a:ext uri="{FF2B5EF4-FFF2-40B4-BE49-F238E27FC236}">
                    <a16:creationId xmlns:a16="http://schemas.microsoft.com/office/drawing/2014/main" id="{C485189F-B516-4EF9-BF8C-3BF537D049D9}"/>
                  </a:ext>
                </a:extLst>
              </p:cNvPr>
              <p:cNvSpPr/>
              <p:nvPr/>
            </p:nvSpPr>
            <p:spPr>
              <a:xfrm>
                <a:off x="5402890" y="901725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58" name="矩形 857">
                <a:extLst>
                  <a:ext uri="{FF2B5EF4-FFF2-40B4-BE49-F238E27FC236}">
                    <a16:creationId xmlns:a16="http://schemas.microsoft.com/office/drawing/2014/main" id="{8EA91E0F-A6E3-468E-8878-8DB56877DFD8}"/>
                  </a:ext>
                </a:extLst>
              </p:cNvPr>
              <p:cNvSpPr/>
              <p:nvPr/>
            </p:nvSpPr>
            <p:spPr>
              <a:xfrm>
                <a:off x="5456759" y="901725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59" name="矩形 858">
                <a:extLst>
                  <a:ext uri="{FF2B5EF4-FFF2-40B4-BE49-F238E27FC236}">
                    <a16:creationId xmlns:a16="http://schemas.microsoft.com/office/drawing/2014/main" id="{944E5A9F-9302-449E-887C-2370EAA09756}"/>
                  </a:ext>
                </a:extLst>
              </p:cNvPr>
              <p:cNvSpPr/>
              <p:nvPr/>
            </p:nvSpPr>
            <p:spPr>
              <a:xfrm>
                <a:off x="4959803" y="95699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0" name="矩形 859">
                <a:extLst>
                  <a:ext uri="{FF2B5EF4-FFF2-40B4-BE49-F238E27FC236}">
                    <a16:creationId xmlns:a16="http://schemas.microsoft.com/office/drawing/2014/main" id="{D85A648A-0C5A-45D3-B1AC-8C977834E0F5}"/>
                  </a:ext>
                </a:extLst>
              </p:cNvPr>
              <p:cNvSpPr/>
              <p:nvPr/>
            </p:nvSpPr>
            <p:spPr>
              <a:xfrm>
                <a:off x="5016099" y="95699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1" name="矩形 860">
                <a:extLst>
                  <a:ext uri="{FF2B5EF4-FFF2-40B4-BE49-F238E27FC236}">
                    <a16:creationId xmlns:a16="http://schemas.microsoft.com/office/drawing/2014/main" id="{01C5B4F2-6EFA-4F10-8AF8-6C995A3948C7}"/>
                  </a:ext>
                </a:extLst>
              </p:cNvPr>
              <p:cNvSpPr/>
              <p:nvPr/>
            </p:nvSpPr>
            <p:spPr>
              <a:xfrm>
                <a:off x="5069968" y="95699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2" name="矩形 861">
                <a:extLst>
                  <a:ext uri="{FF2B5EF4-FFF2-40B4-BE49-F238E27FC236}">
                    <a16:creationId xmlns:a16="http://schemas.microsoft.com/office/drawing/2014/main" id="{489C6C34-9514-4DD7-B411-CDC7DFCFAA7E}"/>
                  </a:ext>
                </a:extLst>
              </p:cNvPr>
              <p:cNvSpPr/>
              <p:nvPr/>
            </p:nvSpPr>
            <p:spPr>
              <a:xfrm>
                <a:off x="5126264" y="95699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3" name="矩形 862">
                <a:extLst>
                  <a:ext uri="{FF2B5EF4-FFF2-40B4-BE49-F238E27FC236}">
                    <a16:creationId xmlns:a16="http://schemas.microsoft.com/office/drawing/2014/main" id="{E6B63D4F-53BF-4667-867D-B13611605610}"/>
                  </a:ext>
                </a:extLst>
              </p:cNvPr>
              <p:cNvSpPr/>
              <p:nvPr/>
            </p:nvSpPr>
            <p:spPr>
              <a:xfrm>
                <a:off x="5180133" y="95699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4" name="矩形 863">
                <a:extLst>
                  <a:ext uri="{FF2B5EF4-FFF2-40B4-BE49-F238E27FC236}">
                    <a16:creationId xmlns:a16="http://schemas.microsoft.com/office/drawing/2014/main" id="{6877327A-55CF-4304-B1F3-E964152BEE54}"/>
                  </a:ext>
                </a:extLst>
              </p:cNvPr>
              <p:cNvSpPr/>
              <p:nvPr/>
            </p:nvSpPr>
            <p:spPr>
              <a:xfrm>
                <a:off x="5236429" y="956999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5" name="矩形 864">
                <a:extLst>
                  <a:ext uri="{FF2B5EF4-FFF2-40B4-BE49-F238E27FC236}">
                    <a16:creationId xmlns:a16="http://schemas.microsoft.com/office/drawing/2014/main" id="{049FB1C1-7BBB-4226-AE0C-4AD6B1BB2C50}"/>
                  </a:ext>
                </a:extLst>
              </p:cNvPr>
              <p:cNvSpPr/>
              <p:nvPr/>
            </p:nvSpPr>
            <p:spPr>
              <a:xfrm>
                <a:off x="5292725" y="956999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6" name="矩形 865">
                <a:extLst>
                  <a:ext uri="{FF2B5EF4-FFF2-40B4-BE49-F238E27FC236}">
                    <a16:creationId xmlns:a16="http://schemas.microsoft.com/office/drawing/2014/main" id="{5EEEC34A-D2FE-4A20-9B21-5302480C24BB}"/>
                  </a:ext>
                </a:extLst>
              </p:cNvPr>
              <p:cNvSpPr/>
              <p:nvPr/>
            </p:nvSpPr>
            <p:spPr>
              <a:xfrm>
                <a:off x="5346594" y="95699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7" name="矩形 866">
                <a:extLst>
                  <a:ext uri="{FF2B5EF4-FFF2-40B4-BE49-F238E27FC236}">
                    <a16:creationId xmlns:a16="http://schemas.microsoft.com/office/drawing/2014/main" id="{AAB8D22E-081D-4DD3-8947-7AF2C7FB29BF}"/>
                  </a:ext>
                </a:extLst>
              </p:cNvPr>
              <p:cNvSpPr/>
              <p:nvPr/>
            </p:nvSpPr>
            <p:spPr>
              <a:xfrm>
                <a:off x="5402890" y="95699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8" name="矩形 867">
                <a:extLst>
                  <a:ext uri="{FF2B5EF4-FFF2-40B4-BE49-F238E27FC236}">
                    <a16:creationId xmlns:a16="http://schemas.microsoft.com/office/drawing/2014/main" id="{96F2195B-0EF8-4968-B261-7E17614227ED}"/>
                  </a:ext>
                </a:extLst>
              </p:cNvPr>
              <p:cNvSpPr/>
              <p:nvPr/>
            </p:nvSpPr>
            <p:spPr>
              <a:xfrm>
                <a:off x="5456759" y="95699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9" name="矩形 868">
                <a:extLst>
                  <a:ext uri="{FF2B5EF4-FFF2-40B4-BE49-F238E27FC236}">
                    <a16:creationId xmlns:a16="http://schemas.microsoft.com/office/drawing/2014/main" id="{A01F97DC-505F-4787-BD72-AEA07BBB078E}"/>
                  </a:ext>
                </a:extLst>
              </p:cNvPr>
              <p:cNvSpPr/>
              <p:nvPr/>
            </p:nvSpPr>
            <p:spPr>
              <a:xfrm>
                <a:off x="4959803" y="101125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0" name="矩形 869">
                <a:extLst>
                  <a:ext uri="{FF2B5EF4-FFF2-40B4-BE49-F238E27FC236}">
                    <a16:creationId xmlns:a16="http://schemas.microsoft.com/office/drawing/2014/main" id="{88F6F9FE-D88A-4287-A03E-1DF3ACA42FB6}"/>
                  </a:ext>
                </a:extLst>
              </p:cNvPr>
              <p:cNvSpPr/>
              <p:nvPr/>
            </p:nvSpPr>
            <p:spPr>
              <a:xfrm>
                <a:off x="5016099" y="101125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1" name="矩形 870">
                <a:extLst>
                  <a:ext uri="{FF2B5EF4-FFF2-40B4-BE49-F238E27FC236}">
                    <a16:creationId xmlns:a16="http://schemas.microsoft.com/office/drawing/2014/main" id="{7662A7EB-8EEC-4A16-9EB3-73A22E8735C7}"/>
                  </a:ext>
                </a:extLst>
              </p:cNvPr>
              <p:cNvSpPr/>
              <p:nvPr/>
            </p:nvSpPr>
            <p:spPr>
              <a:xfrm>
                <a:off x="5069968" y="101125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2" name="矩形 871">
                <a:extLst>
                  <a:ext uri="{FF2B5EF4-FFF2-40B4-BE49-F238E27FC236}">
                    <a16:creationId xmlns:a16="http://schemas.microsoft.com/office/drawing/2014/main" id="{13420A7C-BBD5-419E-81F5-C54F0C1D17ED}"/>
                  </a:ext>
                </a:extLst>
              </p:cNvPr>
              <p:cNvSpPr/>
              <p:nvPr/>
            </p:nvSpPr>
            <p:spPr>
              <a:xfrm>
                <a:off x="5126264" y="101125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3" name="矩形 872">
                <a:extLst>
                  <a:ext uri="{FF2B5EF4-FFF2-40B4-BE49-F238E27FC236}">
                    <a16:creationId xmlns:a16="http://schemas.microsoft.com/office/drawing/2014/main" id="{561B16EA-497E-46EE-83F6-3108B04C953C}"/>
                  </a:ext>
                </a:extLst>
              </p:cNvPr>
              <p:cNvSpPr/>
              <p:nvPr/>
            </p:nvSpPr>
            <p:spPr>
              <a:xfrm>
                <a:off x="5180133" y="101125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4" name="矩形 873">
                <a:extLst>
                  <a:ext uri="{FF2B5EF4-FFF2-40B4-BE49-F238E27FC236}">
                    <a16:creationId xmlns:a16="http://schemas.microsoft.com/office/drawing/2014/main" id="{ED128B8A-16D4-4CC7-A648-A5161F8541BE}"/>
                  </a:ext>
                </a:extLst>
              </p:cNvPr>
              <p:cNvSpPr/>
              <p:nvPr/>
            </p:nvSpPr>
            <p:spPr>
              <a:xfrm>
                <a:off x="5236429" y="101125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5" name="矩形 874">
                <a:extLst>
                  <a:ext uri="{FF2B5EF4-FFF2-40B4-BE49-F238E27FC236}">
                    <a16:creationId xmlns:a16="http://schemas.microsoft.com/office/drawing/2014/main" id="{CA724D6F-E2C1-4B4A-829E-A439E668FDE7}"/>
                  </a:ext>
                </a:extLst>
              </p:cNvPr>
              <p:cNvSpPr/>
              <p:nvPr/>
            </p:nvSpPr>
            <p:spPr>
              <a:xfrm>
                <a:off x="5292725" y="101125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6" name="矩形 875">
                <a:extLst>
                  <a:ext uri="{FF2B5EF4-FFF2-40B4-BE49-F238E27FC236}">
                    <a16:creationId xmlns:a16="http://schemas.microsoft.com/office/drawing/2014/main" id="{049B8E9D-68EA-4E40-87CA-4C876306E08A}"/>
                  </a:ext>
                </a:extLst>
              </p:cNvPr>
              <p:cNvSpPr/>
              <p:nvPr/>
            </p:nvSpPr>
            <p:spPr>
              <a:xfrm>
                <a:off x="5346594" y="1011251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7" name="矩形 876">
                <a:extLst>
                  <a:ext uri="{FF2B5EF4-FFF2-40B4-BE49-F238E27FC236}">
                    <a16:creationId xmlns:a16="http://schemas.microsoft.com/office/drawing/2014/main" id="{D5775411-1118-400C-A9E3-B3AE210C1C4E}"/>
                  </a:ext>
                </a:extLst>
              </p:cNvPr>
              <p:cNvSpPr/>
              <p:nvPr/>
            </p:nvSpPr>
            <p:spPr>
              <a:xfrm>
                <a:off x="5402890" y="1011251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8" name="矩形 877">
                <a:extLst>
                  <a:ext uri="{FF2B5EF4-FFF2-40B4-BE49-F238E27FC236}">
                    <a16:creationId xmlns:a16="http://schemas.microsoft.com/office/drawing/2014/main" id="{F6751FFB-A4EF-4C86-B254-FD1BBB6CEE8F}"/>
                  </a:ext>
                </a:extLst>
              </p:cNvPr>
              <p:cNvSpPr/>
              <p:nvPr/>
            </p:nvSpPr>
            <p:spPr>
              <a:xfrm>
                <a:off x="5456759" y="1011251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9" name="矩形 878">
                <a:extLst>
                  <a:ext uri="{FF2B5EF4-FFF2-40B4-BE49-F238E27FC236}">
                    <a16:creationId xmlns:a16="http://schemas.microsoft.com/office/drawing/2014/main" id="{B88A0A96-B090-4AEF-A5BE-26F08EAA1459}"/>
                  </a:ext>
                </a:extLst>
              </p:cNvPr>
              <p:cNvSpPr/>
              <p:nvPr/>
            </p:nvSpPr>
            <p:spPr>
              <a:xfrm>
                <a:off x="4959803" y="1066145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0" name="矩形 879">
                <a:extLst>
                  <a:ext uri="{FF2B5EF4-FFF2-40B4-BE49-F238E27FC236}">
                    <a16:creationId xmlns:a16="http://schemas.microsoft.com/office/drawing/2014/main" id="{F496F04B-AA0C-48A8-987A-A334156928C6}"/>
                  </a:ext>
                </a:extLst>
              </p:cNvPr>
              <p:cNvSpPr/>
              <p:nvPr/>
            </p:nvSpPr>
            <p:spPr>
              <a:xfrm>
                <a:off x="5016099" y="1066145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1" name="矩形 880">
                <a:extLst>
                  <a:ext uri="{FF2B5EF4-FFF2-40B4-BE49-F238E27FC236}">
                    <a16:creationId xmlns:a16="http://schemas.microsoft.com/office/drawing/2014/main" id="{0D597D57-7684-4C7A-8744-95A5DF32F377}"/>
                  </a:ext>
                </a:extLst>
              </p:cNvPr>
              <p:cNvSpPr/>
              <p:nvPr/>
            </p:nvSpPr>
            <p:spPr>
              <a:xfrm>
                <a:off x="5069968" y="1066145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2" name="矩形 881">
                <a:extLst>
                  <a:ext uri="{FF2B5EF4-FFF2-40B4-BE49-F238E27FC236}">
                    <a16:creationId xmlns:a16="http://schemas.microsoft.com/office/drawing/2014/main" id="{777F295A-0594-4BD8-B532-FC53338655FF}"/>
                  </a:ext>
                </a:extLst>
              </p:cNvPr>
              <p:cNvSpPr/>
              <p:nvPr/>
            </p:nvSpPr>
            <p:spPr>
              <a:xfrm>
                <a:off x="5126264" y="1066145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3" name="矩形 882">
                <a:extLst>
                  <a:ext uri="{FF2B5EF4-FFF2-40B4-BE49-F238E27FC236}">
                    <a16:creationId xmlns:a16="http://schemas.microsoft.com/office/drawing/2014/main" id="{35D6E393-A8A9-4EFE-B948-67E198825E13}"/>
                  </a:ext>
                </a:extLst>
              </p:cNvPr>
              <p:cNvSpPr/>
              <p:nvPr/>
            </p:nvSpPr>
            <p:spPr>
              <a:xfrm>
                <a:off x="5180133" y="1066145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4" name="矩形 883">
                <a:extLst>
                  <a:ext uri="{FF2B5EF4-FFF2-40B4-BE49-F238E27FC236}">
                    <a16:creationId xmlns:a16="http://schemas.microsoft.com/office/drawing/2014/main" id="{01B2699E-7296-44C4-93FC-487F896F8530}"/>
                  </a:ext>
                </a:extLst>
              </p:cNvPr>
              <p:cNvSpPr/>
              <p:nvPr/>
            </p:nvSpPr>
            <p:spPr>
              <a:xfrm>
                <a:off x="5236429" y="1066145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5" name="矩形 884">
                <a:extLst>
                  <a:ext uri="{FF2B5EF4-FFF2-40B4-BE49-F238E27FC236}">
                    <a16:creationId xmlns:a16="http://schemas.microsoft.com/office/drawing/2014/main" id="{E6FEFE79-34DC-442A-966E-39A1D754E0E9}"/>
                  </a:ext>
                </a:extLst>
              </p:cNvPr>
              <p:cNvSpPr/>
              <p:nvPr/>
            </p:nvSpPr>
            <p:spPr>
              <a:xfrm>
                <a:off x="5292725" y="1066145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6" name="矩形 885">
                <a:extLst>
                  <a:ext uri="{FF2B5EF4-FFF2-40B4-BE49-F238E27FC236}">
                    <a16:creationId xmlns:a16="http://schemas.microsoft.com/office/drawing/2014/main" id="{0FBACEC4-C1B9-495D-B930-7CB0E6530ACC}"/>
                  </a:ext>
                </a:extLst>
              </p:cNvPr>
              <p:cNvSpPr/>
              <p:nvPr/>
            </p:nvSpPr>
            <p:spPr>
              <a:xfrm>
                <a:off x="5346594" y="1066145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7" name="矩形 886">
                <a:extLst>
                  <a:ext uri="{FF2B5EF4-FFF2-40B4-BE49-F238E27FC236}">
                    <a16:creationId xmlns:a16="http://schemas.microsoft.com/office/drawing/2014/main" id="{532374CF-187D-4AE9-A648-2C67418C8A44}"/>
                  </a:ext>
                </a:extLst>
              </p:cNvPr>
              <p:cNvSpPr/>
              <p:nvPr/>
            </p:nvSpPr>
            <p:spPr>
              <a:xfrm>
                <a:off x="5402890" y="1066145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8" name="矩形 887">
                <a:extLst>
                  <a:ext uri="{FF2B5EF4-FFF2-40B4-BE49-F238E27FC236}">
                    <a16:creationId xmlns:a16="http://schemas.microsoft.com/office/drawing/2014/main" id="{8DD61A94-7B09-4C81-94C3-CF9CE1979D5F}"/>
                  </a:ext>
                </a:extLst>
              </p:cNvPr>
              <p:cNvSpPr/>
              <p:nvPr/>
            </p:nvSpPr>
            <p:spPr>
              <a:xfrm>
                <a:off x="5456759" y="1066145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9" name="矩形 888">
                <a:extLst>
                  <a:ext uri="{FF2B5EF4-FFF2-40B4-BE49-F238E27FC236}">
                    <a16:creationId xmlns:a16="http://schemas.microsoft.com/office/drawing/2014/main" id="{F0BF0A96-DB69-40FD-87D2-C104C6DC9DF1}"/>
                  </a:ext>
                </a:extLst>
              </p:cNvPr>
              <p:cNvSpPr/>
              <p:nvPr/>
            </p:nvSpPr>
            <p:spPr>
              <a:xfrm>
                <a:off x="4959803" y="1118995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0" name="矩形 889">
                <a:extLst>
                  <a:ext uri="{FF2B5EF4-FFF2-40B4-BE49-F238E27FC236}">
                    <a16:creationId xmlns:a16="http://schemas.microsoft.com/office/drawing/2014/main" id="{878C448F-8A47-4E4C-AD76-1C04879B5FA6}"/>
                  </a:ext>
                </a:extLst>
              </p:cNvPr>
              <p:cNvSpPr/>
              <p:nvPr/>
            </p:nvSpPr>
            <p:spPr>
              <a:xfrm>
                <a:off x="5016099" y="1118995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1" name="矩形 890">
                <a:extLst>
                  <a:ext uri="{FF2B5EF4-FFF2-40B4-BE49-F238E27FC236}">
                    <a16:creationId xmlns:a16="http://schemas.microsoft.com/office/drawing/2014/main" id="{7DDB4018-0529-4779-83F8-D34746CB5E96}"/>
                  </a:ext>
                </a:extLst>
              </p:cNvPr>
              <p:cNvSpPr/>
              <p:nvPr/>
            </p:nvSpPr>
            <p:spPr>
              <a:xfrm>
                <a:off x="5069968" y="1118995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2" name="矩形 891">
                <a:extLst>
                  <a:ext uri="{FF2B5EF4-FFF2-40B4-BE49-F238E27FC236}">
                    <a16:creationId xmlns:a16="http://schemas.microsoft.com/office/drawing/2014/main" id="{0FBA67C2-8A5D-45D1-8623-C5F2EC6F3088}"/>
                  </a:ext>
                </a:extLst>
              </p:cNvPr>
              <p:cNvSpPr/>
              <p:nvPr/>
            </p:nvSpPr>
            <p:spPr>
              <a:xfrm>
                <a:off x="5126264" y="1118995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3" name="矩形 892">
                <a:extLst>
                  <a:ext uri="{FF2B5EF4-FFF2-40B4-BE49-F238E27FC236}">
                    <a16:creationId xmlns:a16="http://schemas.microsoft.com/office/drawing/2014/main" id="{9AEC7968-93C9-4F02-9325-8D4E875C669C}"/>
                  </a:ext>
                </a:extLst>
              </p:cNvPr>
              <p:cNvSpPr/>
              <p:nvPr/>
            </p:nvSpPr>
            <p:spPr>
              <a:xfrm>
                <a:off x="5180133" y="1118995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4" name="矩形 893">
                <a:extLst>
                  <a:ext uri="{FF2B5EF4-FFF2-40B4-BE49-F238E27FC236}">
                    <a16:creationId xmlns:a16="http://schemas.microsoft.com/office/drawing/2014/main" id="{81A5EB97-3F68-431A-944B-729FEC71A043}"/>
                  </a:ext>
                </a:extLst>
              </p:cNvPr>
              <p:cNvSpPr/>
              <p:nvPr/>
            </p:nvSpPr>
            <p:spPr>
              <a:xfrm>
                <a:off x="5236429" y="1118995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5" name="矩形 894">
                <a:extLst>
                  <a:ext uri="{FF2B5EF4-FFF2-40B4-BE49-F238E27FC236}">
                    <a16:creationId xmlns:a16="http://schemas.microsoft.com/office/drawing/2014/main" id="{1957F067-EBB8-40ED-81C8-290B8E9601C0}"/>
                  </a:ext>
                </a:extLst>
              </p:cNvPr>
              <p:cNvSpPr/>
              <p:nvPr/>
            </p:nvSpPr>
            <p:spPr>
              <a:xfrm>
                <a:off x="5292725" y="1118995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6" name="矩形 895">
                <a:extLst>
                  <a:ext uri="{FF2B5EF4-FFF2-40B4-BE49-F238E27FC236}">
                    <a16:creationId xmlns:a16="http://schemas.microsoft.com/office/drawing/2014/main" id="{305710D1-D2B4-4BC5-B9C6-255DE83AF379}"/>
                  </a:ext>
                </a:extLst>
              </p:cNvPr>
              <p:cNvSpPr/>
              <p:nvPr/>
            </p:nvSpPr>
            <p:spPr>
              <a:xfrm>
                <a:off x="5346594" y="1118995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7" name="矩形 896">
                <a:extLst>
                  <a:ext uri="{FF2B5EF4-FFF2-40B4-BE49-F238E27FC236}">
                    <a16:creationId xmlns:a16="http://schemas.microsoft.com/office/drawing/2014/main" id="{78BF4117-CC65-4621-9CDD-F1157721E7B6}"/>
                  </a:ext>
                </a:extLst>
              </p:cNvPr>
              <p:cNvSpPr/>
              <p:nvPr/>
            </p:nvSpPr>
            <p:spPr>
              <a:xfrm>
                <a:off x="5402890" y="1118995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8" name="矩形 897">
                <a:extLst>
                  <a:ext uri="{FF2B5EF4-FFF2-40B4-BE49-F238E27FC236}">
                    <a16:creationId xmlns:a16="http://schemas.microsoft.com/office/drawing/2014/main" id="{9F062FD0-8E8A-4CB1-8C4E-AABCFF3E137E}"/>
                  </a:ext>
                </a:extLst>
              </p:cNvPr>
              <p:cNvSpPr/>
              <p:nvPr/>
            </p:nvSpPr>
            <p:spPr>
              <a:xfrm>
                <a:off x="5456759" y="1118995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9" name="矩形 898">
                <a:extLst>
                  <a:ext uri="{FF2B5EF4-FFF2-40B4-BE49-F238E27FC236}">
                    <a16:creationId xmlns:a16="http://schemas.microsoft.com/office/drawing/2014/main" id="{83D84C43-AC3D-45F5-A4EA-EBB8BA2B4370}"/>
                  </a:ext>
                </a:extLst>
              </p:cNvPr>
              <p:cNvSpPr/>
              <p:nvPr/>
            </p:nvSpPr>
            <p:spPr>
              <a:xfrm>
                <a:off x="4959803" y="1170443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0" name="矩形 899">
                <a:extLst>
                  <a:ext uri="{FF2B5EF4-FFF2-40B4-BE49-F238E27FC236}">
                    <a16:creationId xmlns:a16="http://schemas.microsoft.com/office/drawing/2014/main" id="{CBC1FD85-279D-48B4-AB86-CF36699E619C}"/>
                  </a:ext>
                </a:extLst>
              </p:cNvPr>
              <p:cNvSpPr/>
              <p:nvPr/>
            </p:nvSpPr>
            <p:spPr>
              <a:xfrm>
                <a:off x="5016099" y="1170443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1" name="矩形 900">
                <a:extLst>
                  <a:ext uri="{FF2B5EF4-FFF2-40B4-BE49-F238E27FC236}">
                    <a16:creationId xmlns:a16="http://schemas.microsoft.com/office/drawing/2014/main" id="{8A0928BD-D61D-4BD8-A7D5-E16EC6001666}"/>
                  </a:ext>
                </a:extLst>
              </p:cNvPr>
              <p:cNvSpPr/>
              <p:nvPr/>
            </p:nvSpPr>
            <p:spPr>
              <a:xfrm>
                <a:off x="5069968" y="1170443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2" name="矩形 901">
                <a:extLst>
                  <a:ext uri="{FF2B5EF4-FFF2-40B4-BE49-F238E27FC236}">
                    <a16:creationId xmlns:a16="http://schemas.microsoft.com/office/drawing/2014/main" id="{B5F81F3B-8BAC-40E4-8F52-4EE214F4E833}"/>
                  </a:ext>
                </a:extLst>
              </p:cNvPr>
              <p:cNvSpPr/>
              <p:nvPr/>
            </p:nvSpPr>
            <p:spPr>
              <a:xfrm>
                <a:off x="5126264" y="1170443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3" name="矩形 902">
                <a:extLst>
                  <a:ext uri="{FF2B5EF4-FFF2-40B4-BE49-F238E27FC236}">
                    <a16:creationId xmlns:a16="http://schemas.microsoft.com/office/drawing/2014/main" id="{20BD8AFF-66A0-465F-8F1A-E04E5EA9E9A1}"/>
                  </a:ext>
                </a:extLst>
              </p:cNvPr>
              <p:cNvSpPr/>
              <p:nvPr/>
            </p:nvSpPr>
            <p:spPr>
              <a:xfrm>
                <a:off x="5180133" y="1170443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4" name="矩形 903">
                <a:extLst>
                  <a:ext uri="{FF2B5EF4-FFF2-40B4-BE49-F238E27FC236}">
                    <a16:creationId xmlns:a16="http://schemas.microsoft.com/office/drawing/2014/main" id="{74F99FED-DD78-4C57-B459-E61923182DD1}"/>
                  </a:ext>
                </a:extLst>
              </p:cNvPr>
              <p:cNvSpPr/>
              <p:nvPr/>
            </p:nvSpPr>
            <p:spPr>
              <a:xfrm>
                <a:off x="5236429" y="1170443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5" name="矩形 904">
                <a:extLst>
                  <a:ext uri="{FF2B5EF4-FFF2-40B4-BE49-F238E27FC236}">
                    <a16:creationId xmlns:a16="http://schemas.microsoft.com/office/drawing/2014/main" id="{31864290-6278-45A6-B241-C5A43FAA9F28}"/>
                  </a:ext>
                </a:extLst>
              </p:cNvPr>
              <p:cNvSpPr/>
              <p:nvPr/>
            </p:nvSpPr>
            <p:spPr>
              <a:xfrm>
                <a:off x="5292725" y="1170443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6" name="矩形 905">
                <a:extLst>
                  <a:ext uri="{FF2B5EF4-FFF2-40B4-BE49-F238E27FC236}">
                    <a16:creationId xmlns:a16="http://schemas.microsoft.com/office/drawing/2014/main" id="{8DA04BC7-735F-4BBA-957F-35A7CA715842}"/>
                  </a:ext>
                </a:extLst>
              </p:cNvPr>
              <p:cNvSpPr/>
              <p:nvPr/>
            </p:nvSpPr>
            <p:spPr>
              <a:xfrm>
                <a:off x="5346594" y="1170443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7" name="矩形 906">
                <a:extLst>
                  <a:ext uri="{FF2B5EF4-FFF2-40B4-BE49-F238E27FC236}">
                    <a16:creationId xmlns:a16="http://schemas.microsoft.com/office/drawing/2014/main" id="{B3F44DD7-717A-47DC-A9C7-EFDA2A223931}"/>
                  </a:ext>
                </a:extLst>
              </p:cNvPr>
              <p:cNvSpPr/>
              <p:nvPr/>
            </p:nvSpPr>
            <p:spPr>
              <a:xfrm>
                <a:off x="5402890" y="1170443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8" name="矩形 907">
                <a:extLst>
                  <a:ext uri="{FF2B5EF4-FFF2-40B4-BE49-F238E27FC236}">
                    <a16:creationId xmlns:a16="http://schemas.microsoft.com/office/drawing/2014/main" id="{81459655-5511-4FF4-BA3A-F773ADBBA618}"/>
                  </a:ext>
                </a:extLst>
              </p:cNvPr>
              <p:cNvSpPr/>
              <p:nvPr/>
            </p:nvSpPr>
            <p:spPr>
              <a:xfrm>
                <a:off x="5456759" y="1170443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9" name="矩形 908">
                <a:extLst>
                  <a:ext uri="{FF2B5EF4-FFF2-40B4-BE49-F238E27FC236}">
                    <a16:creationId xmlns:a16="http://schemas.microsoft.com/office/drawing/2014/main" id="{E4193B42-7715-4364-9199-FB9168F5D0AA}"/>
                  </a:ext>
                </a:extLst>
              </p:cNvPr>
              <p:cNvSpPr/>
              <p:nvPr/>
            </p:nvSpPr>
            <p:spPr>
              <a:xfrm>
                <a:off x="4959803" y="3544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0" name="矩形 909">
                <a:extLst>
                  <a:ext uri="{FF2B5EF4-FFF2-40B4-BE49-F238E27FC236}">
                    <a16:creationId xmlns:a16="http://schemas.microsoft.com/office/drawing/2014/main" id="{BB010887-742B-4B42-A2B7-FC340086A4BE}"/>
                  </a:ext>
                </a:extLst>
              </p:cNvPr>
              <p:cNvSpPr/>
              <p:nvPr/>
            </p:nvSpPr>
            <p:spPr>
              <a:xfrm>
                <a:off x="5016099" y="3544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1" name="矩形 910">
                <a:extLst>
                  <a:ext uri="{FF2B5EF4-FFF2-40B4-BE49-F238E27FC236}">
                    <a16:creationId xmlns:a16="http://schemas.microsoft.com/office/drawing/2014/main" id="{0489DBDE-DF06-49A7-AEB7-0EFD2A28AF4D}"/>
                  </a:ext>
                </a:extLst>
              </p:cNvPr>
              <p:cNvSpPr/>
              <p:nvPr/>
            </p:nvSpPr>
            <p:spPr>
              <a:xfrm>
                <a:off x="5069968" y="3544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2" name="矩形 911">
                <a:extLst>
                  <a:ext uri="{FF2B5EF4-FFF2-40B4-BE49-F238E27FC236}">
                    <a16:creationId xmlns:a16="http://schemas.microsoft.com/office/drawing/2014/main" id="{817578FE-F3F9-4B67-8770-0FD32844AFDA}"/>
                  </a:ext>
                </a:extLst>
              </p:cNvPr>
              <p:cNvSpPr/>
              <p:nvPr/>
            </p:nvSpPr>
            <p:spPr>
              <a:xfrm>
                <a:off x="5126264" y="3544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3" name="矩形 912">
                <a:extLst>
                  <a:ext uri="{FF2B5EF4-FFF2-40B4-BE49-F238E27FC236}">
                    <a16:creationId xmlns:a16="http://schemas.microsoft.com/office/drawing/2014/main" id="{3057F04E-15A0-4C7B-936C-C89882E619A5}"/>
                  </a:ext>
                </a:extLst>
              </p:cNvPr>
              <p:cNvSpPr/>
              <p:nvPr/>
            </p:nvSpPr>
            <p:spPr>
              <a:xfrm>
                <a:off x="5180133" y="3544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4" name="矩形 913">
                <a:extLst>
                  <a:ext uri="{FF2B5EF4-FFF2-40B4-BE49-F238E27FC236}">
                    <a16:creationId xmlns:a16="http://schemas.microsoft.com/office/drawing/2014/main" id="{556EDF8F-C066-4A44-9031-3E5609363257}"/>
                  </a:ext>
                </a:extLst>
              </p:cNvPr>
              <p:cNvSpPr/>
              <p:nvPr/>
            </p:nvSpPr>
            <p:spPr>
              <a:xfrm>
                <a:off x="5236429" y="3544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5" name="矩形 914">
                <a:extLst>
                  <a:ext uri="{FF2B5EF4-FFF2-40B4-BE49-F238E27FC236}">
                    <a16:creationId xmlns:a16="http://schemas.microsoft.com/office/drawing/2014/main" id="{DF7AA7A7-20D7-467E-8939-4F58FF430EA9}"/>
                  </a:ext>
                </a:extLst>
              </p:cNvPr>
              <p:cNvSpPr/>
              <p:nvPr/>
            </p:nvSpPr>
            <p:spPr>
              <a:xfrm>
                <a:off x="5292725" y="3544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6" name="矩形 915">
                <a:extLst>
                  <a:ext uri="{FF2B5EF4-FFF2-40B4-BE49-F238E27FC236}">
                    <a16:creationId xmlns:a16="http://schemas.microsoft.com/office/drawing/2014/main" id="{74257871-696C-4781-94A4-E976F97AA346}"/>
                  </a:ext>
                </a:extLst>
              </p:cNvPr>
              <p:cNvSpPr/>
              <p:nvPr/>
            </p:nvSpPr>
            <p:spPr>
              <a:xfrm>
                <a:off x="5346594" y="3544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7" name="矩形 916">
                <a:extLst>
                  <a:ext uri="{FF2B5EF4-FFF2-40B4-BE49-F238E27FC236}">
                    <a16:creationId xmlns:a16="http://schemas.microsoft.com/office/drawing/2014/main" id="{D02FFC15-4FCA-4EA9-B619-3C4B949EF109}"/>
                  </a:ext>
                </a:extLst>
              </p:cNvPr>
              <p:cNvSpPr/>
              <p:nvPr/>
            </p:nvSpPr>
            <p:spPr>
              <a:xfrm>
                <a:off x="5402890" y="3544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8" name="矩形 917">
                <a:extLst>
                  <a:ext uri="{FF2B5EF4-FFF2-40B4-BE49-F238E27FC236}">
                    <a16:creationId xmlns:a16="http://schemas.microsoft.com/office/drawing/2014/main" id="{0D2FDABC-AF6A-4B97-8FAA-B334CB15EF4D}"/>
                  </a:ext>
                </a:extLst>
              </p:cNvPr>
              <p:cNvSpPr/>
              <p:nvPr/>
            </p:nvSpPr>
            <p:spPr>
              <a:xfrm>
                <a:off x="5456759" y="3544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9" name="矩形 918">
                <a:extLst>
                  <a:ext uri="{FF2B5EF4-FFF2-40B4-BE49-F238E27FC236}">
                    <a16:creationId xmlns:a16="http://schemas.microsoft.com/office/drawing/2014/main" id="{03C67D22-E7B9-4D26-8BE0-56E178A42A17}"/>
                  </a:ext>
                </a:extLst>
              </p:cNvPr>
              <p:cNvSpPr/>
              <p:nvPr/>
            </p:nvSpPr>
            <p:spPr>
              <a:xfrm>
                <a:off x="4959803" y="40678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0" name="矩形 919">
                <a:extLst>
                  <a:ext uri="{FF2B5EF4-FFF2-40B4-BE49-F238E27FC236}">
                    <a16:creationId xmlns:a16="http://schemas.microsoft.com/office/drawing/2014/main" id="{D46F57A8-6C63-4B10-A8C5-88547571DCDF}"/>
                  </a:ext>
                </a:extLst>
              </p:cNvPr>
              <p:cNvSpPr/>
              <p:nvPr/>
            </p:nvSpPr>
            <p:spPr>
              <a:xfrm>
                <a:off x="5016099" y="40678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1" name="矩形 920">
                <a:extLst>
                  <a:ext uri="{FF2B5EF4-FFF2-40B4-BE49-F238E27FC236}">
                    <a16:creationId xmlns:a16="http://schemas.microsoft.com/office/drawing/2014/main" id="{844E6FF8-AA58-44D2-B5B0-EDA24A665EDB}"/>
                  </a:ext>
                </a:extLst>
              </p:cNvPr>
              <p:cNvSpPr/>
              <p:nvPr/>
            </p:nvSpPr>
            <p:spPr>
              <a:xfrm>
                <a:off x="5069968" y="40678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2" name="矩形 921">
                <a:extLst>
                  <a:ext uri="{FF2B5EF4-FFF2-40B4-BE49-F238E27FC236}">
                    <a16:creationId xmlns:a16="http://schemas.microsoft.com/office/drawing/2014/main" id="{3D27F8E3-FAC0-4E60-ABDC-00211C829A4D}"/>
                  </a:ext>
                </a:extLst>
              </p:cNvPr>
              <p:cNvSpPr/>
              <p:nvPr/>
            </p:nvSpPr>
            <p:spPr>
              <a:xfrm>
                <a:off x="5126264" y="40678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3" name="矩形 922">
                <a:extLst>
                  <a:ext uri="{FF2B5EF4-FFF2-40B4-BE49-F238E27FC236}">
                    <a16:creationId xmlns:a16="http://schemas.microsoft.com/office/drawing/2014/main" id="{63EF06FA-4609-42DA-B1B2-983B4AB7486D}"/>
                  </a:ext>
                </a:extLst>
              </p:cNvPr>
              <p:cNvSpPr/>
              <p:nvPr/>
            </p:nvSpPr>
            <p:spPr>
              <a:xfrm>
                <a:off x="5180133" y="40678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4" name="矩形 923">
                <a:extLst>
                  <a:ext uri="{FF2B5EF4-FFF2-40B4-BE49-F238E27FC236}">
                    <a16:creationId xmlns:a16="http://schemas.microsoft.com/office/drawing/2014/main" id="{B2753161-CDA4-4AB4-9045-CCD5C9530576}"/>
                  </a:ext>
                </a:extLst>
              </p:cNvPr>
              <p:cNvSpPr/>
              <p:nvPr/>
            </p:nvSpPr>
            <p:spPr>
              <a:xfrm>
                <a:off x="5236429" y="40678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5" name="矩形 924">
                <a:extLst>
                  <a:ext uri="{FF2B5EF4-FFF2-40B4-BE49-F238E27FC236}">
                    <a16:creationId xmlns:a16="http://schemas.microsoft.com/office/drawing/2014/main" id="{2D0A57A9-E43B-4235-91DB-E1F49C798B07}"/>
                  </a:ext>
                </a:extLst>
              </p:cNvPr>
              <p:cNvSpPr/>
              <p:nvPr/>
            </p:nvSpPr>
            <p:spPr>
              <a:xfrm>
                <a:off x="5292725" y="40678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6" name="矩形 925">
                <a:extLst>
                  <a:ext uri="{FF2B5EF4-FFF2-40B4-BE49-F238E27FC236}">
                    <a16:creationId xmlns:a16="http://schemas.microsoft.com/office/drawing/2014/main" id="{BA702CDA-F886-4213-9F1E-86E4A56E272E}"/>
                  </a:ext>
                </a:extLst>
              </p:cNvPr>
              <p:cNvSpPr/>
              <p:nvPr/>
            </p:nvSpPr>
            <p:spPr>
              <a:xfrm>
                <a:off x="5346594" y="40678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7" name="矩形 926">
                <a:extLst>
                  <a:ext uri="{FF2B5EF4-FFF2-40B4-BE49-F238E27FC236}">
                    <a16:creationId xmlns:a16="http://schemas.microsoft.com/office/drawing/2014/main" id="{C63C728B-A200-4BA5-AE32-03DF38D904B5}"/>
                  </a:ext>
                </a:extLst>
              </p:cNvPr>
              <p:cNvSpPr/>
              <p:nvPr/>
            </p:nvSpPr>
            <p:spPr>
              <a:xfrm>
                <a:off x="5402890" y="40678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8" name="矩形 927">
                <a:extLst>
                  <a:ext uri="{FF2B5EF4-FFF2-40B4-BE49-F238E27FC236}">
                    <a16:creationId xmlns:a16="http://schemas.microsoft.com/office/drawing/2014/main" id="{E5884A72-A937-4512-A5A7-1FF08E8B021B}"/>
                  </a:ext>
                </a:extLst>
              </p:cNvPr>
              <p:cNvSpPr/>
              <p:nvPr/>
            </p:nvSpPr>
            <p:spPr>
              <a:xfrm>
                <a:off x="5456759" y="40678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9" name="矩形 928">
                <a:extLst>
                  <a:ext uri="{FF2B5EF4-FFF2-40B4-BE49-F238E27FC236}">
                    <a16:creationId xmlns:a16="http://schemas.microsoft.com/office/drawing/2014/main" id="{B5E1F519-503A-4053-9154-07CFF717AD67}"/>
                  </a:ext>
                </a:extLst>
              </p:cNvPr>
              <p:cNvSpPr/>
              <p:nvPr/>
            </p:nvSpPr>
            <p:spPr>
              <a:xfrm>
                <a:off x="4959803" y="463083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30" name="矩形 929">
                <a:extLst>
                  <a:ext uri="{FF2B5EF4-FFF2-40B4-BE49-F238E27FC236}">
                    <a16:creationId xmlns:a16="http://schemas.microsoft.com/office/drawing/2014/main" id="{9B722EA6-7E84-40FF-9D6B-78C956A92E57}"/>
                  </a:ext>
                </a:extLst>
              </p:cNvPr>
              <p:cNvSpPr/>
              <p:nvPr/>
            </p:nvSpPr>
            <p:spPr>
              <a:xfrm>
                <a:off x="5016099" y="463083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31" name="矩形 930">
                <a:extLst>
                  <a:ext uri="{FF2B5EF4-FFF2-40B4-BE49-F238E27FC236}">
                    <a16:creationId xmlns:a16="http://schemas.microsoft.com/office/drawing/2014/main" id="{5BAB76CA-32EE-4252-8631-4B5C18948F07}"/>
                  </a:ext>
                </a:extLst>
              </p:cNvPr>
              <p:cNvSpPr/>
              <p:nvPr/>
            </p:nvSpPr>
            <p:spPr>
              <a:xfrm>
                <a:off x="5069968" y="463083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32" name="矩形 931">
                <a:extLst>
                  <a:ext uri="{FF2B5EF4-FFF2-40B4-BE49-F238E27FC236}">
                    <a16:creationId xmlns:a16="http://schemas.microsoft.com/office/drawing/2014/main" id="{EB1B726F-0D38-46DB-995C-4E61AE47D683}"/>
                  </a:ext>
                </a:extLst>
              </p:cNvPr>
              <p:cNvSpPr/>
              <p:nvPr/>
            </p:nvSpPr>
            <p:spPr>
              <a:xfrm>
                <a:off x="5126264" y="463083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33" name="矩形 932">
                <a:extLst>
                  <a:ext uri="{FF2B5EF4-FFF2-40B4-BE49-F238E27FC236}">
                    <a16:creationId xmlns:a16="http://schemas.microsoft.com/office/drawing/2014/main" id="{534FB645-8A0D-4420-9561-B67275444911}"/>
                  </a:ext>
                </a:extLst>
              </p:cNvPr>
              <p:cNvSpPr/>
              <p:nvPr/>
            </p:nvSpPr>
            <p:spPr>
              <a:xfrm>
                <a:off x="5180133" y="463083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34" name="矩形 933">
                <a:extLst>
                  <a:ext uri="{FF2B5EF4-FFF2-40B4-BE49-F238E27FC236}">
                    <a16:creationId xmlns:a16="http://schemas.microsoft.com/office/drawing/2014/main" id="{4FFEF27F-6CF3-4525-9192-8E1F298CCF47}"/>
                  </a:ext>
                </a:extLst>
              </p:cNvPr>
              <p:cNvSpPr/>
              <p:nvPr/>
            </p:nvSpPr>
            <p:spPr>
              <a:xfrm>
                <a:off x="5236429" y="463083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35" name="矩形 934">
                <a:extLst>
                  <a:ext uri="{FF2B5EF4-FFF2-40B4-BE49-F238E27FC236}">
                    <a16:creationId xmlns:a16="http://schemas.microsoft.com/office/drawing/2014/main" id="{4DF397C2-AD7E-427B-8411-182D13E99682}"/>
                  </a:ext>
                </a:extLst>
              </p:cNvPr>
              <p:cNvSpPr/>
              <p:nvPr/>
            </p:nvSpPr>
            <p:spPr>
              <a:xfrm>
                <a:off x="5292725" y="463083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36" name="矩形 935">
                <a:extLst>
                  <a:ext uri="{FF2B5EF4-FFF2-40B4-BE49-F238E27FC236}">
                    <a16:creationId xmlns:a16="http://schemas.microsoft.com/office/drawing/2014/main" id="{895C496C-1523-4415-873E-E5F8B2A6BF5D}"/>
                  </a:ext>
                </a:extLst>
              </p:cNvPr>
              <p:cNvSpPr/>
              <p:nvPr/>
            </p:nvSpPr>
            <p:spPr>
              <a:xfrm>
                <a:off x="5346594" y="463083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37" name="矩形 936">
                <a:extLst>
                  <a:ext uri="{FF2B5EF4-FFF2-40B4-BE49-F238E27FC236}">
                    <a16:creationId xmlns:a16="http://schemas.microsoft.com/office/drawing/2014/main" id="{B453E230-3C75-4F20-B5ED-C0FD5E0950C2}"/>
                  </a:ext>
                </a:extLst>
              </p:cNvPr>
              <p:cNvSpPr/>
              <p:nvPr/>
            </p:nvSpPr>
            <p:spPr>
              <a:xfrm>
                <a:off x="5402890" y="463083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38" name="矩形 937">
                <a:extLst>
                  <a:ext uri="{FF2B5EF4-FFF2-40B4-BE49-F238E27FC236}">
                    <a16:creationId xmlns:a16="http://schemas.microsoft.com/office/drawing/2014/main" id="{E8430FBE-BCC8-4AB5-9CCB-550A53F2741E}"/>
                  </a:ext>
                </a:extLst>
              </p:cNvPr>
              <p:cNvSpPr/>
              <p:nvPr/>
            </p:nvSpPr>
            <p:spPr>
              <a:xfrm>
                <a:off x="5456759" y="463083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39" name="矩形 938">
                <a:extLst>
                  <a:ext uri="{FF2B5EF4-FFF2-40B4-BE49-F238E27FC236}">
                    <a16:creationId xmlns:a16="http://schemas.microsoft.com/office/drawing/2014/main" id="{9C4BD3E1-8AE9-433B-BDB4-CFB3F30F067A}"/>
                  </a:ext>
                </a:extLst>
              </p:cNvPr>
              <p:cNvSpPr/>
              <p:nvPr/>
            </p:nvSpPr>
            <p:spPr>
              <a:xfrm>
                <a:off x="4959803" y="5183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40" name="矩形 939">
                <a:extLst>
                  <a:ext uri="{FF2B5EF4-FFF2-40B4-BE49-F238E27FC236}">
                    <a16:creationId xmlns:a16="http://schemas.microsoft.com/office/drawing/2014/main" id="{296F58A4-F6B5-45CD-9976-7A8444D8854C}"/>
                  </a:ext>
                </a:extLst>
              </p:cNvPr>
              <p:cNvSpPr/>
              <p:nvPr/>
            </p:nvSpPr>
            <p:spPr>
              <a:xfrm>
                <a:off x="5016099" y="5183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41" name="矩形 940">
                <a:extLst>
                  <a:ext uri="{FF2B5EF4-FFF2-40B4-BE49-F238E27FC236}">
                    <a16:creationId xmlns:a16="http://schemas.microsoft.com/office/drawing/2014/main" id="{C3BFB8C8-B0BB-42FA-8397-5BB45BB50180}"/>
                  </a:ext>
                </a:extLst>
              </p:cNvPr>
              <p:cNvSpPr/>
              <p:nvPr/>
            </p:nvSpPr>
            <p:spPr>
              <a:xfrm>
                <a:off x="5069968" y="5183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42" name="矩形 941">
                <a:extLst>
                  <a:ext uri="{FF2B5EF4-FFF2-40B4-BE49-F238E27FC236}">
                    <a16:creationId xmlns:a16="http://schemas.microsoft.com/office/drawing/2014/main" id="{AA4C6281-6CE6-4E97-9617-D673A4B211C8}"/>
                  </a:ext>
                </a:extLst>
              </p:cNvPr>
              <p:cNvSpPr/>
              <p:nvPr/>
            </p:nvSpPr>
            <p:spPr>
              <a:xfrm>
                <a:off x="5126264" y="5183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43" name="矩形 942">
                <a:extLst>
                  <a:ext uri="{FF2B5EF4-FFF2-40B4-BE49-F238E27FC236}">
                    <a16:creationId xmlns:a16="http://schemas.microsoft.com/office/drawing/2014/main" id="{A43BD518-FE56-4830-A05E-67A817E08B62}"/>
                  </a:ext>
                </a:extLst>
              </p:cNvPr>
              <p:cNvSpPr/>
              <p:nvPr/>
            </p:nvSpPr>
            <p:spPr>
              <a:xfrm>
                <a:off x="5180133" y="518357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44" name="矩形 943">
                <a:extLst>
                  <a:ext uri="{FF2B5EF4-FFF2-40B4-BE49-F238E27FC236}">
                    <a16:creationId xmlns:a16="http://schemas.microsoft.com/office/drawing/2014/main" id="{387ED927-1706-4EA0-90D9-1205E11475C5}"/>
                  </a:ext>
                </a:extLst>
              </p:cNvPr>
              <p:cNvSpPr/>
              <p:nvPr/>
            </p:nvSpPr>
            <p:spPr>
              <a:xfrm>
                <a:off x="5236429" y="518357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45" name="矩形 944">
                <a:extLst>
                  <a:ext uri="{FF2B5EF4-FFF2-40B4-BE49-F238E27FC236}">
                    <a16:creationId xmlns:a16="http://schemas.microsoft.com/office/drawing/2014/main" id="{89950810-BB2A-4B04-A5EE-B05B818F047D}"/>
                  </a:ext>
                </a:extLst>
              </p:cNvPr>
              <p:cNvSpPr/>
              <p:nvPr/>
            </p:nvSpPr>
            <p:spPr>
              <a:xfrm>
                <a:off x="5292725" y="518357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46" name="矩形 945">
                <a:extLst>
                  <a:ext uri="{FF2B5EF4-FFF2-40B4-BE49-F238E27FC236}">
                    <a16:creationId xmlns:a16="http://schemas.microsoft.com/office/drawing/2014/main" id="{E4AE2A68-26E1-4D41-82DA-A1C1A2EEA2CF}"/>
                  </a:ext>
                </a:extLst>
              </p:cNvPr>
              <p:cNvSpPr/>
              <p:nvPr/>
            </p:nvSpPr>
            <p:spPr>
              <a:xfrm>
                <a:off x="5346594" y="518357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47" name="矩形 946">
                <a:extLst>
                  <a:ext uri="{FF2B5EF4-FFF2-40B4-BE49-F238E27FC236}">
                    <a16:creationId xmlns:a16="http://schemas.microsoft.com/office/drawing/2014/main" id="{41BE47ED-6A7E-4309-A1C0-6C4AA2900147}"/>
                  </a:ext>
                </a:extLst>
              </p:cNvPr>
              <p:cNvSpPr/>
              <p:nvPr/>
            </p:nvSpPr>
            <p:spPr>
              <a:xfrm>
                <a:off x="5402890" y="5183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48" name="矩形 947">
                <a:extLst>
                  <a:ext uri="{FF2B5EF4-FFF2-40B4-BE49-F238E27FC236}">
                    <a16:creationId xmlns:a16="http://schemas.microsoft.com/office/drawing/2014/main" id="{62696A6B-C590-4E5E-9426-2B5C84641F76}"/>
                  </a:ext>
                </a:extLst>
              </p:cNvPr>
              <p:cNvSpPr/>
              <p:nvPr/>
            </p:nvSpPr>
            <p:spPr>
              <a:xfrm>
                <a:off x="5456759" y="5183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49" name="矩形 948">
                <a:extLst>
                  <a:ext uri="{FF2B5EF4-FFF2-40B4-BE49-F238E27FC236}">
                    <a16:creationId xmlns:a16="http://schemas.microsoft.com/office/drawing/2014/main" id="{7FD2A5C7-88D8-4EC8-863E-EDFA14E4A4BE}"/>
                  </a:ext>
                </a:extLst>
              </p:cNvPr>
              <p:cNvSpPr/>
              <p:nvPr/>
            </p:nvSpPr>
            <p:spPr>
              <a:xfrm>
                <a:off x="4959803" y="57363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0" name="矩形 949">
                <a:extLst>
                  <a:ext uri="{FF2B5EF4-FFF2-40B4-BE49-F238E27FC236}">
                    <a16:creationId xmlns:a16="http://schemas.microsoft.com/office/drawing/2014/main" id="{98CEAFF4-F225-4E15-ACD2-B33DF2C3CFA2}"/>
                  </a:ext>
                </a:extLst>
              </p:cNvPr>
              <p:cNvSpPr/>
              <p:nvPr/>
            </p:nvSpPr>
            <p:spPr>
              <a:xfrm>
                <a:off x="5016099" y="57363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1" name="矩形 950">
                <a:extLst>
                  <a:ext uri="{FF2B5EF4-FFF2-40B4-BE49-F238E27FC236}">
                    <a16:creationId xmlns:a16="http://schemas.microsoft.com/office/drawing/2014/main" id="{D9C840BB-C759-4AA1-BB8D-6C06F1114FB6}"/>
                  </a:ext>
                </a:extLst>
              </p:cNvPr>
              <p:cNvSpPr/>
              <p:nvPr/>
            </p:nvSpPr>
            <p:spPr>
              <a:xfrm>
                <a:off x="5069968" y="57363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2" name="矩形 951">
                <a:extLst>
                  <a:ext uri="{FF2B5EF4-FFF2-40B4-BE49-F238E27FC236}">
                    <a16:creationId xmlns:a16="http://schemas.microsoft.com/office/drawing/2014/main" id="{49B7E105-5356-47AE-BB5A-1AEFBCB9C4AB}"/>
                  </a:ext>
                </a:extLst>
              </p:cNvPr>
              <p:cNvSpPr/>
              <p:nvPr/>
            </p:nvSpPr>
            <p:spPr>
              <a:xfrm>
                <a:off x="5126264" y="57363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3" name="矩形 952">
                <a:extLst>
                  <a:ext uri="{FF2B5EF4-FFF2-40B4-BE49-F238E27FC236}">
                    <a16:creationId xmlns:a16="http://schemas.microsoft.com/office/drawing/2014/main" id="{96FD5BC0-0E85-441D-A26A-A5E5C974C8A2}"/>
                  </a:ext>
                </a:extLst>
              </p:cNvPr>
              <p:cNvSpPr/>
              <p:nvPr/>
            </p:nvSpPr>
            <p:spPr>
              <a:xfrm>
                <a:off x="5180133" y="57363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4" name="矩形 953">
                <a:extLst>
                  <a:ext uri="{FF2B5EF4-FFF2-40B4-BE49-F238E27FC236}">
                    <a16:creationId xmlns:a16="http://schemas.microsoft.com/office/drawing/2014/main" id="{38FFB17E-9B8E-4090-A8E1-353B915E8AF7}"/>
                  </a:ext>
                </a:extLst>
              </p:cNvPr>
              <p:cNvSpPr/>
              <p:nvPr/>
            </p:nvSpPr>
            <p:spPr>
              <a:xfrm>
                <a:off x="5236429" y="57363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5" name="矩形 954">
                <a:extLst>
                  <a:ext uri="{FF2B5EF4-FFF2-40B4-BE49-F238E27FC236}">
                    <a16:creationId xmlns:a16="http://schemas.microsoft.com/office/drawing/2014/main" id="{12A2657F-66B4-436F-85CC-96FF8E06DF1C}"/>
                  </a:ext>
                </a:extLst>
              </p:cNvPr>
              <p:cNvSpPr/>
              <p:nvPr/>
            </p:nvSpPr>
            <p:spPr>
              <a:xfrm>
                <a:off x="5292725" y="57363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6" name="矩形 955">
                <a:extLst>
                  <a:ext uri="{FF2B5EF4-FFF2-40B4-BE49-F238E27FC236}">
                    <a16:creationId xmlns:a16="http://schemas.microsoft.com/office/drawing/2014/main" id="{EF722E6D-4706-47A3-A92E-95FF6678F351}"/>
                  </a:ext>
                </a:extLst>
              </p:cNvPr>
              <p:cNvSpPr/>
              <p:nvPr/>
            </p:nvSpPr>
            <p:spPr>
              <a:xfrm>
                <a:off x="5346594" y="57363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7" name="矩形 956">
                <a:extLst>
                  <a:ext uri="{FF2B5EF4-FFF2-40B4-BE49-F238E27FC236}">
                    <a16:creationId xmlns:a16="http://schemas.microsoft.com/office/drawing/2014/main" id="{3E3AB1D5-FBD4-474B-A171-EDFE946612DA}"/>
                  </a:ext>
                </a:extLst>
              </p:cNvPr>
              <p:cNvSpPr/>
              <p:nvPr/>
            </p:nvSpPr>
            <p:spPr>
              <a:xfrm>
                <a:off x="5402890" y="573631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8" name="矩形 957">
                <a:extLst>
                  <a:ext uri="{FF2B5EF4-FFF2-40B4-BE49-F238E27FC236}">
                    <a16:creationId xmlns:a16="http://schemas.microsoft.com/office/drawing/2014/main" id="{3FF4E9E8-7B53-4013-8BD2-181E64D0D0F4}"/>
                  </a:ext>
                </a:extLst>
              </p:cNvPr>
              <p:cNvSpPr/>
              <p:nvPr/>
            </p:nvSpPr>
            <p:spPr>
              <a:xfrm>
                <a:off x="5456759" y="573631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9" name="矩形 958">
                <a:extLst>
                  <a:ext uri="{FF2B5EF4-FFF2-40B4-BE49-F238E27FC236}">
                    <a16:creationId xmlns:a16="http://schemas.microsoft.com/office/drawing/2014/main" id="{B9483EAE-9B6F-4341-9CDE-E002F0410B4A}"/>
                  </a:ext>
                </a:extLst>
              </p:cNvPr>
              <p:cNvSpPr/>
              <p:nvPr/>
            </p:nvSpPr>
            <p:spPr>
              <a:xfrm>
                <a:off x="4959803" y="628905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60" name="矩形 959">
                <a:extLst>
                  <a:ext uri="{FF2B5EF4-FFF2-40B4-BE49-F238E27FC236}">
                    <a16:creationId xmlns:a16="http://schemas.microsoft.com/office/drawing/2014/main" id="{CC09A85A-4A7C-4923-B569-5373DA6711ED}"/>
                  </a:ext>
                </a:extLst>
              </p:cNvPr>
              <p:cNvSpPr/>
              <p:nvPr/>
            </p:nvSpPr>
            <p:spPr>
              <a:xfrm>
                <a:off x="5016099" y="628905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61" name="矩形 960">
                <a:extLst>
                  <a:ext uri="{FF2B5EF4-FFF2-40B4-BE49-F238E27FC236}">
                    <a16:creationId xmlns:a16="http://schemas.microsoft.com/office/drawing/2014/main" id="{51D8DF9D-77DA-4060-9FC8-B9F168430F92}"/>
                  </a:ext>
                </a:extLst>
              </p:cNvPr>
              <p:cNvSpPr/>
              <p:nvPr/>
            </p:nvSpPr>
            <p:spPr>
              <a:xfrm>
                <a:off x="5069968" y="628905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62" name="矩形 961">
                <a:extLst>
                  <a:ext uri="{FF2B5EF4-FFF2-40B4-BE49-F238E27FC236}">
                    <a16:creationId xmlns:a16="http://schemas.microsoft.com/office/drawing/2014/main" id="{45F1F819-8963-4F32-802D-B71F436FBF6E}"/>
                  </a:ext>
                </a:extLst>
              </p:cNvPr>
              <p:cNvSpPr/>
              <p:nvPr/>
            </p:nvSpPr>
            <p:spPr>
              <a:xfrm>
                <a:off x="5126264" y="628905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63" name="矩形 962">
                <a:extLst>
                  <a:ext uri="{FF2B5EF4-FFF2-40B4-BE49-F238E27FC236}">
                    <a16:creationId xmlns:a16="http://schemas.microsoft.com/office/drawing/2014/main" id="{F480F058-F097-4BB2-8903-CA8D66E2DDFC}"/>
                  </a:ext>
                </a:extLst>
              </p:cNvPr>
              <p:cNvSpPr/>
              <p:nvPr/>
            </p:nvSpPr>
            <p:spPr>
              <a:xfrm>
                <a:off x="5180133" y="628905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64" name="矩形 963">
                <a:extLst>
                  <a:ext uri="{FF2B5EF4-FFF2-40B4-BE49-F238E27FC236}">
                    <a16:creationId xmlns:a16="http://schemas.microsoft.com/office/drawing/2014/main" id="{6648DDCB-7E9F-43D2-BABB-6E3E96C1D748}"/>
                  </a:ext>
                </a:extLst>
              </p:cNvPr>
              <p:cNvSpPr/>
              <p:nvPr/>
            </p:nvSpPr>
            <p:spPr>
              <a:xfrm>
                <a:off x="5236429" y="628905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65" name="矩形 964">
                <a:extLst>
                  <a:ext uri="{FF2B5EF4-FFF2-40B4-BE49-F238E27FC236}">
                    <a16:creationId xmlns:a16="http://schemas.microsoft.com/office/drawing/2014/main" id="{034E5599-DEA5-4E75-AC39-AFA13B89BB36}"/>
                  </a:ext>
                </a:extLst>
              </p:cNvPr>
              <p:cNvSpPr/>
              <p:nvPr/>
            </p:nvSpPr>
            <p:spPr>
              <a:xfrm>
                <a:off x="5292725" y="628905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66" name="矩形 965">
                <a:extLst>
                  <a:ext uri="{FF2B5EF4-FFF2-40B4-BE49-F238E27FC236}">
                    <a16:creationId xmlns:a16="http://schemas.microsoft.com/office/drawing/2014/main" id="{7BB37F69-F7B4-4285-9C7F-5C35D7BFB77D}"/>
                  </a:ext>
                </a:extLst>
              </p:cNvPr>
              <p:cNvSpPr/>
              <p:nvPr/>
            </p:nvSpPr>
            <p:spPr>
              <a:xfrm>
                <a:off x="5346594" y="628905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67" name="矩形 966">
                <a:extLst>
                  <a:ext uri="{FF2B5EF4-FFF2-40B4-BE49-F238E27FC236}">
                    <a16:creationId xmlns:a16="http://schemas.microsoft.com/office/drawing/2014/main" id="{ADCD41DB-D13D-4A92-B203-D4A33B42E0E4}"/>
                  </a:ext>
                </a:extLst>
              </p:cNvPr>
              <p:cNvSpPr/>
              <p:nvPr/>
            </p:nvSpPr>
            <p:spPr>
              <a:xfrm>
                <a:off x="5402890" y="628905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68" name="矩形 967">
                <a:extLst>
                  <a:ext uri="{FF2B5EF4-FFF2-40B4-BE49-F238E27FC236}">
                    <a16:creationId xmlns:a16="http://schemas.microsoft.com/office/drawing/2014/main" id="{B8FBAAB6-8DC7-453A-B333-86DB008797E4}"/>
                  </a:ext>
                </a:extLst>
              </p:cNvPr>
              <p:cNvSpPr/>
              <p:nvPr/>
            </p:nvSpPr>
            <p:spPr>
              <a:xfrm>
                <a:off x="5456759" y="628905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69" name="矩形 968">
                <a:extLst>
                  <a:ext uri="{FF2B5EF4-FFF2-40B4-BE49-F238E27FC236}">
                    <a16:creationId xmlns:a16="http://schemas.microsoft.com/office/drawing/2014/main" id="{A15937DF-2A33-4E5D-8406-B5D891F5B1B2}"/>
                  </a:ext>
                </a:extLst>
              </p:cNvPr>
              <p:cNvSpPr/>
              <p:nvPr/>
            </p:nvSpPr>
            <p:spPr>
              <a:xfrm>
                <a:off x="5510628" y="682500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0" name="矩形 969">
                <a:extLst>
                  <a:ext uri="{FF2B5EF4-FFF2-40B4-BE49-F238E27FC236}">
                    <a16:creationId xmlns:a16="http://schemas.microsoft.com/office/drawing/2014/main" id="{926FCD3A-16DF-4EC9-A43E-5D481D257901}"/>
                  </a:ext>
                </a:extLst>
              </p:cNvPr>
              <p:cNvSpPr/>
              <p:nvPr/>
            </p:nvSpPr>
            <p:spPr>
              <a:xfrm>
                <a:off x="5566924" y="682500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1" name="矩形 970">
                <a:extLst>
                  <a:ext uri="{FF2B5EF4-FFF2-40B4-BE49-F238E27FC236}">
                    <a16:creationId xmlns:a16="http://schemas.microsoft.com/office/drawing/2014/main" id="{6BE28AD7-2965-432D-B378-AC94A4410703}"/>
                  </a:ext>
                </a:extLst>
              </p:cNvPr>
              <p:cNvSpPr/>
              <p:nvPr/>
            </p:nvSpPr>
            <p:spPr>
              <a:xfrm>
                <a:off x="5623220" y="682500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2" name="矩形 971">
                <a:extLst>
                  <a:ext uri="{FF2B5EF4-FFF2-40B4-BE49-F238E27FC236}">
                    <a16:creationId xmlns:a16="http://schemas.microsoft.com/office/drawing/2014/main" id="{88C5A66B-0133-43F0-B809-439F6C8C5049}"/>
                  </a:ext>
                </a:extLst>
              </p:cNvPr>
              <p:cNvSpPr/>
              <p:nvPr/>
            </p:nvSpPr>
            <p:spPr>
              <a:xfrm>
                <a:off x="5677089" y="682500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3" name="矩形 972">
                <a:extLst>
                  <a:ext uri="{FF2B5EF4-FFF2-40B4-BE49-F238E27FC236}">
                    <a16:creationId xmlns:a16="http://schemas.microsoft.com/office/drawing/2014/main" id="{B088D0B2-8821-4D89-8620-02DBEAA5DF62}"/>
                  </a:ext>
                </a:extLst>
              </p:cNvPr>
              <p:cNvSpPr/>
              <p:nvPr/>
            </p:nvSpPr>
            <p:spPr>
              <a:xfrm>
                <a:off x="5733385" y="682500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4" name="矩形 973">
                <a:extLst>
                  <a:ext uri="{FF2B5EF4-FFF2-40B4-BE49-F238E27FC236}">
                    <a16:creationId xmlns:a16="http://schemas.microsoft.com/office/drawing/2014/main" id="{6E55EDEB-EF12-4AD5-A01B-D85C297A01A1}"/>
                  </a:ext>
                </a:extLst>
              </p:cNvPr>
              <p:cNvSpPr/>
              <p:nvPr/>
            </p:nvSpPr>
            <p:spPr>
              <a:xfrm>
                <a:off x="5787254" y="682500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5" name="矩形 974">
                <a:extLst>
                  <a:ext uri="{FF2B5EF4-FFF2-40B4-BE49-F238E27FC236}">
                    <a16:creationId xmlns:a16="http://schemas.microsoft.com/office/drawing/2014/main" id="{46742964-B397-468B-B0A7-2C8A31D95820}"/>
                  </a:ext>
                </a:extLst>
              </p:cNvPr>
              <p:cNvSpPr/>
              <p:nvPr/>
            </p:nvSpPr>
            <p:spPr>
              <a:xfrm>
                <a:off x="5510628" y="73488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6" name="矩形 975">
                <a:extLst>
                  <a:ext uri="{FF2B5EF4-FFF2-40B4-BE49-F238E27FC236}">
                    <a16:creationId xmlns:a16="http://schemas.microsoft.com/office/drawing/2014/main" id="{A152E5BD-693C-454D-8BD2-4BA820B6FF47}"/>
                  </a:ext>
                </a:extLst>
              </p:cNvPr>
              <p:cNvSpPr/>
              <p:nvPr/>
            </p:nvSpPr>
            <p:spPr>
              <a:xfrm>
                <a:off x="5566924" y="73488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7" name="矩形 976">
                <a:extLst>
                  <a:ext uri="{FF2B5EF4-FFF2-40B4-BE49-F238E27FC236}">
                    <a16:creationId xmlns:a16="http://schemas.microsoft.com/office/drawing/2014/main" id="{DFF79C59-0468-446C-B719-006FA61A8B5C}"/>
                  </a:ext>
                </a:extLst>
              </p:cNvPr>
              <p:cNvSpPr/>
              <p:nvPr/>
            </p:nvSpPr>
            <p:spPr>
              <a:xfrm>
                <a:off x="5623220" y="73488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8" name="矩形 977">
                <a:extLst>
                  <a:ext uri="{FF2B5EF4-FFF2-40B4-BE49-F238E27FC236}">
                    <a16:creationId xmlns:a16="http://schemas.microsoft.com/office/drawing/2014/main" id="{0A1B16AD-E61C-4AF7-9746-83C8E3BEF1F1}"/>
                  </a:ext>
                </a:extLst>
              </p:cNvPr>
              <p:cNvSpPr/>
              <p:nvPr/>
            </p:nvSpPr>
            <p:spPr>
              <a:xfrm>
                <a:off x="5677089" y="73488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9" name="矩形 978">
                <a:extLst>
                  <a:ext uri="{FF2B5EF4-FFF2-40B4-BE49-F238E27FC236}">
                    <a16:creationId xmlns:a16="http://schemas.microsoft.com/office/drawing/2014/main" id="{765E41B4-023C-4C08-B25A-2936CE9646CD}"/>
                  </a:ext>
                </a:extLst>
              </p:cNvPr>
              <p:cNvSpPr/>
              <p:nvPr/>
            </p:nvSpPr>
            <p:spPr>
              <a:xfrm>
                <a:off x="5733385" y="73488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80" name="矩形 979">
                <a:extLst>
                  <a:ext uri="{FF2B5EF4-FFF2-40B4-BE49-F238E27FC236}">
                    <a16:creationId xmlns:a16="http://schemas.microsoft.com/office/drawing/2014/main" id="{8FC45E60-E937-42AD-8B55-9FCFED378B2D}"/>
                  </a:ext>
                </a:extLst>
              </p:cNvPr>
              <p:cNvSpPr/>
              <p:nvPr/>
            </p:nvSpPr>
            <p:spPr>
              <a:xfrm>
                <a:off x="5787254" y="73488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81" name="矩形 980">
                <a:extLst>
                  <a:ext uri="{FF2B5EF4-FFF2-40B4-BE49-F238E27FC236}">
                    <a16:creationId xmlns:a16="http://schemas.microsoft.com/office/drawing/2014/main" id="{5A6C8118-F7D0-43D8-83FA-6C2369255F63}"/>
                  </a:ext>
                </a:extLst>
              </p:cNvPr>
              <p:cNvSpPr/>
              <p:nvPr/>
            </p:nvSpPr>
            <p:spPr>
              <a:xfrm>
                <a:off x="5510628" y="791177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82" name="矩形 981">
                <a:extLst>
                  <a:ext uri="{FF2B5EF4-FFF2-40B4-BE49-F238E27FC236}">
                    <a16:creationId xmlns:a16="http://schemas.microsoft.com/office/drawing/2014/main" id="{7113540C-19A9-41D1-86A4-FBFA034B8618}"/>
                  </a:ext>
                </a:extLst>
              </p:cNvPr>
              <p:cNvSpPr/>
              <p:nvPr/>
            </p:nvSpPr>
            <p:spPr>
              <a:xfrm>
                <a:off x="5566924" y="791177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83" name="矩形 982">
                <a:extLst>
                  <a:ext uri="{FF2B5EF4-FFF2-40B4-BE49-F238E27FC236}">
                    <a16:creationId xmlns:a16="http://schemas.microsoft.com/office/drawing/2014/main" id="{9A533E87-B5E9-4260-8975-602EA2D6BAB8}"/>
                  </a:ext>
                </a:extLst>
              </p:cNvPr>
              <p:cNvSpPr/>
              <p:nvPr/>
            </p:nvSpPr>
            <p:spPr>
              <a:xfrm>
                <a:off x="5623220" y="79117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84" name="矩形 983">
                <a:extLst>
                  <a:ext uri="{FF2B5EF4-FFF2-40B4-BE49-F238E27FC236}">
                    <a16:creationId xmlns:a16="http://schemas.microsoft.com/office/drawing/2014/main" id="{39651F1E-D002-4DBC-A33A-27990A54A149}"/>
                  </a:ext>
                </a:extLst>
              </p:cNvPr>
              <p:cNvSpPr/>
              <p:nvPr/>
            </p:nvSpPr>
            <p:spPr>
              <a:xfrm>
                <a:off x="5677089" y="79117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85" name="矩形 984">
                <a:extLst>
                  <a:ext uri="{FF2B5EF4-FFF2-40B4-BE49-F238E27FC236}">
                    <a16:creationId xmlns:a16="http://schemas.microsoft.com/office/drawing/2014/main" id="{7AADBCA7-0CBB-48F1-8B0A-7516CF4EE9A8}"/>
                  </a:ext>
                </a:extLst>
              </p:cNvPr>
              <p:cNvSpPr/>
              <p:nvPr/>
            </p:nvSpPr>
            <p:spPr>
              <a:xfrm>
                <a:off x="5733385" y="79117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86" name="矩形 985">
                <a:extLst>
                  <a:ext uri="{FF2B5EF4-FFF2-40B4-BE49-F238E27FC236}">
                    <a16:creationId xmlns:a16="http://schemas.microsoft.com/office/drawing/2014/main" id="{50117C07-AA0F-4270-9DE1-E0413C723F9B}"/>
                  </a:ext>
                </a:extLst>
              </p:cNvPr>
              <p:cNvSpPr/>
              <p:nvPr/>
            </p:nvSpPr>
            <p:spPr>
              <a:xfrm>
                <a:off x="5787254" y="79117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87" name="矩形 986">
                <a:extLst>
                  <a:ext uri="{FF2B5EF4-FFF2-40B4-BE49-F238E27FC236}">
                    <a16:creationId xmlns:a16="http://schemas.microsoft.com/office/drawing/2014/main" id="{B3D46954-3206-4DE7-ADB2-0622C874FACF}"/>
                  </a:ext>
                </a:extLst>
              </p:cNvPr>
              <p:cNvSpPr/>
              <p:nvPr/>
            </p:nvSpPr>
            <p:spPr>
              <a:xfrm>
                <a:off x="5510628" y="84645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88" name="矩形 987">
                <a:extLst>
                  <a:ext uri="{FF2B5EF4-FFF2-40B4-BE49-F238E27FC236}">
                    <a16:creationId xmlns:a16="http://schemas.microsoft.com/office/drawing/2014/main" id="{2F61E523-E0DE-47A6-9693-4A93E3B4B270}"/>
                  </a:ext>
                </a:extLst>
              </p:cNvPr>
              <p:cNvSpPr/>
              <p:nvPr/>
            </p:nvSpPr>
            <p:spPr>
              <a:xfrm>
                <a:off x="5566924" y="84645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89" name="矩形 988">
                <a:extLst>
                  <a:ext uri="{FF2B5EF4-FFF2-40B4-BE49-F238E27FC236}">
                    <a16:creationId xmlns:a16="http://schemas.microsoft.com/office/drawing/2014/main" id="{BA8DBCC9-C92B-4A41-88D0-5905CAEC08A0}"/>
                  </a:ext>
                </a:extLst>
              </p:cNvPr>
              <p:cNvSpPr/>
              <p:nvPr/>
            </p:nvSpPr>
            <p:spPr>
              <a:xfrm>
                <a:off x="5623220" y="846451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0" name="矩形 989">
                <a:extLst>
                  <a:ext uri="{FF2B5EF4-FFF2-40B4-BE49-F238E27FC236}">
                    <a16:creationId xmlns:a16="http://schemas.microsoft.com/office/drawing/2014/main" id="{20838266-A442-4B47-8AE9-95259A1C68F1}"/>
                  </a:ext>
                </a:extLst>
              </p:cNvPr>
              <p:cNvSpPr/>
              <p:nvPr/>
            </p:nvSpPr>
            <p:spPr>
              <a:xfrm>
                <a:off x="5677089" y="846451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1" name="矩形 990">
                <a:extLst>
                  <a:ext uri="{FF2B5EF4-FFF2-40B4-BE49-F238E27FC236}">
                    <a16:creationId xmlns:a16="http://schemas.microsoft.com/office/drawing/2014/main" id="{97B44476-A1EB-404B-A50E-C1DA6CC24391}"/>
                  </a:ext>
                </a:extLst>
              </p:cNvPr>
              <p:cNvSpPr/>
              <p:nvPr/>
            </p:nvSpPr>
            <p:spPr>
              <a:xfrm>
                <a:off x="5733385" y="846451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2" name="矩形 991">
                <a:extLst>
                  <a:ext uri="{FF2B5EF4-FFF2-40B4-BE49-F238E27FC236}">
                    <a16:creationId xmlns:a16="http://schemas.microsoft.com/office/drawing/2014/main" id="{8512DE7E-1FAA-4989-8876-B441D93E62AA}"/>
                  </a:ext>
                </a:extLst>
              </p:cNvPr>
              <p:cNvSpPr/>
              <p:nvPr/>
            </p:nvSpPr>
            <p:spPr>
              <a:xfrm>
                <a:off x="5787254" y="846451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3" name="矩形 992">
                <a:extLst>
                  <a:ext uri="{FF2B5EF4-FFF2-40B4-BE49-F238E27FC236}">
                    <a16:creationId xmlns:a16="http://schemas.microsoft.com/office/drawing/2014/main" id="{64065007-5F81-4BBF-B1E1-8015F7724DC0}"/>
                  </a:ext>
                </a:extLst>
              </p:cNvPr>
              <p:cNvSpPr/>
              <p:nvPr/>
            </p:nvSpPr>
            <p:spPr>
              <a:xfrm>
                <a:off x="5510628" y="901725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4" name="矩形 993">
                <a:extLst>
                  <a:ext uri="{FF2B5EF4-FFF2-40B4-BE49-F238E27FC236}">
                    <a16:creationId xmlns:a16="http://schemas.microsoft.com/office/drawing/2014/main" id="{A24C67A0-03D2-4E08-B738-1FB96AD0AF51}"/>
                  </a:ext>
                </a:extLst>
              </p:cNvPr>
              <p:cNvSpPr/>
              <p:nvPr/>
            </p:nvSpPr>
            <p:spPr>
              <a:xfrm>
                <a:off x="5566924" y="901725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5" name="矩形 994">
                <a:extLst>
                  <a:ext uri="{FF2B5EF4-FFF2-40B4-BE49-F238E27FC236}">
                    <a16:creationId xmlns:a16="http://schemas.microsoft.com/office/drawing/2014/main" id="{9D3B9A85-39AD-426A-A3B1-E39FA6F1FB81}"/>
                  </a:ext>
                </a:extLst>
              </p:cNvPr>
              <p:cNvSpPr/>
              <p:nvPr/>
            </p:nvSpPr>
            <p:spPr>
              <a:xfrm>
                <a:off x="5623220" y="901725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6" name="矩形 995">
                <a:extLst>
                  <a:ext uri="{FF2B5EF4-FFF2-40B4-BE49-F238E27FC236}">
                    <a16:creationId xmlns:a16="http://schemas.microsoft.com/office/drawing/2014/main" id="{A1012C46-A870-48B5-9F61-D7DDB9B65F34}"/>
                  </a:ext>
                </a:extLst>
              </p:cNvPr>
              <p:cNvSpPr/>
              <p:nvPr/>
            </p:nvSpPr>
            <p:spPr>
              <a:xfrm>
                <a:off x="5677089" y="901725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7" name="矩形 996">
                <a:extLst>
                  <a:ext uri="{FF2B5EF4-FFF2-40B4-BE49-F238E27FC236}">
                    <a16:creationId xmlns:a16="http://schemas.microsoft.com/office/drawing/2014/main" id="{80061FB2-C0C2-4B34-8888-B1DC38A81FD1}"/>
                  </a:ext>
                </a:extLst>
              </p:cNvPr>
              <p:cNvSpPr/>
              <p:nvPr/>
            </p:nvSpPr>
            <p:spPr>
              <a:xfrm>
                <a:off x="5733385" y="901725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8" name="矩形 997">
                <a:extLst>
                  <a:ext uri="{FF2B5EF4-FFF2-40B4-BE49-F238E27FC236}">
                    <a16:creationId xmlns:a16="http://schemas.microsoft.com/office/drawing/2014/main" id="{0D8C96F1-521F-4280-86F7-B1C9B777D943}"/>
                  </a:ext>
                </a:extLst>
              </p:cNvPr>
              <p:cNvSpPr/>
              <p:nvPr/>
            </p:nvSpPr>
            <p:spPr>
              <a:xfrm>
                <a:off x="5787254" y="901725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9" name="矩形 998">
                <a:extLst>
                  <a:ext uri="{FF2B5EF4-FFF2-40B4-BE49-F238E27FC236}">
                    <a16:creationId xmlns:a16="http://schemas.microsoft.com/office/drawing/2014/main" id="{F9199B4A-4AAB-4831-AE1F-69C2F6C59681}"/>
                  </a:ext>
                </a:extLst>
              </p:cNvPr>
              <p:cNvSpPr/>
              <p:nvPr/>
            </p:nvSpPr>
            <p:spPr>
              <a:xfrm>
                <a:off x="5510628" y="95699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00" name="矩形 999">
                <a:extLst>
                  <a:ext uri="{FF2B5EF4-FFF2-40B4-BE49-F238E27FC236}">
                    <a16:creationId xmlns:a16="http://schemas.microsoft.com/office/drawing/2014/main" id="{D770E3AB-272D-45CE-82CB-BC27621458D1}"/>
                  </a:ext>
                </a:extLst>
              </p:cNvPr>
              <p:cNvSpPr/>
              <p:nvPr/>
            </p:nvSpPr>
            <p:spPr>
              <a:xfrm>
                <a:off x="5566924" y="95699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01" name="矩形 1000">
                <a:extLst>
                  <a:ext uri="{FF2B5EF4-FFF2-40B4-BE49-F238E27FC236}">
                    <a16:creationId xmlns:a16="http://schemas.microsoft.com/office/drawing/2014/main" id="{8F24D3A5-0D25-4A80-9E81-0D12260BB8F2}"/>
                  </a:ext>
                </a:extLst>
              </p:cNvPr>
              <p:cNvSpPr/>
              <p:nvPr/>
            </p:nvSpPr>
            <p:spPr>
              <a:xfrm>
                <a:off x="5623220" y="95699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02" name="矩形 1001">
                <a:extLst>
                  <a:ext uri="{FF2B5EF4-FFF2-40B4-BE49-F238E27FC236}">
                    <a16:creationId xmlns:a16="http://schemas.microsoft.com/office/drawing/2014/main" id="{5F5623FF-AD20-473C-AD12-4A44B4385BBE}"/>
                  </a:ext>
                </a:extLst>
              </p:cNvPr>
              <p:cNvSpPr/>
              <p:nvPr/>
            </p:nvSpPr>
            <p:spPr>
              <a:xfrm>
                <a:off x="5677089" y="95699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03" name="矩形 1002">
                <a:extLst>
                  <a:ext uri="{FF2B5EF4-FFF2-40B4-BE49-F238E27FC236}">
                    <a16:creationId xmlns:a16="http://schemas.microsoft.com/office/drawing/2014/main" id="{4C3AF6F4-3878-4E9D-9C9B-3D45D4BC984F}"/>
                  </a:ext>
                </a:extLst>
              </p:cNvPr>
              <p:cNvSpPr/>
              <p:nvPr/>
            </p:nvSpPr>
            <p:spPr>
              <a:xfrm>
                <a:off x="5733385" y="95699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04" name="矩形 1003">
                <a:extLst>
                  <a:ext uri="{FF2B5EF4-FFF2-40B4-BE49-F238E27FC236}">
                    <a16:creationId xmlns:a16="http://schemas.microsoft.com/office/drawing/2014/main" id="{38BE13C7-EF78-4DEC-98FD-9D9A701BCFB6}"/>
                  </a:ext>
                </a:extLst>
              </p:cNvPr>
              <p:cNvSpPr/>
              <p:nvPr/>
            </p:nvSpPr>
            <p:spPr>
              <a:xfrm>
                <a:off x="5787254" y="95699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05" name="矩形 1004">
                <a:extLst>
                  <a:ext uri="{FF2B5EF4-FFF2-40B4-BE49-F238E27FC236}">
                    <a16:creationId xmlns:a16="http://schemas.microsoft.com/office/drawing/2014/main" id="{E339E616-662A-4B48-B298-F54CE9A1D057}"/>
                  </a:ext>
                </a:extLst>
              </p:cNvPr>
              <p:cNvSpPr/>
              <p:nvPr/>
            </p:nvSpPr>
            <p:spPr>
              <a:xfrm>
                <a:off x="5510628" y="1011251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06" name="矩形 1005">
                <a:extLst>
                  <a:ext uri="{FF2B5EF4-FFF2-40B4-BE49-F238E27FC236}">
                    <a16:creationId xmlns:a16="http://schemas.microsoft.com/office/drawing/2014/main" id="{428A1511-8927-41E5-BB35-5B12BE63AE80}"/>
                  </a:ext>
                </a:extLst>
              </p:cNvPr>
              <p:cNvSpPr/>
              <p:nvPr/>
            </p:nvSpPr>
            <p:spPr>
              <a:xfrm>
                <a:off x="5566924" y="101125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07" name="矩形 1006">
                <a:extLst>
                  <a:ext uri="{FF2B5EF4-FFF2-40B4-BE49-F238E27FC236}">
                    <a16:creationId xmlns:a16="http://schemas.microsoft.com/office/drawing/2014/main" id="{3ACF890A-6E48-4727-9CA1-0990518E5232}"/>
                  </a:ext>
                </a:extLst>
              </p:cNvPr>
              <p:cNvSpPr/>
              <p:nvPr/>
            </p:nvSpPr>
            <p:spPr>
              <a:xfrm>
                <a:off x="5623220" y="101125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08" name="矩形 1007">
                <a:extLst>
                  <a:ext uri="{FF2B5EF4-FFF2-40B4-BE49-F238E27FC236}">
                    <a16:creationId xmlns:a16="http://schemas.microsoft.com/office/drawing/2014/main" id="{CB30A999-0D94-4C59-88CC-224F89D8934F}"/>
                  </a:ext>
                </a:extLst>
              </p:cNvPr>
              <p:cNvSpPr/>
              <p:nvPr/>
            </p:nvSpPr>
            <p:spPr>
              <a:xfrm>
                <a:off x="5677089" y="101125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09" name="矩形 1008">
                <a:extLst>
                  <a:ext uri="{FF2B5EF4-FFF2-40B4-BE49-F238E27FC236}">
                    <a16:creationId xmlns:a16="http://schemas.microsoft.com/office/drawing/2014/main" id="{01E38BE3-CA41-4AED-807A-0AB03276A2B7}"/>
                  </a:ext>
                </a:extLst>
              </p:cNvPr>
              <p:cNvSpPr/>
              <p:nvPr/>
            </p:nvSpPr>
            <p:spPr>
              <a:xfrm>
                <a:off x="5733385" y="101125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10" name="矩形 1009">
                <a:extLst>
                  <a:ext uri="{FF2B5EF4-FFF2-40B4-BE49-F238E27FC236}">
                    <a16:creationId xmlns:a16="http://schemas.microsoft.com/office/drawing/2014/main" id="{04111434-C0A6-4B51-A175-DF072B34EC14}"/>
                  </a:ext>
                </a:extLst>
              </p:cNvPr>
              <p:cNvSpPr/>
              <p:nvPr/>
            </p:nvSpPr>
            <p:spPr>
              <a:xfrm>
                <a:off x="5787254" y="101125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11" name="矩形 1010">
                <a:extLst>
                  <a:ext uri="{FF2B5EF4-FFF2-40B4-BE49-F238E27FC236}">
                    <a16:creationId xmlns:a16="http://schemas.microsoft.com/office/drawing/2014/main" id="{F6A0905B-037B-48D2-8D26-DC4696101BCD}"/>
                  </a:ext>
                </a:extLst>
              </p:cNvPr>
              <p:cNvSpPr/>
              <p:nvPr/>
            </p:nvSpPr>
            <p:spPr>
              <a:xfrm>
                <a:off x="5510628" y="1066145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12" name="矩形 1011">
                <a:extLst>
                  <a:ext uri="{FF2B5EF4-FFF2-40B4-BE49-F238E27FC236}">
                    <a16:creationId xmlns:a16="http://schemas.microsoft.com/office/drawing/2014/main" id="{78E9DE7F-13B1-4AA7-842B-267379B93B0B}"/>
                  </a:ext>
                </a:extLst>
              </p:cNvPr>
              <p:cNvSpPr/>
              <p:nvPr/>
            </p:nvSpPr>
            <p:spPr>
              <a:xfrm>
                <a:off x="5566924" y="1066145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13" name="矩形 1012">
                <a:extLst>
                  <a:ext uri="{FF2B5EF4-FFF2-40B4-BE49-F238E27FC236}">
                    <a16:creationId xmlns:a16="http://schemas.microsoft.com/office/drawing/2014/main" id="{173A2A87-8DA2-4110-B943-1985821DB47B}"/>
                  </a:ext>
                </a:extLst>
              </p:cNvPr>
              <p:cNvSpPr/>
              <p:nvPr/>
            </p:nvSpPr>
            <p:spPr>
              <a:xfrm>
                <a:off x="5623220" y="1066145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14" name="矩形 1013">
                <a:extLst>
                  <a:ext uri="{FF2B5EF4-FFF2-40B4-BE49-F238E27FC236}">
                    <a16:creationId xmlns:a16="http://schemas.microsoft.com/office/drawing/2014/main" id="{84302F97-4026-42B3-97A3-1B9CCA652FD8}"/>
                  </a:ext>
                </a:extLst>
              </p:cNvPr>
              <p:cNvSpPr/>
              <p:nvPr/>
            </p:nvSpPr>
            <p:spPr>
              <a:xfrm>
                <a:off x="5677089" y="1066145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15" name="矩形 1014">
                <a:extLst>
                  <a:ext uri="{FF2B5EF4-FFF2-40B4-BE49-F238E27FC236}">
                    <a16:creationId xmlns:a16="http://schemas.microsoft.com/office/drawing/2014/main" id="{0B403317-F0B5-47BB-8AD0-BD4F56C61E41}"/>
                  </a:ext>
                </a:extLst>
              </p:cNvPr>
              <p:cNvSpPr/>
              <p:nvPr/>
            </p:nvSpPr>
            <p:spPr>
              <a:xfrm>
                <a:off x="5733385" y="1066145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16" name="矩形 1015">
                <a:extLst>
                  <a:ext uri="{FF2B5EF4-FFF2-40B4-BE49-F238E27FC236}">
                    <a16:creationId xmlns:a16="http://schemas.microsoft.com/office/drawing/2014/main" id="{64E30F97-8464-408F-96C7-DF91BDC51676}"/>
                  </a:ext>
                </a:extLst>
              </p:cNvPr>
              <p:cNvSpPr/>
              <p:nvPr/>
            </p:nvSpPr>
            <p:spPr>
              <a:xfrm>
                <a:off x="5787254" y="1066145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17" name="矩形 1016">
                <a:extLst>
                  <a:ext uri="{FF2B5EF4-FFF2-40B4-BE49-F238E27FC236}">
                    <a16:creationId xmlns:a16="http://schemas.microsoft.com/office/drawing/2014/main" id="{C63B91B7-CF67-4D45-83BC-3D213082AB3F}"/>
                  </a:ext>
                </a:extLst>
              </p:cNvPr>
              <p:cNvSpPr/>
              <p:nvPr/>
            </p:nvSpPr>
            <p:spPr>
              <a:xfrm>
                <a:off x="5510628" y="1118995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18" name="矩形 1017">
                <a:extLst>
                  <a:ext uri="{FF2B5EF4-FFF2-40B4-BE49-F238E27FC236}">
                    <a16:creationId xmlns:a16="http://schemas.microsoft.com/office/drawing/2014/main" id="{C1DDD205-FB7B-49FD-A775-83B524CB4D63}"/>
                  </a:ext>
                </a:extLst>
              </p:cNvPr>
              <p:cNvSpPr/>
              <p:nvPr/>
            </p:nvSpPr>
            <p:spPr>
              <a:xfrm>
                <a:off x="5566924" y="1118995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19" name="矩形 1018">
                <a:extLst>
                  <a:ext uri="{FF2B5EF4-FFF2-40B4-BE49-F238E27FC236}">
                    <a16:creationId xmlns:a16="http://schemas.microsoft.com/office/drawing/2014/main" id="{F27C98FE-45A7-4504-8765-D0B6D2D8468C}"/>
                  </a:ext>
                </a:extLst>
              </p:cNvPr>
              <p:cNvSpPr/>
              <p:nvPr/>
            </p:nvSpPr>
            <p:spPr>
              <a:xfrm>
                <a:off x="5623220" y="1118995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0" name="矩形 1019">
                <a:extLst>
                  <a:ext uri="{FF2B5EF4-FFF2-40B4-BE49-F238E27FC236}">
                    <a16:creationId xmlns:a16="http://schemas.microsoft.com/office/drawing/2014/main" id="{B37E1DDD-0B57-41EC-ABEC-705817E8CC77}"/>
                  </a:ext>
                </a:extLst>
              </p:cNvPr>
              <p:cNvSpPr/>
              <p:nvPr/>
            </p:nvSpPr>
            <p:spPr>
              <a:xfrm>
                <a:off x="5677089" y="1118995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1" name="矩形 1020">
                <a:extLst>
                  <a:ext uri="{FF2B5EF4-FFF2-40B4-BE49-F238E27FC236}">
                    <a16:creationId xmlns:a16="http://schemas.microsoft.com/office/drawing/2014/main" id="{693433F6-890E-4207-91C4-B1143531D51D}"/>
                  </a:ext>
                </a:extLst>
              </p:cNvPr>
              <p:cNvSpPr/>
              <p:nvPr/>
            </p:nvSpPr>
            <p:spPr>
              <a:xfrm>
                <a:off x="5733385" y="1118995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2" name="矩形 1021">
                <a:extLst>
                  <a:ext uri="{FF2B5EF4-FFF2-40B4-BE49-F238E27FC236}">
                    <a16:creationId xmlns:a16="http://schemas.microsoft.com/office/drawing/2014/main" id="{FCBA0A4E-FAAF-4B28-B68D-5CEE3F6D0298}"/>
                  </a:ext>
                </a:extLst>
              </p:cNvPr>
              <p:cNvSpPr/>
              <p:nvPr/>
            </p:nvSpPr>
            <p:spPr>
              <a:xfrm>
                <a:off x="5787254" y="1118995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3" name="矩形 1022">
                <a:extLst>
                  <a:ext uri="{FF2B5EF4-FFF2-40B4-BE49-F238E27FC236}">
                    <a16:creationId xmlns:a16="http://schemas.microsoft.com/office/drawing/2014/main" id="{34D79608-3DF3-4922-A28C-D74178F867B2}"/>
                  </a:ext>
                </a:extLst>
              </p:cNvPr>
              <p:cNvSpPr/>
              <p:nvPr/>
            </p:nvSpPr>
            <p:spPr>
              <a:xfrm>
                <a:off x="5510628" y="1170443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4" name="矩形 1023">
                <a:extLst>
                  <a:ext uri="{FF2B5EF4-FFF2-40B4-BE49-F238E27FC236}">
                    <a16:creationId xmlns:a16="http://schemas.microsoft.com/office/drawing/2014/main" id="{E10AD6C5-FFFF-46FA-82CF-0D4AF4BD89DC}"/>
                  </a:ext>
                </a:extLst>
              </p:cNvPr>
              <p:cNvSpPr/>
              <p:nvPr/>
            </p:nvSpPr>
            <p:spPr>
              <a:xfrm>
                <a:off x="5566924" y="1170443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5" name="矩形 1024">
                <a:extLst>
                  <a:ext uri="{FF2B5EF4-FFF2-40B4-BE49-F238E27FC236}">
                    <a16:creationId xmlns:a16="http://schemas.microsoft.com/office/drawing/2014/main" id="{BCCB7246-3C3C-4C1A-AB77-FA2BEB9E8174}"/>
                  </a:ext>
                </a:extLst>
              </p:cNvPr>
              <p:cNvSpPr/>
              <p:nvPr/>
            </p:nvSpPr>
            <p:spPr>
              <a:xfrm>
                <a:off x="5623220" y="1170443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6" name="矩形 1025">
                <a:extLst>
                  <a:ext uri="{FF2B5EF4-FFF2-40B4-BE49-F238E27FC236}">
                    <a16:creationId xmlns:a16="http://schemas.microsoft.com/office/drawing/2014/main" id="{C34C5F57-0123-4ACD-9FFC-A2D36F627F13}"/>
                  </a:ext>
                </a:extLst>
              </p:cNvPr>
              <p:cNvSpPr/>
              <p:nvPr/>
            </p:nvSpPr>
            <p:spPr>
              <a:xfrm>
                <a:off x="5677089" y="1170443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7" name="矩形 1026">
                <a:extLst>
                  <a:ext uri="{FF2B5EF4-FFF2-40B4-BE49-F238E27FC236}">
                    <a16:creationId xmlns:a16="http://schemas.microsoft.com/office/drawing/2014/main" id="{D1F2C3E7-A4D8-46DB-BF0A-F37E4DDDFDBD}"/>
                  </a:ext>
                </a:extLst>
              </p:cNvPr>
              <p:cNvSpPr/>
              <p:nvPr/>
            </p:nvSpPr>
            <p:spPr>
              <a:xfrm>
                <a:off x="5733385" y="1170443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8" name="矩形 1027">
                <a:extLst>
                  <a:ext uri="{FF2B5EF4-FFF2-40B4-BE49-F238E27FC236}">
                    <a16:creationId xmlns:a16="http://schemas.microsoft.com/office/drawing/2014/main" id="{2B445FB7-5FC8-4089-8986-A636237AEE35}"/>
                  </a:ext>
                </a:extLst>
              </p:cNvPr>
              <p:cNvSpPr/>
              <p:nvPr/>
            </p:nvSpPr>
            <p:spPr>
              <a:xfrm>
                <a:off x="5787254" y="1170443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9" name="矩形 1028">
                <a:extLst>
                  <a:ext uri="{FF2B5EF4-FFF2-40B4-BE49-F238E27FC236}">
                    <a16:creationId xmlns:a16="http://schemas.microsoft.com/office/drawing/2014/main" id="{E963E03D-1DDC-4247-81B0-EAC3426BA50F}"/>
                  </a:ext>
                </a:extLst>
              </p:cNvPr>
              <p:cNvSpPr/>
              <p:nvPr/>
            </p:nvSpPr>
            <p:spPr>
              <a:xfrm>
                <a:off x="5510628" y="354406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30" name="矩形 1029">
                <a:extLst>
                  <a:ext uri="{FF2B5EF4-FFF2-40B4-BE49-F238E27FC236}">
                    <a16:creationId xmlns:a16="http://schemas.microsoft.com/office/drawing/2014/main" id="{0FE899E6-5F63-4C60-AC6C-03E447F95990}"/>
                  </a:ext>
                </a:extLst>
              </p:cNvPr>
              <p:cNvSpPr/>
              <p:nvPr/>
            </p:nvSpPr>
            <p:spPr>
              <a:xfrm>
                <a:off x="5566924" y="354406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31" name="矩形 1030">
                <a:extLst>
                  <a:ext uri="{FF2B5EF4-FFF2-40B4-BE49-F238E27FC236}">
                    <a16:creationId xmlns:a16="http://schemas.microsoft.com/office/drawing/2014/main" id="{335D1953-1450-4B0A-B6E2-F4A6ABFAF1E7}"/>
                  </a:ext>
                </a:extLst>
              </p:cNvPr>
              <p:cNvSpPr/>
              <p:nvPr/>
            </p:nvSpPr>
            <p:spPr>
              <a:xfrm>
                <a:off x="5623220" y="3544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32" name="矩形 1031">
                <a:extLst>
                  <a:ext uri="{FF2B5EF4-FFF2-40B4-BE49-F238E27FC236}">
                    <a16:creationId xmlns:a16="http://schemas.microsoft.com/office/drawing/2014/main" id="{298BC6EF-FE15-48B0-8C9E-D0219399FE0B}"/>
                  </a:ext>
                </a:extLst>
              </p:cNvPr>
              <p:cNvSpPr/>
              <p:nvPr/>
            </p:nvSpPr>
            <p:spPr>
              <a:xfrm>
                <a:off x="5677089" y="3544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33" name="矩形 1032">
                <a:extLst>
                  <a:ext uri="{FF2B5EF4-FFF2-40B4-BE49-F238E27FC236}">
                    <a16:creationId xmlns:a16="http://schemas.microsoft.com/office/drawing/2014/main" id="{0BF41EF5-9DB3-45A3-B36D-C26C436B0D1D}"/>
                  </a:ext>
                </a:extLst>
              </p:cNvPr>
              <p:cNvSpPr/>
              <p:nvPr/>
            </p:nvSpPr>
            <p:spPr>
              <a:xfrm>
                <a:off x="5733385" y="3544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34" name="矩形 1033">
                <a:extLst>
                  <a:ext uri="{FF2B5EF4-FFF2-40B4-BE49-F238E27FC236}">
                    <a16:creationId xmlns:a16="http://schemas.microsoft.com/office/drawing/2014/main" id="{5E9411FD-9BA9-40E5-9CBE-E116D8CE3208}"/>
                  </a:ext>
                </a:extLst>
              </p:cNvPr>
              <p:cNvSpPr/>
              <p:nvPr/>
            </p:nvSpPr>
            <p:spPr>
              <a:xfrm>
                <a:off x="5787254" y="3544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35" name="矩形 1034">
                <a:extLst>
                  <a:ext uri="{FF2B5EF4-FFF2-40B4-BE49-F238E27FC236}">
                    <a16:creationId xmlns:a16="http://schemas.microsoft.com/office/drawing/2014/main" id="{AB15805F-5C17-4E1C-B392-08C831B2D535}"/>
                  </a:ext>
                </a:extLst>
              </p:cNvPr>
              <p:cNvSpPr/>
              <p:nvPr/>
            </p:nvSpPr>
            <p:spPr>
              <a:xfrm>
                <a:off x="5510628" y="40678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36" name="矩形 1035">
                <a:extLst>
                  <a:ext uri="{FF2B5EF4-FFF2-40B4-BE49-F238E27FC236}">
                    <a16:creationId xmlns:a16="http://schemas.microsoft.com/office/drawing/2014/main" id="{20CD15DD-5365-46D3-9654-4DA7A20B8D08}"/>
                  </a:ext>
                </a:extLst>
              </p:cNvPr>
              <p:cNvSpPr/>
              <p:nvPr/>
            </p:nvSpPr>
            <p:spPr>
              <a:xfrm>
                <a:off x="5566924" y="40678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37" name="矩形 1036">
                <a:extLst>
                  <a:ext uri="{FF2B5EF4-FFF2-40B4-BE49-F238E27FC236}">
                    <a16:creationId xmlns:a16="http://schemas.microsoft.com/office/drawing/2014/main" id="{E0E860EA-79BC-4360-A6C6-A18FBA271053}"/>
                  </a:ext>
                </a:extLst>
              </p:cNvPr>
              <p:cNvSpPr/>
              <p:nvPr/>
            </p:nvSpPr>
            <p:spPr>
              <a:xfrm>
                <a:off x="5623220" y="406787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38" name="矩形 1037">
                <a:extLst>
                  <a:ext uri="{FF2B5EF4-FFF2-40B4-BE49-F238E27FC236}">
                    <a16:creationId xmlns:a16="http://schemas.microsoft.com/office/drawing/2014/main" id="{88749A75-145C-4BB4-9C04-EE69D80063EA}"/>
                  </a:ext>
                </a:extLst>
              </p:cNvPr>
              <p:cNvSpPr/>
              <p:nvPr/>
            </p:nvSpPr>
            <p:spPr>
              <a:xfrm>
                <a:off x="5677089" y="406787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39" name="矩形 1038">
                <a:extLst>
                  <a:ext uri="{FF2B5EF4-FFF2-40B4-BE49-F238E27FC236}">
                    <a16:creationId xmlns:a16="http://schemas.microsoft.com/office/drawing/2014/main" id="{27F260EE-D7AA-4D34-8FCE-01E8324B0048}"/>
                  </a:ext>
                </a:extLst>
              </p:cNvPr>
              <p:cNvSpPr/>
              <p:nvPr/>
            </p:nvSpPr>
            <p:spPr>
              <a:xfrm>
                <a:off x="5733385" y="406787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40" name="矩形 1039">
                <a:extLst>
                  <a:ext uri="{FF2B5EF4-FFF2-40B4-BE49-F238E27FC236}">
                    <a16:creationId xmlns:a16="http://schemas.microsoft.com/office/drawing/2014/main" id="{9A49547C-57F1-4DEE-A3EB-990FA61F2E1D}"/>
                  </a:ext>
                </a:extLst>
              </p:cNvPr>
              <p:cNvSpPr/>
              <p:nvPr/>
            </p:nvSpPr>
            <p:spPr>
              <a:xfrm>
                <a:off x="5787254" y="406787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41" name="矩形 1040">
                <a:extLst>
                  <a:ext uri="{FF2B5EF4-FFF2-40B4-BE49-F238E27FC236}">
                    <a16:creationId xmlns:a16="http://schemas.microsoft.com/office/drawing/2014/main" id="{4701BD7B-AF12-41FE-A7D4-20C19E6075A4}"/>
                  </a:ext>
                </a:extLst>
              </p:cNvPr>
              <p:cNvSpPr/>
              <p:nvPr/>
            </p:nvSpPr>
            <p:spPr>
              <a:xfrm>
                <a:off x="5510628" y="463083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42" name="矩形 1041">
                <a:extLst>
                  <a:ext uri="{FF2B5EF4-FFF2-40B4-BE49-F238E27FC236}">
                    <a16:creationId xmlns:a16="http://schemas.microsoft.com/office/drawing/2014/main" id="{344DF624-F37A-4DCF-846B-3A6B4B0150A0}"/>
                  </a:ext>
                </a:extLst>
              </p:cNvPr>
              <p:cNvSpPr/>
              <p:nvPr/>
            </p:nvSpPr>
            <p:spPr>
              <a:xfrm>
                <a:off x="5566924" y="463083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43" name="矩形 1042">
                <a:extLst>
                  <a:ext uri="{FF2B5EF4-FFF2-40B4-BE49-F238E27FC236}">
                    <a16:creationId xmlns:a16="http://schemas.microsoft.com/office/drawing/2014/main" id="{36B21307-6D15-45B7-A2E7-CDF0EA245EA1}"/>
                  </a:ext>
                </a:extLst>
              </p:cNvPr>
              <p:cNvSpPr/>
              <p:nvPr/>
            </p:nvSpPr>
            <p:spPr>
              <a:xfrm>
                <a:off x="5623220" y="463083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44" name="矩形 1043">
                <a:extLst>
                  <a:ext uri="{FF2B5EF4-FFF2-40B4-BE49-F238E27FC236}">
                    <a16:creationId xmlns:a16="http://schemas.microsoft.com/office/drawing/2014/main" id="{36ADEE22-3FD6-4BE7-BA58-695CEA0F2C7F}"/>
                  </a:ext>
                </a:extLst>
              </p:cNvPr>
              <p:cNvSpPr/>
              <p:nvPr/>
            </p:nvSpPr>
            <p:spPr>
              <a:xfrm>
                <a:off x="5677089" y="463083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45" name="矩形 1044">
                <a:extLst>
                  <a:ext uri="{FF2B5EF4-FFF2-40B4-BE49-F238E27FC236}">
                    <a16:creationId xmlns:a16="http://schemas.microsoft.com/office/drawing/2014/main" id="{B05FE55A-FCAE-43E2-ADAA-3B032AA00F7B}"/>
                  </a:ext>
                </a:extLst>
              </p:cNvPr>
              <p:cNvSpPr/>
              <p:nvPr/>
            </p:nvSpPr>
            <p:spPr>
              <a:xfrm>
                <a:off x="5733385" y="463083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46" name="矩形 1045">
                <a:extLst>
                  <a:ext uri="{FF2B5EF4-FFF2-40B4-BE49-F238E27FC236}">
                    <a16:creationId xmlns:a16="http://schemas.microsoft.com/office/drawing/2014/main" id="{6C955B30-E4E5-4157-93AD-1A7E05D2343E}"/>
                  </a:ext>
                </a:extLst>
              </p:cNvPr>
              <p:cNvSpPr/>
              <p:nvPr/>
            </p:nvSpPr>
            <p:spPr>
              <a:xfrm>
                <a:off x="5787254" y="463083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47" name="矩形 1046">
                <a:extLst>
                  <a:ext uri="{FF2B5EF4-FFF2-40B4-BE49-F238E27FC236}">
                    <a16:creationId xmlns:a16="http://schemas.microsoft.com/office/drawing/2014/main" id="{5BC110BF-06F9-4D70-9F15-5891514616A6}"/>
                  </a:ext>
                </a:extLst>
              </p:cNvPr>
              <p:cNvSpPr/>
              <p:nvPr/>
            </p:nvSpPr>
            <p:spPr>
              <a:xfrm>
                <a:off x="5510628" y="5183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48" name="矩形 1047">
                <a:extLst>
                  <a:ext uri="{FF2B5EF4-FFF2-40B4-BE49-F238E27FC236}">
                    <a16:creationId xmlns:a16="http://schemas.microsoft.com/office/drawing/2014/main" id="{14228911-9072-4502-A3D9-549425BC72E5}"/>
                  </a:ext>
                </a:extLst>
              </p:cNvPr>
              <p:cNvSpPr/>
              <p:nvPr/>
            </p:nvSpPr>
            <p:spPr>
              <a:xfrm>
                <a:off x="5566924" y="5183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49" name="矩形 1048">
                <a:extLst>
                  <a:ext uri="{FF2B5EF4-FFF2-40B4-BE49-F238E27FC236}">
                    <a16:creationId xmlns:a16="http://schemas.microsoft.com/office/drawing/2014/main" id="{37EA2E30-B54E-4F18-B8FE-607D9940ADF3}"/>
                  </a:ext>
                </a:extLst>
              </p:cNvPr>
              <p:cNvSpPr/>
              <p:nvPr/>
            </p:nvSpPr>
            <p:spPr>
              <a:xfrm>
                <a:off x="5623220" y="5183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50" name="矩形 1049">
                <a:extLst>
                  <a:ext uri="{FF2B5EF4-FFF2-40B4-BE49-F238E27FC236}">
                    <a16:creationId xmlns:a16="http://schemas.microsoft.com/office/drawing/2014/main" id="{4E702BAE-008B-4544-BB2B-DC34A0E1667C}"/>
                  </a:ext>
                </a:extLst>
              </p:cNvPr>
              <p:cNvSpPr/>
              <p:nvPr/>
            </p:nvSpPr>
            <p:spPr>
              <a:xfrm>
                <a:off x="5677089" y="5183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51" name="矩形 1050">
                <a:extLst>
                  <a:ext uri="{FF2B5EF4-FFF2-40B4-BE49-F238E27FC236}">
                    <a16:creationId xmlns:a16="http://schemas.microsoft.com/office/drawing/2014/main" id="{BF4EFC0E-2472-4A5C-8FA1-588CCC3941F7}"/>
                  </a:ext>
                </a:extLst>
              </p:cNvPr>
              <p:cNvSpPr/>
              <p:nvPr/>
            </p:nvSpPr>
            <p:spPr>
              <a:xfrm>
                <a:off x="5733385" y="5183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52" name="矩形 1051">
                <a:extLst>
                  <a:ext uri="{FF2B5EF4-FFF2-40B4-BE49-F238E27FC236}">
                    <a16:creationId xmlns:a16="http://schemas.microsoft.com/office/drawing/2014/main" id="{F3DA09F7-F964-4CEB-83DD-80889EAB2A14}"/>
                  </a:ext>
                </a:extLst>
              </p:cNvPr>
              <p:cNvSpPr/>
              <p:nvPr/>
            </p:nvSpPr>
            <p:spPr>
              <a:xfrm>
                <a:off x="5787254" y="5183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53" name="矩形 1052">
                <a:extLst>
                  <a:ext uri="{FF2B5EF4-FFF2-40B4-BE49-F238E27FC236}">
                    <a16:creationId xmlns:a16="http://schemas.microsoft.com/office/drawing/2014/main" id="{38F48CB2-6EB2-4521-9B38-B8043E3786D7}"/>
                  </a:ext>
                </a:extLst>
              </p:cNvPr>
              <p:cNvSpPr/>
              <p:nvPr/>
            </p:nvSpPr>
            <p:spPr>
              <a:xfrm>
                <a:off x="5510628" y="573631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54" name="矩形 1053">
                <a:extLst>
                  <a:ext uri="{FF2B5EF4-FFF2-40B4-BE49-F238E27FC236}">
                    <a16:creationId xmlns:a16="http://schemas.microsoft.com/office/drawing/2014/main" id="{42E84383-3E5C-49AD-824B-9587F18C8234}"/>
                  </a:ext>
                </a:extLst>
              </p:cNvPr>
              <p:cNvSpPr/>
              <p:nvPr/>
            </p:nvSpPr>
            <p:spPr>
              <a:xfrm>
                <a:off x="5566924" y="573631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55" name="矩形 1054">
                <a:extLst>
                  <a:ext uri="{FF2B5EF4-FFF2-40B4-BE49-F238E27FC236}">
                    <a16:creationId xmlns:a16="http://schemas.microsoft.com/office/drawing/2014/main" id="{D65A2EF3-D5D7-4AD8-963E-7646FFB45D53}"/>
                  </a:ext>
                </a:extLst>
              </p:cNvPr>
              <p:cNvSpPr/>
              <p:nvPr/>
            </p:nvSpPr>
            <p:spPr>
              <a:xfrm>
                <a:off x="5623220" y="57363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56" name="矩形 1055">
                <a:extLst>
                  <a:ext uri="{FF2B5EF4-FFF2-40B4-BE49-F238E27FC236}">
                    <a16:creationId xmlns:a16="http://schemas.microsoft.com/office/drawing/2014/main" id="{D4287BB1-F5BF-4BE5-BE79-321CA29260AC}"/>
                  </a:ext>
                </a:extLst>
              </p:cNvPr>
              <p:cNvSpPr/>
              <p:nvPr/>
            </p:nvSpPr>
            <p:spPr>
              <a:xfrm>
                <a:off x="5677089" y="57363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57" name="矩形 1056">
                <a:extLst>
                  <a:ext uri="{FF2B5EF4-FFF2-40B4-BE49-F238E27FC236}">
                    <a16:creationId xmlns:a16="http://schemas.microsoft.com/office/drawing/2014/main" id="{E1183749-3914-40BB-AD32-65FE8E9E9B1C}"/>
                  </a:ext>
                </a:extLst>
              </p:cNvPr>
              <p:cNvSpPr/>
              <p:nvPr/>
            </p:nvSpPr>
            <p:spPr>
              <a:xfrm>
                <a:off x="5733385" y="57363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58" name="矩形 1057">
                <a:extLst>
                  <a:ext uri="{FF2B5EF4-FFF2-40B4-BE49-F238E27FC236}">
                    <a16:creationId xmlns:a16="http://schemas.microsoft.com/office/drawing/2014/main" id="{5BFE2C8A-320E-4176-A796-D3C31F5E9F04}"/>
                  </a:ext>
                </a:extLst>
              </p:cNvPr>
              <p:cNvSpPr/>
              <p:nvPr/>
            </p:nvSpPr>
            <p:spPr>
              <a:xfrm>
                <a:off x="5787254" y="57363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59" name="矩形 1058">
                <a:extLst>
                  <a:ext uri="{FF2B5EF4-FFF2-40B4-BE49-F238E27FC236}">
                    <a16:creationId xmlns:a16="http://schemas.microsoft.com/office/drawing/2014/main" id="{8CFDD3FA-A479-4791-AFAF-34A0D494AA78}"/>
                  </a:ext>
                </a:extLst>
              </p:cNvPr>
              <p:cNvSpPr/>
              <p:nvPr/>
            </p:nvSpPr>
            <p:spPr>
              <a:xfrm>
                <a:off x="5510628" y="628905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60" name="矩形 1059">
                <a:extLst>
                  <a:ext uri="{FF2B5EF4-FFF2-40B4-BE49-F238E27FC236}">
                    <a16:creationId xmlns:a16="http://schemas.microsoft.com/office/drawing/2014/main" id="{BFE39169-0D39-4375-8507-E18A2B5B22A7}"/>
                  </a:ext>
                </a:extLst>
              </p:cNvPr>
              <p:cNvSpPr/>
              <p:nvPr/>
            </p:nvSpPr>
            <p:spPr>
              <a:xfrm>
                <a:off x="5566924" y="628905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61" name="矩形 1060">
                <a:extLst>
                  <a:ext uri="{FF2B5EF4-FFF2-40B4-BE49-F238E27FC236}">
                    <a16:creationId xmlns:a16="http://schemas.microsoft.com/office/drawing/2014/main" id="{28A508DB-A101-4E79-B203-AB03028D12D2}"/>
                  </a:ext>
                </a:extLst>
              </p:cNvPr>
              <p:cNvSpPr/>
              <p:nvPr/>
            </p:nvSpPr>
            <p:spPr>
              <a:xfrm>
                <a:off x="5623220" y="628905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62" name="矩形 1061">
                <a:extLst>
                  <a:ext uri="{FF2B5EF4-FFF2-40B4-BE49-F238E27FC236}">
                    <a16:creationId xmlns:a16="http://schemas.microsoft.com/office/drawing/2014/main" id="{0EF7F417-C1CD-483A-A38B-6B3F30E35BDB}"/>
                  </a:ext>
                </a:extLst>
              </p:cNvPr>
              <p:cNvSpPr/>
              <p:nvPr/>
            </p:nvSpPr>
            <p:spPr>
              <a:xfrm>
                <a:off x="5677089" y="628905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63" name="矩形 1062">
                <a:extLst>
                  <a:ext uri="{FF2B5EF4-FFF2-40B4-BE49-F238E27FC236}">
                    <a16:creationId xmlns:a16="http://schemas.microsoft.com/office/drawing/2014/main" id="{75773D00-E374-4513-9F16-07B35B1C31A9}"/>
                  </a:ext>
                </a:extLst>
              </p:cNvPr>
              <p:cNvSpPr/>
              <p:nvPr/>
            </p:nvSpPr>
            <p:spPr>
              <a:xfrm>
                <a:off x="5733385" y="628905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64" name="矩形 1063">
                <a:extLst>
                  <a:ext uri="{FF2B5EF4-FFF2-40B4-BE49-F238E27FC236}">
                    <a16:creationId xmlns:a16="http://schemas.microsoft.com/office/drawing/2014/main" id="{80889557-D059-4148-B195-473A2BFDC942}"/>
                  </a:ext>
                </a:extLst>
              </p:cNvPr>
              <p:cNvSpPr/>
              <p:nvPr/>
            </p:nvSpPr>
            <p:spPr>
              <a:xfrm>
                <a:off x="5787254" y="628905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478" name="组合 1477">
              <a:extLst>
                <a:ext uri="{FF2B5EF4-FFF2-40B4-BE49-F238E27FC236}">
                  <a16:creationId xmlns:a16="http://schemas.microsoft.com/office/drawing/2014/main" id="{C08E5F94-B6BC-42C4-AA3E-E38552FE92E2}"/>
                </a:ext>
              </a:extLst>
            </p:cNvPr>
            <p:cNvGrpSpPr/>
            <p:nvPr/>
          </p:nvGrpSpPr>
          <p:grpSpPr>
            <a:xfrm>
              <a:off x="6317846" y="1094710"/>
              <a:ext cx="166461" cy="160594"/>
              <a:chOff x="8273419" y="338057"/>
              <a:chExt cx="166461" cy="160594"/>
            </a:xfrm>
          </p:grpSpPr>
          <p:sp>
            <p:nvSpPr>
              <p:cNvPr id="1399" name="矩形 1398">
                <a:extLst>
                  <a:ext uri="{FF2B5EF4-FFF2-40B4-BE49-F238E27FC236}">
                    <a16:creationId xmlns:a16="http://schemas.microsoft.com/office/drawing/2014/main" id="{39F30875-F0A2-4F70-B5C4-2200B7D624CE}"/>
                  </a:ext>
                </a:extLst>
              </p:cNvPr>
              <p:cNvSpPr/>
              <p:nvPr/>
            </p:nvSpPr>
            <p:spPr>
              <a:xfrm>
                <a:off x="8273419" y="3380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00" name="矩形 1399">
                <a:extLst>
                  <a:ext uri="{FF2B5EF4-FFF2-40B4-BE49-F238E27FC236}">
                    <a16:creationId xmlns:a16="http://schemas.microsoft.com/office/drawing/2014/main" id="{B2019F33-905A-4934-9C29-9A0EA5FADFD0}"/>
                  </a:ext>
                </a:extLst>
              </p:cNvPr>
              <p:cNvSpPr/>
              <p:nvPr/>
            </p:nvSpPr>
            <p:spPr>
              <a:xfrm>
                <a:off x="8329715" y="3380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01" name="矩形 1400">
                <a:extLst>
                  <a:ext uri="{FF2B5EF4-FFF2-40B4-BE49-F238E27FC236}">
                    <a16:creationId xmlns:a16="http://schemas.microsoft.com/office/drawing/2014/main" id="{A1788C35-7590-42B1-8B16-3375937F6B1D}"/>
                  </a:ext>
                </a:extLst>
              </p:cNvPr>
              <p:cNvSpPr/>
              <p:nvPr/>
            </p:nvSpPr>
            <p:spPr>
              <a:xfrm>
                <a:off x="8383584" y="3380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02" name="矩形 1401">
                <a:extLst>
                  <a:ext uri="{FF2B5EF4-FFF2-40B4-BE49-F238E27FC236}">
                    <a16:creationId xmlns:a16="http://schemas.microsoft.com/office/drawing/2014/main" id="{7FCA8F6C-A77E-4DC9-AD4A-CE8D01FCAE39}"/>
                  </a:ext>
                </a:extLst>
              </p:cNvPr>
              <p:cNvSpPr/>
              <p:nvPr/>
            </p:nvSpPr>
            <p:spPr>
              <a:xfrm>
                <a:off x="8273419" y="39090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03" name="矩形 1402">
                <a:extLst>
                  <a:ext uri="{FF2B5EF4-FFF2-40B4-BE49-F238E27FC236}">
                    <a16:creationId xmlns:a16="http://schemas.microsoft.com/office/drawing/2014/main" id="{6F5DD16A-085B-4CA5-9879-7B99B1C23617}"/>
                  </a:ext>
                </a:extLst>
              </p:cNvPr>
              <p:cNvSpPr/>
              <p:nvPr/>
            </p:nvSpPr>
            <p:spPr>
              <a:xfrm>
                <a:off x="8329715" y="39090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04" name="矩形 1403">
                <a:extLst>
                  <a:ext uri="{FF2B5EF4-FFF2-40B4-BE49-F238E27FC236}">
                    <a16:creationId xmlns:a16="http://schemas.microsoft.com/office/drawing/2014/main" id="{0BEE4BE6-31B6-4369-B151-F2F1AF269218}"/>
                  </a:ext>
                </a:extLst>
              </p:cNvPr>
              <p:cNvSpPr/>
              <p:nvPr/>
            </p:nvSpPr>
            <p:spPr>
              <a:xfrm>
                <a:off x="8383584" y="39090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05" name="矩形 1404">
                <a:extLst>
                  <a:ext uri="{FF2B5EF4-FFF2-40B4-BE49-F238E27FC236}">
                    <a16:creationId xmlns:a16="http://schemas.microsoft.com/office/drawing/2014/main" id="{10BD9F13-31B1-4B5E-B8BB-ED38CCEE633D}"/>
                  </a:ext>
                </a:extLst>
              </p:cNvPr>
              <p:cNvSpPr/>
              <p:nvPr/>
            </p:nvSpPr>
            <p:spPr>
              <a:xfrm>
                <a:off x="8273419" y="442355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06" name="矩形 1405">
                <a:extLst>
                  <a:ext uri="{FF2B5EF4-FFF2-40B4-BE49-F238E27FC236}">
                    <a16:creationId xmlns:a16="http://schemas.microsoft.com/office/drawing/2014/main" id="{81702732-55F7-4020-A4C7-0C8AE0BF0689}"/>
                  </a:ext>
                </a:extLst>
              </p:cNvPr>
              <p:cNvSpPr/>
              <p:nvPr/>
            </p:nvSpPr>
            <p:spPr>
              <a:xfrm>
                <a:off x="8329715" y="442355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07" name="矩形 1406">
                <a:extLst>
                  <a:ext uri="{FF2B5EF4-FFF2-40B4-BE49-F238E27FC236}">
                    <a16:creationId xmlns:a16="http://schemas.microsoft.com/office/drawing/2014/main" id="{8157BB7F-B7E1-4F58-BC44-952010B965DD}"/>
                  </a:ext>
                </a:extLst>
              </p:cNvPr>
              <p:cNvSpPr/>
              <p:nvPr/>
            </p:nvSpPr>
            <p:spPr>
              <a:xfrm>
                <a:off x="8383584" y="442355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479" name="组合 1478">
              <a:extLst>
                <a:ext uri="{FF2B5EF4-FFF2-40B4-BE49-F238E27FC236}">
                  <a16:creationId xmlns:a16="http://schemas.microsoft.com/office/drawing/2014/main" id="{B36259F2-A20F-4F10-AB58-864B19CCAE4F}"/>
                </a:ext>
              </a:extLst>
            </p:cNvPr>
            <p:cNvGrpSpPr/>
            <p:nvPr/>
          </p:nvGrpSpPr>
          <p:grpSpPr>
            <a:xfrm>
              <a:off x="6745982" y="1094710"/>
              <a:ext cx="166461" cy="160594"/>
              <a:chOff x="8566204" y="349558"/>
              <a:chExt cx="166461" cy="160594"/>
            </a:xfrm>
          </p:grpSpPr>
          <p:sp>
            <p:nvSpPr>
              <p:cNvPr id="1408" name="矩形 1407">
                <a:extLst>
                  <a:ext uri="{FF2B5EF4-FFF2-40B4-BE49-F238E27FC236}">
                    <a16:creationId xmlns:a16="http://schemas.microsoft.com/office/drawing/2014/main" id="{D49FFF0E-4499-42F0-B7AB-4B3EE27AB57C}"/>
                  </a:ext>
                </a:extLst>
              </p:cNvPr>
              <p:cNvSpPr/>
              <p:nvPr/>
            </p:nvSpPr>
            <p:spPr>
              <a:xfrm>
                <a:off x="8566204" y="34955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09" name="矩形 1408">
                <a:extLst>
                  <a:ext uri="{FF2B5EF4-FFF2-40B4-BE49-F238E27FC236}">
                    <a16:creationId xmlns:a16="http://schemas.microsoft.com/office/drawing/2014/main" id="{5D3010A4-3A5C-4ED6-B9DA-CB6C3AF300AF}"/>
                  </a:ext>
                </a:extLst>
              </p:cNvPr>
              <p:cNvSpPr/>
              <p:nvPr/>
            </p:nvSpPr>
            <p:spPr>
              <a:xfrm>
                <a:off x="8622500" y="34955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0" name="矩形 1409">
                <a:extLst>
                  <a:ext uri="{FF2B5EF4-FFF2-40B4-BE49-F238E27FC236}">
                    <a16:creationId xmlns:a16="http://schemas.microsoft.com/office/drawing/2014/main" id="{4B3292C0-136D-4844-ABC7-ECBB179C5882}"/>
                  </a:ext>
                </a:extLst>
              </p:cNvPr>
              <p:cNvSpPr/>
              <p:nvPr/>
            </p:nvSpPr>
            <p:spPr>
              <a:xfrm>
                <a:off x="8676369" y="34955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1" name="矩形 1410">
                <a:extLst>
                  <a:ext uri="{FF2B5EF4-FFF2-40B4-BE49-F238E27FC236}">
                    <a16:creationId xmlns:a16="http://schemas.microsoft.com/office/drawing/2014/main" id="{399A2C7E-578E-4240-9283-1C6DCDEF8661}"/>
                  </a:ext>
                </a:extLst>
              </p:cNvPr>
              <p:cNvSpPr/>
              <p:nvPr/>
            </p:nvSpPr>
            <p:spPr>
              <a:xfrm>
                <a:off x="8566204" y="40240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2" name="矩形 1411">
                <a:extLst>
                  <a:ext uri="{FF2B5EF4-FFF2-40B4-BE49-F238E27FC236}">
                    <a16:creationId xmlns:a16="http://schemas.microsoft.com/office/drawing/2014/main" id="{5AAB11A9-6C90-43CB-8416-76E855CC18B7}"/>
                  </a:ext>
                </a:extLst>
              </p:cNvPr>
              <p:cNvSpPr/>
              <p:nvPr/>
            </p:nvSpPr>
            <p:spPr>
              <a:xfrm>
                <a:off x="8622500" y="40240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3" name="矩形 1412">
                <a:extLst>
                  <a:ext uri="{FF2B5EF4-FFF2-40B4-BE49-F238E27FC236}">
                    <a16:creationId xmlns:a16="http://schemas.microsoft.com/office/drawing/2014/main" id="{323CA692-A96A-4C28-9685-C6D85689770F}"/>
                  </a:ext>
                </a:extLst>
              </p:cNvPr>
              <p:cNvSpPr/>
              <p:nvPr/>
            </p:nvSpPr>
            <p:spPr>
              <a:xfrm>
                <a:off x="8676369" y="40240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4" name="矩形 1413">
                <a:extLst>
                  <a:ext uri="{FF2B5EF4-FFF2-40B4-BE49-F238E27FC236}">
                    <a16:creationId xmlns:a16="http://schemas.microsoft.com/office/drawing/2014/main" id="{77444C8E-486F-4685-B3F9-B95CF5B159C2}"/>
                  </a:ext>
                </a:extLst>
              </p:cNvPr>
              <p:cNvSpPr/>
              <p:nvPr/>
            </p:nvSpPr>
            <p:spPr>
              <a:xfrm>
                <a:off x="8566204" y="453856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5" name="矩形 1414">
                <a:extLst>
                  <a:ext uri="{FF2B5EF4-FFF2-40B4-BE49-F238E27FC236}">
                    <a16:creationId xmlns:a16="http://schemas.microsoft.com/office/drawing/2014/main" id="{DE6192F6-E539-497E-80A1-40852684CF1B}"/>
                  </a:ext>
                </a:extLst>
              </p:cNvPr>
              <p:cNvSpPr/>
              <p:nvPr/>
            </p:nvSpPr>
            <p:spPr>
              <a:xfrm>
                <a:off x="8622500" y="453856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6" name="矩形 1415">
                <a:extLst>
                  <a:ext uri="{FF2B5EF4-FFF2-40B4-BE49-F238E27FC236}">
                    <a16:creationId xmlns:a16="http://schemas.microsoft.com/office/drawing/2014/main" id="{F1AC1A7C-CDE8-4D00-896F-B4B2533826DF}"/>
                  </a:ext>
                </a:extLst>
              </p:cNvPr>
              <p:cNvSpPr/>
              <p:nvPr/>
            </p:nvSpPr>
            <p:spPr>
              <a:xfrm>
                <a:off x="8676369" y="4538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480" name="组合 1479">
              <a:extLst>
                <a:ext uri="{FF2B5EF4-FFF2-40B4-BE49-F238E27FC236}">
                  <a16:creationId xmlns:a16="http://schemas.microsoft.com/office/drawing/2014/main" id="{1DAA12F5-5C74-4DB6-A2C4-5070DE29CA76}"/>
                </a:ext>
              </a:extLst>
            </p:cNvPr>
            <p:cNvGrpSpPr/>
            <p:nvPr/>
          </p:nvGrpSpPr>
          <p:grpSpPr>
            <a:xfrm>
              <a:off x="6960050" y="1094710"/>
              <a:ext cx="166461" cy="160594"/>
              <a:chOff x="8798956" y="357911"/>
              <a:chExt cx="166461" cy="160594"/>
            </a:xfrm>
          </p:grpSpPr>
          <p:sp>
            <p:nvSpPr>
              <p:cNvPr id="1417" name="矩形 1416">
                <a:extLst>
                  <a:ext uri="{FF2B5EF4-FFF2-40B4-BE49-F238E27FC236}">
                    <a16:creationId xmlns:a16="http://schemas.microsoft.com/office/drawing/2014/main" id="{81C9D6E5-B31E-4350-8AA5-5C22DB107A3A}"/>
                  </a:ext>
                </a:extLst>
              </p:cNvPr>
              <p:cNvSpPr/>
              <p:nvPr/>
            </p:nvSpPr>
            <p:spPr>
              <a:xfrm>
                <a:off x="8798956" y="35791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8" name="矩形 1417">
                <a:extLst>
                  <a:ext uri="{FF2B5EF4-FFF2-40B4-BE49-F238E27FC236}">
                    <a16:creationId xmlns:a16="http://schemas.microsoft.com/office/drawing/2014/main" id="{736DA9C4-D998-4CF1-827C-BE5ED13D283E}"/>
                  </a:ext>
                </a:extLst>
              </p:cNvPr>
              <p:cNvSpPr/>
              <p:nvPr/>
            </p:nvSpPr>
            <p:spPr>
              <a:xfrm>
                <a:off x="8855252" y="35791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9" name="矩形 1418">
                <a:extLst>
                  <a:ext uri="{FF2B5EF4-FFF2-40B4-BE49-F238E27FC236}">
                    <a16:creationId xmlns:a16="http://schemas.microsoft.com/office/drawing/2014/main" id="{27B272B3-D321-4C3B-85FF-D277F4DA07AB}"/>
                  </a:ext>
                </a:extLst>
              </p:cNvPr>
              <p:cNvSpPr/>
              <p:nvPr/>
            </p:nvSpPr>
            <p:spPr>
              <a:xfrm>
                <a:off x="8909121" y="35791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20" name="矩形 1419">
                <a:extLst>
                  <a:ext uri="{FF2B5EF4-FFF2-40B4-BE49-F238E27FC236}">
                    <a16:creationId xmlns:a16="http://schemas.microsoft.com/office/drawing/2014/main" id="{D2AD4D9E-2FCA-49B4-8F4E-F18FEEE32A8F}"/>
                  </a:ext>
                </a:extLst>
              </p:cNvPr>
              <p:cNvSpPr/>
              <p:nvPr/>
            </p:nvSpPr>
            <p:spPr>
              <a:xfrm>
                <a:off x="8798956" y="41076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21" name="矩形 1420">
                <a:extLst>
                  <a:ext uri="{FF2B5EF4-FFF2-40B4-BE49-F238E27FC236}">
                    <a16:creationId xmlns:a16="http://schemas.microsoft.com/office/drawing/2014/main" id="{E25F4E03-800E-4937-B816-F0731905380F}"/>
                  </a:ext>
                </a:extLst>
              </p:cNvPr>
              <p:cNvSpPr/>
              <p:nvPr/>
            </p:nvSpPr>
            <p:spPr>
              <a:xfrm>
                <a:off x="8855252" y="41076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22" name="矩形 1421">
                <a:extLst>
                  <a:ext uri="{FF2B5EF4-FFF2-40B4-BE49-F238E27FC236}">
                    <a16:creationId xmlns:a16="http://schemas.microsoft.com/office/drawing/2014/main" id="{085FBC4E-9368-4037-93E8-28A5C75713F2}"/>
                  </a:ext>
                </a:extLst>
              </p:cNvPr>
              <p:cNvSpPr/>
              <p:nvPr/>
            </p:nvSpPr>
            <p:spPr>
              <a:xfrm>
                <a:off x="8909121" y="41076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23" name="矩形 1422">
                <a:extLst>
                  <a:ext uri="{FF2B5EF4-FFF2-40B4-BE49-F238E27FC236}">
                    <a16:creationId xmlns:a16="http://schemas.microsoft.com/office/drawing/2014/main" id="{8F81E381-9F11-41B7-A18E-CF4F67B0A98D}"/>
                  </a:ext>
                </a:extLst>
              </p:cNvPr>
              <p:cNvSpPr/>
              <p:nvPr/>
            </p:nvSpPr>
            <p:spPr>
              <a:xfrm>
                <a:off x="8798956" y="462209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24" name="矩形 1423">
                <a:extLst>
                  <a:ext uri="{FF2B5EF4-FFF2-40B4-BE49-F238E27FC236}">
                    <a16:creationId xmlns:a16="http://schemas.microsoft.com/office/drawing/2014/main" id="{A6600605-208E-4A67-8484-062152D0A609}"/>
                  </a:ext>
                </a:extLst>
              </p:cNvPr>
              <p:cNvSpPr/>
              <p:nvPr/>
            </p:nvSpPr>
            <p:spPr>
              <a:xfrm>
                <a:off x="8855252" y="46220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25" name="矩形 1424">
                <a:extLst>
                  <a:ext uri="{FF2B5EF4-FFF2-40B4-BE49-F238E27FC236}">
                    <a16:creationId xmlns:a16="http://schemas.microsoft.com/office/drawing/2014/main" id="{90AC1C0A-45E7-43DD-AD31-AA10E655AB98}"/>
                  </a:ext>
                </a:extLst>
              </p:cNvPr>
              <p:cNvSpPr/>
              <p:nvPr/>
            </p:nvSpPr>
            <p:spPr>
              <a:xfrm>
                <a:off x="8909121" y="46220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475" name="组合 1474">
              <a:extLst>
                <a:ext uri="{FF2B5EF4-FFF2-40B4-BE49-F238E27FC236}">
                  <a16:creationId xmlns:a16="http://schemas.microsoft.com/office/drawing/2014/main" id="{1D99DF7B-F9C6-4F92-9FB1-D49DD2F759B0}"/>
                </a:ext>
              </a:extLst>
            </p:cNvPr>
            <p:cNvGrpSpPr/>
            <p:nvPr/>
          </p:nvGrpSpPr>
          <p:grpSpPr>
            <a:xfrm>
              <a:off x="9100799" y="1094710"/>
              <a:ext cx="166461" cy="160594"/>
              <a:chOff x="7514892" y="357911"/>
              <a:chExt cx="166461" cy="160594"/>
            </a:xfrm>
          </p:grpSpPr>
          <p:sp>
            <p:nvSpPr>
              <p:cNvPr id="1369" name="矩形 1368">
                <a:extLst>
                  <a:ext uri="{FF2B5EF4-FFF2-40B4-BE49-F238E27FC236}">
                    <a16:creationId xmlns:a16="http://schemas.microsoft.com/office/drawing/2014/main" id="{8C874C6D-1A9C-4849-AF69-CF4E7A42C842}"/>
                  </a:ext>
                </a:extLst>
              </p:cNvPr>
              <p:cNvSpPr/>
              <p:nvPr/>
            </p:nvSpPr>
            <p:spPr>
              <a:xfrm>
                <a:off x="7514892" y="35791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70" name="矩形 1369">
                <a:extLst>
                  <a:ext uri="{FF2B5EF4-FFF2-40B4-BE49-F238E27FC236}">
                    <a16:creationId xmlns:a16="http://schemas.microsoft.com/office/drawing/2014/main" id="{1FB7117F-EE04-4253-9B1D-FD7F8EF60D8C}"/>
                  </a:ext>
                </a:extLst>
              </p:cNvPr>
              <p:cNvSpPr/>
              <p:nvPr/>
            </p:nvSpPr>
            <p:spPr>
              <a:xfrm>
                <a:off x="7571188" y="35791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71" name="矩形 1370">
                <a:extLst>
                  <a:ext uri="{FF2B5EF4-FFF2-40B4-BE49-F238E27FC236}">
                    <a16:creationId xmlns:a16="http://schemas.microsoft.com/office/drawing/2014/main" id="{AB820368-3DB2-40CE-8AF8-780E4EF101E8}"/>
                  </a:ext>
                </a:extLst>
              </p:cNvPr>
              <p:cNvSpPr/>
              <p:nvPr/>
            </p:nvSpPr>
            <p:spPr>
              <a:xfrm>
                <a:off x="7625057" y="35791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72" name="矩形 1371">
                <a:extLst>
                  <a:ext uri="{FF2B5EF4-FFF2-40B4-BE49-F238E27FC236}">
                    <a16:creationId xmlns:a16="http://schemas.microsoft.com/office/drawing/2014/main" id="{4B46552F-3CA9-4D7B-87C2-AD94F39695DA}"/>
                  </a:ext>
                </a:extLst>
              </p:cNvPr>
              <p:cNvSpPr/>
              <p:nvPr/>
            </p:nvSpPr>
            <p:spPr>
              <a:xfrm>
                <a:off x="7514892" y="41076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73" name="矩形 1372">
                <a:extLst>
                  <a:ext uri="{FF2B5EF4-FFF2-40B4-BE49-F238E27FC236}">
                    <a16:creationId xmlns:a16="http://schemas.microsoft.com/office/drawing/2014/main" id="{4942ECE9-AB3F-471D-842D-E9DFB531672A}"/>
                  </a:ext>
                </a:extLst>
              </p:cNvPr>
              <p:cNvSpPr/>
              <p:nvPr/>
            </p:nvSpPr>
            <p:spPr>
              <a:xfrm>
                <a:off x="7571188" y="41076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74" name="矩形 1373">
                <a:extLst>
                  <a:ext uri="{FF2B5EF4-FFF2-40B4-BE49-F238E27FC236}">
                    <a16:creationId xmlns:a16="http://schemas.microsoft.com/office/drawing/2014/main" id="{C3F62091-4159-440B-A0C1-55487BF45BC5}"/>
                  </a:ext>
                </a:extLst>
              </p:cNvPr>
              <p:cNvSpPr/>
              <p:nvPr/>
            </p:nvSpPr>
            <p:spPr>
              <a:xfrm>
                <a:off x="7625057" y="41076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75" name="矩形 1374">
                <a:extLst>
                  <a:ext uri="{FF2B5EF4-FFF2-40B4-BE49-F238E27FC236}">
                    <a16:creationId xmlns:a16="http://schemas.microsoft.com/office/drawing/2014/main" id="{6C1FC12D-BE45-4D62-A59F-91F9326EEAEF}"/>
                  </a:ext>
                </a:extLst>
              </p:cNvPr>
              <p:cNvSpPr/>
              <p:nvPr/>
            </p:nvSpPr>
            <p:spPr>
              <a:xfrm>
                <a:off x="7514892" y="46220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76" name="矩形 1375">
                <a:extLst>
                  <a:ext uri="{FF2B5EF4-FFF2-40B4-BE49-F238E27FC236}">
                    <a16:creationId xmlns:a16="http://schemas.microsoft.com/office/drawing/2014/main" id="{18A65269-A86E-4A76-8090-DEC50723D743}"/>
                  </a:ext>
                </a:extLst>
              </p:cNvPr>
              <p:cNvSpPr/>
              <p:nvPr/>
            </p:nvSpPr>
            <p:spPr>
              <a:xfrm>
                <a:off x="7571188" y="46220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77" name="矩形 1376">
                <a:extLst>
                  <a:ext uri="{FF2B5EF4-FFF2-40B4-BE49-F238E27FC236}">
                    <a16:creationId xmlns:a16="http://schemas.microsoft.com/office/drawing/2014/main" id="{B574DF22-615B-49E8-AEF9-E7A5A29EAC8C}"/>
                  </a:ext>
                </a:extLst>
              </p:cNvPr>
              <p:cNvSpPr/>
              <p:nvPr/>
            </p:nvSpPr>
            <p:spPr>
              <a:xfrm>
                <a:off x="7625057" y="46220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26" name="矩形 1425">
                <a:extLst>
                  <a:ext uri="{FF2B5EF4-FFF2-40B4-BE49-F238E27FC236}">
                    <a16:creationId xmlns:a16="http://schemas.microsoft.com/office/drawing/2014/main" id="{A0223A69-77BD-471B-8842-86ED1CC970A4}"/>
                  </a:ext>
                </a:extLst>
              </p:cNvPr>
              <p:cNvSpPr/>
              <p:nvPr/>
            </p:nvSpPr>
            <p:spPr>
              <a:xfrm>
                <a:off x="7514892" y="410292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27" name="矩形 1426">
                <a:extLst>
                  <a:ext uri="{FF2B5EF4-FFF2-40B4-BE49-F238E27FC236}">
                    <a16:creationId xmlns:a16="http://schemas.microsoft.com/office/drawing/2014/main" id="{BF12D946-73E5-4A64-ACEF-BC39F1628A91}"/>
                  </a:ext>
                </a:extLst>
              </p:cNvPr>
              <p:cNvSpPr/>
              <p:nvPr/>
            </p:nvSpPr>
            <p:spPr>
              <a:xfrm>
                <a:off x="7571188" y="410292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28" name="矩形 1427">
                <a:extLst>
                  <a:ext uri="{FF2B5EF4-FFF2-40B4-BE49-F238E27FC236}">
                    <a16:creationId xmlns:a16="http://schemas.microsoft.com/office/drawing/2014/main" id="{709C28ED-2A29-4C5B-AE4D-6C5BA422865A}"/>
                  </a:ext>
                </a:extLst>
              </p:cNvPr>
              <p:cNvSpPr/>
              <p:nvPr/>
            </p:nvSpPr>
            <p:spPr>
              <a:xfrm>
                <a:off x="7625057" y="410292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481" name="组合 1480">
              <a:extLst>
                <a:ext uri="{FF2B5EF4-FFF2-40B4-BE49-F238E27FC236}">
                  <a16:creationId xmlns:a16="http://schemas.microsoft.com/office/drawing/2014/main" id="{8A40CF17-8391-4BC2-B3E2-7B4378388CD8}"/>
                </a:ext>
              </a:extLst>
            </p:cNvPr>
            <p:cNvGrpSpPr/>
            <p:nvPr/>
          </p:nvGrpSpPr>
          <p:grpSpPr>
            <a:xfrm>
              <a:off x="6531914" y="1094710"/>
              <a:ext cx="166461" cy="160594"/>
              <a:chOff x="8273419" y="338057"/>
              <a:chExt cx="166461" cy="160594"/>
            </a:xfrm>
          </p:grpSpPr>
          <p:sp>
            <p:nvSpPr>
              <p:cNvPr id="1482" name="矩形 1481">
                <a:extLst>
                  <a:ext uri="{FF2B5EF4-FFF2-40B4-BE49-F238E27FC236}">
                    <a16:creationId xmlns:a16="http://schemas.microsoft.com/office/drawing/2014/main" id="{54B2AC92-3D0A-40E3-A223-6C89797801DD}"/>
                  </a:ext>
                </a:extLst>
              </p:cNvPr>
              <p:cNvSpPr/>
              <p:nvPr/>
            </p:nvSpPr>
            <p:spPr>
              <a:xfrm>
                <a:off x="8273419" y="3380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3" name="矩形 1482">
                <a:extLst>
                  <a:ext uri="{FF2B5EF4-FFF2-40B4-BE49-F238E27FC236}">
                    <a16:creationId xmlns:a16="http://schemas.microsoft.com/office/drawing/2014/main" id="{CDFA31AD-1D2A-4887-A82A-6E366D897F61}"/>
                  </a:ext>
                </a:extLst>
              </p:cNvPr>
              <p:cNvSpPr/>
              <p:nvPr/>
            </p:nvSpPr>
            <p:spPr>
              <a:xfrm>
                <a:off x="8329715" y="3380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4" name="矩形 1483">
                <a:extLst>
                  <a:ext uri="{FF2B5EF4-FFF2-40B4-BE49-F238E27FC236}">
                    <a16:creationId xmlns:a16="http://schemas.microsoft.com/office/drawing/2014/main" id="{5730BE12-67FF-4478-A51E-F76E914292BB}"/>
                  </a:ext>
                </a:extLst>
              </p:cNvPr>
              <p:cNvSpPr/>
              <p:nvPr/>
            </p:nvSpPr>
            <p:spPr>
              <a:xfrm>
                <a:off x="8383584" y="3380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5" name="矩形 1484">
                <a:extLst>
                  <a:ext uri="{FF2B5EF4-FFF2-40B4-BE49-F238E27FC236}">
                    <a16:creationId xmlns:a16="http://schemas.microsoft.com/office/drawing/2014/main" id="{97D1852F-48AE-41DB-BA32-DD4FDEF68FCD}"/>
                  </a:ext>
                </a:extLst>
              </p:cNvPr>
              <p:cNvSpPr/>
              <p:nvPr/>
            </p:nvSpPr>
            <p:spPr>
              <a:xfrm>
                <a:off x="8273419" y="39090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6" name="矩形 1485">
                <a:extLst>
                  <a:ext uri="{FF2B5EF4-FFF2-40B4-BE49-F238E27FC236}">
                    <a16:creationId xmlns:a16="http://schemas.microsoft.com/office/drawing/2014/main" id="{C16C10A3-7D69-465F-8501-7427B46B39AE}"/>
                  </a:ext>
                </a:extLst>
              </p:cNvPr>
              <p:cNvSpPr/>
              <p:nvPr/>
            </p:nvSpPr>
            <p:spPr>
              <a:xfrm>
                <a:off x="8329715" y="39090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7" name="矩形 1486">
                <a:extLst>
                  <a:ext uri="{FF2B5EF4-FFF2-40B4-BE49-F238E27FC236}">
                    <a16:creationId xmlns:a16="http://schemas.microsoft.com/office/drawing/2014/main" id="{79ED411D-81CB-4F19-9C7F-8E4E132B21DE}"/>
                  </a:ext>
                </a:extLst>
              </p:cNvPr>
              <p:cNvSpPr/>
              <p:nvPr/>
            </p:nvSpPr>
            <p:spPr>
              <a:xfrm>
                <a:off x="8383584" y="39090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8" name="矩形 1487">
                <a:extLst>
                  <a:ext uri="{FF2B5EF4-FFF2-40B4-BE49-F238E27FC236}">
                    <a16:creationId xmlns:a16="http://schemas.microsoft.com/office/drawing/2014/main" id="{DD845EED-706C-43A4-8F67-76DC8ADEDD0C}"/>
                  </a:ext>
                </a:extLst>
              </p:cNvPr>
              <p:cNvSpPr/>
              <p:nvPr/>
            </p:nvSpPr>
            <p:spPr>
              <a:xfrm>
                <a:off x="8273419" y="442355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9" name="矩形 1488">
                <a:extLst>
                  <a:ext uri="{FF2B5EF4-FFF2-40B4-BE49-F238E27FC236}">
                    <a16:creationId xmlns:a16="http://schemas.microsoft.com/office/drawing/2014/main" id="{05AC4842-9CFB-4D28-8EA7-A7C75E860408}"/>
                  </a:ext>
                </a:extLst>
              </p:cNvPr>
              <p:cNvSpPr/>
              <p:nvPr/>
            </p:nvSpPr>
            <p:spPr>
              <a:xfrm>
                <a:off x="8329715" y="442355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90" name="矩形 1489">
                <a:extLst>
                  <a:ext uri="{FF2B5EF4-FFF2-40B4-BE49-F238E27FC236}">
                    <a16:creationId xmlns:a16="http://schemas.microsoft.com/office/drawing/2014/main" id="{2F5D4562-8940-4A45-A390-CEA8FD9D4B64}"/>
                  </a:ext>
                </a:extLst>
              </p:cNvPr>
              <p:cNvSpPr/>
              <p:nvPr/>
            </p:nvSpPr>
            <p:spPr>
              <a:xfrm>
                <a:off x="8383584" y="442355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501" name="组合 1500">
              <a:extLst>
                <a:ext uri="{FF2B5EF4-FFF2-40B4-BE49-F238E27FC236}">
                  <a16:creationId xmlns:a16="http://schemas.microsoft.com/office/drawing/2014/main" id="{D66E2741-29BC-45BE-A44F-FC2BC68EBE52}"/>
                </a:ext>
              </a:extLst>
            </p:cNvPr>
            <p:cNvGrpSpPr/>
            <p:nvPr/>
          </p:nvGrpSpPr>
          <p:grpSpPr>
            <a:xfrm>
              <a:off x="8886731" y="1094710"/>
              <a:ext cx="166461" cy="160594"/>
              <a:chOff x="7514892" y="357911"/>
              <a:chExt cx="166461" cy="160594"/>
            </a:xfrm>
          </p:grpSpPr>
          <p:sp>
            <p:nvSpPr>
              <p:cNvPr id="1502" name="矩形 1501">
                <a:extLst>
                  <a:ext uri="{FF2B5EF4-FFF2-40B4-BE49-F238E27FC236}">
                    <a16:creationId xmlns:a16="http://schemas.microsoft.com/office/drawing/2014/main" id="{25C42EE8-5E4C-4521-BAC1-1FB8E3078775}"/>
                  </a:ext>
                </a:extLst>
              </p:cNvPr>
              <p:cNvSpPr/>
              <p:nvPr/>
            </p:nvSpPr>
            <p:spPr>
              <a:xfrm>
                <a:off x="7514892" y="35791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03" name="矩形 1502">
                <a:extLst>
                  <a:ext uri="{FF2B5EF4-FFF2-40B4-BE49-F238E27FC236}">
                    <a16:creationId xmlns:a16="http://schemas.microsoft.com/office/drawing/2014/main" id="{C1AD9A2E-0009-4DD2-B42A-773B5886C59F}"/>
                  </a:ext>
                </a:extLst>
              </p:cNvPr>
              <p:cNvSpPr/>
              <p:nvPr/>
            </p:nvSpPr>
            <p:spPr>
              <a:xfrm>
                <a:off x="7571188" y="35791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04" name="矩形 1503">
                <a:extLst>
                  <a:ext uri="{FF2B5EF4-FFF2-40B4-BE49-F238E27FC236}">
                    <a16:creationId xmlns:a16="http://schemas.microsoft.com/office/drawing/2014/main" id="{103B7928-36F1-445A-AA63-26409CFA53E2}"/>
                  </a:ext>
                </a:extLst>
              </p:cNvPr>
              <p:cNvSpPr/>
              <p:nvPr/>
            </p:nvSpPr>
            <p:spPr>
              <a:xfrm>
                <a:off x="7625057" y="35791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05" name="矩形 1504">
                <a:extLst>
                  <a:ext uri="{FF2B5EF4-FFF2-40B4-BE49-F238E27FC236}">
                    <a16:creationId xmlns:a16="http://schemas.microsoft.com/office/drawing/2014/main" id="{3536F75B-BE93-4E83-832E-4368A867D791}"/>
                  </a:ext>
                </a:extLst>
              </p:cNvPr>
              <p:cNvSpPr/>
              <p:nvPr/>
            </p:nvSpPr>
            <p:spPr>
              <a:xfrm>
                <a:off x="7514892" y="41076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06" name="矩形 1505">
                <a:extLst>
                  <a:ext uri="{FF2B5EF4-FFF2-40B4-BE49-F238E27FC236}">
                    <a16:creationId xmlns:a16="http://schemas.microsoft.com/office/drawing/2014/main" id="{EFA83510-91B5-43BC-A0CE-C6BA75048222}"/>
                  </a:ext>
                </a:extLst>
              </p:cNvPr>
              <p:cNvSpPr/>
              <p:nvPr/>
            </p:nvSpPr>
            <p:spPr>
              <a:xfrm>
                <a:off x="7571188" y="41076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07" name="矩形 1506">
                <a:extLst>
                  <a:ext uri="{FF2B5EF4-FFF2-40B4-BE49-F238E27FC236}">
                    <a16:creationId xmlns:a16="http://schemas.microsoft.com/office/drawing/2014/main" id="{C51A0E1B-F70B-4D01-81B5-405C7B791A01}"/>
                  </a:ext>
                </a:extLst>
              </p:cNvPr>
              <p:cNvSpPr/>
              <p:nvPr/>
            </p:nvSpPr>
            <p:spPr>
              <a:xfrm>
                <a:off x="7625057" y="41076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08" name="矩形 1507">
                <a:extLst>
                  <a:ext uri="{FF2B5EF4-FFF2-40B4-BE49-F238E27FC236}">
                    <a16:creationId xmlns:a16="http://schemas.microsoft.com/office/drawing/2014/main" id="{F3F345DD-2614-4910-B80C-47A1613433C8}"/>
                  </a:ext>
                </a:extLst>
              </p:cNvPr>
              <p:cNvSpPr/>
              <p:nvPr/>
            </p:nvSpPr>
            <p:spPr>
              <a:xfrm>
                <a:off x="7514892" y="46220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09" name="矩形 1508">
                <a:extLst>
                  <a:ext uri="{FF2B5EF4-FFF2-40B4-BE49-F238E27FC236}">
                    <a16:creationId xmlns:a16="http://schemas.microsoft.com/office/drawing/2014/main" id="{B08B7698-EF27-4666-B6C2-E109F4E34B4B}"/>
                  </a:ext>
                </a:extLst>
              </p:cNvPr>
              <p:cNvSpPr/>
              <p:nvPr/>
            </p:nvSpPr>
            <p:spPr>
              <a:xfrm>
                <a:off x="7571188" y="46220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10" name="矩形 1509">
                <a:extLst>
                  <a:ext uri="{FF2B5EF4-FFF2-40B4-BE49-F238E27FC236}">
                    <a16:creationId xmlns:a16="http://schemas.microsoft.com/office/drawing/2014/main" id="{E6719249-8778-4E9C-AE71-ACEBF2261499}"/>
                  </a:ext>
                </a:extLst>
              </p:cNvPr>
              <p:cNvSpPr/>
              <p:nvPr/>
            </p:nvSpPr>
            <p:spPr>
              <a:xfrm>
                <a:off x="7625057" y="46220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11" name="矩形 1510">
                <a:extLst>
                  <a:ext uri="{FF2B5EF4-FFF2-40B4-BE49-F238E27FC236}">
                    <a16:creationId xmlns:a16="http://schemas.microsoft.com/office/drawing/2014/main" id="{FA5DE377-0BF5-48B4-A3C1-CEF20BF44A0E}"/>
                  </a:ext>
                </a:extLst>
              </p:cNvPr>
              <p:cNvSpPr/>
              <p:nvPr/>
            </p:nvSpPr>
            <p:spPr>
              <a:xfrm>
                <a:off x="7514892" y="410292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12" name="矩形 1511">
                <a:extLst>
                  <a:ext uri="{FF2B5EF4-FFF2-40B4-BE49-F238E27FC236}">
                    <a16:creationId xmlns:a16="http://schemas.microsoft.com/office/drawing/2014/main" id="{87145608-DDB9-4A88-B9C0-6BAE0EDFFB33}"/>
                  </a:ext>
                </a:extLst>
              </p:cNvPr>
              <p:cNvSpPr/>
              <p:nvPr/>
            </p:nvSpPr>
            <p:spPr>
              <a:xfrm>
                <a:off x="7571188" y="410292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13" name="矩形 1512">
                <a:extLst>
                  <a:ext uri="{FF2B5EF4-FFF2-40B4-BE49-F238E27FC236}">
                    <a16:creationId xmlns:a16="http://schemas.microsoft.com/office/drawing/2014/main" id="{409C9CA8-BCCD-4984-832E-3325667DD464}"/>
                  </a:ext>
                </a:extLst>
              </p:cNvPr>
              <p:cNvSpPr/>
              <p:nvPr/>
            </p:nvSpPr>
            <p:spPr>
              <a:xfrm>
                <a:off x="7625057" y="410292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514" name="组合 1513">
              <a:extLst>
                <a:ext uri="{FF2B5EF4-FFF2-40B4-BE49-F238E27FC236}">
                  <a16:creationId xmlns:a16="http://schemas.microsoft.com/office/drawing/2014/main" id="{EDB490EC-FC6E-4917-8F1B-3E64D978CF0E}"/>
                </a:ext>
              </a:extLst>
            </p:cNvPr>
            <p:cNvGrpSpPr/>
            <p:nvPr/>
          </p:nvGrpSpPr>
          <p:grpSpPr>
            <a:xfrm>
              <a:off x="8672663" y="1094710"/>
              <a:ext cx="166461" cy="160594"/>
              <a:chOff x="7220381" y="359423"/>
              <a:chExt cx="166461" cy="160594"/>
            </a:xfrm>
          </p:grpSpPr>
          <p:sp>
            <p:nvSpPr>
              <p:cNvPr id="1515" name="矩形 1514">
                <a:extLst>
                  <a:ext uri="{FF2B5EF4-FFF2-40B4-BE49-F238E27FC236}">
                    <a16:creationId xmlns:a16="http://schemas.microsoft.com/office/drawing/2014/main" id="{B1E0317C-AF9C-4E73-989C-55B3A6F05B90}"/>
                  </a:ext>
                </a:extLst>
              </p:cNvPr>
              <p:cNvSpPr/>
              <p:nvPr/>
            </p:nvSpPr>
            <p:spPr>
              <a:xfrm>
                <a:off x="7220381" y="359423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16" name="矩形 1515">
                <a:extLst>
                  <a:ext uri="{FF2B5EF4-FFF2-40B4-BE49-F238E27FC236}">
                    <a16:creationId xmlns:a16="http://schemas.microsoft.com/office/drawing/2014/main" id="{D6DC3244-81D6-4E53-906E-01367164B24B}"/>
                  </a:ext>
                </a:extLst>
              </p:cNvPr>
              <p:cNvSpPr/>
              <p:nvPr/>
            </p:nvSpPr>
            <p:spPr>
              <a:xfrm>
                <a:off x="7276677" y="359423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17" name="矩形 1516">
                <a:extLst>
                  <a:ext uri="{FF2B5EF4-FFF2-40B4-BE49-F238E27FC236}">
                    <a16:creationId xmlns:a16="http://schemas.microsoft.com/office/drawing/2014/main" id="{FA747174-8756-471C-B44D-A133D9A76695}"/>
                  </a:ext>
                </a:extLst>
              </p:cNvPr>
              <p:cNvSpPr/>
              <p:nvPr/>
            </p:nvSpPr>
            <p:spPr>
              <a:xfrm>
                <a:off x="7330546" y="359423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18" name="矩形 1517">
                <a:extLst>
                  <a:ext uri="{FF2B5EF4-FFF2-40B4-BE49-F238E27FC236}">
                    <a16:creationId xmlns:a16="http://schemas.microsoft.com/office/drawing/2014/main" id="{641B39CB-D5AD-4716-AA9C-20CAE6E4A8B5}"/>
                  </a:ext>
                </a:extLst>
              </p:cNvPr>
              <p:cNvSpPr/>
              <p:nvPr/>
            </p:nvSpPr>
            <p:spPr>
              <a:xfrm>
                <a:off x="7220381" y="412273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19" name="矩形 1518">
                <a:extLst>
                  <a:ext uri="{FF2B5EF4-FFF2-40B4-BE49-F238E27FC236}">
                    <a16:creationId xmlns:a16="http://schemas.microsoft.com/office/drawing/2014/main" id="{C0344F42-09B6-4DB3-8540-C6C893D07A78}"/>
                  </a:ext>
                </a:extLst>
              </p:cNvPr>
              <p:cNvSpPr/>
              <p:nvPr/>
            </p:nvSpPr>
            <p:spPr>
              <a:xfrm>
                <a:off x="7276677" y="412273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20" name="矩形 1519">
                <a:extLst>
                  <a:ext uri="{FF2B5EF4-FFF2-40B4-BE49-F238E27FC236}">
                    <a16:creationId xmlns:a16="http://schemas.microsoft.com/office/drawing/2014/main" id="{0AC79B3F-6AA2-4DE2-93E9-0A576ADA0A74}"/>
                  </a:ext>
                </a:extLst>
              </p:cNvPr>
              <p:cNvSpPr/>
              <p:nvPr/>
            </p:nvSpPr>
            <p:spPr>
              <a:xfrm>
                <a:off x="7330546" y="412273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21" name="矩形 1520">
                <a:extLst>
                  <a:ext uri="{FF2B5EF4-FFF2-40B4-BE49-F238E27FC236}">
                    <a16:creationId xmlns:a16="http://schemas.microsoft.com/office/drawing/2014/main" id="{63B20E1C-0607-40F2-AD73-8C9CCF37C9A8}"/>
                  </a:ext>
                </a:extLst>
              </p:cNvPr>
              <p:cNvSpPr/>
              <p:nvPr/>
            </p:nvSpPr>
            <p:spPr>
              <a:xfrm>
                <a:off x="7220381" y="46372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22" name="矩形 1521">
                <a:extLst>
                  <a:ext uri="{FF2B5EF4-FFF2-40B4-BE49-F238E27FC236}">
                    <a16:creationId xmlns:a16="http://schemas.microsoft.com/office/drawing/2014/main" id="{32A6ABDF-0189-4084-9C7C-C5DFDF119A03}"/>
                  </a:ext>
                </a:extLst>
              </p:cNvPr>
              <p:cNvSpPr/>
              <p:nvPr/>
            </p:nvSpPr>
            <p:spPr>
              <a:xfrm>
                <a:off x="7276677" y="46372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23" name="矩形 1522">
                <a:extLst>
                  <a:ext uri="{FF2B5EF4-FFF2-40B4-BE49-F238E27FC236}">
                    <a16:creationId xmlns:a16="http://schemas.microsoft.com/office/drawing/2014/main" id="{824D54E1-5623-46DD-80AE-EC8284F60E5A}"/>
                  </a:ext>
                </a:extLst>
              </p:cNvPr>
              <p:cNvSpPr/>
              <p:nvPr/>
            </p:nvSpPr>
            <p:spPr>
              <a:xfrm>
                <a:off x="7330546" y="46372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524" name="组合 1523">
              <a:extLst>
                <a:ext uri="{FF2B5EF4-FFF2-40B4-BE49-F238E27FC236}">
                  <a16:creationId xmlns:a16="http://schemas.microsoft.com/office/drawing/2014/main" id="{BEC01D8F-0153-45C8-8E07-AD81FCE02C95}"/>
                </a:ext>
              </a:extLst>
            </p:cNvPr>
            <p:cNvGrpSpPr/>
            <p:nvPr/>
          </p:nvGrpSpPr>
          <p:grpSpPr>
            <a:xfrm>
              <a:off x="8458526" y="1094710"/>
              <a:ext cx="166530" cy="160594"/>
              <a:chOff x="6932008" y="362759"/>
              <a:chExt cx="166530" cy="160594"/>
            </a:xfrm>
          </p:grpSpPr>
          <p:sp>
            <p:nvSpPr>
              <p:cNvPr id="1525" name="矩形 1524">
                <a:extLst>
                  <a:ext uri="{FF2B5EF4-FFF2-40B4-BE49-F238E27FC236}">
                    <a16:creationId xmlns:a16="http://schemas.microsoft.com/office/drawing/2014/main" id="{59C9F534-E94D-40D4-AF71-5B3B5711BB68}"/>
                  </a:ext>
                </a:extLst>
              </p:cNvPr>
              <p:cNvSpPr/>
              <p:nvPr/>
            </p:nvSpPr>
            <p:spPr>
              <a:xfrm>
                <a:off x="6932008" y="36275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26" name="矩形 1525">
                <a:extLst>
                  <a:ext uri="{FF2B5EF4-FFF2-40B4-BE49-F238E27FC236}">
                    <a16:creationId xmlns:a16="http://schemas.microsoft.com/office/drawing/2014/main" id="{691C6F63-3105-4E74-8380-7F030F2E11B0}"/>
                  </a:ext>
                </a:extLst>
              </p:cNvPr>
              <p:cNvSpPr/>
              <p:nvPr/>
            </p:nvSpPr>
            <p:spPr>
              <a:xfrm>
                <a:off x="6988304" y="36275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27" name="矩形 1526">
                <a:extLst>
                  <a:ext uri="{FF2B5EF4-FFF2-40B4-BE49-F238E27FC236}">
                    <a16:creationId xmlns:a16="http://schemas.microsoft.com/office/drawing/2014/main" id="{E0D24CC6-4C05-4CBA-BB4E-A998A7522562}"/>
                  </a:ext>
                </a:extLst>
              </p:cNvPr>
              <p:cNvSpPr/>
              <p:nvPr/>
            </p:nvSpPr>
            <p:spPr>
              <a:xfrm>
                <a:off x="7042173" y="36275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28" name="矩形 1527">
                <a:extLst>
                  <a:ext uri="{FF2B5EF4-FFF2-40B4-BE49-F238E27FC236}">
                    <a16:creationId xmlns:a16="http://schemas.microsoft.com/office/drawing/2014/main" id="{4EE7D340-FB64-40FC-BD81-30EB2CCE8C6E}"/>
                  </a:ext>
                </a:extLst>
              </p:cNvPr>
              <p:cNvSpPr/>
              <p:nvPr/>
            </p:nvSpPr>
            <p:spPr>
              <a:xfrm>
                <a:off x="6932008" y="41560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29" name="矩形 1528">
                <a:extLst>
                  <a:ext uri="{FF2B5EF4-FFF2-40B4-BE49-F238E27FC236}">
                    <a16:creationId xmlns:a16="http://schemas.microsoft.com/office/drawing/2014/main" id="{AD7CE564-05E3-4217-8961-023AA5D65999}"/>
                  </a:ext>
                </a:extLst>
              </p:cNvPr>
              <p:cNvSpPr/>
              <p:nvPr/>
            </p:nvSpPr>
            <p:spPr>
              <a:xfrm>
                <a:off x="6988304" y="41560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30" name="矩形 1529">
                <a:extLst>
                  <a:ext uri="{FF2B5EF4-FFF2-40B4-BE49-F238E27FC236}">
                    <a16:creationId xmlns:a16="http://schemas.microsoft.com/office/drawing/2014/main" id="{458164D0-2963-4799-8331-03CE2EBC8FB1}"/>
                  </a:ext>
                </a:extLst>
              </p:cNvPr>
              <p:cNvSpPr/>
              <p:nvPr/>
            </p:nvSpPr>
            <p:spPr>
              <a:xfrm>
                <a:off x="7042173" y="41560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31" name="矩形 1530">
                <a:extLst>
                  <a:ext uri="{FF2B5EF4-FFF2-40B4-BE49-F238E27FC236}">
                    <a16:creationId xmlns:a16="http://schemas.microsoft.com/office/drawing/2014/main" id="{07141BB6-76AF-4B57-8E6F-47124466C666}"/>
                  </a:ext>
                </a:extLst>
              </p:cNvPr>
              <p:cNvSpPr/>
              <p:nvPr/>
            </p:nvSpPr>
            <p:spPr>
              <a:xfrm>
                <a:off x="6932008" y="4670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32" name="矩形 1531">
                <a:extLst>
                  <a:ext uri="{FF2B5EF4-FFF2-40B4-BE49-F238E27FC236}">
                    <a16:creationId xmlns:a16="http://schemas.microsoft.com/office/drawing/2014/main" id="{5AAEF706-9B69-45B7-9894-4A066474A3EE}"/>
                  </a:ext>
                </a:extLst>
              </p:cNvPr>
              <p:cNvSpPr/>
              <p:nvPr/>
            </p:nvSpPr>
            <p:spPr>
              <a:xfrm>
                <a:off x="6988304" y="4670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33" name="矩形 1532">
                <a:extLst>
                  <a:ext uri="{FF2B5EF4-FFF2-40B4-BE49-F238E27FC236}">
                    <a16:creationId xmlns:a16="http://schemas.microsoft.com/office/drawing/2014/main" id="{767ED1CC-30D5-419D-AA61-066D42BB2E2C}"/>
                  </a:ext>
                </a:extLst>
              </p:cNvPr>
              <p:cNvSpPr/>
              <p:nvPr/>
            </p:nvSpPr>
            <p:spPr>
              <a:xfrm>
                <a:off x="7042173" y="4670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34" name="矩形 1533">
                <a:extLst>
                  <a:ext uri="{FF2B5EF4-FFF2-40B4-BE49-F238E27FC236}">
                    <a16:creationId xmlns:a16="http://schemas.microsoft.com/office/drawing/2014/main" id="{D4434404-082F-42D9-8148-F27E89F580EA}"/>
                  </a:ext>
                </a:extLst>
              </p:cNvPr>
              <p:cNvSpPr/>
              <p:nvPr/>
            </p:nvSpPr>
            <p:spPr>
              <a:xfrm>
                <a:off x="6932077" y="363074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35" name="矩形 1534">
                <a:extLst>
                  <a:ext uri="{FF2B5EF4-FFF2-40B4-BE49-F238E27FC236}">
                    <a16:creationId xmlns:a16="http://schemas.microsoft.com/office/drawing/2014/main" id="{4FF66F00-A208-4EEC-A7A2-0DBAA91BB87E}"/>
                  </a:ext>
                </a:extLst>
              </p:cNvPr>
              <p:cNvSpPr/>
              <p:nvPr/>
            </p:nvSpPr>
            <p:spPr>
              <a:xfrm>
                <a:off x="6988373" y="363074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36" name="矩形 1535">
                <a:extLst>
                  <a:ext uri="{FF2B5EF4-FFF2-40B4-BE49-F238E27FC236}">
                    <a16:creationId xmlns:a16="http://schemas.microsoft.com/office/drawing/2014/main" id="{7A24EE96-BB8A-4597-A7C8-05B93EE09A76}"/>
                  </a:ext>
                </a:extLst>
              </p:cNvPr>
              <p:cNvSpPr/>
              <p:nvPr/>
            </p:nvSpPr>
            <p:spPr>
              <a:xfrm>
                <a:off x="7042242" y="415924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550" name="组合 1549">
              <a:extLst>
                <a:ext uri="{FF2B5EF4-FFF2-40B4-BE49-F238E27FC236}">
                  <a16:creationId xmlns:a16="http://schemas.microsoft.com/office/drawing/2014/main" id="{195D032B-7F48-470F-A598-0CA66344741D}"/>
                </a:ext>
              </a:extLst>
            </p:cNvPr>
            <p:cNvGrpSpPr/>
            <p:nvPr/>
          </p:nvGrpSpPr>
          <p:grpSpPr>
            <a:xfrm>
              <a:off x="8244458" y="1094710"/>
              <a:ext cx="166461" cy="160594"/>
              <a:chOff x="6932008" y="623598"/>
              <a:chExt cx="166461" cy="160594"/>
            </a:xfrm>
          </p:grpSpPr>
          <p:sp>
            <p:nvSpPr>
              <p:cNvPr id="1551" name="矩形 1550">
                <a:extLst>
                  <a:ext uri="{FF2B5EF4-FFF2-40B4-BE49-F238E27FC236}">
                    <a16:creationId xmlns:a16="http://schemas.microsoft.com/office/drawing/2014/main" id="{4C6D8088-0F3C-4EE6-9FC7-E79537328CA3}"/>
                  </a:ext>
                </a:extLst>
              </p:cNvPr>
              <p:cNvSpPr/>
              <p:nvPr/>
            </p:nvSpPr>
            <p:spPr>
              <a:xfrm>
                <a:off x="6932008" y="62359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52" name="矩形 1551">
                <a:extLst>
                  <a:ext uri="{FF2B5EF4-FFF2-40B4-BE49-F238E27FC236}">
                    <a16:creationId xmlns:a16="http://schemas.microsoft.com/office/drawing/2014/main" id="{3CFD7F36-FFA6-45A6-BFAE-88F16967D8F5}"/>
                  </a:ext>
                </a:extLst>
              </p:cNvPr>
              <p:cNvSpPr/>
              <p:nvPr/>
            </p:nvSpPr>
            <p:spPr>
              <a:xfrm>
                <a:off x="6988304" y="623598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53" name="矩形 1552">
                <a:extLst>
                  <a:ext uri="{FF2B5EF4-FFF2-40B4-BE49-F238E27FC236}">
                    <a16:creationId xmlns:a16="http://schemas.microsoft.com/office/drawing/2014/main" id="{453F03F2-E383-4F46-87DD-DADC7B95961D}"/>
                  </a:ext>
                </a:extLst>
              </p:cNvPr>
              <p:cNvSpPr/>
              <p:nvPr/>
            </p:nvSpPr>
            <p:spPr>
              <a:xfrm>
                <a:off x="7042173" y="623598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54" name="矩形 1553">
                <a:extLst>
                  <a:ext uri="{FF2B5EF4-FFF2-40B4-BE49-F238E27FC236}">
                    <a16:creationId xmlns:a16="http://schemas.microsoft.com/office/drawing/2014/main" id="{5A6B093B-D893-4A94-AA9C-4A82B884A5DB}"/>
                  </a:ext>
                </a:extLst>
              </p:cNvPr>
              <p:cNvSpPr/>
              <p:nvPr/>
            </p:nvSpPr>
            <p:spPr>
              <a:xfrm>
                <a:off x="6932008" y="67644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55" name="矩形 1554">
                <a:extLst>
                  <a:ext uri="{FF2B5EF4-FFF2-40B4-BE49-F238E27FC236}">
                    <a16:creationId xmlns:a16="http://schemas.microsoft.com/office/drawing/2014/main" id="{DFD4A2E4-410B-47F7-BB89-65B9809F46B3}"/>
                  </a:ext>
                </a:extLst>
              </p:cNvPr>
              <p:cNvSpPr/>
              <p:nvPr/>
            </p:nvSpPr>
            <p:spPr>
              <a:xfrm>
                <a:off x="6988304" y="67644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56" name="矩形 1555">
                <a:extLst>
                  <a:ext uri="{FF2B5EF4-FFF2-40B4-BE49-F238E27FC236}">
                    <a16:creationId xmlns:a16="http://schemas.microsoft.com/office/drawing/2014/main" id="{237E90D3-D7F9-4928-8BB0-2D5C32935671}"/>
                  </a:ext>
                </a:extLst>
              </p:cNvPr>
              <p:cNvSpPr/>
              <p:nvPr/>
            </p:nvSpPr>
            <p:spPr>
              <a:xfrm>
                <a:off x="7042173" y="67644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57" name="矩形 1556">
                <a:extLst>
                  <a:ext uri="{FF2B5EF4-FFF2-40B4-BE49-F238E27FC236}">
                    <a16:creationId xmlns:a16="http://schemas.microsoft.com/office/drawing/2014/main" id="{A5545E03-F767-4226-8B1E-4806F77B86CA}"/>
                  </a:ext>
                </a:extLst>
              </p:cNvPr>
              <p:cNvSpPr/>
              <p:nvPr/>
            </p:nvSpPr>
            <p:spPr>
              <a:xfrm>
                <a:off x="6932008" y="72789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58" name="矩形 1557">
                <a:extLst>
                  <a:ext uri="{FF2B5EF4-FFF2-40B4-BE49-F238E27FC236}">
                    <a16:creationId xmlns:a16="http://schemas.microsoft.com/office/drawing/2014/main" id="{019BE61A-9910-493B-9720-BF392744839E}"/>
                  </a:ext>
                </a:extLst>
              </p:cNvPr>
              <p:cNvSpPr/>
              <p:nvPr/>
            </p:nvSpPr>
            <p:spPr>
              <a:xfrm>
                <a:off x="6988304" y="72789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59" name="矩形 1558">
                <a:extLst>
                  <a:ext uri="{FF2B5EF4-FFF2-40B4-BE49-F238E27FC236}">
                    <a16:creationId xmlns:a16="http://schemas.microsoft.com/office/drawing/2014/main" id="{FCCD258A-7D13-40C1-A410-56F26956F8AB}"/>
                  </a:ext>
                </a:extLst>
              </p:cNvPr>
              <p:cNvSpPr/>
              <p:nvPr/>
            </p:nvSpPr>
            <p:spPr>
              <a:xfrm>
                <a:off x="7042173" y="72789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560" name="组合 1559">
              <a:extLst>
                <a:ext uri="{FF2B5EF4-FFF2-40B4-BE49-F238E27FC236}">
                  <a16:creationId xmlns:a16="http://schemas.microsoft.com/office/drawing/2014/main" id="{C242B8D5-F7D9-4043-A375-2389C67151C9}"/>
                </a:ext>
              </a:extLst>
            </p:cNvPr>
            <p:cNvGrpSpPr/>
            <p:nvPr/>
          </p:nvGrpSpPr>
          <p:grpSpPr>
            <a:xfrm>
              <a:off x="8030390" y="1094710"/>
              <a:ext cx="166461" cy="160594"/>
              <a:chOff x="6621719" y="651746"/>
              <a:chExt cx="166461" cy="160594"/>
            </a:xfrm>
          </p:grpSpPr>
          <p:sp>
            <p:nvSpPr>
              <p:cNvPr id="1561" name="矩形 1560">
                <a:extLst>
                  <a:ext uri="{FF2B5EF4-FFF2-40B4-BE49-F238E27FC236}">
                    <a16:creationId xmlns:a16="http://schemas.microsoft.com/office/drawing/2014/main" id="{BA3B9A87-6622-41DB-891E-0BE10061D4DA}"/>
                  </a:ext>
                </a:extLst>
              </p:cNvPr>
              <p:cNvSpPr/>
              <p:nvPr/>
            </p:nvSpPr>
            <p:spPr>
              <a:xfrm>
                <a:off x="6621719" y="65174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62" name="矩形 1561">
                <a:extLst>
                  <a:ext uri="{FF2B5EF4-FFF2-40B4-BE49-F238E27FC236}">
                    <a16:creationId xmlns:a16="http://schemas.microsoft.com/office/drawing/2014/main" id="{8EC35485-33C0-4225-AC3B-E8DD7C04403C}"/>
                  </a:ext>
                </a:extLst>
              </p:cNvPr>
              <p:cNvSpPr/>
              <p:nvPr/>
            </p:nvSpPr>
            <p:spPr>
              <a:xfrm>
                <a:off x="6678015" y="65174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63" name="矩形 1562">
                <a:extLst>
                  <a:ext uri="{FF2B5EF4-FFF2-40B4-BE49-F238E27FC236}">
                    <a16:creationId xmlns:a16="http://schemas.microsoft.com/office/drawing/2014/main" id="{DCA5B803-09BF-43BA-B57A-9E0663EDA06C}"/>
                  </a:ext>
                </a:extLst>
              </p:cNvPr>
              <p:cNvSpPr/>
              <p:nvPr/>
            </p:nvSpPr>
            <p:spPr>
              <a:xfrm>
                <a:off x="6731884" y="651746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64" name="矩形 1563">
                <a:extLst>
                  <a:ext uri="{FF2B5EF4-FFF2-40B4-BE49-F238E27FC236}">
                    <a16:creationId xmlns:a16="http://schemas.microsoft.com/office/drawing/2014/main" id="{91EB1E24-E7E5-4373-880D-92EB4E8C51E7}"/>
                  </a:ext>
                </a:extLst>
              </p:cNvPr>
              <p:cNvSpPr/>
              <p:nvPr/>
            </p:nvSpPr>
            <p:spPr>
              <a:xfrm>
                <a:off x="6621719" y="70459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65" name="矩形 1564">
                <a:extLst>
                  <a:ext uri="{FF2B5EF4-FFF2-40B4-BE49-F238E27FC236}">
                    <a16:creationId xmlns:a16="http://schemas.microsoft.com/office/drawing/2014/main" id="{8BC66AEA-0205-478E-8468-E3D2FB36FC52}"/>
                  </a:ext>
                </a:extLst>
              </p:cNvPr>
              <p:cNvSpPr/>
              <p:nvPr/>
            </p:nvSpPr>
            <p:spPr>
              <a:xfrm>
                <a:off x="6678015" y="70459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66" name="矩形 1565">
                <a:extLst>
                  <a:ext uri="{FF2B5EF4-FFF2-40B4-BE49-F238E27FC236}">
                    <a16:creationId xmlns:a16="http://schemas.microsoft.com/office/drawing/2014/main" id="{7CD391F0-69F2-47CA-BD84-57F7BD3F07C6}"/>
                  </a:ext>
                </a:extLst>
              </p:cNvPr>
              <p:cNvSpPr/>
              <p:nvPr/>
            </p:nvSpPr>
            <p:spPr>
              <a:xfrm>
                <a:off x="6731884" y="70459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67" name="矩形 1566">
                <a:extLst>
                  <a:ext uri="{FF2B5EF4-FFF2-40B4-BE49-F238E27FC236}">
                    <a16:creationId xmlns:a16="http://schemas.microsoft.com/office/drawing/2014/main" id="{FD02D359-3638-4E6C-BB7E-DA3BDC23E404}"/>
                  </a:ext>
                </a:extLst>
              </p:cNvPr>
              <p:cNvSpPr/>
              <p:nvPr/>
            </p:nvSpPr>
            <p:spPr>
              <a:xfrm>
                <a:off x="6621719" y="75604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68" name="矩形 1567">
                <a:extLst>
                  <a:ext uri="{FF2B5EF4-FFF2-40B4-BE49-F238E27FC236}">
                    <a16:creationId xmlns:a16="http://schemas.microsoft.com/office/drawing/2014/main" id="{A7F25D98-0B33-4A04-B3BE-57B2A7536807}"/>
                  </a:ext>
                </a:extLst>
              </p:cNvPr>
              <p:cNvSpPr/>
              <p:nvPr/>
            </p:nvSpPr>
            <p:spPr>
              <a:xfrm>
                <a:off x="6678015" y="75604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69" name="矩形 1568">
                <a:extLst>
                  <a:ext uri="{FF2B5EF4-FFF2-40B4-BE49-F238E27FC236}">
                    <a16:creationId xmlns:a16="http://schemas.microsoft.com/office/drawing/2014/main" id="{C7A73BB8-8071-41E7-B03D-EB27B63C5386}"/>
                  </a:ext>
                </a:extLst>
              </p:cNvPr>
              <p:cNvSpPr/>
              <p:nvPr/>
            </p:nvSpPr>
            <p:spPr>
              <a:xfrm>
                <a:off x="6731884" y="75604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570" name="组合 1569">
              <a:extLst>
                <a:ext uri="{FF2B5EF4-FFF2-40B4-BE49-F238E27FC236}">
                  <a16:creationId xmlns:a16="http://schemas.microsoft.com/office/drawing/2014/main" id="{263BE1C8-DF3C-4C4D-B091-73216A46AD48}"/>
                </a:ext>
              </a:extLst>
            </p:cNvPr>
            <p:cNvGrpSpPr/>
            <p:nvPr/>
          </p:nvGrpSpPr>
          <p:grpSpPr>
            <a:xfrm>
              <a:off x="7174118" y="1094710"/>
              <a:ext cx="166461" cy="160594"/>
              <a:chOff x="6316633" y="354406"/>
              <a:chExt cx="166461" cy="160594"/>
            </a:xfrm>
          </p:grpSpPr>
          <p:sp>
            <p:nvSpPr>
              <p:cNvPr id="1571" name="矩形 1570">
                <a:extLst>
                  <a:ext uri="{FF2B5EF4-FFF2-40B4-BE49-F238E27FC236}">
                    <a16:creationId xmlns:a16="http://schemas.microsoft.com/office/drawing/2014/main" id="{210414EE-B6FF-4D64-8371-8D24D3512AAA}"/>
                  </a:ext>
                </a:extLst>
              </p:cNvPr>
              <p:cNvSpPr/>
              <p:nvPr/>
            </p:nvSpPr>
            <p:spPr>
              <a:xfrm>
                <a:off x="6316633" y="3544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72" name="矩形 1571">
                <a:extLst>
                  <a:ext uri="{FF2B5EF4-FFF2-40B4-BE49-F238E27FC236}">
                    <a16:creationId xmlns:a16="http://schemas.microsoft.com/office/drawing/2014/main" id="{134F1D21-FD1C-478A-90AB-8ED4EC1E1838}"/>
                  </a:ext>
                </a:extLst>
              </p:cNvPr>
              <p:cNvSpPr/>
              <p:nvPr/>
            </p:nvSpPr>
            <p:spPr>
              <a:xfrm>
                <a:off x="6372929" y="3544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73" name="矩形 1572">
                <a:extLst>
                  <a:ext uri="{FF2B5EF4-FFF2-40B4-BE49-F238E27FC236}">
                    <a16:creationId xmlns:a16="http://schemas.microsoft.com/office/drawing/2014/main" id="{FF8A0F7F-4A37-4D24-98AD-2B7CC1752AF3}"/>
                  </a:ext>
                </a:extLst>
              </p:cNvPr>
              <p:cNvSpPr/>
              <p:nvPr/>
            </p:nvSpPr>
            <p:spPr>
              <a:xfrm>
                <a:off x="6426798" y="3544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74" name="矩形 1573">
                <a:extLst>
                  <a:ext uri="{FF2B5EF4-FFF2-40B4-BE49-F238E27FC236}">
                    <a16:creationId xmlns:a16="http://schemas.microsoft.com/office/drawing/2014/main" id="{4E931A26-64DB-49C0-A542-084EBD2500DB}"/>
                  </a:ext>
                </a:extLst>
              </p:cNvPr>
              <p:cNvSpPr/>
              <p:nvPr/>
            </p:nvSpPr>
            <p:spPr>
              <a:xfrm>
                <a:off x="6316633" y="4072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75" name="矩形 1574">
                <a:extLst>
                  <a:ext uri="{FF2B5EF4-FFF2-40B4-BE49-F238E27FC236}">
                    <a16:creationId xmlns:a16="http://schemas.microsoft.com/office/drawing/2014/main" id="{D1EAB280-A65F-44AB-AE1F-55BA530AF2EB}"/>
                  </a:ext>
                </a:extLst>
              </p:cNvPr>
              <p:cNvSpPr/>
              <p:nvPr/>
            </p:nvSpPr>
            <p:spPr>
              <a:xfrm>
                <a:off x="6372929" y="4072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76" name="矩形 1575">
                <a:extLst>
                  <a:ext uri="{FF2B5EF4-FFF2-40B4-BE49-F238E27FC236}">
                    <a16:creationId xmlns:a16="http://schemas.microsoft.com/office/drawing/2014/main" id="{98523E85-A978-4B97-86BF-FF1D8F58DFB6}"/>
                  </a:ext>
                </a:extLst>
              </p:cNvPr>
              <p:cNvSpPr/>
              <p:nvPr/>
            </p:nvSpPr>
            <p:spPr>
              <a:xfrm>
                <a:off x="6426798" y="4072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77" name="矩形 1576">
                <a:extLst>
                  <a:ext uri="{FF2B5EF4-FFF2-40B4-BE49-F238E27FC236}">
                    <a16:creationId xmlns:a16="http://schemas.microsoft.com/office/drawing/2014/main" id="{CE90C2D8-AE6C-4166-BC81-D7BD3FCA1A33}"/>
                  </a:ext>
                </a:extLst>
              </p:cNvPr>
              <p:cNvSpPr/>
              <p:nvPr/>
            </p:nvSpPr>
            <p:spPr>
              <a:xfrm>
                <a:off x="6316633" y="4587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78" name="矩形 1577">
                <a:extLst>
                  <a:ext uri="{FF2B5EF4-FFF2-40B4-BE49-F238E27FC236}">
                    <a16:creationId xmlns:a16="http://schemas.microsoft.com/office/drawing/2014/main" id="{B1C5D034-DD44-4367-A96F-4400D507C68C}"/>
                  </a:ext>
                </a:extLst>
              </p:cNvPr>
              <p:cNvSpPr/>
              <p:nvPr/>
            </p:nvSpPr>
            <p:spPr>
              <a:xfrm>
                <a:off x="6372929" y="4587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79" name="矩形 1578">
                <a:extLst>
                  <a:ext uri="{FF2B5EF4-FFF2-40B4-BE49-F238E27FC236}">
                    <a16:creationId xmlns:a16="http://schemas.microsoft.com/office/drawing/2014/main" id="{1C8C05F3-1607-4985-BC18-E35AC890F1FB}"/>
                  </a:ext>
                </a:extLst>
              </p:cNvPr>
              <p:cNvSpPr/>
              <p:nvPr/>
            </p:nvSpPr>
            <p:spPr>
              <a:xfrm>
                <a:off x="6426798" y="4587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580" name="组合 1579">
              <a:extLst>
                <a:ext uri="{FF2B5EF4-FFF2-40B4-BE49-F238E27FC236}">
                  <a16:creationId xmlns:a16="http://schemas.microsoft.com/office/drawing/2014/main" id="{725D901D-E93F-4D76-8F89-BF5AB01E66BA}"/>
                </a:ext>
              </a:extLst>
            </p:cNvPr>
            <p:cNvGrpSpPr/>
            <p:nvPr/>
          </p:nvGrpSpPr>
          <p:grpSpPr>
            <a:xfrm>
              <a:off x="7388186" y="1094710"/>
              <a:ext cx="166461" cy="160594"/>
              <a:chOff x="6316633" y="354406"/>
              <a:chExt cx="166461" cy="160594"/>
            </a:xfrm>
          </p:grpSpPr>
          <p:sp>
            <p:nvSpPr>
              <p:cNvPr id="1581" name="矩形 1580">
                <a:extLst>
                  <a:ext uri="{FF2B5EF4-FFF2-40B4-BE49-F238E27FC236}">
                    <a16:creationId xmlns:a16="http://schemas.microsoft.com/office/drawing/2014/main" id="{16CD3196-B189-461F-B34D-83D92366B9EE}"/>
                  </a:ext>
                </a:extLst>
              </p:cNvPr>
              <p:cNvSpPr/>
              <p:nvPr/>
            </p:nvSpPr>
            <p:spPr>
              <a:xfrm>
                <a:off x="6316633" y="3544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82" name="矩形 1581">
                <a:extLst>
                  <a:ext uri="{FF2B5EF4-FFF2-40B4-BE49-F238E27FC236}">
                    <a16:creationId xmlns:a16="http://schemas.microsoft.com/office/drawing/2014/main" id="{D7561F7C-D47A-4848-A2A8-B58C26DBC419}"/>
                  </a:ext>
                </a:extLst>
              </p:cNvPr>
              <p:cNvSpPr/>
              <p:nvPr/>
            </p:nvSpPr>
            <p:spPr>
              <a:xfrm>
                <a:off x="6372929" y="3544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83" name="矩形 1582">
                <a:extLst>
                  <a:ext uri="{FF2B5EF4-FFF2-40B4-BE49-F238E27FC236}">
                    <a16:creationId xmlns:a16="http://schemas.microsoft.com/office/drawing/2014/main" id="{72F9DBBA-2D02-4737-9BE8-6E9CB860D2EC}"/>
                  </a:ext>
                </a:extLst>
              </p:cNvPr>
              <p:cNvSpPr/>
              <p:nvPr/>
            </p:nvSpPr>
            <p:spPr>
              <a:xfrm>
                <a:off x="6426798" y="3544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84" name="矩形 1583">
                <a:extLst>
                  <a:ext uri="{FF2B5EF4-FFF2-40B4-BE49-F238E27FC236}">
                    <a16:creationId xmlns:a16="http://schemas.microsoft.com/office/drawing/2014/main" id="{DADB1281-621A-406D-8E71-148331E24250}"/>
                  </a:ext>
                </a:extLst>
              </p:cNvPr>
              <p:cNvSpPr/>
              <p:nvPr/>
            </p:nvSpPr>
            <p:spPr>
              <a:xfrm>
                <a:off x="6316633" y="4072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85" name="矩形 1584">
                <a:extLst>
                  <a:ext uri="{FF2B5EF4-FFF2-40B4-BE49-F238E27FC236}">
                    <a16:creationId xmlns:a16="http://schemas.microsoft.com/office/drawing/2014/main" id="{B443AA75-8493-4677-8070-7404EFA8306A}"/>
                  </a:ext>
                </a:extLst>
              </p:cNvPr>
              <p:cNvSpPr/>
              <p:nvPr/>
            </p:nvSpPr>
            <p:spPr>
              <a:xfrm>
                <a:off x="6372929" y="4072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86" name="矩形 1585">
                <a:extLst>
                  <a:ext uri="{FF2B5EF4-FFF2-40B4-BE49-F238E27FC236}">
                    <a16:creationId xmlns:a16="http://schemas.microsoft.com/office/drawing/2014/main" id="{AB50277D-8C83-449D-8703-53860738825F}"/>
                  </a:ext>
                </a:extLst>
              </p:cNvPr>
              <p:cNvSpPr/>
              <p:nvPr/>
            </p:nvSpPr>
            <p:spPr>
              <a:xfrm>
                <a:off x="6426798" y="4072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87" name="矩形 1586">
                <a:extLst>
                  <a:ext uri="{FF2B5EF4-FFF2-40B4-BE49-F238E27FC236}">
                    <a16:creationId xmlns:a16="http://schemas.microsoft.com/office/drawing/2014/main" id="{185A4AB0-AC7E-46CB-8348-E3267B4FBDDA}"/>
                  </a:ext>
                </a:extLst>
              </p:cNvPr>
              <p:cNvSpPr/>
              <p:nvPr/>
            </p:nvSpPr>
            <p:spPr>
              <a:xfrm>
                <a:off x="6316633" y="4587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88" name="矩形 1587">
                <a:extLst>
                  <a:ext uri="{FF2B5EF4-FFF2-40B4-BE49-F238E27FC236}">
                    <a16:creationId xmlns:a16="http://schemas.microsoft.com/office/drawing/2014/main" id="{FC7B3341-217E-4BEF-9153-F961C46FC86C}"/>
                  </a:ext>
                </a:extLst>
              </p:cNvPr>
              <p:cNvSpPr/>
              <p:nvPr/>
            </p:nvSpPr>
            <p:spPr>
              <a:xfrm>
                <a:off x="6372929" y="4587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89" name="矩形 1588">
                <a:extLst>
                  <a:ext uri="{FF2B5EF4-FFF2-40B4-BE49-F238E27FC236}">
                    <a16:creationId xmlns:a16="http://schemas.microsoft.com/office/drawing/2014/main" id="{9B714D01-985D-4D34-981D-4F13780CB42F}"/>
                  </a:ext>
                </a:extLst>
              </p:cNvPr>
              <p:cNvSpPr/>
              <p:nvPr/>
            </p:nvSpPr>
            <p:spPr>
              <a:xfrm>
                <a:off x="6426798" y="4587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590" name="组合 1589">
              <a:extLst>
                <a:ext uri="{FF2B5EF4-FFF2-40B4-BE49-F238E27FC236}">
                  <a16:creationId xmlns:a16="http://schemas.microsoft.com/office/drawing/2014/main" id="{06DF64A4-EE8D-4AC9-8105-60821C46C085}"/>
                </a:ext>
              </a:extLst>
            </p:cNvPr>
            <p:cNvGrpSpPr/>
            <p:nvPr/>
          </p:nvGrpSpPr>
          <p:grpSpPr>
            <a:xfrm>
              <a:off x="7602254" y="1094710"/>
              <a:ext cx="166461" cy="160594"/>
              <a:chOff x="6316633" y="354406"/>
              <a:chExt cx="166461" cy="160594"/>
            </a:xfrm>
          </p:grpSpPr>
          <p:sp>
            <p:nvSpPr>
              <p:cNvPr id="1591" name="矩形 1590">
                <a:extLst>
                  <a:ext uri="{FF2B5EF4-FFF2-40B4-BE49-F238E27FC236}">
                    <a16:creationId xmlns:a16="http://schemas.microsoft.com/office/drawing/2014/main" id="{14E9F314-AAFF-47EF-9D38-2B7D6B00F53F}"/>
                  </a:ext>
                </a:extLst>
              </p:cNvPr>
              <p:cNvSpPr/>
              <p:nvPr/>
            </p:nvSpPr>
            <p:spPr>
              <a:xfrm>
                <a:off x="6316633" y="3544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92" name="矩形 1591">
                <a:extLst>
                  <a:ext uri="{FF2B5EF4-FFF2-40B4-BE49-F238E27FC236}">
                    <a16:creationId xmlns:a16="http://schemas.microsoft.com/office/drawing/2014/main" id="{66645C4D-02DC-4EE6-89C0-28F4C2E81AC0}"/>
                  </a:ext>
                </a:extLst>
              </p:cNvPr>
              <p:cNvSpPr/>
              <p:nvPr/>
            </p:nvSpPr>
            <p:spPr>
              <a:xfrm>
                <a:off x="6372929" y="3544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93" name="矩形 1592">
                <a:extLst>
                  <a:ext uri="{FF2B5EF4-FFF2-40B4-BE49-F238E27FC236}">
                    <a16:creationId xmlns:a16="http://schemas.microsoft.com/office/drawing/2014/main" id="{C4B1F634-BE08-4998-94AC-68E2DF3834FE}"/>
                  </a:ext>
                </a:extLst>
              </p:cNvPr>
              <p:cNvSpPr/>
              <p:nvPr/>
            </p:nvSpPr>
            <p:spPr>
              <a:xfrm>
                <a:off x="6426798" y="3544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94" name="矩形 1593">
                <a:extLst>
                  <a:ext uri="{FF2B5EF4-FFF2-40B4-BE49-F238E27FC236}">
                    <a16:creationId xmlns:a16="http://schemas.microsoft.com/office/drawing/2014/main" id="{68EFEAE8-9083-46C4-AAEC-579387B1C23D}"/>
                  </a:ext>
                </a:extLst>
              </p:cNvPr>
              <p:cNvSpPr/>
              <p:nvPr/>
            </p:nvSpPr>
            <p:spPr>
              <a:xfrm>
                <a:off x="6316633" y="4072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95" name="矩形 1594">
                <a:extLst>
                  <a:ext uri="{FF2B5EF4-FFF2-40B4-BE49-F238E27FC236}">
                    <a16:creationId xmlns:a16="http://schemas.microsoft.com/office/drawing/2014/main" id="{DBE96D0B-58D4-4FF6-BE27-9E92C2816D41}"/>
                  </a:ext>
                </a:extLst>
              </p:cNvPr>
              <p:cNvSpPr/>
              <p:nvPr/>
            </p:nvSpPr>
            <p:spPr>
              <a:xfrm>
                <a:off x="6372929" y="4072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96" name="矩形 1595">
                <a:extLst>
                  <a:ext uri="{FF2B5EF4-FFF2-40B4-BE49-F238E27FC236}">
                    <a16:creationId xmlns:a16="http://schemas.microsoft.com/office/drawing/2014/main" id="{F2DAE73F-2F4C-450C-94D8-F81702315DB6}"/>
                  </a:ext>
                </a:extLst>
              </p:cNvPr>
              <p:cNvSpPr/>
              <p:nvPr/>
            </p:nvSpPr>
            <p:spPr>
              <a:xfrm>
                <a:off x="6426798" y="4072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97" name="矩形 1596">
                <a:extLst>
                  <a:ext uri="{FF2B5EF4-FFF2-40B4-BE49-F238E27FC236}">
                    <a16:creationId xmlns:a16="http://schemas.microsoft.com/office/drawing/2014/main" id="{43B328DB-545E-41F7-AB83-E8F90C3ACDB3}"/>
                  </a:ext>
                </a:extLst>
              </p:cNvPr>
              <p:cNvSpPr/>
              <p:nvPr/>
            </p:nvSpPr>
            <p:spPr>
              <a:xfrm>
                <a:off x="6316633" y="4587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98" name="矩形 1597">
                <a:extLst>
                  <a:ext uri="{FF2B5EF4-FFF2-40B4-BE49-F238E27FC236}">
                    <a16:creationId xmlns:a16="http://schemas.microsoft.com/office/drawing/2014/main" id="{DFD97659-2143-4BD9-A183-0666C1978AEB}"/>
                  </a:ext>
                </a:extLst>
              </p:cNvPr>
              <p:cNvSpPr/>
              <p:nvPr/>
            </p:nvSpPr>
            <p:spPr>
              <a:xfrm>
                <a:off x="6372929" y="4587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99" name="矩形 1598">
                <a:extLst>
                  <a:ext uri="{FF2B5EF4-FFF2-40B4-BE49-F238E27FC236}">
                    <a16:creationId xmlns:a16="http://schemas.microsoft.com/office/drawing/2014/main" id="{A31324CF-0459-4CA3-8926-4B8DF2D1C019}"/>
                  </a:ext>
                </a:extLst>
              </p:cNvPr>
              <p:cNvSpPr/>
              <p:nvPr/>
            </p:nvSpPr>
            <p:spPr>
              <a:xfrm>
                <a:off x="6426798" y="4587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600" name="组合 1599">
              <a:extLst>
                <a:ext uri="{FF2B5EF4-FFF2-40B4-BE49-F238E27FC236}">
                  <a16:creationId xmlns:a16="http://schemas.microsoft.com/office/drawing/2014/main" id="{1CAB68BC-D2CA-431E-8340-03DBDC0811B7}"/>
                </a:ext>
              </a:extLst>
            </p:cNvPr>
            <p:cNvGrpSpPr/>
            <p:nvPr/>
          </p:nvGrpSpPr>
          <p:grpSpPr>
            <a:xfrm>
              <a:off x="7816322" y="1094710"/>
              <a:ext cx="166461" cy="160594"/>
              <a:chOff x="6316633" y="354406"/>
              <a:chExt cx="166461" cy="160594"/>
            </a:xfrm>
          </p:grpSpPr>
          <p:sp>
            <p:nvSpPr>
              <p:cNvPr id="1601" name="矩形 1600">
                <a:extLst>
                  <a:ext uri="{FF2B5EF4-FFF2-40B4-BE49-F238E27FC236}">
                    <a16:creationId xmlns:a16="http://schemas.microsoft.com/office/drawing/2014/main" id="{875FCFF6-B488-4BA9-9B72-AE577AA5ADFC}"/>
                  </a:ext>
                </a:extLst>
              </p:cNvPr>
              <p:cNvSpPr/>
              <p:nvPr/>
            </p:nvSpPr>
            <p:spPr>
              <a:xfrm>
                <a:off x="6316633" y="3544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02" name="矩形 1601">
                <a:extLst>
                  <a:ext uri="{FF2B5EF4-FFF2-40B4-BE49-F238E27FC236}">
                    <a16:creationId xmlns:a16="http://schemas.microsoft.com/office/drawing/2014/main" id="{658ECF68-8894-4BBB-B21B-69D11CD403E9}"/>
                  </a:ext>
                </a:extLst>
              </p:cNvPr>
              <p:cNvSpPr/>
              <p:nvPr/>
            </p:nvSpPr>
            <p:spPr>
              <a:xfrm>
                <a:off x="6372929" y="3544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03" name="矩形 1602">
                <a:extLst>
                  <a:ext uri="{FF2B5EF4-FFF2-40B4-BE49-F238E27FC236}">
                    <a16:creationId xmlns:a16="http://schemas.microsoft.com/office/drawing/2014/main" id="{B6A5A86B-6DCF-4FD7-8A33-05408DDF99CA}"/>
                  </a:ext>
                </a:extLst>
              </p:cNvPr>
              <p:cNvSpPr/>
              <p:nvPr/>
            </p:nvSpPr>
            <p:spPr>
              <a:xfrm>
                <a:off x="6426798" y="3544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04" name="矩形 1603">
                <a:extLst>
                  <a:ext uri="{FF2B5EF4-FFF2-40B4-BE49-F238E27FC236}">
                    <a16:creationId xmlns:a16="http://schemas.microsoft.com/office/drawing/2014/main" id="{1090D579-F06E-457A-B070-137AD2150EC4}"/>
                  </a:ext>
                </a:extLst>
              </p:cNvPr>
              <p:cNvSpPr/>
              <p:nvPr/>
            </p:nvSpPr>
            <p:spPr>
              <a:xfrm>
                <a:off x="6316633" y="4072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05" name="矩形 1604">
                <a:extLst>
                  <a:ext uri="{FF2B5EF4-FFF2-40B4-BE49-F238E27FC236}">
                    <a16:creationId xmlns:a16="http://schemas.microsoft.com/office/drawing/2014/main" id="{7B7E6172-7BE5-4F8F-ACEC-2A6492DD651D}"/>
                  </a:ext>
                </a:extLst>
              </p:cNvPr>
              <p:cNvSpPr/>
              <p:nvPr/>
            </p:nvSpPr>
            <p:spPr>
              <a:xfrm>
                <a:off x="6372929" y="4072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06" name="矩形 1605">
                <a:extLst>
                  <a:ext uri="{FF2B5EF4-FFF2-40B4-BE49-F238E27FC236}">
                    <a16:creationId xmlns:a16="http://schemas.microsoft.com/office/drawing/2014/main" id="{5724A4D1-62FB-4E5F-A2AD-7B34BB536309}"/>
                  </a:ext>
                </a:extLst>
              </p:cNvPr>
              <p:cNvSpPr/>
              <p:nvPr/>
            </p:nvSpPr>
            <p:spPr>
              <a:xfrm>
                <a:off x="6426798" y="4072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07" name="矩形 1606">
                <a:extLst>
                  <a:ext uri="{FF2B5EF4-FFF2-40B4-BE49-F238E27FC236}">
                    <a16:creationId xmlns:a16="http://schemas.microsoft.com/office/drawing/2014/main" id="{98AC82F9-6B3C-4CA2-A744-E8E23CF3AB04}"/>
                  </a:ext>
                </a:extLst>
              </p:cNvPr>
              <p:cNvSpPr/>
              <p:nvPr/>
            </p:nvSpPr>
            <p:spPr>
              <a:xfrm>
                <a:off x="6316633" y="4587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08" name="矩形 1607">
                <a:extLst>
                  <a:ext uri="{FF2B5EF4-FFF2-40B4-BE49-F238E27FC236}">
                    <a16:creationId xmlns:a16="http://schemas.microsoft.com/office/drawing/2014/main" id="{2EF2C1FE-0677-4D19-8F4F-C0BE9E8E2996}"/>
                  </a:ext>
                </a:extLst>
              </p:cNvPr>
              <p:cNvSpPr/>
              <p:nvPr/>
            </p:nvSpPr>
            <p:spPr>
              <a:xfrm>
                <a:off x="6372929" y="4587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09" name="矩形 1608">
                <a:extLst>
                  <a:ext uri="{FF2B5EF4-FFF2-40B4-BE49-F238E27FC236}">
                    <a16:creationId xmlns:a16="http://schemas.microsoft.com/office/drawing/2014/main" id="{73E23025-B24A-4C36-969C-D4F3C34B9522}"/>
                  </a:ext>
                </a:extLst>
              </p:cNvPr>
              <p:cNvSpPr/>
              <p:nvPr/>
            </p:nvSpPr>
            <p:spPr>
              <a:xfrm>
                <a:off x="6426798" y="4587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630" name="组合 1629">
              <a:extLst>
                <a:ext uri="{FF2B5EF4-FFF2-40B4-BE49-F238E27FC236}">
                  <a16:creationId xmlns:a16="http://schemas.microsoft.com/office/drawing/2014/main" id="{3276D12A-16B4-4B5E-B491-A053B8DE4893}"/>
                </a:ext>
              </a:extLst>
            </p:cNvPr>
            <p:cNvGrpSpPr/>
            <p:nvPr/>
          </p:nvGrpSpPr>
          <p:grpSpPr>
            <a:xfrm>
              <a:off x="6317846" y="1303121"/>
              <a:ext cx="166461" cy="160594"/>
              <a:chOff x="7514892" y="357911"/>
              <a:chExt cx="166461" cy="160594"/>
            </a:xfrm>
          </p:grpSpPr>
          <p:sp>
            <p:nvSpPr>
              <p:cNvPr id="1631" name="矩形 1630">
                <a:extLst>
                  <a:ext uri="{FF2B5EF4-FFF2-40B4-BE49-F238E27FC236}">
                    <a16:creationId xmlns:a16="http://schemas.microsoft.com/office/drawing/2014/main" id="{4EFE9938-0B1A-4682-8A55-A1D31893CC72}"/>
                  </a:ext>
                </a:extLst>
              </p:cNvPr>
              <p:cNvSpPr/>
              <p:nvPr/>
            </p:nvSpPr>
            <p:spPr>
              <a:xfrm>
                <a:off x="7514892" y="35791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32" name="矩形 1631">
                <a:extLst>
                  <a:ext uri="{FF2B5EF4-FFF2-40B4-BE49-F238E27FC236}">
                    <a16:creationId xmlns:a16="http://schemas.microsoft.com/office/drawing/2014/main" id="{C2862E21-D517-4AAE-817D-BA3D44ACE0E5}"/>
                  </a:ext>
                </a:extLst>
              </p:cNvPr>
              <p:cNvSpPr/>
              <p:nvPr/>
            </p:nvSpPr>
            <p:spPr>
              <a:xfrm>
                <a:off x="7571188" y="35791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33" name="矩形 1632">
                <a:extLst>
                  <a:ext uri="{FF2B5EF4-FFF2-40B4-BE49-F238E27FC236}">
                    <a16:creationId xmlns:a16="http://schemas.microsoft.com/office/drawing/2014/main" id="{4BA8185F-9109-48E5-AE86-3237BB78FCC3}"/>
                  </a:ext>
                </a:extLst>
              </p:cNvPr>
              <p:cNvSpPr/>
              <p:nvPr/>
            </p:nvSpPr>
            <p:spPr>
              <a:xfrm>
                <a:off x="7625057" y="35791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34" name="矩形 1633">
                <a:extLst>
                  <a:ext uri="{FF2B5EF4-FFF2-40B4-BE49-F238E27FC236}">
                    <a16:creationId xmlns:a16="http://schemas.microsoft.com/office/drawing/2014/main" id="{FA73B7D2-DCAF-4772-8812-787A28628D03}"/>
                  </a:ext>
                </a:extLst>
              </p:cNvPr>
              <p:cNvSpPr/>
              <p:nvPr/>
            </p:nvSpPr>
            <p:spPr>
              <a:xfrm>
                <a:off x="7514892" y="41076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35" name="矩形 1634">
                <a:extLst>
                  <a:ext uri="{FF2B5EF4-FFF2-40B4-BE49-F238E27FC236}">
                    <a16:creationId xmlns:a16="http://schemas.microsoft.com/office/drawing/2014/main" id="{C9C6C729-40F4-4278-86EC-38FA823A9DAA}"/>
                  </a:ext>
                </a:extLst>
              </p:cNvPr>
              <p:cNvSpPr/>
              <p:nvPr/>
            </p:nvSpPr>
            <p:spPr>
              <a:xfrm>
                <a:off x="7571188" y="41076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36" name="矩形 1635">
                <a:extLst>
                  <a:ext uri="{FF2B5EF4-FFF2-40B4-BE49-F238E27FC236}">
                    <a16:creationId xmlns:a16="http://schemas.microsoft.com/office/drawing/2014/main" id="{7410D841-5A0A-4CF1-821D-0F716CE853A6}"/>
                  </a:ext>
                </a:extLst>
              </p:cNvPr>
              <p:cNvSpPr/>
              <p:nvPr/>
            </p:nvSpPr>
            <p:spPr>
              <a:xfrm>
                <a:off x="7625057" y="41076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37" name="矩形 1636">
                <a:extLst>
                  <a:ext uri="{FF2B5EF4-FFF2-40B4-BE49-F238E27FC236}">
                    <a16:creationId xmlns:a16="http://schemas.microsoft.com/office/drawing/2014/main" id="{141434FF-FDC0-42D5-80C8-767D348F6383}"/>
                  </a:ext>
                </a:extLst>
              </p:cNvPr>
              <p:cNvSpPr/>
              <p:nvPr/>
            </p:nvSpPr>
            <p:spPr>
              <a:xfrm>
                <a:off x="7514892" y="46220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38" name="矩形 1637">
                <a:extLst>
                  <a:ext uri="{FF2B5EF4-FFF2-40B4-BE49-F238E27FC236}">
                    <a16:creationId xmlns:a16="http://schemas.microsoft.com/office/drawing/2014/main" id="{9E597EB0-28A5-40F2-B154-1AB732E9635F}"/>
                  </a:ext>
                </a:extLst>
              </p:cNvPr>
              <p:cNvSpPr/>
              <p:nvPr/>
            </p:nvSpPr>
            <p:spPr>
              <a:xfrm>
                <a:off x="7571188" y="46220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39" name="矩形 1638">
                <a:extLst>
                  <a:ext uri="{FF2B5EF4-FFF2-40B4-BE49-F238E27FC236}">
                    <a16:creationId xmlns:a16="http://schemas.microsoft.com/office/drawing/2014/main" id="{7D67E290-F22D-46AC-A405-410E8391AD03}"/>
                  </a:ext>
                </a:extLst>
              </p:cNvPr>
              <p:cNvSpPr/>
              <p:nvPr/>
            </p:nvSpPr>
            <p:spPr>
              <a:xfrm>
                <a:off x="7625057" y="46220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40" name="矩形 1639">
                <a:extLst>
                  <a:ext uri="{FF2B5EF4-FFF2-40B4-BE49-F238E27FC236}">
                    <a16:creationId xmlns:a16="http://schemas.microsoft.com/office/drawing/2014/main" id="{8051EE6E-4778-436E-835D-7B2476AA7C11}"/>
                  </a:ext>
                </a:extLst>
              </p:cNvPr>
              <p:cNvSpPr/>
              <p:nvPr/>
            </p:nvSpPr>
            <p:spPr>
              <a:xfrm>
                <a:off x="7514892" y="410292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41" name="矩形 1640">
                <a:extLst>
                  <a:ext uri="{FF2B5EF4-FFF2-40B4-BE49-F238E27FC236}">
                    <a16:creationId xmlns:a16="http://schemas.microsoft.com/office/drawing/2014/main" id="{FC6F7F5C-2109-48DA-84F7-765C12D70F26}"/>
                  </a:ext>
                </a:extLst>
              </p:cNvPr>
              <p:cNvSpPr/>
              <p:nvPr/>
            </p:nvSpPr>
            <p:spPr>
              <a:xfrm>
                <a:off x="7571188" y="410292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42" name="矩形 1641">
                <a:extLst>
                  <a:ext uri="{FF2B5EF4-FFF2-40B4-BE49-F238E27FC236}">
                    <a16:creationId xmlns:a16="http://schemas.microsoft.com/office/drawing/2014/main" id="{AE9B1B99-5378-47F7-9720-3C1959A4BABD}"/>
                  </a:ext>
                </a:extLst>
              </p:cNvPr>
              <p:cNvSpPr/>
              <p:nvPr/>
            </p:nvSpPr>
            <p:spPr>
              <a:xfrm>
                <a:off x="7625057" y="410292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643" name="组合 1642">
              <a:extLst>
                <a:ext uri="{FF2B5EF4-FFF2-40B4-BE49-F238E27FC236}">
                  <a16:creationId xmlns:a16="http://schemas.microsoft.com/office/drawing/2014/main" id="{40889EE1-18C7-4D68-895C-F029269DCF6E}"/>
                </a:ext>
              </a:extLst>
            </p:cNvPr>
            <p:cNvGrpSpPr/>
            <p:nvPr/>
          </p:nvGrpSpPr>
          <p:grpSpPr>
            <a:xfrm>
              <a:off x="6532199" y="1303121"/>
              <a:ext cx="166461" cy="160594"/>
              <a:chOff x="7514892" y="357911"/>
              <a:chExt cx="166461" cy="160594"/>
            </a:xfrm>
          </p:grpSpPr>
          <p:sp>
            <p:nvSpPr>
              <p:cNvPr id="1644" name="矩形 1643">
                <a:extLst>
                  <a:ext uri="{FF2B5EF4-FFF2-40B4-BE49-F238E27FC236}">
                    <a16:creationId xmlns:a16="http://schemas.microsoft.com/office/drawing/2014/main" id="{B68BB19D-4FE6-4BA0-8B68-50FD83A24F00}"/>
                  </a:ext>
                </a:extLst>
              </p:cNvPr>
              <p:cNvSpPr/>
              <p:nvPr/>
            </p:nvSpPr>
            <p:spPr>
              <a:xfrm>
                <a:off x="7514892" y="35791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45" name="矩形 1644">
                <a:extLst>
                  <a:ext uri="{FF2B5EF4-FFF2-40B4-BE49-F238E27FC236}">
                    <a16:creationId xmlns:a16="http://schemas.microsoft.com/office/drawing/2014/main" id="{A0E376A2-C4D6-4432-B25E-4FB6D8DC1CC4}"/>
                  </a:ext>
                </a:extLst>
              </p:cNvPr>
              <p:cNvSpPr/>
              <p:nvPr/>
            </p:nvSpPr>
            <p:spPr>
              <a:xfrm>
                <a:off x="7571188" y="35791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46" name="矩形 1645">
                <a:extLst>
                  <a:ext uri="{FF2B5EF4-FFF2-40B4-BE49-F238E27FC236}">
                    <a16:creationId xmlns:a16="http://schemas.microsoft.com/office/drawing/2014/main" id="{4A5DDF43-4302-4B4A-AF43-3672BD03F5F3}"/>
                  </a:ext>
                </a:extLst>
              </p:cNvPr>
              <p:cNvSpPr/>
              <p:nvPr/>
            </p:nvSpPr>
            <p:spPr>
              <a:xfrm>
                <a:off x="7625057" y="35791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47" name="矩形 1646">
                <a:extLst>
                  <a:ext uri="{FF2B5EF4-FFF2-40B4-BE49-F238E27FC236}">
                    <a16:creationId xmlns:a16="http://schemas.microsoft.com/office/drawing/2014/main" id="{401D0D00-A5A8-4B5B-B944-3D6B024E71EA}"/>
                  </a:ext>
                </a:extLst>
              </p:cNvPr>
              <p:cNvSpPr/>
              <p:nvPr/>
            </p:nvSpPr>
            <p:spPr>
              <a:xfrm>
                <a:off x="7514892" y="41076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48" name="矩形 1647">
                <a:extLst>
                  <a:ext uri="{FF2B5EF4-FFF2-40B4-BE49-F238E27FC236}">
                    <a16:creationId xmlns:a16="http://schemas.microsoft.com/office/drawing/2014/main" id="{967422FB-358C-48CF-BDB0-EE16848C7F46}"/>
                  </a:ext>
                </a:extLst>
              </p:cNvPr>
              <p:cNvSpPr/>
              <p:nvPr/>
            </p:nvSpPr>
            <p:spPr>
              <a:xfrm>
                <a:off x="7571188" y="41076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49" name="矩形 1648">
                <a:extLst>
                  <a:ext uri="{FF2B5EF4-FFF2-40B4-BE49-F238E27FC236}">
                    <a16:creationId xmlns:a16="http://schemas.microsoft.com/office/drawing/2014/main" id="{2615DCFE-C27A-4D2A-9DA7-14FE969DF18D}"/>
                  </a:ext>
                </a:extLst>
              </p:cNvPr>
              <p:cNvSpPr/>
              <p:nvPr/>
            </p:nvSpPr>
            <p:spPr>
              <a:xfrm>
                <a:off x="7625057" y="41076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50" name="矩形 1649">
                <a:extLst>
                  <a:ext uri="{FF2B5EF4-FFF2-40B4-BE49-F238E27FC236}">
                    <a16:creationId xmlns:a16="http://schemas.microsoft.com/office/drawing/2014/main" id="{32FA6880-BF26-4396-BD93-B0A7D6933D9B}"/>
                  </a:ext>
                </a:extLst>
              </p:cNvPr>
              <p:cNvSpPr/>
              <p:nvPr/>
            </p:nvSpPr>
            <p:spPr>
              <a:xfrm>
                <a:off x="7514892" y="46220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51" name="矩形 1650">
                <a:extLst>
                  <a:ext uri="{FF2B5EF4-FFF2-40B4-BE49-F238E27FC236}">
                    <a16:creationId xmlns:a16="http://schemas.microsoft.com/office/drawing/2014/main" id="{A2317064-4041-4194-89D4-04AA6E8A5BB3}"/>
                  </a:ext>
                </a:extLst>
              </p:cNvPr>
              <p:cNvSpPr/>
              <p:nvPr/>
            </p:nvSpPr>
            <p:spPr>
              <a:xfrm>
                <a:off x="7571188" y="46220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52" name="矩形 1651">
                <a:extLst>
                  <a:ext uri="{FF2B5EF4-FFF2-40B4-BE49-F238E27FC236}">
                    <a16:creationId xmlns:a16="http://schemas.microsoft.com/office/drawing/2014/main" id="{F3793110-2EB0-4333-87A4-6AF744F64AC5}"/>
                  </a:ext>
                </a:extLst>
              </p:cNvPr>
              <p:cNvSpPr/>
              <p:nvPr/>
            </p:nvSpPr>
            <p:spPr>
              <a:xfrm>
                <a:off x="7625057" y="46220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53" name="矩形 1652">
                <a:extLst>
                  <a:ext uri="{FF2B5EF4-FFF2-40B4-BE49-F238E27FC236}">
                    <a16:creationId xmlns:a16="http://schemas.microsoft.com/office/drawing/2014/main" id="{D0E8EDC1-A1E1-4CF1-A83B-FEA850E5446C}"/>
                  </a:ext>
                </a:extLst>
              </p:cNvPr>
              <p:cNvSpPr/>
              <p:nvPr/>
            </p:nvSpPr>
            <p:spPr>
              <a:xfrm>
                <a:off x="7514892" y="410292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54" name="矩形 1653">
                <a:extLst>
                  <a:ext uri="{FF2B5EF4-FFF2-40B4-BE49-F238E27FC236}">
                    <a16:creationId xmlns:a16="http://schemas.microsoft.com/office/drawing/2014/main" id="{297CC55A-66F1-4F04-9977-E8D4EF148298}"/>
                  </a:ext>
                </a:extLst>
              </p:cNvPr>
              <p:cNvSpPr/>
              <p:nvPr/>
            </p:nvSpPr>
            <p:spPr>
              <a:xfrm>
                <a:off x="7571188" y="410292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55" name="矩形 1654">
                <a:extLst>
                  <a:ext uri="{FF2B5EF4-FFF2-40B4-BE49-F238E27FC236}">
                    <a16:creationId xmlns:a16="http://schemas.microsoft.com/office/drawing/2014/main" id="{650948C8-A964-4AAC-B095-650A96B4D244}"/>
                  </a:ext>
                </a:extLst>
              </p:cNvPr>
              <p:cNvSpPr/>
              <p:nvPr/>
            </p:nvSpPr>
            <p:spPr>
              <a:xfrm>
                <a:off x="7625057" y="410292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656" name="组合 1655">
              <a:extLst>
                <a:ext uri="{FF2B5EF4-FFF2-40B4-BE49-F238E27FC236}">
                  <a16:creationId xmlns:a16="http://schemas.microsoft.com/office/drawing/2014/main" id="{198BB989-D77C-442F-9D09-172CB719FA2A}"/>
                </a:ext>
              </a:extLst>
            </p:cNvPr>
            <p:cNvGrpSpPr/>
            <p:nvPr/>
          </p:nvGrpSpPr>
          <p:grpSpPr>
            <a:xfrm>
              <a:off x="6746552" y="1303121"/>
              <a:ext cx="166461" cy="160594"/>
              <a:chOff x="7775048" y="349558"/>
              <a:chExt cx="166461" cy="160594"/>
            </a:xfrm>
          </p:grpSpPr>
          <p:sp>
            <p:nvSpPr>
              <p:cNvPr id="1657" name="矩形 1656">
                <a:extLst>
                  <a:ext uri="{FF2B5EF4-FFF2-40B4-BE49-F238E27FC236}">
                    <a16:creationId xmlns:a16="http://schemas.microsoft.com/office/drawing/2014/main" id="{BBD22976-2233-4F38-AA06-408643A244ED}"/>
                  </a:ext>
                </a:extLst>
              </p:cNvPr>
              <p:cNvSpPr/>
              <p:nvPr/>
            </p:nvSpPr>
            <p:spPr>
              <a:xfrm>
                <a:off x="7775048" y="34955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58" name="矩形 1657">
                <a:extLst>
                  <a:ext uri="{FF2B5EF4-FFF2-40B4-BE49-F238E27FC236}">
                    <a16:creationId xmlns:a16="http://schemas.microsoft.com/office/drawing/2014/main" id="{E8E61028-BBCF-474C-8F08-78D68F016826}"/>
                  </a:ext>
                </a:extLst>
              </p:cNvPr>
              <p:cNvSpPr/>
              <p:nvPr/>
            </p:nvSpPr>
            <p:spPr>
              <a:xfrm>
                <a:off x="7831344" y="34955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59" name="矩形 1658">
                <a:extLst>
                  <a:ext uri="{FF2B5EF4-FFF2-40B4-BE49-F238E27FC236}">
                    <a16:creationId xmlns:a16="http://schemas.microsoft.com/office/drawing/2014/main" id="{BBF58FD5-E6D1-4291-A4E7-192BDF639E0C}"/>
                  </a:ext>
                </a:extLst>
              </p:cNvPr>
              <p:cNvSpPr/>
              <p:nvPr/>
            </p:nvSpPr>
            <p:spPr>
              <a:xfrm>
                <a:off x="7885213" y="34955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60" name="矩形 1659">
                <a:extLst>
                  <a:ext uri="{FF2B5EF4-FFF2-40B4-BE49-F238E27FC236}">
                    <a16:creationId xmlns:a16="http://schemas.microsoft.com/office/drawing/2014/main" id="{89FA4252-B8CF-4AC8-B8C4-71A71F4AC7CA}"/>
                  </a:ext>
                </a:extLst>
              </p:cNvPr>
              <p:cNvSpPr/>
              <p:nvPr/>
            </p:nvSpPr>
            <p:spPr>
              <a:xfrm>
                <a:off x="7775048" y="402408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61" name="矩形 1660">
                <a:extLst>
                  <a:ext uri="{FF2B5EF4-FFF2-40B4-BE49-F238E27FC236}">
                    <a16:creationId xmlns:a16="http://schemas.microsoft.com/office/drawing/2014/main" id="{E2A66B5F-D855-4409-A83D-6A15D4A89F6F}"/>
                  </a:ext>
                </a:extLst>
              </p:cNvPr>
              <p:cNvSpPr/>
              <p:nvPr/>
            </p:nvSpPr>
            <p:spPr>
              <a:xfrm>
                <a:off x="7831344" y="402408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62" name="矩形 1661">
                <a:extLst>
                  <a:ext uri="{FF2B5EF4-FFF2-40B4-BE49-F238E27FC236}">
                    <a16:creationId xmlns:a16="http://schemas.microsoft.com/office/drawing/2014/main" id="{9DB7B421-A954-46B2-9D1A-C7710BAF7A3E}"/>
                  </a:ext>
                </a:extLst>
              </p:cNvPr>
              <p:cNvSpPr/>
              <p:nvPr/>
            </p:nvSpPr>
            <p:spPr>
              <a:xfrm>
                <a:off x="7885213" y="40240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63" name="矩形 1662">
                <a:extLst>
                  <a:ext uri="{FF2B5EF4-FFF2-40B4-BE49-F238E27FC236}">
                    <a16:creationId xmlns:a16="http://schemas.microsoft.com/office/drawing/2014/main" id="{7F9E5C7A-731B-4883-9420-504B3D125431}"/>
                  </a:ext>
                </a:extLst>
              </p:cNvPr>
              <p:cNvSpPr/>
              <p:nvPr/>
            </p:nvSpPr>
            <p:spPr>
              <a:xfrm>
                <a:off x="7775048" y="4538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64" name="矩形 1663">
                <a:extLst>
                  <a:ext uri="{FF2B5EF4-FFF2-40B4-BE49-F238E27FC236}">
                    <a16:creationId xmlns:a16="http://schemas.microsoft.com/office/drawing/2014/main" id="{C0BB7D0B-8812-46F5-9892-2B353BA6F207}"/>
                  </a:ext>
                </a:extLst>
              </p:cNvPr>
              <p:cNvSpPr/>
              <p:nvPr/>
            </p:nvSpPr>
            <p:spPr>
              <a:xfrm>
                <a:off x="7831344" y="4538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65" name="矩形 1664">
                <a:extLst>
                  <a:ext uri="{FF2B5EF4-FFF2-40B4-BE49-F238E27FC236}">
                    <a16:creationId xmlns:a16="http://schemas.microsoft.com/office/drawing/2014/main" id="{877558C9-2E8F-4ACE-90D8-821081BE82D4}"/>
                  </a:ext>
                </a:extLst>
              </p:cNvPr>
              <p:cNvSpPr/>
              <p:nvPr/>
            </p:nvSpPr>
            <p:spPr>
              <a:xfrm>
                <a:off x="7885213" y="453856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666" name="组合 1665">
              <a:extLst>
                <a:ext uri="{FF2B5EF4-FFF2-40B4-BE49-F238E27FC236}">
                  <a16:creationId xmlns:a16="http://schemas.microsoft.com/office/drawing/2014/main" id="{725EFFCF-C7C4-492A-859D-C9AE582AE278}"/>
                </a:ext>
              </a:extLst>
            </p:cNvPr>
            <p:cNvGrpSpPr/>
            <p:nvPr/>
          </p:nvGrpSpPr>
          <p:grpSpPr>
            <a:xfrm>
              <a:off x="6960905" y="1303121"/>
              <a:ext cx="166504" cy="160594"/>
              <a:chOff x="8008739" y="338057"/>
              <a:chExt cx="166504" cy="160594"/>
            </a:xfrm>
          </p:grpSpPr>
          <p:sp>
            <p:nvSpPr>
              <p:cNvPr id="1667" name="矩形 1666">
                <a:extLst>
                  <a:ext uri="{FF2B5EF4-FFF2-40B4-BE49-F238E27FC236}">
                    <a16:creationId xmlns:a16="http://schemas.microsoft.com/office/drawing/2014/main" id="{E37218EA-BEF8-472B-B974-BEC3C05C6D9F}"/>
                  </a:ext>
                </a:extLst>
              </p:cNvPr>
              <p:cNvSpPr/>
              <p:nvPr/>
            </p:nvSpPr>
            <p:spPr>
              <a:xfrm>
                <a:off x="8008739" y="3380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68" name="矩形 1667">
                <a:extLst>
                  <a:ext uri="{FF2B5EF4-FFF2-40B4-BE49-F238E27FC236}">
                    <a16:creationId xmlns:a16="http://schemas.microsoft.com/office/drawing/2014/main" id="{A8AE8C26-BB76-4208-9149-9400D2EE1770}"/>
                  </a:ext>
                </a:extLst>
              </p:cNvPr>
              <p:cNvSpPr/>
              <p:nvPr/>
            </p:nvSpPr>
            <p:spPr>
              <a:xfrm>
                <a:off x="8065035" y="3380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69" name="矩形 1668">
                <a:extLst>
                  <a:ext uri="{FF2B5EF4-FFF2-40B4-BE49-F238E27FC236}">
                    <a16:creationId xmlns:a16="http://schemas.microsoft.com/office/drawing/2014/main" id="{CA4772F5-B2B9-4659-A1E7-CF0211AA459A}"/>
                  </a:ext>
                </a:extLst>
              </p:cNvPr>
              <p:cNvSpPr/>
              <p:nvPr/>
            </p:nvSpPr>
            <p:spPr>
              <a:xfrm>
                <a:off x="8118904" y="3380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70" name="矩形 1669">
                <a:extLst>
                  <a:ext uri="{FF2B5EF4-FFF2-40B4-BE49-F238E27FC236}">
                    <a16:creationId xmlns:a16="http://schemas.microsoft.com/office/drawing/2014/main" id="{248B85A2-D67D-4B8D-85C3-1854AEA8131F}"/>
                  </a:ext>
                </a:extLst>
              </p:cNvPr>
              <p:cNvSpPr/>
              <p:nvPr/>
            </p:nvSpPr>
            <p:spPr>
              <a:xfrm>
                <a:off x="8008739" y="39090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71" name="矩形 1670">
                <a:extLst>
                  <a:ext uri="{FF2B5EF4-FFF2-40B4-BE49-F238E27FC236}">
                    <a16:creationId xmlns:a16="http://schemas.microsoft.com/office/drawing/2014/main" id="{F83BCC7D-A2DF-4FC4-8D94-DAA8B2559573}"/>
                  </a:ext>
                </a:extLst>
              </p:cNvPr>
              <p:cNvSpPr/>
              <p:nvPr/>
            </p:nvSpPr>
            <p:spPr>
              <a:xfrm>
                <a:off x="8065035" y="39090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72" name="矩形 1671">
                <a:extLst>
                  <a:ext uri="{FF2B5EF4-FFF2-40B4-BE49-F238E27FC236}">
                    <a16:creationId xmlns:a16="http://schemas.microsoft.com/office/drawing/2014/main" id="{5DB7238B-6599-4AE8-94E7-95A913FC8AC7}"/>
                  </a:ext>
                </a:extLst>
              </p:cNvPr>
              <p:cNvSpPr/>
              <p:nvPr/>
            </p:nvSpPr>
            <p:spPr>
              <a:xfrm>
                <a:off x="8118904" y="39090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73" name="矩形 1672">
                <a:extLst>
                  <a:ext uri="{FF2B5EF4-FFF2-40B4-BE49-F238E27FC236}">
                    <a16:creationId xmlns:a16="http://schemas.microsoft.com/office/drawing/2014/main" id="{C815873C-7E30-4D0D-938C-0E05D5B4EFCB}"/>
                  </a:ext>
                </a:extLst>
              </p:cNvPr>
              <p:cNvSpPr/>
              <p:nvPr/>
            </p:nvSpPr>
            <p:spPr>
              <a:xfrm>
                <a:off x="8008739" y="442355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74" name="矩形 1673">
                <a:extLst>
                  <a:ext uri="{FF2B5EF4-FFF2-40B4-BE49-F238E27FC236}">
                    <a16:creationId xmlns:a16="http://schemas.microsoft.com/office/drawing/2014/main" id="{C42450E3-F882-4173-9773-BDAEE2713751}"/>
                  </a:ext>
                </a:extLst>
              </p:cNvPr>
              <p:cNvSpPr/>
              <p:nvPr/>
            </p:nvSpPr>
            <p:spPr>
              <a:xfrm>
                <a:off x="8065035" y="442355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75" name="矩形 1674">
                <a:extLst>
                  <a:ext uri="{FF2B5EF4-FFF2-40B4-BE49-F238E27FC236}">
                    <a16:creationId xmlns:a16="http://schemas.microsoft.com/office/drawing/2014/main" id="{0D88778B-8332-491E-8A6F-F91AC377A55B}"/>
                  </a:ext>
                </a:extLst>
              </p:cNvPr>
              <p:cNvSpPr/>
              <p:nvPr/>
            </p:nvSpPr>
            <p:spPr>
              <a:xfrm>
                <a:off x="8118904" y="442355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76" name="矩形 1675">
                <a:extLst>
                  <a:ext uri="{FF2B5EF4-FFF2-40B4-BE49-F238E27FC236}">
                    <a16:creationId xmlns:a16="http://schemas.microsoft.com/office/drawing/2014/main" id="{26E60E3D-0445-4214-9DA4-ED31EA13AB4D}"/>
                  </a:ext>
                </a:extLst>
              </p:cNvPr>
              <p:cNvSpPr/>
              <p:nvPr/>
            </p:nvSpPr>
            <p:spPr>
              <a:xfrm>
                <a:off x="8008782" y="390907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77" name="矩形 1676">
                <a:extLst>
                  <a:ext uri="{FF2B5EF4-FFF2-40B4-BE49-F238E27FC236}">
                    <a16:creationId xmlns:a16="http://schemas.microsoft.com/office/drawing/2014/main" id="{87329747-8392-4A62-81C9-9541D724C0D2}"/>
                  </a:ext>
                </a:extLst>
              </p:cNvPr>
              <p:cNvSpPr/>
              <p:nvPr/>
            </p:nvSpPr>
            <p:spPr>
              <a:xfrm>
                <a:off x="8065078" y="442355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78" name="矩形 1677">
                <a:extLst>
                  <a:ext uri="{FF2B5EF4-FFF2-40B4-BE49-F238E27FC236}">
                    <a16:creationId xmlns:a16="http://schemas.microsoft.com/office/drawing/2014/main" id="{C08076E3-B068-45D5-B427-9DBC9B68DD3F}"/>
                  </a:ext>
                </a:extLst>
              </p:cNvPr>
              <p:cNvSpPr/>
              <p:nvPr/>
            </p:nvSpPr>
            <p:spPr>
              <a:xfrm>
                <a:off x="8118947" y="442355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679" name="组合 1678">
              <a:extLst>
                <a:ext uri="{FF2B5EF4-FFF2-40B4-BE49-F238E27FC236}">
                  <a16:creationId xmlns:a16="http://schemas.microsoft.com/office/drawing/2014/main" id="{56433164-2E09-47AD-9B13-81CCDFF7FA2B}"/>
                </a:ext>
              </a:extLst>
            </p:cNvPr>
            <p:cNvGrpSpPr/>
            <p:nvPr/>
          </p:nvGrpSpPr>
          <p:grpSpPr>
            <a:xfrm>
              <a:off x="7175301" y="1303121"/>
              <a:ext cx="166461" cy="160594"/>
              <a:chOff x="8273419" y="338057"/>
              <a:chExt cx="166461" cy="160594"/>
            </a:xfrm>
          </p:grpSpPr>
          <p:sp>
            <p:nvSpPr>
              <p:cNvPr id="1680" name="矩形 1679">
                <a:extLst>
                  <a:ext uri="{FF2B5EF4-FFF2-40B4-BE49-F238E27FC236}">
                    <a16:creationId xmlns:a16="http://schemas.microsoft.com/office/drawing/2014/main" id="{CCE2FA4F-E75A-44F6-B824-133ECB24784C}"/>
                  </a:ext>
                </a:extLst>
              </p:cNvPr>
              <p:cNvSpPr/>
              <p:nvPr/>
            </p:nvSpPr>
            <p:spPr>
              <a:xfrm>
                <a:off x="8273419" y="3380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81" name="矩形 1680">
                <a:extLst>
                  <a:ext uri="{FF2B5EF4-FFF2-40B4-BE49-F238E27FC236}">
                    <a16:creationId xmlns:a16="http://schemas.microsoft.com/office/drawing/2014/main" id="{9D541D65-2BCE-4522-8D0E-F42EF9750333}"/>
                  </a:ext>
                </a:extLst>
              </p:cNvPr>
              <p:cNvSpPr/>
              <p:nvPr/>
            </p:nvSpPr>
            <p:spPr>
              <a:xfrm>
                <a:off x="8329715" y="3380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82" name="矩形 1681">
                <a:extLst>
                  <a:ext uri="{FF2B5EF4-FFF2-40B4-BE49-F238E27FC236}">
                    <a16:creationId xmlns:a16="http://schemas.microsoft.com/office/drawing/2014/main" id="{906EB48B-3CC1-4124-B15C-9EC77B01C936}"/>
                  </a:ext>
                </a:extLst>
              </p:cNvPr>
              <p:cNvSpPr/>
              <p:nvPr/>
            </p:nvSpPr>
            <p:spPr>
              <a:xfrm>
                <a:off x="8383584" y="3380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83" name="矩形 1682">
                <a:extLst>
                  <a:ext uri="{FF2B5EF4-FFF2-40B4-BE49-F238E27FC236}">
                    <a16:creationId xmlns:a16="http://schemas.microsoft.com/office/drawing/2014/main" id="{F6C39DC6-749D-4BD6-AB54-9A824BDFDF24}"/>
                  </a:ext>
                </a:extLst>
              </p:cNvPr>
              <p:cNvSpPr/>
              <p:nvPr/>
            </p:nvSpPr>
            <p:spPr>
              <a:xfrm>
                <a:off x="8273419" y="39090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84" name="矩形 1683">
                <a:extLst>
                  <a:ext uri="{FF2B5EF4-FFF2-40B4-BE49-F238E27FC236}">
                    <a16:creationId xmlns:a16="http://schemas.microsoft.com/office/drawing/2014/main" id="{D7344D5C-D4E6-4066-98DD-B395DCFC530C}"/>
                  </a:ext>
                </a:extLst>
              </p:cNvPr>
              <p:cNvSpPr/>
              <p:nvPr/>
            </p:nvSpPr>
            <p:spPr>
              <a:xfrm>
                <a:off x="8329715" y="39090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85" name="矩形 1684">
                <a:extLst>
                  <a:ext uri="{FF2B5EF4-FFF2-40B4-BE49-F238E27FC236}">
                    <a16:creationId xmlns:a16="http://schemas.microsoft.com/office/drawing/2014/main" id="{2F5E3EC5-84FB-4256-9C17-D2E7AEB2586C}"/>
                  </a:ext>
                </a:extLst>
              </p:cNvPr>
              <p:cNvSpPr/>
              <p:nvPr/>
            </p:nvSpPr>
            <p:spPr>
              <a:xfrm>
                <a:off x="8383584" y="39090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86" name="矩形 1685">
                <a:extLst>
                  <a:ext uri="{FF2B5EF4-FFF2-40B4-BE49-F238E27FC236}">
                    <a16:creationId xmlns:a16="http://schemas.microsoft.com/office/drawing/2014/main" id="{52F5FEB6-0C06-487B-82C6-D3A640E44631}"/>
                  </a:ext>
                </a:extLst>
              </p:cNvPr>
              <p:cNvSpPr/>
              <p:nvPr/>
            </p:nvSpPr>
            <p:spPr>
              <a:xfrm>
                <a:off x="8273419" y="442355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87" name="矩形 1686">
                <a:extLst>
                  <a:ext uri="{FF2B5EF4-FFF2-40B4-BE49-F238E27FC236}">
                    <a16:creationId xmlns:a16="http://schemas.microsoft.com/office/drawing/2014/main" id="{DFBC6B6E-D6B2-4BAF-9B1A-6DF1F7C0129B}"/>
                  </a:ext>
                </a:extLst>
              </p:cNvPr>
              <p:cNvSpPr/>
              <p:nvPr/>
            </p:nvSpPr>
            <p:spPr>
              <a:xfrm>
                <a:off x="8329715" y="442355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88" name="矩形 1687">
                <a:extLst>
                  <a:ext uri="{FF2B5EF4-FFF2-40B4-BE49-F238E27FC236}">
                    <a16:creationId xmlns:a16="http://schemas.microsoft.com/office/drawing/2014/main" id="{399F3EB4-025F-4F37-A83D-24ACDD28385A}"/>
                  </a:ext>
                </a:extLst>
              </p:cNvPr>
              <p:cNvSpPr/>
              <p:nvPr/>
            </p:nvSpPr>
            <p:spPr>
              <a:xfrm>
                <a:off x="8383584" y="442355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689" name="组合 1688">
              <a:extLst>
                <a:ext uri="{FF2B5EF4-FFF2-40B4-BE49-F238E27FC236}">
                  <a16:creationId xmlns:a16="http://schemas.microsoft.com/office/drawing/2014/main" id="{0F467717-DFB9-47BC-97A8-BC398DA02361}"/>
                </a:ext>
              </a:extLst>
            </p:cNvPr>
            <p:cNvGrpSpPr/>
            <p:nvPr/>
          </p:nvGrpSpPr>
          <p:grpSpPr>
            <a:xfrm>
              <a:off x="7389654" y="1303121"/>
              <a:ext cx="166461" cy="160594"/>
              <a:chOff x="8273419" y="338057"/>
              <a:chExt cx="166461" cy="160594"/>
            </a:xfrm>
          </p:grpSpPr>
          <p:sp>
            <p:nvSpPr>
              <p:cNvPr id="1690" name="矩形 1689">
                <a:extLst>
                  <a:ext uri="{FF2B5EF4-FFF2-40B4-BE49-F238E27FC236}">
                    <a16:creationId xmlns:a16="http://schemas.microsoft.com/office/drawing/2014/main" id="{D4E28AF6-CF12-4308-8676-1F38A14F389C}"/>
                  </a:ext>
                </a:extLst>
              </p:cNvPr>
              <p:cNvSpPr/>
              <p:nvPr/>
            </p:nvSpPr>
            <p:spPr>
              <a:xfrm>
                <a:off x="8273419" y="3380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91" name="矩形 1690">
                <a:extLst>
                  <a:ext uri="{FF2B5EF4-FFF2-40B4-BE49-F238E27FC236}">
                    <a16:creationId xmlns:a16="http://schemas.microsoft.com/office/drawing/2014/main" id="{D0909CFD-3A74-4E15-80CA-30A1D4055077}"/>
                  </a:ext>
                </a:extLst>
              </p:cNvPr>
              <p:cNvSpPr/>
              <p:nvPr/>
            </p:nvSpPr>
            <p:spPr>
              <a:xfrm>
                <a:off x="8329715" y="3380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92" name="矩形 1691">
                <a:extLst>
                  <a:ext uri="{FF2B5EF4-FFF2-40B4-BE49-F238E27FC236}">
                    <a16:creationId xmlns:a16="http://schemas.microsoft.com/office/drawing/2014/main" id="{787BB662-277D-4265-A446-5543488BB735}"/>
                  </a:ext>
                </a:extLst>
              </p:cNvPr>
              <p:cNvSpPr/>
              <p:nvPr/>
            </p:nvSpPr>
            <p:spPr>
              <a:xfrm>
                <a:off x="8383584" y="3380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93" name="矩形 1692">
                <a:extLst>
                  <a:ext uri="{FF2B5EF4-FFF2-40B4-BE49-F238E27FC236}">
                    <a16:creationId xmlns:a16="http://schemas.microsoft.com/office/drawing/2014/main" id="{B11B47D4-8692-463A-8349-F5AC1E9E08AF}"/>
                  </a:ext>
                </a:extLst>
              </p:cNvPr>
              <p:cNvSpPr/>
              <p:nvPr/>
            </p:nvSpPr>
            <p:spPr>
              <a:xfrm>
                <a:off x="8273419" y="39090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94" name="矩形 1693">
                <a:extLst>
                  <a:ext uri="{FF2B5EF4-FFF2-40B4-BE49-F238E27FC236}">
                    <a16:creationId xmlns:a16="http://schemas.microsoft.com/office/drawing/2014/main" id="{678CE18D-738C-4B51-AF5F-667003F7F47C}"/>
                  </a:ext>
                </a:extLst>
              </p:cNvPr>
              <p:cNvSpPr/>
              <p:nvPr/>
            </p:nvSpPr>
            <p:spPr>
              <a:xfrm>
                <a:off x="8329715" y="39090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95" name="矩形 1694">
                <a:extLst>
                  <a:ext uri="{FF2B5EF4-FFF2-40B4-BE49-F238E27FC236}">
                    <a16:creationId xmlns:a16="http://schemas.microsoft.com/office/drawing/2014/main" id="{837F4488-C565-4236-B758-E5DA2690F410}"/>
                  </a:ext>
                </a:extLst>
              </p:cNvPr>
              <p:cNvSpPr/>
              <p:nvPr/>
            </p:nvSpPr>
            <p:spPr>
              <a:xfrm>
                <a:off x="8383584" y="39090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96" name="矩形 1695">
                <a:extLst>
                  <a:ext uri="{FF2B5EF4-FFF2-40B4-BE49-F238E27FC236}">
                    <a16:creationId xmlns:a16="http://schemas.microsoft.com/office/drawing/2014/main" id="{FD2820C3-FC10-4CF0-BEC5-9678D199B417}"/>
                  </a:ext>
                </a:extLst>
              </p:cNvPr>
              <p:cNvSpPr/>
              <p:nvPr/>
            </p:nvSpPr>
            <p:spPr>
              <a:xfrm>
                <a:off x="8273419" y="442355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97" name="矩形 1696">
                <a:extLst>
                  <a:ext uri="{FF2B5EF4-FFF2-40B4-BE49-F238E27FC236}">
                    <a16:creationId xmlns:a16="http://schemas.microsoft.com/office/drawing/2014/main" id="{1392D96C-278D-4095-BE2D-FB3F685CC4FC}"/>
                  </a:ext>
                </a:extLst>
              </p:cNvPr>
              <p:cNvSpPr/>
              <p:nvPr/>
            </p:nvSpPr>
            <p:spPr>
              <a:xfrm>
                <a:off x="8329715" y="442355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98" name="矩形 1697">
                <a:extLst>
                  <a:ext uri="{FF2B5EF4-FFF2-40B4-BE49-F238E27FC236}">
                    <a16:creationId xmlns:a16="http://schemas.microsoft.com/office/drawing/2014/main" id="{D8800DD4-28B2-4B7C-B351-99374068EFB4}"/>
                  </a:ext>
                </a:extLst>
              </p:cNvPr>
              <p:cNvSpPr/>
              <p:nvPr/>
            </p:nvSpPr>
            <p:spPr>
              <a:xfrm>
                <a:off x="8383584" y="442355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699" name="组合 1698">
              <a:extLst>
                <a:ext uri="{FF2B5EF4-FFF2-40B4-BE49-F238E27FC236}">
                  <a16:creationId xmlns:a16="http://schemas.microsoft.com/office/drawing/2014/main" id="{D419C6F4-29D4-4B58-BF2D-499F0375DAD7}"/>
                </a:ext>
              </a:extLst>
            </p:cNvPr>
            <p:cNvGrpSpPr/>
            <p:nvPr/>
          </p:nvGrpSpPr>
          <p:grpSpPr>
            <a:xfrm>
              <a:off x="7604007" y="1303121"/>
              <a:ext cx="166461" cy="160594"/>
              <a:chOff x="8566204" y="349558"/>
              <a:chExt cx="166461" cy="160594"/>
            </a:xfrm>
          </p:grpSpPr>
          <p:sp>
            <p:nvSpPr>
              <p:cNvPr id="1700" name="矩形 1699">
                <a:extLst>
                  <a:ext uri="{FF2B5EF4-FFF2-40B4-BE49-F238E27FC236}">
                    <a16:creationId xmlns:a16="http://schemas.microsoft.com/office/drawing/2014/main" id="{80B8C9C6-0549-462C-9C5B-34068424B62B}"/>
                  </a:ext>
                </a:extLst>
              </p:cNvPr>
              <p:cNvSpPr/>
              <p:nvPr/>
            </p:nvSpPr>
            <p:spPr>
              <a:xfrm>
                <a:off x="8566204" y="34955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01" name="矩形 1700">
                <a:extLst>
                  <a:ext uri="{FF2B5EF4-FFF2-40B4-BE49-F238E27FC236}">
                    <a16:creationId xmlns:a16="http://schemas.microsoft.com/office/drawing/2014/main" id="{DFF97649-BC3F-4950-81B0-B726773ED838}"/>
                  </a:ext>
                </a:extLst>
              </p:cNvPr>
              <p:cNvSpPr/>
              <p:nvPr/>
            </p:nvSpPr>
            <p:spPr>
              <a:xfrm>
                <a:off x="8622500" y="34955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02" name="矩形 1701">
                <a:extLst>
                  <a:ext uri="{FF2B5EF4-FFF2-40B4-BE49-F238E27FC236}">
                    <a16:creationId xmlns:a16="http://schemas.microsoft.com/office/drawing/2014/main" id="{0253D5E7-1AC4-4C78-BAEB-A1760C1E3C0C}"/>
                  </a:ext>
                </a:extLst>
              </p:cNvPr>
              <p:cNvSpPr/>
              <p:nvPr/>
            </p:nvSpPr>
            <p:spPr>
              <a:xfrm>
                <a:off x="8676369" y="34955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03" name="矩形 1702">
                <a:extLst>
                  <a:ext uri="{FF2B5EF4-FFF2-40B4-BE49-F238E27FC236}">
                    <a16:creationId xmlns:a16="http://schemas.microsoft.com/office/drawing/2014/main" id="{59D0257B-52F3-4D9D-8B62-C79B089E1767}"/>
                  </a:ext>
                </a:extLst>
              </p:cNvPr>
              <p:cNvSpPr/>
              <p:nvPr/>
            </p:nvSpPr>
            <p:spPr>
              <a:xfrm>
                <a:off x="8566204" y="40240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04" name="矩形 1703">
                <a:extLst>
                  <a:ext uri="{FF2B5EF4-FFF2-40B4-BE49-F238E27FC236}">
                    <a16:creationId xmlns:a16="http://schemas.microsoft.com/office/drawing/2014/main" id="{7A96146C-CB7C-4393-A9AB-E0C793FFDA97}"/>
                  </a:ext>
                </a:extLst>
              </p:cNvPr>
              <p:cNvSpPr/>
              <p:nvPr/>
            </p:nvSpPr>
            <p:spPr>
              <a:xfrm>
                <a:off x="8622500" y="40240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05" name="矩形 1704">
                <a:extLst>
                  <a:ext uri="{FF2B5EF4-FFF2-40B4-BE49-F238E27FC236}">
                    <a16:creationId xmlns:a16="http://schemas.microsoft.com/office/drawing/2014/main" id="{FAA8FCE2-3689-4444-B0FE-BFFA51FE6D04}"/>
                  </a:ext>
                </a:extLst>
              </p:cNvPr>
              <p:cNvSpPr/>
              <p:nvPr/>
            </p:nvSpPr>
            <p:spPr>
              <a:xfrm>
                <a:off x="8676369" y="40240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06" name="矩形 1705">
                <a:extLst>
                  <a:ext uri="{FF2B5EF4-FFF2-40B4-BE49-F238E27FC236}">
                    <a16:creationId xmlns:a16="http://schemas.microsoft.com/office/drawing/2014/main" id="{C9AB2D71-C128-40AA-8939-8997117E2AFC}"/>
                  </a:ext>
                </a:extLst>
              </p:cNvPr>
              <p:cNvSpPr/>
              <p:nvPr/>
            </p:nvSpPr>
            <p:spPr>
              <a:xfrm>
                <a:off x="8566204" y="453856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07" name="矩形 1706">
                <a:extLst>
                  <a:ext uri="{FF2B5EF4-FFF2-40B4-BE49-F238E27FC236}">
                    <a16:creationId xmlns:a16="http://schemas.microsoft.com/office/drawing/2014/main" id="{5652195E-CFFA-4108-BAFE-15B645DDFB7A}"/>
                  </a:ext>
                </a:extLst>
              </p:cNvPr>
              <p:cNvSpPr/>
              <p:nvPr/>
            </p:nvSpPr>
            <p:spPr>
              <a:xfrm>
                <a:off x="8622500" y="453856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08" name="矩形 1707">
                <a:extLst>
                  <a:ext uri="{FF2B5EF4-FFF2-40B4-BE49-F238E27FC236}">
                    <a16:creationId xmlns:a16="http://schemas.microsoft.com/office/drawing/2014/main" id="{24E4B8EA-7AE9-4138-A517-53A9026A70A5}"/>
                  </a:ext>
                </a:extLst>
              </p:cNvPr>
              <p:cNvSpPr/>
              <p:nvPr/>
            </p:nvSpPr>
            <p:spPr>
              <a:xfrm>
                <a:off x="8676369" y="4538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709" name="组合 1708">
              <a:extLst>
                <a:ext uri="{FF2B5EF4-FFF2-40B4-BE49-F238E27FC236}">
                  <a16:creationId xmlns:a16="http://schemas.microsoft.com/office/drawing/2014/main" id="{61BCF6E2-74B7-43C4-884C-41F8F1C54AD2}"/>
                </a:ext>
              </a:extLst>
            </p:cNvPr>
            <p:cNvGrpSpPr/>
            <p:nvPr/>
          </p:nvGrpSpPr>
          <p:grpSpPr>
            <a:xfrm>
              <a:off x="7818360" y="1303121"/>
              <a:ext cx="166461" cy="160594"/>
              <a:chOff x="8798956" y="357911"/>
              <a:chExt cx="166461" cy="160594"/>
            </a:xfrm>
          </p:grpSpPr>
          <p:sp>
            <p:nvSpPr>
              <p:cNvPr id="1710" name="矩形 1709">
                <a:extLst>
                  <a:ext uri="{FF2B5EF4-FFF2-40B4-BE49-F238E27FC236}">
                    <a16:creationId xmlns:a16="http://schemas.microsoft.com/office/drawing/2014/main" id="{3DEA0843-7D98-4A3D-957A-D96C055A3778}"/>
                  </a:ext>
                </a:extLst>
              </p:cNvPr>
              <p:cNvSpPr/>
              <p:nvPr/>
            </p:nvSpPr>
            <p:spPr>
              <a:xfrm>
                <a:off x="8798956" y="35791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11" name="矩形 1710">
                <a:extLst>
                  <a:ext uri="{FF2B5EF4-FFF2-40B4-BE49-F238E27FC236}">
                    <a16:creationId xmlns:a16="http://schemas.microsoft.com/office/drawing/2014/main" id="{C7C7C2F8-DA4F-469E-A70F-74E5CD48A8B2}"/>
                  </a:ext>
                </a:extLst>
              </p:cNvPr>
              <p:cNvSpPr/>
              <p:nvPr/>
            </p:nvSpPr>
            <p:spPr>
              <a:xfrm>
                <a:off x="8855252" y="35791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12" name="矩形 1711">
                <a:extLst>
                  <a:ext uri="{FF2B5EF4-FFF2-40B4-BE49-F238E27FC236}">
                    <a16:creationId xmlns:a16="http://schemas.microsoft.com/office/drawing/2014/main" id="{B66F01A1-FD7D-45CF-B239-E8513BC77565}"/>
                  </a:ext>
                </a:extLst>
              </p:cNvPr>
              <p:cNvSpPr/>
              <p:nvPr/>
            </p:nvSpPr>
            <p:spPr>
              <a:xfrm>
                <a:off x="8909121" y="35791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13" name="矩形 1712">
                <a:extLst>
                  <a:ext uri="{FF2B5EF4-FFF2-40B4-BE49-F238E27FC236}">
                    <a16:creationId xmlns:a16="http://schemas.microsoft.com/office/drawing/2014/main" id="{FCB387E7-0B9B-43A5-B6D0-D87D2526D8BA}"/>
                  </a:ext>
                </a:extLst>
              </p:cNvPr>
              <p:cNvSpPr/>
              <p:nvPr/>
            </p:nvSpPr>
            <p:spPr>
              <a:xfrm>
                <a:off x="8798956" y="41076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14" name="矩形 1713">
                <a:extLst>
                  <a:ext uri="{FF2B5EF4-FFF2-40B4-BE49-F238E27FC236}">
                    <a16:creationId xmlns:a16="http://schemas.microsoft.com/office/drawing/2014/main" id="{46AF1085-AFC9-432B-AE5F-68961A2B3DCF}"/>
                  </a:ext>
                </a:extLst>
              </p:cNvPr>
              <p:cNvSpPr/>
              <p:nvPr/>
            </p:nvSpPr>
            <p:spPr>
              <a:xfrm>
                <a:off x="8855252" y="41076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15" name="矩形 1714">
                <a:extLst>
                  <a:ext uri="{FF2B5EF4-FFF2-40B4-BE49-F238E27FC236}">
                    <a16:creationId xmlns:a16="http://schemas.microsoft.com/office/drawing/2014/main" id="{839EDA3D-EBA5-44A0-B0C8-7EF35029D77D}"/>
                  </a:ext>
                </a:extLst>
              </p:cNvPr>
              <p:cNvSpPr/>
              <p:nvPr/>
            </p:nvSpPr>
            <p:spPr>
              <a:xfrm>
                <a:off x="8909121" y="41076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16" name="矩形 1715">
                <a:extLst>
                  <a:ext uri="{FF2B5EF4-FFF2-40B4-BE49-F238E27FC236}">
                    <a16:creationId xmlns:a16="http://schemas.microsoft.com/office/drawing/2014/main" id="{5D8BB430-6BCD-4AAC-A67E-5DB67E6DB8E1}"/>
                  </a:ext>
                </a:extLst>
              </p:cNvPr>
              <p:cNvSpPr/>
              <p:nvPr/>
            </p:nvSpPr>
            <p:spPr>
              <a:xfrm>
                <a:off x="8798956" y="462209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17" name="矩形 1716">
                <a:extLst>
                  <a:ext uri="{FF2B5EF4-FFF2-40B4-BE49-F238E27FC236}">
                    <a16:creationId xmlns:a16="http://schemas.microsoft.com/office/drawing/2014/main" id="{0C418F28-BF0D-4A14-B08A-0BDA44945A32}"/>
                  </a:ext>
                </a:extLst>
              </p:cNvPr>
              <p:cNvSpPr/>
              <p:nvPr/>
            </p:nvSpPr>
            <p:spPr>
              <a:xfrm>
                <a:off x="8855252" y="46220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18" name="矩形 1717">
                <a:extLst>
                  <a:ext uri="{FF2B5EF4-FFF2-40B4-BE49-F238E27FC236}">
                    <a16:creationId xmlns:a16="http://schemas.microsoft.com/office/drawing/2014/main" id="{E965F391-C563-4A41-B2FF-7FA1EDFB3205}"/>
                  </a:ext>
                </a:extLst>
              </p:cNvPr>
              <p:cNvSpPr/>
              <p:nvPr/>
            </p:nvSpPr>
            <p:spPr>
              <a:xfrm>
                <a:off x="8909121" y="46220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719" name="组合 1718">
              <a:extLst>
                <a:ext uri="{FF2B5EF4-FFF2-40B4-BE49-F238E27FC236}">
                  <a16:creationId xmlns:a16="http://schemas.microsoft.com/office/drawing/2014/main" id="{741CCD0F-58C5-4A5B-BE14-4368A35D66A5}"/>
                </a:ext>
              </a:extLst>
            </p:cNvPr>
            <p:cNvGrpSpPr/>
            <p:nvPr/>
          </p:nvGrpSpPr>
          <p:grpSpPr>
            <a:xfrm>
              <a:off x="9104478" y="1303121"/>
              <a:ext cx="166461" cy="160594"/>
              <a:chOff x="6649867" y="354406"/>
              <a:chExt cx="166461" cy="160594"/>
            </a:xfrm>
          </p:grpSpPr>
          <p:sp>
            <p:nvSpPr>
              <p:cNvPr id="1720" name="矩形 1719">
                <a:extLst>
                  <a:ext uri="{FF2B5EF4-FFF2-40B4-BE49-F238E27FC236}">
                    <a16:creationId xmlns:a16="http://schemas.microsoft.com/office/drawing/2014/main" id="{89C1D3FC-FF56-4B08-AF53-ADB057ACB426}"/>
                  </a:ext>
                </a:extLst>
              </p:cNvPr>
              <p:cNvSpPr/>
              <p:nvPr/>
            </p:nvSpPr>
            <p:spPr>
              <a:xfrm>
                <a:off x="6649867" y="354406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21" name="矩形 1720">
                <a:extLst>
                  <a:ext uri="{FF2B5EF4-FFF2-40B4-BE49-F238E27FC236}">
                    <a16:creationId xmlns:a16="http://schemas.microsoft.com/office/drawing/2014/main" id="{42D8EAED-6215-48E5-A04B-678D9038586B}"/>
                  </a:ext>
                </a:extLst>
              </p:cNvPr>
              <p:cNvSpPr/>
              <p:nvPr/>
            </p:nvSpPr>
            <p:spPr>
              <a:xfrm>
                <a:off x="6706163" y="354406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22" name="矩形 1721">
                <a:extLst>
                  <a:ext uri="{FF2B5EF4-FFF2-40B4-BE49-F238E27FC236}">
                    <a16:creationId xmlns:a16="http://schemas.microsoft.com/office/drawing/2014/main" id="{8FC3B6EA-5FC6-41DF-9CC5-880FAD8D2662}"/>
                  </a:ext>
                </a:extLst>
              </p:cNvPr>
              <p:cNvSpPr/>
              <p:nvPr/>
            </p:nvSpPr>
            <p:spPr>
              <a:xfrm>
                <a:off x="6760032" y="354406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23" name="矩形 1722">
                <a:extLst>
                  <a:ext uri="{FF2B5EF4-FFF2-40B4-BE49-F238E27FC236}">
                    <a16:creationId xmlns:a16="http://schemas.microsoft.com/office/drawing/2014/main" id="{8C8ADF6D-8DFF-4498-8910-45BD389118A1}"/>
                  </a:ext>
                </a:extLst>
              </p:cNvPr>
              <p:cNvSpPr/>
              <p:nvPr/>
            </p:nvSpPr>
            <p:spPr>
              <a:xfrm>
                <a:off x="6649867" y="4072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24" name="矩形 1723">
                <a:extLst>
                  <a:ext uri="{FF2B5EF4-FFF2-40B4-BE49-F238E27FC236}">
                    <a16:creationId xmlns:a16="http://schemas.microsoft.com/office/drawing/2014/main" id="{420E6A3A-FCD0-4301-B805-3AEA535F534B}"/>
                  </a:ext>
                </a:extLst>
              </p:cNvPr>
              <p:cNvSpPr/>
              <p:nvPr/>
            </p:nvSpPr>
            <p:spPr>
              <a:xfrm>
                <a:off x="6706163" y="4072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25" name="矩形 1724">
                <a:extLst>
                  <a:ext uri="{FF2B5EF4-FFF2-40B4-BE49-F238E27FC236}">
                    <a16:creationId xmlns:a16="http://schemas.microsoft.com/office/drawing/2014/main" id="{0EAD55C9-4D08-46AA-B47E-EDD8F4CBA813}"/>
                  </a:ext>
                </a:extLst>
              </p:cNvPr>
              <p:cNvSpPr/>
              <p:nvPr/>
            </p:nvSpPr>
            <p:spPr>
              <a:xfrm>
                <a:off x="6760032" y="4072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26" name="矩形 1725">
                <a:extLst>
                  <a:ext uri="{FF2B5EF4-FFF2-40B4-BE49-F238E27FC236}">
                    <a16:creationId xmlns:a16="http://schemas.microsoft.com/office/drawing/2014/main" id="{E7356139-4F82-48BB-940E-AE292343CB7F}"/>
                  </a:ext>
                </a:extLst>
              </p:cNvPr>
              <p:cNvSpPr/>
              <p:nvPr/>
            </p:nvSpPr>
            <p:spPr>
              <a:xfrm>
                <a:off x="6649867" y="4587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27" name="矩形 1726">
                <a:extLst>
                  <a:ext uri="{FF2B5EF4-FFF2-40B4-BE49-F238E27FC236}">
                    <a16:creationId xmlns:a16="http://schemas.microsoft.com/office/drawing/2014/main" id="{69420897-6534-40CB-89F3-DB83A954BD20}"/>
                  </a:ext>
                </a:extLst>
              </p:cNvPr>
              <p:cNvSpPr/>
              <p:nvPr/>
            </p:nvSpPr>
            <p:spPr>
              <a:xfrm>
                <a:off x="6706163" y="4587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28" name="矩形 1727">
                <a:extLst>
                  <a:ext uri="{FF2B5EF4-FFF2-40B4-BE49-F238E27FC236}">
                    <a16:creationId xmlns:a16="http://schemas.microsoft.com/office/drawing/2014/main" id="{1EC98C44-DFCC-472C-81D8-ED3A568E5E72}"/>
                  </a:ext>
                </a:extLst>
              </p:cNvPr>
              <p:cNvSpPr/>
              <p:nvPr/>
            </p:nvSpPr>
            <p:spPr>
              <a:xfrm>
                <a:off x="6760032" y="4587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729" name="组合 1728">
              <a:extLst>
                <a:ext uri="{FF2B5EF4-FFF2-40B4-BE49-F238E27FC236}">
                  <a16:creationId xmlns:a16="http://schemas.microsoft.com/office/drawing/2014/main" id="{16609E49-9008-4FD2-A2EE-7B7C90696725}"/>
                </a:ext>
              </a:extLst>
            </p:cNvPr>
            <p:cNvGrpSpPr/>
            <p:nvPr/>
          </p:nvGrpSpPr>
          <p:grpSpPr>
            <a:xfrm>
              <a:off x="8890125" y="1303121"/>
              <a:ext cx="166461" cy="160594"/>
              <a:chOff x="6649867" y="354406"/>
              <a:chExt cx="166461" cy="160594"/>
            </a:xfrm>
          </p:grpSpPr>
          <p:sp>
            <p:nvSpPr>
              <p:cNvPr id="1730" name="矩形 1729">
                <a:extLst>
                  <a:ext uri="{FF2B5EF4-FFF2-40B4-BE49-F238E27FC236}">
                    <a16:creationId xmlns:a16="http://schemas.microsoft.com/office/drawing/2014/main" id="{155044F4-3C7F-41D4-89C1-9726D2EDACFE}"/>
                  </a:ext>
                </a:extLst>
              </p:cNvPr>
              <p:cNvSpPr/>
              <p:nvPr/>
            </p:nvSpPr>
            <p:spPr>
              <a:xfrm>
                <a:off x="6649867" y="354406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31" name="矩形 1730">
                <a:extLst>
                  <a:ext uri="{FF2B5EF4-FFF2-40B4-BE49-F238E27FC236}">
                    <a16:creationId xmlns:a16="http://schemas.microsoft.com/office/drawing/2014/main" id="{0C785203-BC0A-4DFB-BA79-91E6832ECA88}"/>
                  </a:ext>
                </a:extLst>
              </p:cNvPr>
              <p:cNvSpPr/>
              <p:nvPr/>
            </p:nvSpPr>
            <p:spPr>
              <a:xfrm>
                <a:off x="6706163" y="354406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32" name="矩形 1731">
                <a:extLst>
                  <a:ext uri="{FF2B5EF4-FFF2-40B4-BE49-F238E27FC236}">
                    <a16:creationId xmlns:a16="http://schemas.microsoft.com/office/drawing/2014/main" id="{83148B8D-863A-4184-8C94-B83E7A64E5FD}"/>
                  </a:ext>
                </a:extLst>
              </p:cNvPr>
              <p:cNvSpPr/>
              <p:nvPr/>
            </p:nvSpPr>
            <p:spPr>
              <a:xfrm>
                <a:off x="6760032" y="354406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33" name="矩形 1732">
                <a:extLst>
                  <a:ext uri="{FF2B5EF4-FFF2-40B4-BE49-F238E27FC236}">
                    <a16:creationId xmlns:a16="http://schemas.microsoft.com/office/drawing/2014/main" id="{6E7727C6-CB85-469C-BD56-8F44789E6967}"/>
                  </a:ext>
                </a:extLst>
              </p:cNvPr>
              <p:cNvSpPr/>
              <p:nvPr/>
            </p:nvSpPr>
            <p:spPr>
              <a:xfrm>
                <a:off x="6649867" y="4072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34" name="矩形 1733">
                <a:extLst>
                  <a:ext uri="{FF2B5EF4-FFF2-40B4-BE49-F238E27FC236}">
                    <a16:creationId xmlns:a16="http://schemas.microsoft.com/office/drawing/2014/main" id="{1B253AAA-8E35-493B-BE88-A41181013EF6}"/>
                  </a:ext>
                </a:extLst>
              </p:cNvPr>
              <p:cNvSpPr/>
              <p:nvPr/>
            </p:nvSpPr>
            <p:spPr>
              <a:xfrm>
                <a:off x="6706163" y="4072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35" name="矩形 1734">
                <a:extLst>
                  <a:ext uri="{FF2B5EF4-FFF2-40B4-BE49-F238E27FC236}">
                    <a16:creationId xmlns:a16="http://schemas.microsoft.com/office/drawing/2014/main" id="{CC205B13-3772-4353-AC72-0993FA58DDEB}"/>
                  </a:ext>
                </a:extLst>
              </p:cNvPr>
              <p:cNvSpPr/>
              <p:nvPr/>
            </p:nvSpPr>
            <p:spPr>
              <a:xfrm>
                <a:off x="6760032" y="4072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36" name="矩形 1735">
                <a:extLst>
                  <a:ext uri="{FF2B5EF4-FFF2-40B4-BE49-F238E27FC236}">
                    <a16:creationId xmlns:a16="http://schemas.microsoft.com/office/drawing/2014/main" id="{35A53331-7A0C-4F4B-9AD7-5BAB006C1EF6}"/>
                  </a:ext>
                </a:extLst>
              </p:cNvPr>
              <p:cNvSpPr/>
              <p:nvPr/>
            </p:nvSpPr>
            <p:spPr>
              <a:xfrm>
                <a:off x="6649867" y="4587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37" name="矩形 1736">
                <a:extLst>
                  <a:ext uri="{FF2B5EF4-FFF2-40B4-BE49-F238E27FC236}">
                    <a16:creationId xmlns:a16="http://schemas.microsoft.com/office/drawing/2014/main" id="{BFCB4266-58F3-4FD6-B80B-1820C9609105}"/>
                  </a:ext>
                </a:extLst>
              </p:cNvPr>
              <p:cNvSpPr/>
              <p:nvPr/>
            </p:nvSpPr>
            <p:spPr>
              <a:xfrm>
                <a:off x="6706163" y="4587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38" name="矩形 1737">
                <a:extLst>
                  <a:ext uri="{FF2B5EF4-FFF2-40B4-BE49-F238E27FC236}">
                    <a16:creationId xmlns:a16="http://schemas.microsoft.com/office/drawing/2014/main" id="{879E3577-839C-47BA-95F9-CF1CF3BDF2EA}"/>
                  </a:ext>
                </a:extLst>
              </p:cNvPr>
              <p:cNvSpPr/>
              <p:nvPr/>
            </p:nvSpPr>
            <p:spPr>
              <a:xfrm>
                <a:off x="6760032" y="4587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739" name="组合 1738">
              <a:extLst>
                <a:ext uri="{FF2B5EF4-FFF2-40B4-BE49-F238E27FC236}">
                  <a16:creationId xmlns:a16="http://schemas.microsoft.com/office/drawing/2014/main" id="{BC4977BA-B6D5-4BD8-8C0E-9C5D19161D9E}"/>
                </a:ext>
              </a:extLst>
            </p:cNvPr>
            <p:cNvGrpSpPr/>
            <p:nvPr/>
          </p:nvGrpSpPr>
          <p:grpSpPr>
            <a:xfrm>
              <a:off x="8675772" y="1303121"/>
              <a:ext cx="166461" cy="160594"/>
              <a:chOff x="6932008" y="623598"/>
              <a:chExt cx="166461" cy="160594"/>
            </a:xfrm>
          </p:grpSpPr>
          <p:sp>
            <p:nvSpPr>
              <p:cNvPr id="1740" name="矩形 1739">
                <a:extLst>
                  <a:ext uri="{FF2B5EF4-FFF2-40B4-BE49-F238E27FC236}">
                    <a16:creationId xmlns:a16="http://schemas.microsoft.com/office/drawing/2014/main" id="{24254A24-C7F0-429F-86AC-63772E353186}"/>
                  </a:ext>
                </a:extLst>
              </p:cNvPr>
              <p:cNvSpPr/>
              <p:nvPr/>
            </p:nvSpPr>
            <p:spPr>
              <a:xfrm>
                <a:off x="6932008" y="62359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1" name="矩形 1740">
                <a:extLst>
                  <a:ext uri="{FF2B5EF4-FFF2-40B4-BE49-F238E27FC236}">
                    <a16:creationId xmlns:a16="http://schemas.microsoft.com/office/drawing/2014/main" id="{230F1C78-5FAE-427E-9A0A-F91E1FF1B886}"/>
                  </a:ext>
                </a:extLst>
              </p:cNvPr>
              <p:cNvSpPr/>
              <p:nvPr/>
            </p:nvSpPr>
            <p:spPr>
              <a:xfrm>
                <a:off x="6988304" y="623598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2" name="矩形 1741">
                <a:extLst>
                  <a:ext uri="{FF2B5EF4-FFF2-40B4-BE49-F238E27FC236}">
                    <a16:creationId xmlns:a16="http://schemas.microsoft.com/office/drawing/2014/main" id="{5CCA84CD-2ADB-42FD-9487-E9CEE4392260}"/>
                  </a:ext>
                </a:extLst>
              </p:cNvPr>
              <p:cNvSpPr/>
              <p:nvPr/>
            </p:nvSpPr>
            <p:spPr>
              <a:xfrm>
                <a:off x="7042173" y="623598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3" name="矩形 1742">
                <a:extLst>
                  <a:ext uri="{FF2B5EF4-FFF2-40B4-BE49-F238E27FC236}">
                    <a16:creationId xmlns:a16="http://schemas.microsoft.com/office/drawing/2014/main" id="{FAFE0FD2-BE15-44EA-B3A2-37A405D76DCF}"/>
                  </a:ext>
                </a:extLst>
              </p:cNvPr>
              <p:cNvSpPr/>
              <p:nvPr/>
            </p:nvSpPr>
            <p:spPr>
              <a:xfrm>
                <a:off x="6932008" y="67644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4" name="矩形 1743">
                <a:extLst>
                  <a:ext uri="{FF2B5EF4-FFF2-40B4-BE49-F238E27FC236}">
                    <a16:creationId xmlns:a16="http://schemas.microsoft.com/office/drawing/2014/main" id="{19D59036-BEB0-41AB-BFB3-ACA0E67A198E}"/>
                  </a:ext>
                </a:extLst>
              </p:cNvPr>
              <p:cNvSpPr/>
              <p:nvPr/>
            </p:nvSpPr>
            <p:spPr>
              <a:xfrm>
                <a:off x="6988304" y="67644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5" name="矩形 1744">
                <a:extLst>
                  <a:ext uri="{FF2B5EF4-FFF2-40B4-BE49-F238E27FC236}">
                    <a16:creationId xmlns:a16="http://schemas.microsoft.com/office/drawing/2014/main" id="{AE6F837E-8C74-400A-A38B-9D331AD64EC9}"/>
                  </a:ext>
                </a:extLst>
              </p:cNvPr>
              <p:cNvSpPr/>
              <p:nvPr/>
            </p:nvSpPr>
            <p:spPr>
              <a:xfrm>
                <a:off x="7042173" y="67644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6" name="矩形 1745">
                <a:extLst>
                  <a:ext uri="{FF2B5EF4-FFF2-40B4-BE49-F238E27FC236}">
                    <a16:creationId xmlns:a16="http://schemas.microsoft.com/office/drawing/2014/main" id="{7DD977E5-8EBF-4D8A-B0AF-0980C440A81F}"/>
                  </a:ext>
                </a:extLst>
              </p:cNvPr>
              <p:cNvSpPr/>
              <p:nvPr/>
            </p:nvSpPr>
            <p:spPr>
              <a:xfrm>
                <a:off x="6932008" y="72789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7" name="矩形 1746">
                <a:extLst>
                  <a:ext uri="{FF2B5EF4-FFF2-40B4-BE49-F238E27FC236}">
                    <a16:creationId xmlns:a16="http://schemas.microsoft.com/office/drawing/2014/main" id="{845930A9-96E6-41BD-91EF-9549D72CFFFD}"/>
                  </a:ext>
                </a:extLst>
              </p:cNvPr>
              <p:cNvSpPr/>
              <p:nvPr/>
            </p:nvSpPr>
            <p:spPr>
              <a:xfrm>
                <a:off x="6988304" y="72789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8" name="矩形 1747">
                <a:extLst>
                  <a:ext uri="{FF2B5EF4-FFF2-40B4-BE49-F238E27FC236}">
                    <a16:creationId xmlns:a16="http://schemas.microsoft.com/office/drawing/2014/main" id="{AD495BBB-F332-40D1-BBC3-4474A1B66440}"/>
                  </a:ext>
                </a:extLst>
              </p:cNvPr>
              <p:cNvSpPr/>
              <p:nvPr/>
            </p:nvSpPr>
            <p:spPr>
              <a:xfrm>
                <a:off x="7042173" y="72789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749" name="组合 1748">
              <a:extLst>
                <a:ext uri="{FF2B5EF4-FFF2-40B4-BE49-F238E27FC236}">
                  <a16:creationId xmlns:a16="http://schemas.microsoft.com/office/drawing/2014/main" id="{324824D4-EE6B-40BC-A770-FD109CD77D7E}"/>
                </a:ext>
              </a:extLst>
            </p:cNvPr>
            <p:cNvGrpSpPr/>
            <p:nvPr/>
          </p:nvGrpSpPr>
          <p:grpSpPr>
            <a:xfrm>
              <a:off x="8461419" y="1303121"/>
              <a:ext cx="166461" cy="160594"/>
              <a:chOff x="6621719" y="651746"/>
              <a:chExt cx="166461" cy="160594"/>
            </a:xfrm>
          </p:grpSpPr>
          <p:sp>
            <p:nvSpPr>
              <p:cNvPr id="1750" name="矩形 1749">
                <a:extLst>
                  <a:ext uri="{FF2B5EF4-FFF2-40B4-BE49-F238E27FC236}">
                    <a16:creationId xmlns:a16="http://schemas.microsoft.com/office/drawing/2014/main" id="{9871A8D7-FF86-402A-AC0B-2C4ACC0DDC81}"/>
                  </a:ext>
                </a:extLst>
              </p:cNvPr>
              <p:cNvSpPr/>
              <p:nvPr/>
            </p:nvSpPr>
            <p:spPr>
              <a:xfrm>
                <a:off x="6621719" y="65174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51" name="矩形 1750">
                <a:extLst>
                  <a:ext uri="{FF2B5EF4-FFF2-40B4-BE49-F238E27FC236}">
                    <a16:creationId xmlns:a16="http://schemas.microsoft.com/office/drawing/2014/main" id="{1260BE11-9208-489E-A2C8-1E7FD7A72DEE}"/>
                  </a:ext>
                </a:extLst>
              </p:cNvPr>
              <p:cNvSpPr/>
              <p:nvPr/>
            </p:nvSpPr>
            <p:spPr>
              <a:xfrm>
                <a:off x="6678015" y="65174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52" name="矩形 1751">
                <a:extLst>
                  <a:ext uri="{FF2B5EF4-FFF2-40B4-BE49-F238E27FC236}">
                    <a16:creationId xmlns:a16="http://schemas.microsoft.com/office/drawing/2014/main" id="{31D3241E-17B6-48F6-962F-726497D15E6C}"/>
                  </a:ext>
                </a:extLst>
              </p:cNvPr>
              <p:cNvSpPr/>
              <p:nvPr/>
            </p:nvSpPr>
            <p:spPr>
              <a:xfrm>
                <a:off x="6731884" y="651746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53" name="矩形 1752">
                <a:extLst>
                  <a:ext uri="{FF2B5EF4-FFF2-40B4-BE49-F238E27FC236}">
                    <a16:creationId xmlns:a16="http://schemas.microsoft.com/office/drawing/2014/main" id="{148D04BD-3A21-458E-8803-7B5C81990298}"/>
                  </a:ext>
                </a:extLst>
              </p:cNvPr>
              <p:cNvSpPr/>
              <p:nvPr/>
            </p:nvSpPr>
            <p:spPr>
              <a:xfrm>
                <a:off x="6621719" y="70459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54" name="矩形 1753">
                <a:extLst>
                  <a:ext uri="{FF2B5EF4-FFF2-40B4-BE49-F238E27FC236}">
                    <a16:creationId xmlns:a16="http://schemas.microsoft.com/office/drawing/2014/main" id="{DADD528E-029A-4C5F-99E7-A3E8B50D5FB5}"/>
                  </a:ext>
                </a:extLst>
              </p:cNvPr>
              <p:cNvSpPr/>
              <p:nvPr/>
            </p:nvSpPr>
            <p:spPr>
              <a:xfrm>
                <a:off x="6678015" y="70459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55" name="矩形 1754">
                <a:extLst>
                  <a:ext uri="{FF2B5EF4-FFF2-40B4-BE49-F238E27FC236}">
                    <a16:creationId xmlns:a16="http://schemas.microsoft.com/office/drawing/2014/main" id="{F13C0786-7D4B-4919-AB42-C3AB2C2BF588}"/>
                  </a:ext>
                </a:extLst>
              </p:cNvPr>
              <p:cNvSpPr/>
              <p:nvPr/>
            </p:nvSpPr>
            <p:spPr>
              <a:xfrm>
                <a:off x="6731884" y="70459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56" name="矩形 1755">
                <a:extLst>
                  <a:ext uri="{FF2B5EF4-FFF2-40B4-BE49-F238E27FC236}">
                    <a16:creationId xmlns:a16="http://schemas.microsoft.com/office/drawing/2014/main" id="{A2593D5F-B270-47F4-9764-F14E56963640}"/>
                  </a:ext>
                </a:extLst>
              </p:cNvPr>
              <p:cNvSpPr/>
              <p:nvPr/>
            </p:nvSpPr>
            <p:spPr>
              <a:xfrm>
                <a:off x="6621719" y="75604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57" name="矩形 1756">
                <a:extLst>
                  <a:ext uri="{FF2B5EF4-FFF2-40B4-BE49-F238E27FC236}">
                    <a16:creationId xmlns:a16="http://schemas.microsoft.com/office/drawing/2014/main" id="{87FC988B-2733-4D61-AE30-1B77A88C07EC}"/>
                  </a:ext>
                </a:extLst>
              </p:cNvPr>
              <p:cNvSpPr/>
              <p:nvPr/>
            </p:nvSpPr>
            <p:spPr>
              <a:xfrm>
                <a:off x="6678015" y="75604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58" name="矩形 1757">
                <a:extLst>
                  <a:ext uri="{FF2B5EF4-FFF2-40B4-BE49-F238E27FC236}">
                    <a16:creationId xmlns:a16="http://schemas.microsoft.com/office/drawing/2014/main" id="{BE546D1C-C172-4938-983B-6D2428F2F599}"/>
                  </a:ext>
                </a:extLst>
              </p:cNvPr>
              <p:cNvSpPr/>
              <p:nvPr/>
            </p:nvSpPr>
            <p:spPr>
              <a:xfrm>
                <a:off x="6731884" y="75604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759" name="组合 1758">
              <a:extLst>
                <a:ext uri="{FF2B5EF4-FFF2-40B4-BE49-F238E27FC236}">
                  <a16:creationId xmlns:a16="http://schemas.microsoft.com/office/drawing/2014/main" id="{D9A689E2-19CD-4A68-A349-CCC03E3E5D8E}"/>
                </a:ext>
              </a:extLst>
            </p:cNvPr>
            <p:cNvGrpSpPr/>
            <p:nvPr/>
          </p:nvGrpSpPr>
          <p:grpSpPr>
            <a:xfrm>
              <a:off x="8032713" y="1303121"/>
              <a:ext cx="166461" cy="160594"/>
              <a:chOff x="6316633" y="354406"/>
              <a:chExt cx="166461" cy="160594"/>
            </a:xfrm>
          </p:grpSpPr>
          <p:sp>
            <p:nvSpPr>
              <p:cNvPr id="1760" name="矩形 1759">
                <a:extLst>
                  <a:ext uri="{FF2B5EF4-FFF2-40B4-BE49-F238E27FC236}">
                    <a16:creationId xmlns:a16="http://schemas.microsoft.com/office/drawing/2014/main" id="{586E4512-DC24-4F70-A238-E92A01BE11CB}"/>
                  </a:ext>
                </a:extLst>
              </p:cNvPr>
              <p:cNvSpPr/>
              <p:nvPr/>
            </p:nvSpPr>
            <p:spPr>
              <a:xfrm>
                <a:off x="6316633" y="3544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61" name="矩形 1760">
                <a:extLst>
                  <a:ext uri="{FF2B5EF4-FFF2-40B4-BE49-F238E27FC236}">
                    <a16:creationId xmlns:a16="http://schemas.microsoft.com/office/drawing/2014/main" id="{95F96849-1DAD-4912-9088-19E8B7E43F53}"/>
                  </a:ext>
                </a:extLst>
              </p:cNvPr>
              <p:cNvSpPr/>
              <p:nvPr/>
            </p:nvSpPr>
            <p:spPr>
              <a:xfrm>
                <a:off x="6372929" y="3544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62" name="矩形 1761">
                <a:extLst>
                  <a:ext uri="{FF2B5EF4-FFF2-40B4-BE49-F238E27FC236}">
                    <a16:creationId xmlns:a16="http://schemas.microsoft.com/office/drawing/2014/main" id="{68B92FBD-C243-4CFE-8B4F-642A718FB17A}"/>
                  </a:ext>
                </a:extLst>
              </p:cNvPr>
              <p:cNvSpPr/>
              <p:nvPr/>
            </p:nvSpPr>
            <p:spPr>
              <a:xfrm>
                <a:off x="6426798" y="3544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63" name="矩形 1762">
                <a:extLst>
                  <a:ext uri="{FF2B5EF4-FFF2-40B4-BE49-F238E27FC236}">
                    <a16:creationId xmlns:a16="http://schemas.microsoft.com/office/drawing/2014/main" id="{944E99B1-FAD8-40CC-9B7D-513DCE3D36D1}"/>
                  </a:ext>
                </a:extLst>
              </p:cNvPr>
              <p:cNvSpPr/>
              <p:nvPr/>
            </p:nvSpPr>
            <p:spPr>
              <a:xfrm>
                <a:off x="6316633" y="4072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64" name="矩形 1763">
                <a:extLst>
                  <a:ext uri="{FF2B5EF4-FFF2-40B4-BE49-F238E27FC236}">
                    <a16:creationId xmlns:a16="http://schemas.microsoft.com/office/drawing/2014/main" id="{F97287BC-988F-4177-8D07-313983A10C4B}"/>
                  </a:ext>
                </a:extLst>
              </p:cNvPr>
              <p:cNvSpPr/>
              <p:nvPr/>
            </p:nvSpPr>
            <p:spPr>
              <a:xfrm>
                <a:off x="6372929" y="4072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65" name="矩形 1764">
                <a:extLst>
                  <a:ext uri="{FF2B5EF4-FFF2-40B4-BE49-F238E27FC236}">
                    <a16:creationId xmlns:a16="http://schemas.microsoft.com/office/drawing/2014/main" id="{5DD7F1D6-894C-4F31-BC95-4DC07AC70FA0}"/>
                  </a:ext>
                </a:extLst>
              </p:cNvPr>
              <p:cNvSpPr/>
              <p:nvPr/>
            </p:nvSpPr>
            <p:spPr>
              <a:xfrm>
                <a:off x="6426798" y="4072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66" name="矩形 1765">
                <a:extLst>
                  <a:ext uri="{FF2B5EF4-FFF2-40B4-BE49-F238E27FC236}">
                    <a16:creationId xmlns:a16="http://schemas.microsoft.com/office/drawing/2014/main" id="{E9CCED19-637C-423C-A792-3F77255971CC}"/>
                  </a:ext>
                </a:extLst>
              </p:cNvPr>
              <p:cNvSpPr/>
              <p:nvPr/>
            </p:nvSpPr>
            <p:spPr>
              <a:xfrm>
                <a:off x="6316633" y="4587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67" name="矩形 1766">
                <a:extLst>
                  <a:ext uri="{FF2B5EF4-FFF2-40B4-BE49-F238E27FC236}">
                    <a16:creationId xmlns:a16="http://schemas.microsoft.com/office/drawing/2014/main" id="{1117FEE3-9497-4B43-B390-16B52B877167}"/>
                  </a:ext>
                </a:extLst>
              </p:cNvPr>
              <p:cNvSpPr/>
              <p:nvPr/>
            </p:nvSpPr>
            <p:spPr>
              <a:xfrm>
                <a:off x="6372929" y="4587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68" name="矩形 1767">
                <a:extLst>
                  <a:ext uri="{FF2B5EF4-FFF2-40B4-BE49-F238E27FC236}">
                    <a16:creationId xmlns:a16="http://schemas.microsoft.com/office/drawing/2014/main" id="{6DEA465F-44E8-4E1A-878B-B89F033A7B90}"/>
                  </a:ext>
                </a:extLst>
              </p:cNvPr>
              <p:cNvSpPr/>
              <p:nvPr/>
            </p:nvSpPr>
            <p:spPr>
              <a:xfrm>
                <a:off x="6426798" y="4587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769" name="组合 1768">
              <a:extLst>
                <a:ext uri="{FF2B5EF4-FFF2-40B4-BE49-F238E27FC236}">
                  <a16:creationId xmlns:a16="http://schemas.microsoft.com/office/drawing/2014/main" id="{25494AA6-EC82-4B65-ACDD-04EA62245654}"/>
                </a:ext>
              </a:extLst>
            </p:cNvPr>
            <p:cNvGrpSpPr/>
            <p:nvPr/>
          </p:nvGrpSpPr>
          <p:grpSpPr>
            <a:xfrm>
              <a:off x="8247066" y="1303121"/>
              <a:ext cx="166461" cy="160594"/>
              <a:chOff x="6316633" y="354406"/>
              <a:chExt cx="166461" cy="160594"/>
            </a:xfrm>
          </p:grpSpPr>
          <p:sp>
            <p:nvSpPr>
              <p:cNvPr id="1770" name="矩形 1769">
                <a:extLst>
                  <a:ext uri="{FF2B5EF4-FFF2-40B4-BE49-F238E27FC236}">
                    <a16:creationId xmlns:a16="http://schemas.microsoft.com/office/drawing/2014/main" id="{5D5CF0B5-BC2C-4CF2-9604-376FE8F11935}"/>
                  </a:ext>
                </a:extLst>
              </p:cNvPr>
              <p:cNvSpPr/>
              <p:nvPr/>
            </p:nvSpPr>
            <p:spPr>
              <a:xfrm>
                <a:off x="6316633" y="3544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71" name="矩形 1770">
                <a:extLst>
                  <a:ext uri="{FF2B5EF4-FFF2-40B4-BE49-F238E27FC236}">
                    <a16:creationId xmlns:a16="http://schemas.microsoft.com/office/drawing/2014/main" id="{4A38F065-FFF1-4123-AF08-9A9F6933EEAF}"/>
                  </a:ext>
                </a:extLst>
              </p:cNvPr>
              <p:cNvSpPr/>
              <p:nvPr/>
            </p:nvSpPr>
            <p:spPr>
              <a:xfrm>
                <a:off x="6372929" y="3544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72" name="矩形 1771">
                <a:extLst>
                  <a:ext uri="{FF2B5EF4-FFF2-40B4-BE49-F238E27FC236}">
                    <a16:creationId xmlns:a16="http://schemas.microsoft.com/office/drawing/2014/main" id="{17C29758-F6BC-42EA-8B74-096D2E8B2F7E}"/>
                  </a:ext>
                </a:extLst>
              </p:cNvPr>
              <p:cNvSpPr/>
              <p:nvPr/>
            </p:nvSpPr>
            <p:spPr>
              <a:xfrm>
                <a:off x="6426798" y="3544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73" name="矩形 1772">
                <a:extLst>
                  <a:ext uri="{FF2B5EF4-FFF2-40B4-BE49-F238E27FC236}">
                    <a16:creationId xmlns:a16="http://schemas.microsoft.com/office/drawing/2014/main" id="{95DD792C-DE8B-443F-8C50-F1F3BB68932F}"/>
                  </a:ext>
                </a:extLst>
              </p:cNvPr>
              <p:cNvSpPr/>
              <p:nvPr/>
            </p:nvSpPr>
            <p:spPr>
              <a:xfrm>
                <a:off x="6316633" y="4072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74" name="矩形 1773">
                <a:extLst>
                  <a:ext uri="{FF2B5EF4-FFF2-40B4-BE49-F238E27FC236}">
                    <a16:creationId xmlns:a16="http://schemas.microsoft.com/office/drawing/2014/main" id="{048C3701-15D4-4FC7-A343-5E2A185CCE0C}"/>
                  </a:ext>
                </a:extLst>
              </p:cNvPr>
              <p:cNvSpPr/>
              <p:nvPr/>
            </p:nvSpPr>
            <p:spPr>
              <a:xfrm>
                <a:off x="6372929" y="4072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75" name="矩形 1774">
                <a:extLst>
                  <a:ext uri="{FF2B5EF4-FFF2-40B4-BE49-F238E27FC236}">
                    <a16:creationId xmlns:a16="http://schemas.microsoft.com/office/drawing/2014/main" id="{7EA472FB-6DD0-42E3-8361-CF1FB849D19F}"/>
                  </a:ext>
                </a:extLst>
              </p:cNvPr>
              <p:cNvSpPr/>
              <p:nvPr/>
            </p:nvSpPr>
            <p:spPr>
              <a:xfrm>
                <a:off x="6426798" y="4072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76" name="矩形 1775">
                <a:extLst>
                  <a:ext uri="{FF2B5EF4-FFF2-40B4-BE49-F238E27FC236}">
                    <a16:creationId xmlns:a16="http://schemas.microsoft.com/office/drawing/2014/main" id="{5BF75074-01DE-4710-85DE-D4806B5B30BF}"/>
                  </a:ext>
                </a:extLst>
              </p:cNvPr>
              <p:cNvSpPr/>
              <p:nvPr/>
            </p:nvSpPr>
            <p:spPr>
              <a:xfrm>
                <a:off x="6316633" y="4587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77" name="矩形 1776">
                <a:extLst>
                  <a:ext uri="{FF2B5EF4-FFF2-40B4-BE49-F238E27FC236}">
                    <a16:creationId xmlns:a16="http://schemas.microsoft.com/office/drawing/2014/main" id="{B310E4C8-601E-417F-92A4-754107ECE8A3}"/>
                  </a:ext>
                </a:extLst>
              </p:cNvPr>
              <p:cNvSpPr/>
              <p:nvPr/>
            </p:nvSpPr>
            <p:spPr>
              <a:xfrm>
                <a:off x="6372929" y="4587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78" name="矩形 1777">
                <a:extLst>
                  <a:ext uri="{FF2B5EF4-FFF2-40B4-BE49-F238E27FC236}">
                    <a16:creationId xmlns:a16="http://schemas.microsoft.com/office/drawing/2014/main" id="{3AEBD3E7-EF8D-40A4-AD27-E58EA993FF19}"/>
                  </a:ext>
                </a:extLst>
              </p:cNvPr>
              <p:cNvSpPr/>
              <p:nvPr/>
            </p:nvSpPr>
            <p:spPr>
              <a:xfrm>
                <a:off x="6426798" y="4587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799" name="组合 1798">
              <a:extLst>
                <a:ext uri="{FF2B5EF4-FFF2-40B4-BE49-F238E27FC236}">
                  <a16:creationId xmlns:a16="http://schemas.microsoft.com/office/drawing/2014/main" id="{BBB3E234-C2FE-47DC-9AF0-F183CA86029A}"/>
                </a:ext>
              </a:extLst>
            </p:cNvPr>
            <p:cNvGrpSpPr/>
            <p:nvPr/>
          </p:nvGrpSpPr>
          <p:grpSpPr>
            <a:xfrm>
              <a:off x="6531503" y="1512671"/>
              <a:ext cx="166461" cy="160594"/>
              <a:chOff x="6649867" y="354406"/>
              <a:chExt cx="166461" cy="160594"/>
            </a:xfrm>
          </p:grpSpPr>
          <p:sp>
            <p:nvSpPr>
              <p:cNvPr id="1800" name="矩形 1799">
                <a:extLst>
                  <a:ext uri="{FF2B5EF4-FFF2-40B4-BE49-F238E27FC236}">
                    <a16:creationId xmlns:a16="http://schemas.microsoft.com/office/drawing/2014/main" id="{23257C39-407C-4C57-8ACF-185AA79EA56E}"/>
                  </a:ext>
                </a:extLst>
              </p:cNvPr>
              <p:cNvSpPr/>
              <p:nvPr/>
            </p:nvSpPr>
            <p:spPr>
              <a:xfrm>
                <a:off x="6649867" y="354406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1" name="矩形 1800">
                <a:extLst>
                  <a:ext uri="{FF2B5EF4-FFF2-40B4-BE49-F238E27FC236}">
                    <a16:creationId xmlns:a16="http://schemas.microsoft.com/office/drawing/2014/main" id="{E885FFD2-8277-4715-9794-C7C9D1A99196}"/>
                  </a:ext>
                </a:extLst>
              </p:cNvPr>
              <p:cNvSpPr/>
              <p:nvPr/>
            </p:nvSpPr>
            <p:spPr>
              <a:xfrm>
                <a:off x="6706163" y="354406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2" name="矩形 1801">
                <a:extLst>
                  <a:ext uri="{FF2B5EF4-FFF2-40B4-BE49-F238E27FC236}">
                    <a16:creationId xmlns:a16="http://schemas.microsoft.com/office/drawing/2014/main" id="{4B848E6C-033D-4C3C-A462-5F08E1657D33}"/>
                  </a:ext>
                </a:extLst>
              </p:cNvPr>
              <p:cNvSpPr/>
              <p:nvPr/>
            </p:nvSpPr>
            <p:spPr>
              <a:xfrm>
                <a:off x="6760032" y="354406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3" name="矩形 1802">
                <a:extLst>
                  <a:ext uri="{FF2B5EF4-FFF2-40B4-BE49-F238E27FC236}">
                    <a16:creationId xmlns:a16="http://schemas.microsoft.com/office/drawing/2014/main" id="{90A14437-EB8A-432E-B5C0-59BE067EE6BA}"/>
                  </a:ext>
                </a:extLst>
              </p:cNvPr>
              <p:cNvSpPr/>
              <p:nvPr/>
            </p:nvSpPr>
            <p:spPr>
              <a:xfrm>
                <a:off x="6649867" y="4072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4" name="矩形 1803">
                <a:extLst>
                  <a:ext uri="{FF2B5EF4-FFF2-40B4-BE49-F238E27FC236}">
                    <a16:creationId xmlns:a16="http://schemas.microsoft.com/office/drawing/2014/main" id="{EC050638-4276-41B4-888E-AE85A330B226}"/>
                  </a:ext>
                </a:extLst>
              </p:cNvPr>
              <p:cNvSpPr/>
              <p:nvPr/>
            </p:nvSpPr>
            <p:spPr>
              <a:xfrm>
                <a:off x="6706163" y="4072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5" name="矩形 1804">
                <a:extLst>
                  <a:ext uri="{FF2B5EF4-FFF2-40B4-BE49-F238E27FC236}">
                    <a16:creationId xmlns:a16="http://schemas.microsoft.com/office/drawing/2014/main" id="{05DB0311-89B4-41D7-A508-73404862B986}"/>
                  </a:ext>
                </a:extLst>
              </p:cNvPr>
              <p:cNvSpPr/>
              <p:nvPr/>
            </p:nvSpPr>
            <p:spPr>
              <a:xfrm>
                <a:off x="6760032" y="4072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6" name="矩形 1805">
                <a:extLst>
                  <a:ext uri="{FF2B5EF4-FFF2-40B4-BE49-F238E27FC236}">
                    <a16:creationId xmlns:a16="http://schemas.microsoft.com/office/drawing/2014/main" id="{E2872BE8-7D9D-4537-B838-37A9EB8826E9}"/>
                  </a:ext>
                </a:extLst>
              </p:cNvPr>
              <p:cNvSpPr/>
              <p:nvPr/>
            </p:nvSpPr>
            <p:spPr>
              <a:xfrm>
                <a:off x="6649867" y="4587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7" name="矩形 1806">
                <a:extLst>
                  <a:ext uri="{FF2B5EF4-FFF2-40B4-BE49-F238E27FC236}">
                    <a16:creationId xmlns:a16="http://schemas.microsoft.com/office/drawing/2014/main" id="{30AA2C4D-E777-42C9-BC2B-5F36D0BDA6CD}"/>
                  </a:ext>
                </a:extLst>
              </p:cNvPr>
              <p:cNvSpPr/>
              <p:nvPr/>
            </p:nvSpPr>
            <p:spPr>
              <a:xfrm>
                <a:off x="6706163" y="4587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8" name="矩形 1807">
                <a:extLst>
                  <a:ext uri="{FF2B5EF4-FFF2-40B4-BE49-F238E27FC236}">
                    <a16:creationId xmlns:a16="http://schemas.microsoft.com/office/drawing/2014/main" id="{155CE378-7BC4-4BA2-ABAC-B60F71178E66}"/>
                  </a:ext>
                </a:extLst>
              </p:cNvPr>
              <p:cNvSpPr/>
              <p:nvPr/>
            </p:nvSpPr>
            <p:spPr>
              <a:xfrm>
                <a:off x="6760032" y="4587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809" name="组合 1808">
              <a:extLst>
                <a:ext uri="{FF2B5EF4-FFF2-40B4-BE49-F238E27FC236}">
                  <a16:creationId xmlns:a16="http://schemas.microsoft.com/office/drawing/2014/main" id="{864A000B-B715-4FFD-9D55-F33F8DA61B95}"/>
                </a:ext>
              </a:extLst>
            </p:cNvPr>
            <p:cNvGrpSpPr/>
            <p:nvPr/>
          </p:nvGrpSpPr>
          <p:grpSpPr>
            <a:xfrm>
              <a:off x="6316633" y="1512671"/>
              <a:ext cx="166461" cy="160594"/>
              <a:chOff x="6649867" y="354406"/>
              <a:chExt cx="166461" cy="160594"/>
            </a:xfrm>
          </p:grpSpPr>
          <p:sp>
            <p:nvSpPr>
              <p:cNvPr id="1810" name="矩形 1809">
                <a:extLst>
                  <a:ext uri="{FF2B5EF4-FFF2-40B4-BE49-F238E27FC236}">
                    <a16:creationId xmlns:a16="http://schemas.microsoft.com/office/drawing/2014/main" id="{30BBBE9E-F2CD-4AC4-92E3-E38ACDA22CAB}"/>
                  </a:ext>
                </a:extLst>
              </p:cNvPr>
              <p:cNvSpPr/>
              <p:nvPr/>
            </p:nvSpPr>
            <p:spPr>
              <a:xfrm>
                <a:off x="6649867" y="354406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11" name="矩形 1810">
                <a:extLst>
                  <a:ext uri="{FF2B5EF4-FFF2-40B4-BE49-F238E27FC236}">
                    <a16:creationId xmlns:a16="http://schemas.microsoft.com/office/drawing/2014/main" id="{CC36FA83-DFD7-417B-9ECC-F01921C6086B}"/>
                  </a:ext>
                </a:extLst>
              </p:cNvPr>
              <p:cNvSpPr/>
              <p:nvPr/>
            </p:nvSpPr>
            <p:spPr>
              <a:xfrm>
                <a:off x="6706163" y="354406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12" name="矩形 1811">
                <a:extLst>
                  <a:ext uri="{FF2B5EF4-FFF2-40B4-BE49-F238E27FC236}">
                    <a16:creationId xmlns:a16="http://schemas.microsoft.com/office/drawing/2014/main" id="{E1B83773-8CC5-4D85-8A63-A137DBB2237B}"/>
                  </a:ext>
                </a:extLst>
              </p:cNvPr>
              <p:cNvSpPr/>
              <p:nvPr/>
            </p:nvSpPr>
            <p:spPr>
              <a:xfrm>
                <a:off x="6760032" y="354406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13" name="矩形 1812">
                <a:extLst>
                  <a:ext uri="{FF2B5EF4-FFF2-40B4-BE49-F238E27FC236}">
                    <a16:creationId xmlns:a16="http://schemas.microsoft.com/office/drawing/2014/main" id="{1DA34AAD-D283-4646-A156-354C1804ABE5}"/>
                  </a:ext>
                </a:extLst>
              </p:cNvPr>
              <p:cNvSpPr/>
              <p:nvPr/>
            </p:nvSpPr>
            <p:spPr>
              <a:xfrm>
                <a:off x="6649867" y="4072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14" name="矩形 1813">
                <a:extLst>
                  <a:ext uri="{FF2B5EF4-FFF2-40B4-BE49-F238E27FC236}">
                    <a16:creationId xmlns:a16="http://schemas.microsoft.com/office/drawing/2014/main" id="{27D5A0F7-EB89-476D-9C2D-DE0BE70F35D0}"/>
                  </a:ext>
                </a:extLst>
              </p:cNvPr>
              <p:cNvSpPr/>
              <p:nvPr/>
            </p:nvSpPr>
            <p:spPr>
              <a:xfrm>
                <a:off x="6706163" y="4072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15" name="矩形 1814">
                <a:extLst>
                  <a:ext uri="{FF2B5EF4-FFF2-40B4-BE49-F238E27FC236}">
                    <a16:creationId xmlns:a16="http://schemas.microsoft.com/office/drawing/2014/main" id="{495CCAAD-E6C8-45C2-BBF2-008404CD3C18}"/>
                  </a:ext>
                </a:extLst>
              </p:cNvPr>
              <p:cNvSpPr/>
              <p:nvPr/>
            </p:nvSpPr>
            <p:spPr>
              <a:xfrm>
                <a:off x="6760032" y="4072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16" name="矩形 1815">
                <a:extLst>
                  <a:ext uri="{FF2B5EF4-FFF2-40B4-BE49-F238E27FC236}">
                    <a16:creationId xmlns:a16="http://schemas.microsoft.com/office/drawing/2014/main" id="{F99A50FC-F3B6-4030-AC68-E86738EBBB8D}"/>
                  </a:ext>
                </a:extLst>
              </p:cNvPr>
              <p:cNvSpPr/>
              <p:nvPr/>
            </p:nvSpPr>
            <p:spPr>
              <a:xfrm>
                <a:off x="6649867" y="4587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17" name="矩形 1816">
                <a:extLst>
                  <a:ext uri="{FF2B5EF4-FFF2-40B4-BE49-F238E27FC236}">
                    <a16:creationId xmlns:a16="http://schemas.microsoft.com/office/drawing/2014/main" id="{A50FD0F3-B8E2-4E86-80AE-61D64C057DDF}"/>
                  </a:ext>
                </a:extLst>
              </p:cNvPr>
              <p:cNvSpPr/>
              <p:nvPr/>
            </p:nvSpPr>
            <p:spPr>
              <a:xfrm>
                <a:off x="6706163" y="4587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18" name="矩形 1817">
                <a:extLst>
                  <a:ext uri="{FF2B5EF4-FFF2-40B4-BE49-F238E27FC236}">
                    <a16:creationId xmlns:a16="http://schemas.microsoft.com/office/drawing/2014/main" id="{9BEE603A-75EB-465F-A30C-B84BA4AF75BE}"/>
                  </a:ext>
                </a:extLst>
              </p:cNvPr>
              <p:cNvSpPr/>
              <p:nvPr/>
            </p:nvSpPr>
            <p:spPr>
              <a:xfrm>
                <a:off x="6760032" y="4587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819" name="组合 1818">
              <a:extLst>
                <a:ext uri="{FF2B5EF4-FFF2-40B4-BE49-F238E27FC236}">
                  <a16:creationId xmlns:a16="http://schemas.microsoft.com/office/drawing/2014/main" id="{F785DF84-2308-4DFF-8492-C5D3AA596C4D}"/>
                </a:ext>
              </a:extLst>
            </p:cNvPr>
            <p:cNvGrpSpPr/>
            <p:nvPr/>
          </p:nvGrpSpPr>
          <p:grpSpPr>
            <a:xfrm>
              <a:off x="6746373" y="1512671"/>
              <a:ext cx="166530" cy="160594"/>
              <a:chOff x="6932008" y="362759"/>
              <a:chExt cx="166530" cy="160594"/>
            </a:xfrm>
          </p:grpSpPr>
          <p:sp>
            <p:nvSpPr>
              <p:cNvPr id="1820" name="矩形 1819">
                <a:extLst>
                  <a:ext uri="{FF2B5EF4-FFF2-40B4-BE49-F238E27FC236}">
                    <a16:creationId xmlns:a16="http://schemas.microsoft.com/office/drawing/2014/main" id="{2550DB67-FBF1-4C7F-88E2-CFB434F0BC29}"/>
                  </a:ext>
                </a:extLst>
              </p:cNvPr>
              <p:cNvSpPr/>
              <p:nvPr/>
            </p:nvSpPr>
            <p:spPr>
              <a:xfrm>
                <a:off x="6932008" y="36275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21" name="矩形 1820">
                <a:extLst>
                  <a:ext uri="{FF2B5EF4-FFF2-40B4-BE49-F238E27FC236}">
                    <a16:creationId xmlns:a16="http://schemas.microsoft.com/office/drawing/2014/main" id="{03574FC8-1791-4A11-9FC4-C2587A79F3E1}"/>
                  </a:ext>
                </a:extLst>
              </p:cNvPr>
              <p:cNvSpPr/>
              <p:nvPr/>
            </p:nvSpPr>
            <p:spPr>
              <a:xfrm>
                <a:off x="6988304" y="36275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22" name="矩形 1821">
                <a:extLst>
                  <a:ext uri="{FF2B5EF4-FFF2-40B4-BE49-F238E27FC236}">
                    <a16:creationId xmlns:a16="http://schemas.microsoft.com/office/drawing/2014/main" id="{4B99308A-2FE4-4D46-AB31-C32A93278C00}"/>
                  </a:ext>
                </a:extLst>
              </p:cNvPr>
              <p:cNvSpPr/>
              <p:nvPr/>
            </p:nvSpPr>
            <p:spPr>
              <a:xfrm>
                <a:off x="7042173" y="36275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23" name="矩形 1822">
                <a:extLst>
                  <a:ext uri="{FF2B5EF4-FFF2-40B4-BE49-F238E27FC236}">
                    <a16:creationId xmlns:a16="http://schemas.microsoft.com/office/drawing/2014/main" id="{43151D74-D078-455A-B485-7401D1297F26}"/>
                  </a:ext>
                </a:extLst>
              </p:cNvPr>
              <p:cNvSpPr/>
              <p:nvPr/>
            </p:nvSpPr>
            <p:spPr>
              <a:xfrm>
                <a:off x="6932008" y="41560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24" name="矩形 1823">
                <a:extLst>
                  <a:ext uri="{FF2B5EF4-FFF2-40B4-BE49-F238E27FC236}">
                    <a16:creationId xmlns:a16="http://schemas.microsoft.com/office/drawing/2014/main" id="{E153A441-07D3-425D-A44B-B83620526C6A}"/>
                  </a:ext>
                </a:extLst>
              </p:cNvPr>
              <p:cNvSpPr/>
              <p:nvPr/>
            </p:nvSpPr>
            <p:spPr>
              <a:xfrm>
                <a:off x="6988304" y="41560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25" name="矩形 1824">
                <a:extLst>
                  <a:ext uri="{FF2B5EF4-FFF2-40B4-BE49-F238E27FC236}">
                    <a16:creationId xmlns:a16="http://schemas.microsoft.com/office/drawing/2014/main" id="{10D17088-F316-4719-B4F6-C6210F410074}"/>
                  </a:ext>
                </a:extLst>
              </p:cNvPr>
              <p:cNvSpPr/>
              <p:nvPr/>
            </p:nvSpPr>
            <p:spPr>
              <a:xfrm>
                <a:off x="7042173" y="41560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26" name="矩形 1825">
                <a:extLst>
                  <a:ext uri="{FF2B5EF4-FFF2-40B4-BE49-F238E27FC236}">
                    <a16:creationId xmlns:a16="http://schemas.microsoft.com/office/drawing/2014/main" id="{B567E527-6FCE-4B0F-8413-5416955DF520}"/>
                  </a:ext>
                </a:extLst>
              </p:cNvPr>
              <p:cNvSpPr/>
              <p:nvPr/>
            </p:nvSpPr>
            <p:spPr>
              <a:xfrm>
                <a:off x="6932008" y="4670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27" name="矩形 1826">
                <a:extLst>
                  <a:ext uri="{FF2B5EF4-FFF2-40B4-BE49-F238E27FC236}">
                    <a16:creationId xmlns:a16="http://schemas.microsoft.com/office/drawing/2014/main" id="{90B5502B-4D69-480C-9ABB-22283ED66C3C}"/>
                  </a:ext>
                </a:extLst>
              </p:cNvPr>
              <p:cNvSpPr/>
              <p:nvPr/>
            </p:nvSpPr>
            <p:spPr>
              <a:xfrm>
                <a:off x="6988304" y="4670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28" name="矩形 1827">
                <a:extLst>
                  <a:ext uri="{FF2B5EF4-FFF2-40B4-BE49-F238E27FC236}">
                    <a16:creationId xmlns:a16="http://schemas.microsoft.com/office/drawing/2014/main" id="{E9929EDE-A34A-4798-8B44-A43092463A93}"/>
                  </a:ext>
                </a:extLst>
              </p:cNvPr>
              <p:cNvSpPr/>
              <p:nvPr/>
            </p:nvSpPr>
            <p:spPr>
              <a:xfrm>
                <a:off x="7042173" y="4670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29" name="矩形 1828">
                <a:extLst>
                  <a:ext uri="{FF2B5EF4-FFF2-40B4-BE49-F238E27FC236}">
                    <a16:creationId xmlns:a16="http://schemas.microsoft.com/office/drawing/2014/main" id="{F143B9A5-CA29-4DCE-8D98-AA306EB057BD}"/>
                  </a:ext>
                </a:extLst>
              </p:cNvPr>
              <p:cNvSpPr/>
              <p:nvPr/>
            </p:nvSpPr>
            <p:spPr>
              <a:xfrm>
                <a:off x="6932077" y="363074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30" name="矩形 1829">
                <a:extLst>
                  <a:ext uri="{FF2B5EF4-FFF2-40B4-BE49-F238E27FC236}">
                    <a16:creationId xmlns:a16="http://schemas.microsoft.com/office/drawing/2014/main" id="{58D15458-E4F5-455C-BFA0-FD23BD78A1FE}"/>
                  </a:ext>
                </a:extLst>
              </p:cNvPr>
              <p:cNvSpPr/>
              <p:nvPr/>
            </p:nvSpPr>
            <p:spPr>
              <a:xfrm>
                <a:off x="6988373" y="363074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31" name="矩形 1830">
                <a:extLst>
                  <a:ext uri="{FF2B5EF4-FFF2-40B4-BE49-F238E27FC236}">
                    <a16:creationId xmlns:a16="http://schemas.microsoft.com/office/drawing/2014/main" id="{7D795E52-4622-44D2-A7A6-16DC256AA758}"/>
                  </a:ext>
                </a:extLst>
              </p:cNvPr>
              <p:cNvSpPr/>
              <p:nvPr/>
            </p:nvSpPr>
            <p:spPr>
              <a:xfrm>
                <a:off x="7042242" y="415924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832" name="组合 1831">
              <a:extLst>
                <a:ext uri="{FF2B5EF4-FFF2-40B4-BE49-F238E27FC236}">
                  <a16:creationId xmlns:a16="http://schemas.microsoft.com/office/drawing/2014/main" id="{4A3C878B-F4C7-4483-BC18-B28DA866DD94}"/>
                </a:ext>
              </a:extLst>
            </p:cNvPr>
            <p:cNvGrpSpPr/>
            <p:nvPr/>
          </p:nvGrpSpPr>
          <p:grpSpPr>
            <a:xfrm>
              <a:off x="6961312" y="1512671"/>
              <a:ext cx="166461" cy="160594"/>
              <a:chOff x="7220381" y="359423"/>
              <a:chExt cx="166461" cy="160594"/>
            </a:xfrm>
          </p:grpSpPr>
          <p:sp>
            <p:nvSpPr>
              <p:cNvPr id="1833" name="矩形 1832">
                <a:extLst>
                  <a:ext uri="{FF2B5EF4-FFF2-40B4-BE49-F238E27FC236}">
                    <a16:creationId xmlns:a16="http://schemas.microsoft.com/office/drawing/2014/main" id="{FFCF9570-46D3-44B8-BFB1-9D8D0311EC47}"/>
                  </a:ext>
                </a:extLst>
              </p:cNvPr>
              <p:cNvSpPr/>
              <p:nvPr/>
            </p:nvSpPr>
            <p:spPr>
              <a:xfrm>
                <a:off x="7220381" y="359423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34" name="矩形 1833">
                <a:extLst>
                  <a:ext uri="{FF2B5EF4-FFF2-40B4-BE49-F238E27FC236}">
                    <a16:creationId xmlns:a16="http://schemas.microsoft.com/office/drawing/2014/main" id="{655B0D52-3D36-4846-A796-636B7456C706}"/>
                  </a:ext>
                </a:extLst>
              </p:cNvPr>
              <p:cNvSpPr/>
              <p:nvPr/>
            </p:nvSpPr>
            <p:spPr>
              <a:xfrm>
                <a:off x="7276677" y="359423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35" name="矩形 1834">
                <a:extLst>
                  <a:ext uri="{FF2B5EF4-FFF2-40B4-BE49-F238E27FC236}">
                    <a16:creationId xmlns:a16="http://schemas.microsoft.com/office/drawing/2014/main" id="{D704EB88-4D45-43D8-A8B6-33B6019475EC}"/>
                  </a:ext>
                </a:extLst>
              </p:cNvPr>
              <p:cNvSpPr/>
              <p:nvPr/>
            </p:nvSpPr>
            <p:spPr>
              <a:xfrm>
                <a:off x="7330546" y="359423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36" name="矩形 1835">
                <a:extLst>
                  <a:ext uri="{FF2B5EF4-FFF2-40B4-BE49-F238E27FC236}">
                    <a16:creationId xmlns:a16="http://schemas.microsoft.com/office/drawing/2014/main" id="{F8E2DFB4-540B-49F2-823F-44CBD1414770}"/>
                  </a:ext>
                </a:extLst>
              </p:cNvPr>
              <p:cNvSpPr/>
              <p:nvPr/>
            </p:nvSpPr>
            <p:spPr>
              <a:xfrm>
                <a:off x="7220381" y="412273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37" name="矩形 1836">
                <a:extLst>
                  <a:ext uri="{FF2B5EF4-FFF2-40B4-BE49-F238E27FC236}">
                    <a16:creationId xmlns:a16="http://schemas.microsoft.com/office/drawing/2014/main" id="{07433229-D585-4B64-9C3D-35706404E02E}"/>
                  </a:ext>
                </a:extLst>
              </p:cNvPr>
              <p:cNvSpPr/>
              <p:nvPr/>
            </p:nvSpPr>
            <p:spPr>
              <a:xfrm>
                <a:off x="7276677" y="412273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38" name="矩形 1837">
                <a:extLst>
                  <a:ext uri="{FF2B5EF4-FFF2-40B4-BE49-F238E27FC236}">
                    <a16:creationId xmlns:a16="http://schemas.microsoft.com/office/drawing/2014/main" id="{3AD66F0C-2DA9-40A8-AA17-FF9A22F4ED16}"/>
                  </a:ext>
                </a:extLst>
              </p:cNvPr>
              <p:cNvSpPr/>
              <p:nvPr/>
            </p:nvSpPr>
            <p:spPr>
              <a:xfrm>
                <a:off x="7330546" y="412273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39" name="矩形 1838">
                <a:extLst>
                  <a:ext uri="{FF2B5EF4-FFF2-40B4-BE49-F238E27FC236}">
                    <a16:creationId xmlns:a16="http://schemas.microsoft.com/office/drawing/2014/main" id="{32BA68C6-F1CC-4F4D-9833-B5C06DD6C620}"/>
                  </a:ext>
                </a:extLst>
              </p:cNvPr>
              <p:cNvSpPr/>
              <p:nvPr/>
            </p:nvSpPr>
            <p:spPr>
              <a:xfrm>
                <a:off x="7220381" y="46372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40" name="矩形 1839">
                <a:extLst>
                  <a:ext uri="{FF2B5EF4-FFF2-40B4-BE49-F238E27FC236}">
                    <a16:creationId xmlns:a16="http://schemas.microsoft.com/office/drawing/2014/main" id="{30EEE3F4-9A0A-4EDC-8FCD-D415F7D0DA0F}"/>
                  </a:ext>
                </a:extLst>
              </p:cNvPr>
              <p:cNvSpPr/>
              <p:nvPr/>
            </p:nvSpPr>
            <p:spPr>
              <a:xfrm>
                <a:off x="7276677" y="46372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41" name="矩形 1840">
                <a:extLst>
                  <a:ext uri="{FF2B5EF4-FFF2-40B4-BE49-F238E27FC236}">
                    <a16:creationId xmlns:a16="http://schemas.microsoft.com/office/drawing/2014/main" id="{E64C7B17-1EFA-4CA7-80FA-E48A83F32199}"/>
                  </a:ext>
                </a:extLst>
              </p:cNvPr>
              <p:cNvSpPr/>
              <p:nvPr/>
            </p:nvSpPr>
            <p:spPr>
              <a:xfrm>
                <a:off x="7330546" y="46372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154" name="组合 2153">
              <a:extLst>
                <a:ext uri="{FF2B5EF4-FFF2-40B4-BE49-F238E27FC236}">
                  <a16:creationId xmlns:a16="http://schemas.microsoft.com/office/drawing/2014/main" id="{88F19AB4-ACD3-4C49-801D-5AB6FA62455C}"/>
                </a:ext>
              </a:extLst>
            </p:cNvPr>
            <p:cNvGrpSpPr/>
            <p:nvPr/>
          </p:nvGrpSpPr>
          <p:grpSpPr>
            <a:xfrm>
              <a:off x="7176182" y="1512671"/>
              <a:ext cx="166461" cy="160594"/>
              <a:chOff x="7514892" y="357911"/>
              <a:chExt cx="166461" cy="160594"/>
            </a:xfrm>
          </p:grpSpPr>
          <p:sp>
            <p:nvSpPr>
              <p:cNvPr id="2155" name="矩形 2154">
                <a:extLst>
                  <a:ext uri="{FF2B5EF4-FFF2-40B4-BE49-F238E27FC236}">
                    <a16:creationId xmlns:a16="http://schemas.microsoft.com/office/drawing/2014/main" id="{2FAACD18-5B45-4AEE-8BC0-E93C1862E025}"/>
                  </a:ext>
                </a:extLst>
              </p:cNvPr>
              <p:cNvSpPr/>
              <p:nvPr/>
            </p:nvSpPr>
            <p:spPr>
              <a:xfrm>
                <a:off x="7514892" y="35791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56" name="矩形 2155">
                <a:extLst>
                  <a:ext uri="{FF2B5EF4-FFF2-40B4-BE49-F238E27FC236}">
                    <a16:creationId xmlns:a16="http://schemas.microsoft.com/office/drawing/2014/main" id="{C0D419F0-7BFF-435F-9F01-865270AC4DD5}"/>
                  </a:ext>
                </a:extLst>
              </p:cNvPr>
              <p:cNvSpPr/>
              <p:nvPr/>
            </p:nvSpPr>
            <p:spPr>
              <a:xfrm>
                <a:off x="7571188" y="35791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57" name="矩形 2156">
                <a:extLst>
                  <a:ext uri="{FF2B5EF4-FFF2-40B4-BE49-F238E27FC236}">
                    <a16:creationId xmlns:a16="http://schemas.microsoft.com/office/drawing/2014/main" id="{395CCCCD-D9C4-4429-ACCC-566AC6D354E9}"/>
                  </a:ext>
                </a:extLst>
              </p:cNvPr>
              <p:cNvSpPr/>
              <p:nvPr/>
            </p:nvSpPr>
            <p:spPr>
              <a:xfrm>
                <a:off x="7625057" y="35791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58" name="矩形 2157">
                <a:extLst>
                  <a:ext uri="{FF2B5EF4-FFF2-40B4-BE49-F238E27FC236}">
                    <a16:creationId xmlns:a16="http://schemas.microsoft.com/office/drawing/2014/main" id="{BB3E0FD7-2327-4C08-91C2-7F7066EED011}"/>
                  </a:ext>
                </a:extLst>
              </p:cNvPr>
              <p:cNvSpPr/>
              <p:nvPr/>
            </p:nvSpPr>
            <p:spPr>
              <a:xfrm>
                <a:off x="7514892" y="41076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59" name="矩形 2158">
                <a:extLst>
                  <a:ext uri="{FF2B5EF4-FFF2-40B4-BE49-F238E27FC236}">
                    <a16:creationId xmlns:a16="http://schemas.microsoft.com/office/drawing/2014/main" id="{AA2C6DFC-43B7-47E8-8591-30826B54EBF3}"/>
                  </a:ext>
                </a:extLst>
              </p:cNvPr>
              <p:cNvSpPr/>
              <p:nvPr/>
            </p:nvSpPr>
            <p:spPr>
              <a:xfrm>
                <a:off x="7571188" y="41076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60" name="矩形 2159">
                <a:extLst>
                  <a:ext uri="{FF2B5EF4-FFF2-40B4-BE49-F238E27FC236}">
                    <a16:creationId xmlns:a16="http://schemas.microsoft.com/office/drawing/2014/main" id="{07A49E5E-6796-44F8-8FBF-9F8D44ED9381}"/>
                  </a:ext>
                </a:extLst>
              </p:cNvPr>
              <p:cNvSpPr/>
              <p:nvPr/>
            </p:nvSpPr>
            <p:spPr>
              <a:xfrm>
                <a:off x="7625057" y="41076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61" name="矩形 2160">
                <a:extLst>
                  <a:ext uri="{FF2B5EF4-FFF2-40B4-BE49-F238E27FC236}">
                    <a16:creationId xmlns:a16="http://schemas.microsoft.com/office/drawing/2014/main" id="{5DE83C47-B3F1-4E4F-9572-CE7EDE4517C6}"/>
                  </a:ext>
                </a:extLst>
              </p:cNvPr>
              <p:cNvSpPr/>
              <p:nvPr/>
            </p:nvSpPr>
            <p:spPr>
              <a:xfrm>
                <a:off x="7514892" y="46220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62" name="矩形 2161">
                <a:extLst>
                  <a:ext uri="{FF2B5EF4-FFF2-40B4-BE49-F238E27FC236}">
                    <a16:creationId xmlns:a16="http://schemas.microsoft.com/office/drawing/2014/main" id="{25F1EAC5-E8B8-42AC-A44A-9B5CB2679EE2}"/>
                  </a:ext>
                </a:extLst>
              </p:cNvPr>
              <p:cNvSpPr/>
              <p:nvPr/>
            </p:nvSpPr>
            <p:spPr>
              <a:xfrm>
                <a:off x="7571188" y="46220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63" name="矩形 2162">
                <a:extLst>
                  <a:ext uri="{FF2B5EF4-FFF2-40B4-BE49-F238E27FC236}">
                    <a16:creationId xmlns:a16="http://schemas.microsoft.com/office/drawing/2014/main" id="{90C78BEC-2ACA-447B-9830-04D997272C05}"/>
                  </a:ext>
                </a:extLst>
              </p:cNvPr>
              <p:cNvSpPr/>
              <p:nvPr/>
            </p:nvSpPr>
            <p:spPr>
              <a:xfrm>
                <a:off x="7625057" y="46220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64" name="矩形 2163">
                <a:extLst>
                  <a:ext uri="{FF2B5EF4-FFF2-40B4-BE49-F238E27FC236}">
                    <a16:creationId xmlns:a16="http://schemas.microsoft.com/office/drawing/2014/main" id="{02F56E9D-8305-4A5B-AA51-9936231BAB31}"/>
                  </a:ext>
                </a:extLst>
              </p:cNvPr>
              <p:cNvSpPr/>
              <p:nvPr/>
            </p:nvSpPr>
            <p:spPr>
              <a:xfrm>
                <a:off x="7514892" y="410292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65" name="矩形 2164">
                <a:extLst>
                  <a:ext uri="{FF2B5EF4-FFF2-40B4-BE49-F238E27FC236}">
                    <a16:creationId xmlns:a16="http://schemas.microsoft.com/office/drawing/2014/main" id="{4ED84AE7-B1D5-4664-B761-8E5274D3399C}"/>
                  </a:ext>
                </a:extLst>
              </p:cNvPr>
              <p:cNvSpPr/>
              <p:nvPr/>
            </p:nvSpPr>
            <p:spPr>
              <a:xfrm>
                <a:off x="7571188" y="410292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66" name="矩形 2165">
                <a:extLst>
                  <a:ext uri="{FF2B5EF4-FFF2-40B4-BE49-F238E27FC236}">
                    <a16:creationId xmlns:a16="http://schemas.microsoft.com/office/drawing/2014/main" id="{76984B3D-9674-46AF-85D9-AE9AC130A1EC}"/>
                  </a:ext>
                </a:extLst>
              </p:cNvPr>
              <p:cNvSpPr/>
              <p:nvPr/>
            </p:nvSpPr>
            <p:spPr>
              <a:xfrm>
                <a:off x="7625057" y="410292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167" name="组合 2166">
              <a:extLst>
                <a:ext uri="{FF2B5EF4-FFF2-40B4-BE49-F238E27FC236}">
                  <a16:creationId xmlns:a16="http://schemas.microsoft.com/office/drawing/2014/main" id="{16951C4A-771F-4CBB-9899-D396CB6E2214}"/>
                </a:ext>
              </a:extLst>
            </p:cNvPr>
            <p:cNvGrpSpPr/>
            <p:nvPr/>
          </p:nvGrpSpPr>
          <p:grpSpPr>
            <a:xfrm>
              <a:off x="7391052" y="1512671"/>
              <a:ext cx="166461" cy="160594"/>
              <a:chOff x="7514892" y="357911"/>
              <a:chExt cx="166461" cy="160594"/>
            </a:xfrm>
          </p:grpSpPr>
          <p:sp>
            <p:nvSpPr>
              <p:cNvPr id="2168" name="矩形 2167">
                <a:extLst>
                  <a:ext uri="{FF2B5EF4-FFF2-40B4-BE49-F238E27FC236}">
                    <a16:creationId xmlns:a16="http://schemas.microsoft.com/office/drawing/2014/main" id="{CBBD647A-86EE-4CF7-BC21-BEF98BB25E93}"/>
                  </a:ext>
                </a:extLst>
              </p:cNvPr>
              <p:cNvSpPr/>
              <p:nvPr/>
            </p:nvSpPr>
            <p:spPr>
              <a:xfrm>
                <a:off x="7514892" y="35791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69" name="矩形 2168">
                <a:extLst>
                  <a:ext uri="{FF2B5EF4-FFF2-40B4-BE49-F238E27FC236}">
                    <a16:creationId xmlns:a16="http://schemas.microsoft.com/office/drawing/2014/main" id="{EA643880-2CE5-46FD-B4A4-DE4FB4CDC19D}"/>
                  </a:ext>
                </a:extLst>
              </p:cNvPr>
              <p:cNvSpPr/>
              <p:nvPr/>
            </p:nvSpPr>
            <p:spPr>
              <a:xfrm>
                <a:off x="7571188" y="35791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70" name="矩形 2169">
                <a:extLst>
                  <a:ext uri="{FF2B5EF4-FFF2-40B4-BE49-F238E27FC236}">
                    <a16:creationId xmlns:a16="http://schemas.microsoft.com/office/drawing/2014/main" id="{2401C07B-E4D2-4184-95FA-3D9BD480F639}"/>
                  </a:ext>
                </a:extLst>
              </p:cNvPr>
              <p:cNvSpPr/>
              <p:nvPr/>
            </p:nvSpPr>
            <p:spPr>
              <a:xfrm>
                <a:off x="7625057" y="35791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71" name="矩形 2170">
                <a:extLst>
                  <a:ext uri="{FF2B5EF4-FFF2-40B4-BE49-F238E27FC236}">
                    <a16:creationId xmlns:a16="http://schemas.microsoft.com/office/drawing/2014/main" id="{48FD2276-DC5F-4B06-BE24-813F9A2FE19D}"/>
                  </a:ext>
                </a:extLst>
              </p:cNvPr>
              <p:cNvSpPr/>
              <p:nvPr/>
            </p:nvSpPr>
            <p:spPr>
              <a:xfrm>
                <a:off x="7514892" y="41076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72" name="矩形 2171">
                <a:extLst>
                  <a:ext uri="{FF2B5EF4-FFF2-40B4-BE49-F238E27FC236}">
                    <a16:creationId xmlns:a16="http://schemas.microsoft.com/office/drawing/2014/main" id="{67787756-C4D8-4C68-B8D5-CEFE2081D358}"/>
                  </a:ext>
                </a:extLst>
              </p:cNvPr>
              <p:cNvSpPr/>
              <p:nvPr/>
            </p:nvSpPr>
            <p:spPr>
              <a:xfrm>
                <a:off x="7571188" y="41076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73" name="矩形 2172">
                <a:extLst>
                  <a:ext uri="{FF2B5EF4-FFF2-40B4-BE49-F238E27FC236}">
                    <a16:creationId xmlns:a16="http://schemas.microsoft.com/office/drawing/2014/main" id="{99C2A3DB-5A36-45AD-9144-378E7EBE5555}"/>
                  </a:ext>
                </a:extLst>
              </p:cNvPr>
              <p:cNvSpPr/>
              <p:nvPr/>
            </p:nvSpPr>
            <p:spPr>
              <a:xfrm>
                <a:off x="7625057" y="41076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74" name="矩形 2173">
                <a:extLst>
                  <a:ext uri="{FF2B5EF4-FFF2-40B4-BE49-F238E27FC236}">
                    <a16:creationId xmlns:a16="http://schemas.microsoft.com/office/drawing/2014/main" id="{5D0AEEE8-E547-48C7-AE1B-A6C042FF76D8}"/>
                  </a:ext>
                </a:extLst>
              </p:cNvPr>
              <p:cNvSpPr/>
              <p:nvPr/>
            </p:nvSpPr>
            <p:spPr>
              <a:xfrm>
                <a:off x="7514892" y="46220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75" name="矩形 2174">
                <a:extLst>
                  <a:ext uri="{FF2B5EF4-FFF2-40B4-BE49-F238E27FC236}">
                    <a16:creationId xmlns:a16="http://schemas.microsoft.com/office/drawing/2014/main" id="{92C98F23-C601-494C-94ED-23FA2C67EDB8}"/>
                  </a:ext>
                </a:extLst>
              </p:cNvPr>
              <p:cNvSpPr/>
              <p:nvPr/>
            </p:nvSpPr>
            <p:spPr>
              <a:xfrm>
                <a:off x="7571188" y="46220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76" name="矩形 2175">
                <a:extLst>
                  <a:ext uri="{FF2B5EF4-FFF2-40B4-BE49-F238E27FC236}">
                    <a16:creationId xmlns:a16="http://schemas.microsoft.com/office/drawing/2014/main" id="{5FA4ACCC-BDD5-43A3-98D2-523C04F83AD8}"/>
                  </a:ext>
                </a:extLst>
              </p:cNvPr>
              <p:cNvSpPr/>
              <p:nvPr/>
            </p:nvSpPr>
            <p:spPr>
              <a:xfrm>
                <a:off x="7625057" y="46220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77" name="矩形 2176">
                <a:extLst>
                  <a:ext uri="{FF2B5EF4-FFF2-40B4-BE49-F238E27FC236}">
                    <a16:creationId xmlns:a16="http://schemas.microsoft.com/office/drawing/2014/main" id="{954C04C2-6FB1-4C57-AF7A-A1151A49F011}"/>
                  </a:ext>
                </a:extLst>
              </p:cNvPr>
              <p:cNvSpPr/>
              <p:nvPr/>
            </p:nvSpPr>
            <p:spPr>
              <a:xfrm>
                <a:off x="7514892" y="410292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78" name="矩形 2177">
                <a:extLst>
                  <a:ext uri="{FF2B5EF4-FFF2-40B4-BE49-F238E27FC236}">
                    <a16:creationId xmlns:a16="http://schemas.microsoft.com/office/drawing/2014/main" id="{1F1A855C-8A43-4E72-BAF4-A388A4830649}"/>
                  </a:ext>
                </a:extLst>
              </p:cNvPr>
              <p:cNvSpPr/>
              <p:nvPr/>
            </p:nvSpPr>
            <p:spPr>
              <a:xfrm>
                <a:off x="7571188" y="410292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79" name="矩形 2178">
                <a:extLst>
                  <a:ext uri="{FF2B5EF4-FFF2-40B4-BE49-F238E27FC236}">
                    <a16:creationId xmlns:a16="http://schemas.microsoft.com/office/drawing/2014/main" id="{363B500F-DB52-4C47-89BD-B2A32BA86421}"/>
                  </a:ext>
                </a:extLst>
              </p:cNvPr>
              <p:cNvSpPr/>
              <p:nvPr/>
            </p:nvSpPr>
            <p:spPr>
              <a:xfrm>
                <a:off x="7625057" y="410292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180" name="组合 2179">
              <a:extLst>
                <a:ext uri="{FF2B5EF4-FFF2-40B4-BE49-F238E27FC236}">
                  <a16:creationId xmlns:a16="http://schemas.microsoft.com/office/drawing/2014/main" id="{D9533E08-79CC-4DB2-8FEC-9E528F66750E}"/>
                </a:ext>
              </a:extLst>
            </p:cNvPr>
            <p:cNvGrpSpPr/>
            <p:nvPr/>
          </p:nvGrpSpPr>
          <p:grpSpPr>
            <a:xfrm>
              <a:off x="7605922" y="1512671"/>
              <a:ext cx="166461" cy="160594"/>
              <a:chOff x="7775048" y="349558"/>
              <a:chExt cx="166461" cy="160594"/>
            </a:xfrm>
          </p:grpSpPr>
          <p:sp>
            <p:nvSpPr>
              <p:cNvPr id="2181" name="矩形 2180">
                <a:extLst>
                  <a:ext uri="{FF2B5EF4-FFF2-40B4-BE49-F238E27FC236}">
                    <a16:creationId xmlns:a16="http://schemas.microsoft.com/office/drawing/2014/main" id="{C1C27F74-7650-42D8-8868-5FDFFFC0D6B0}"/>
                  </a:ext>
                </a:extLst>
              </p:cNvPr>
              <p:cNvSpPr/>
              <p:nvPr/>
            </p:nvSpPr>
            <p:spPr>
              <a:xfrm>
                <a:off x="7775048" y="34955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82" name="矩形 2181">
                <a:extLst>
                  <a:ext uri="{FF2B5EF4-FFF2-40B4-BE49-F238E27FC236}">
                    <a16:creationId xmlns:a16="http://schemas.microsoft.com/office/drawing/2014/main" id="{B638B249-44B1-415A-BFED-5996063E7557}"/>
                  </a:ext>
                </a:extLst>
              </p:cNvPr>
              <p:cNvSpPr/>
              <p:nvPr/>
            </p:nvSpPr>
            <p:spPr>
              <a:xfrm>
                <a:off x="7831344" y="34955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83" name="矩形 2182">
                <a:extLst>
                  <a:ext uri="{FF2B5EF4-FFF2-40B4-BE49-F238E27FC236}">
                    <a16:creationId xmlns:a16="http://schemas.microsoft.com/office/drawing/2014/main" id="{F7C46FA8-7762-4896-8BE2-FF82F9655F56}"/>
                  </a:ext>
                </a:extLst>
              </p:cNvPr>
              <p:cNvSpPr/>
              <p:nvPr/>
            </p:nvSpPr>
            <p:spPr>
              <a:xfrm>
                <a:off x="7885213" y="34955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84" name="矩形 2183">
                <a:extLst>
                  <a:ext uri="{FF2B5EF4-FFF2-40B4-BE49-F238E27FC236}">
                    <a16:creationId xmlns:a16="http://schemas.microsoft.com/office/drawing/2014/main" id="{0D152938-374B-4489-9D44-DFDB163C4228}"/>
                  </a:ext>
                </a:extLst>
              </p:cNvPr>
              <p:cNvSpPr/>
              <p:nvPr/>
            </p:nvSpPr>
            <p:spPr>
              <a:xfrm>
                <a:off x="7775048" y="402408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85" name="矩形 2184">
                <a:extLst>
                  <a:ext uri="{FF2B5EF4-FFF2-40B4-BE49-F238E27FC236}">
                    <a16:creationId xmlns:a16="http://schemas.microsoft.com/office/drawing/2014/main" id="{C77519D0-70E6-4636-8120-4D1E4C6806B1}"/>
                  </a:ext>
                </a:extLst>
              </p:cNvPr>
              <p:cNvSpPr/>
              <p:nvPr/>
            </p:nvSpPr>
            <p:spPr>
              <a:xfrm>
                <a:off x="7831344" y="402408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86" name="矩形 2185">
                <a:extLst>
                  <a:ext uri="{FF2B5EF4-FFF2-40B4-BE49-F238E27FC236}">
                    <a16:creationId xmlns:a16="http://schemas.microsoft.com/office/drawing/2014/main" id="{6DD117ED-5155-449D-AD8A-969616D2E9A6}"/>
                  </a:ext>
                </a:extLst>
              </p:cNvPr>
              <p:cNvSpPr/>
              <p:nvPr/>
            </p:nvSpPr>
            <p:spPr>
              <a:xfrm>
                <a:off x="7885213" y="40240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87" name="矩形 2186">
                <a:extLst>
                  <a:ext uri="{FF2B5EF4-FFF2-40B4-BE49-F238E27FC236}">
                    <a16:creationId xmlns:a16="http://schemas.microsoft.com/office/drawing/2014/main" id="{04ED4DB9-95AB-4398-BBE0-118FFDB09647}"/>
                  </a:ext>
                </a:extLst>
              </p:cNvPr>
              <p:cNvSpPr/>
              <p:nvPr/>
            </p:nvSpPr>
            <p:spPr>
              <a:xfrm>
                <a:off x="7775048" y="4538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88" name="矩形 2187">
                <a:extLst>
                  <a:ext uri="{FF2B5EF4-FFF2-40B4-BE49-F238E27FC236}">
                    <a16:creationId xmlns:a16="http://schemas.microsoft.com/office/drawing/2014/main" id="{9B4B9406-4BA3-4D7A-ACF3-1935FDC76EFA}"/>
                  </a:ext>
                </a:extLst>
              </p:cNvPr>
              <p:cNvSpPr/>
              <p:nvPr/>
            </p:nvSpPr>
            <p:spPr>
              <a:xfrm>
                <a:off x="7831344" y="4538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89" name="矩形 2188">
                <a:extLst>
                  <a:ext uri="{FF2B5EF4-FFF2-40B4-BE49-F238E27FC236}">
                    <a16:creationId xmlns:a16="http://schemas.microsoft.com/office/drawing/2014/main" id="{18A4845A-DD1A-4E12-AAEE-779464733D9D}"/>
                  </a:ext>
                </a:extLst>
              </p:cNvPr>
              <p:cNvSpPr/>
              <p:nvPr/>
            </p:nvSpPr>
            <p:spPr>
              <a:xfrm>
                <a:off x="7885213" y="453856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190" name="组合 2189">
              <a:extLst>
                <a:ext uri="{FF2B5EF4-FFF2-40B4-BE49-F238E27FC236}">
                  <a16:creationId xmlns:a16="http://schemas.microsoft.com/office/drawing/2014/main" id="{6F396A5B-EFF4-402D-8EB5-E56E07CED3CA}"/>
                </a:ext>
              </a:extLst>
            </p:cNvPr>
            <p:cNvGrpSpPr/>
            <p:nvPr/>
          </p:nvGrpSpPr>
          <p:grpSpPr>
            <a:xfrm>
              <a:off x="7820792" y="1512671"/>
              <a:ext cx="166504" cy="160594"/>
              <a:chOff x="8008739" y="338057"/>
              <a:chExt cx="166504" cy="160594"/>
            </a:xfrm>
          </p:grpSpPr>
          <p:sp>
            <p:nvSpPr>
              <p:cNvPr id="2191" name="矩形 2190">
                <a:extLst>
                  <a:ext uri="{FF2B5EF4-FFF2-40B4-BE49-F238E27FC236}">
                    <a16:creationId xmlns:a16="http://schemas.microsoft.com/office/drawing/2014/main" id="{574FBA62-4650-4BE9-923F-5658DB0F90B9}"/>
                  </a:ext>
                </a:extLst>
              </p:cNvPr>
              <p:cNvSpPr/>
              <p:nvPr/>
            </p:nvSpPr>
            <p:spPr>
              <a:xfrm>
                <a:off x="8008739" y="3380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92" name="矩形 2191">
                <a:extLst>
                  <a:ext uri="{FF2B5EF4-FFF2-40B4-BE49-F238E27FC236}">
                    <a16:creationId xmlns:a16="http://schemas.microsoft.com/office/drawing/2014/main" id="{7956D782-1128-4445-AE0B-82EC6226FBBB}"/>
                  </a:ext>
                </a:extLst>
              </p:cNvPr>
              <p:cNvSpPr/>
              <p:nvPr/>
            </p:nvSpPr>
            <p:spPr>
              <a:xfrm>
                <a:off x="8065035" y="3380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93" name="矩形 2192">
                <a:extLst>
                  <a:ext uri="{FF2B5EF4-FFF2-40B4-BE49-F238E27FC236}">
                    <a16:creationId xmlns:a16="http://schemas.microsoft.com/office/drawing/2014/main" id="{245A5D61-5929-4269-84A3-29E1E4020337}"/>
                  </a:ext>
                </a:extLst>
              </p:cNvPr>
              <p:cNvSpPr/>
              <p:nvPr/>
            </p:nvSpPr>
            <p:spPr>
              <a:xfrm>
                <a:off x="8118904" y="3380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94" name="矩形 2193">
                <a:extLst>
                  <a:ext uri="{FF2B5EF4-FFF2-40B4-BE49-F238E27FC236}">
                    <a16:creationId xmlns:a16="http://schemas.microsoft.com/office/drawing/2014/main" id="{BD6FE2F3-CC40-4B2B-A9CF-8F7D2A2AB005}"/>
                  </a:ext>
                </a:extLst>
              </p:cNvPr>
              <p:cNvSpPr/>
              <p:nvPr/>
            </p:nvSpPr>
            <p:spPr>
              <a:xfrm>
                <a:off x="8008739" y="39090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95" name="矩形 2194">
                <a:extLst>
                  <a:ext uri="{FF2B5EF4-FFF2-40B4-BE49-F238E27FC236}">
                    <a16:creationId xmlns:a16="http://schemas.microsoft.com/office/drawing/2014/main" id="{40F90D14-BCB7-4A34-BC1A-C92A70F8079A}"/>
                  </a:ext>
                </a:extLst>
              </p:cNvPr>
              <p:cNvSpPr/>
              <p:nvPr/>
            </p:nvSpPr>
            <p:spPr>
              <a:xfrm>
                <a:off x="8065035" y="39090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96" name="矩形 2195">
                <a:extLst>
                  <a:ext uri="{FF2B5EF4-FFF2-40B4-BE49-F238E27FC236}">
                    <a16:creationId xmlns:a16="http://schemas.microsoft.com/office/drawing/2014/main" id="{38FB0013-F90A-482C-B569-0E82B5BDA6FD}"/>
                  </a:ext>
                </a:extLst>
              </p:cNvPr>
              <p:cNvSpPr/>
              <p:nvPr/>
            </p:nvSpPr>
            <p:spPr>
              <a:xfrm>
                <a:off x="8118904" y="39090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97" name="矩形 2196">
                <a:extLst>
                  <a:ext uri="{FF2B5EF4-FFF2-40B4-BE49-F238E27FC236}">
                    <a16:creationId xmlns:a16="http://schemas.microsoft.com/office/drawing/2014/main" id="{A162F694-D8F4-489A-8DB5-B7E5D7C1AC58}"/>
                  </a:ext>
                </a:extLst>
              </p:cNvPr>
              <p:cNvSpPr/>
              <p:nvPr/>
            </p:nvSpPr>
            <p:spPr>
              <a:xfrm>
                <a:off x="8008739" y="442355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98" name="矩形 2197">
                <a:extLst>
                  <a:ext uri="{FF2B5EF4-FFF2-40B4-BE49-F238E27FC236}">
                    <a16:creationId xmlns:a16="http://schemas.microsoft.com/office/drawing/2014/main" id="{EE0BE334-5882-4BEA-ADDD-CB03BCC68933}"/>
                  </a:ext>
                </a:extLst>
              </p:cNvPr>
              <p:cNvSpPr/>
              <p:nvPr/>
            </p:nvSpPr>
            <p:spPr>
              <a:xfrm>
                <a:off x="8065035" y="442355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99" name="矩形 2198">
                <a:extLst>
                  <a:ext uri="{FF2B5EF4-FFF2-40B4-BE49-F238E27FC236}">
                    <a16:creationId xmlns:a16="http://schemas.microsoft.com/office/drawing/2014/main" id="{25E19E66-929A-4A20-865C-6114C1C843C2}"/>
                  </a:ext>
                </a:extLst>
              </p:cNvPr>
              <p:cNvSpPr/>
              <p:nvPr/>
            </p:nvSpPr>
            <p:spPr>
              <a:xfrm>
                <a:off x="8118904" y="442355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00" name="矩形 2199">
                <a:extLst>
                  <a:ext uri="{FF2B5EF4-FFF2-40B4-BE49-F238E27FC236}">
                    <a16:creationId xmlns:a16="http://schemas.microsoft.com/office/drawing/2014/main" id="{726D0421-2019-4864-8C7C-716E74F37098}"/>
                  </a:ext>
                </a:extLst>
              </p:cNvPr>
              <p:cNvSpPr/>
              <p:nvPr/>
            </p:nvSpPr>
            <p:spPr>
              <a:xfrm>
                <a:off x="8008782" y="390907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01" name="矩形 2200">
                <a:extLst>
                  <a:ext uri="{FF2B5EF4-FFF2-40B4-BE49-F238E27FC236}">
                    <a16:creationId xmlns:a16="http://schemas.microsoft.com/office/drawing/2014/main" id="{6D4632CE-F934-474C-914B-AB4C9FF9336B}"/>
                  </a:ext>
                </a:extLst>
              </p:cNvPr>
              <p:cNvSpPr/>
              <p:nvPr/>
            </p:nvSpPr>
            <p:spPr>
              <a:xfrm>
                <a:off x="8065078" y="442355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02" name="矩形 2201">
                <a:extLst>
                  <a:ext uri="{FF2B5EF4-FFF2-40B4-BE49-F238E27FC236}">
                    <a16:creationId xmlns:a16="http://schemas.microsoft.com/office/drawing/2014/main" id="{CB229BAB-CBAB-4D10-A549-2981F31DAAD4}"/>
                  </a:ext>
                </a:extLst>
              </p:cNvPr>
              <p:cNvSpPr/>
              <p:nvPr/>
            </p:nvSpPr>
            <p:spPr>
              <a:xfrm>
                <a:off x="8118947" y="442355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203" name="组合 2202">
              <a:extLst>
                <a:ext uri="{FF2B5EF4-FFF2-40B4-BE49-F238E27FC236}">
                  <a16:creationId xmlns:a16="http://schemas.microsoft.com/office/drawing/2014/main" id="{9FC4004D-1DEB-4C7B-95DB-3594C1DAB5D3}"/>
                </a:ext>
              </a:extLst>
            </p:cNvPr>
            <p:cNvGrpSpPr/>
            <p:nvPr/>
          </p:nvGrpSpPr>
          <p:grpSpPr>
            <a:xfrm>
              <a:off x="8035705" y="1512671"/>
              <a:ext cx="166461" cy="160594"/>
              <a:chOff x="8273419" y="338057"/>
              <a:chExt cx="166461" cy="160594"/>
            </a:xfrm>
          </p:grpSpPr>
          <p:sp>
            <p:nvSpPr>
              <p:cNvPr id="2204" name="矩形 2203">
                <a:extLst>
                  <a:ext uri="{FF2B5EF4-FFF2-40B4-BE49-F238E27FC236}">
                    <a16:creationId xmlns:a16="http://schemas.microsoft.com/office/drawing/2014/main" id="{1687EC19-3D27-49B2-B2B0-A627F19BBB34}"/>
                  </a:ext>
                </a:extLst>
              </p:cNvPr>
              <p:cNvSpPr/>
              <p:nvPr/>
            </p:nvSpPr>
            <p:spPr>
              <a:xfrm>
                <a:off x="8273419" y="3380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05" name="矩形 2204">
                <a:extLst>
                  <a:ext uri="{FF2B5EF4-FFF2-40B4-BE49-F238E27FC236}">
                    <a16:creationId xmlns:a16="http://schemas.microsoft.com/office/drawing/2014/main" id="{D9602EF3-A281-418C-AC5E-DFA58664BAD3}"/>
                  </a:ext>
                </a:extLst>
              </p:cNvPr>
              <p:cNvSpPr/>
              <p:nvPr/>
            </p:nvSpPr>
            <p:spPr>
              <a:xfrm>
                <a:off x="8329715" y="3380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06" name="矩形 2205">
                <a:extLst>
                  <a:ext uri="{FF2B5EF4-FFF2-40B4-BE49-F238E27FC236}">
                    <a16:creationId xmlns:a16="http://schemas.microsoft.com/office/drawing/2014/main" id="{629BE1C8-543D-4824-8C2B-B74C322142FC}"/>
                  </a:ext>
                </a:extLst>
              </p:cNvPr>
              <p:cNvSpPr/>
              <p:nvPr/>
            </p:nvSpPr>
            <p:spPr>
              <a:xfrm>
                <a:off x="8383584" y="3380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07" name="矩形 2206">
                <a:extLst>
                  <a:ext uri="{FF2B5EF4-FFF2-40B4-BE49-F238E27FC236}">
                    <a16:creationId xmlns:a16="http://schemas.microsoft.com/office/drawing/2014/main" id="{A5489B66-7D16-4BD5-AEEE-DDAF64306FE2}"/>
                  </a:ext>
                </a:extLst>
              </p:cNvPr>
              <p:cNvSpPr/>
              <p:nvPr/>
            </p:nvSpPr>
            <p:spPr>
              <a:xfrm>
                <a:off x="8273419" y="39090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08" name="矩形 2207">
                <a:extLst>
                  <a:ext uri="{FF2B5EF4-FFF2-40B4-BE49-F238E27FC236}">
                    <a16:creationId xmlns:a16="http://schemas.microsoft.com/office/drawing/2014/main" id="{C1463628-B0E0-4A49-A1D9-01BE8E406942}"/>
                  </a:ext>
                </a:extLst>
              </p:cNvPr>
              <p:cNvSpPr/>
              <p:nvPr/>
            </p:nvSpPr>
            <p:spPr>
              <a:xfrm>
                <a:off x="8329715" y="39090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09" name="矩形 2208">
                <a:extLst>
                  <a:ext uri="{FF2B5EF4-FFF2-40B4-BE49-F238E27FC236}">
                    <a16:creationId xmlns:a16="http://schemas.microsoft.com/office/drawing/2014/main" id="{991B1D9C-CE02-493C-8D12-F888531873EF}"/>
                  </a:ext>
                </a:extLst>
              </p:cNvPr>
              <p:cNvSpPr/>
              <p:nvPr/>
            </p:nvSpPr>
            <p:spPr>
              <a:xfrm>
                <a:off x="8383584" y="39090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10" name="矩形 2209">
                <a:extLst>
                  <a:ext uri="{FF2B5EF4-FFF2-40B4-BE49-F238E27FC236}">
                    <a16:creationId xmlns:a16="http://schemas.microsoft.com/office/drawing/2014/main" id="{1911967A-9138-4FBD-A0FF-E52425735B00}"/>
                  </a:ext>
                </a:extLst>
              </p:cNvPr>
              <p:cNvSpPr/>
              <p:nvPr/>
            </p:nvSpPr>
            <p:spPr>
              <a:xfrm>
                <a:off x="8273419" y="442355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11" name="矩形 2210">
                <a:extLst>
                  <a:ext uri="{FF2B5EF4-FFF2-40B4-BE49-F238E27FC236}">
                    <a16:creationId xmlns:a16="http://schemas.microsoft.com/office/drawing/2014/main" id="{9B4C1E98-EB1F-457B-8FDC-869C63811715}"/>
                  </a:ext>
                </a:extLst>
              </p:cNvPr>
              <p:cNvSpPr/>
              <p:nvPr/>
            </p:nvSpPr>
            <p:spPr>
              <a:xfrm>
                <a:off x="8329715" y="442355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12" name="矩形 2211">
                <a:extLst>
                  <a:ext uri="{FF2B5EF4-FFF2-40B4-BE49-F238E27FC236}">
                    <a16:creationId xmlns:a16="http://schemas.microsoft.com/office/drawing/2014/main" id="{9D922E23-023B-476E-8FE2-F430912A81AB}"/>
                  </a:ext>
                </a:extLst>
              </p:cNvPr>
              <p:cNvSpPr/>
              <p:nvPr/>
            </p:nvSpPr>
            <p:spPr>
              <a:xfrm>
                <a:off x="8383584" y="442355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213" name="组合 2212">
              <a:extLst>
                <a:ext uri="{FF2B5EF4-FFF2-40B4-BE49-F238E27FC236}">
                  <a16:creationId xmlns:a16="http://schemas.microsoft.com/office/drawing/2014/main" id="{F4C31E3B-178E-410F-97A9-11FC379E3688}"/>
                </a:ext>
              </a:extLst>
            </p:cNvPr>
            <p:cNvGrpSpPr/>
            <p:nvPr/>
          </p:nvGrpSpPr>
          <p:grpSpPr>
            <a:xfrm>
              <a:off x="8250575" y="1512671"/>
              <a:ext cx="166461" cy="160594"/>
              <a:chOff x="8273419" y="338057"/>
              <a:chExt cx="166461" cy="160594"/>
            </a:xfrm>
          </p:grpSpPr>
          <p:sp>
            <p:nvSpPr>
              <p:cNvPr id="2214" name="矩形 2213">
                <a:extLst>
                  <a:ext uri="{FF2B5EF4-FFF2-40B4-BE49-F238E27FC236}">
                    <a16:creationId xmlns:a16="http://schemas.microsoft.com/office/drawing/2014/main" id="{9B1281CE-EC52-476F-BFB3-A91B90663E66}"/>
                  </a:ext>
                </a:extLst>
              </p:cNvPr>
              <p:cNvSpPr/>
              <p:nvPr/>
            </p:nvSpPr>
            <p:spPr>
              <a:xfrm>
                <a:off x="8273419" y="3380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15" name="矩形 2214">
                <a:extLst>
                  <a:ext uri="{FF2B5EF4-FFF2-40B4-BE49-F238E27FC236}">
                    <a16:creationId xmlns:a16="http://schemas.microsoft.com/office/drawing/2014/main" id="{C1FB876B-C239-4A24-8212-37DE43E63923}"/>
                  </a:ext>
                </a:extLst>
              </p:cNvPr>
              <p:cNvSpPr/>
              <p:nvPr/>
            </p:nvSpPr>
            <p:spPr>
              <a:xfrm>
                <a:off x="8329715" y="3380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16" name="矩形 2215">
                <a:extLst>
                  <a:ext uri="{FF2B5EF4-FFF2-40B4-BE49-F238E27FC236}">
                    <a16:creationId xmlns:a16="http://schemas.microsoft.com/office/drawing/2014/main" id="{A9ADDF9B-06CC-400F-831B-81671552E1AB}"/>
                  </a:ext>
                </a:extLst>
              </p:cNvPr>
              <p:cNvSpPr/>
              <p:nvPr/>
            </p:nvSpPr>
            <p:spPr>
              <a:xfrm>
                <a:off x="8383584" y="3380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17" name="矩形 2216">
                <a:extLst>
                  <a:ext uri="{FF2B5EF4-FFF2-40B4-BE49-F238E27FC236}">
                    <a16:creationId xmlns:a16="http://schemas.microsoft.com/office/drawing/2014/main" id="{1A322B4E-88B1-4B15-9DE1-FAA877DA93E6}"/>
                  </a:ext>
                </a:extLst>
              </p:cNvPr>
              <p:cNvSpPr/>
              <p:nvPr/>
            </p:nvSpPr>
            <p:spPr>
              <a:xfrm>
                <a:off x="8273419" y="39090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18" name="矩形 2217">
                <a:extLst>
                  <a:ext uri="{FF2B5EF4-FFF2-40B4-BE49-F238E27FC236}">
                    <a16:creationId xmlns:a16="http://schemas.microsoft.com/office/drawing/2014/main" id="{753EB77F-7D31-4C0C-99C5-F26AC22CC4D5}"/>
                  </a:ext>
                </a:extLst>
              </p:cNvPr>
              <p:cNvSpPr/>
              <p:nvPr/>
            </p:nvSpPr>
            <p:spPr>
              <a:xfrm>
                <a:off x="8329715" y="39090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19" name="矩形 2218">
                <a:extLst>
                  <a:ext uri="{FF2B5EF4-FFF2-40B4-BE49-F238E27FC236}">
                    <a16:creationId xmlns:a16="http://schemas.microsoft.com/office/drawing/2014/main" id="{D13CA43C-C7B2-4860-96B5-083843F326E6}"/>
                  </a:ext>
                </a:extLst>
              </p:cNvPr>
              <p:cNvSpPr/>
              <p:nvPr/>
            </p:nvSpPr>
            <p:spPr>
              <a:xfrm>
                <a:off x="8383584" y="39090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20" name="矩形 2219">
                <a:extLst>
                  <a:ext uri="{FF2B5EF4-FFF2-40B4-BE49-F238E27FC236}">
                    <a16:creationId xmlns:a16="http://schemas.microsoft.com/office/drawing/2014/main" id="{D1BD1422-58E3-4D3E-ADEE-EB05FA8C0E3D}"/>
                  </a:ext>
                </a:extLst>
              </p:cNvPr>
              <p:cNvSpPr/>
              <p:nvPr/>
            </p:nvSpPr>
            <p:spPr>
              <a:xfrm>
                <a:off x="8273419" y="442355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21" name="矩形 2220">
                <a:extLst>
                  <a:ext uri="{FF2B5EF4-FFF2-40B4-BE49-F238E27FC236}">
                    <a16:creationId xmlns:a16="http://schemas.microsoft.com/office/drawing/2014/main" id="{926A55AE-A0AB-469F-A060-5582B4F76990}"/>
                  </a:ext>
                </a:extLst>
              </p:cNvPr>
              <p:cNvSpPr/>
              <p:nvPr/>
            </p:nvSpPr>
            <p:spPr>
              <a:xfrm>
                <a:off x="8329715" y="442355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22" name="矩形 2221">
                <a:extLst>
                  <a:ext uri="{FF2B5EF4-FFF2-40B4-BE49-F238E27FC236}">
                    <a16:creationId xmlns:a16="http://schemas.microsoft.com/office/drawing/2014/main" id="{B93894D2-B025-46BB-AAE6-20BC3994F927}"/>
                  </a:ext>
                </a:extLst>
              </p:cNvPr>
              <p:cNvSpPr/>
              <p:nvPr/>
            </p:nvSpPr>
            <p:spPr>
              <a:xfrm>
                <a:off x="8383584" y="442355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223" name="组合 2222">
              <a:extLst>
                <a:ext uri="{FF2B5EF4-FFF2-40B4-BE49-F238E27FC236}">
                  <a16:creationId xmlns:a16="http://schemas.microsoft.com/office/drawing/2014/main" id="{869B585A-2151-4F57-993A-0AEFA20EA208}"/>
                </a:ext>
              </a:extLst>
            </p:cNvPr>
            <p:cNvGrpSpPr/>
            <p:nvPr/>
          </p:nvGrpSpPr>
          <p:grpSpPr>
            <a:xfrm>
              <a:off x="8465445" y="1512671"/>
              <a:ext cx="166461" cy="160594"/>
              <a:chOff x="8566204" y="349558"/>
              <a:chExt cx="166461" cy="160594"/>
            </a:xfrm>
          </p:grpSpPr>
          <p:sp>
            <p:nvSpPr>
              <p:cNvPr id="2224" name="矩形 2223">
                <a:extLst>
                  <a:ext uri="{FF2B5EF4-FFF2-40B4-BE49-F238E27FC236}">
                    <a16:creationId xmlns:a16="http://schemas.microsoft.com/office/drawing/2014/main" id="{2A514762-2019-434D-8BEF-56407FD450B2}"/>
                  </a:ext>
                </a:extLst>
              </p:cNvPr>
              <p:cNvSpPr/>
              <p:nvPr/>
            </p:nvSpPr>
            <p:spPr>
              <a:xfrm>
                <a:off x="8566204" y="34955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25" name="矩形 2224">
                <a:extLst>
                  <a:ext uri="{FF2B5EF4-FFF2-40B4-BE49-F238E27FC236}">
                    <a16:creationId xmlns:a16="http://schemas.microsoft.com/office/drawing/2014/main" id="{E00956D3-9704-48BA-A765-E385CA2A0DC5}"/>
                  </a:ext>
                </a:extLst>
              </p:cNvPr>
              <p:cNvSpPr/>
              <p:nvPr/>
            </p:nvSpPr>
            <p:spPr>
              <a:xfrm>
                <a:off x="8622500" y="34955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26" name="矩形 2225">
                <a:extLst>
                  <a:ext uri="{FF2B5EF4-FFF2-40B4-BE49-F238E27FC236}">
                    <a16:creationId xmlns:a16="http://schemas.microsoft.com/office/drawing/2014/main" id="{6EB65D16-F781-4BC4-94FC-F6C3E10860E9}"/>
                  </a:ext>
                </a:extLst>
              </p:cNvPr>
              <p:cNvSpPr/>
              <p:nvPr/>
            </p:nvSpPr>
            <p:spPr>
              <a:xfrm>
                <a:off x="8676369" y="34955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27" name="矩形 2226">
                <a:extLst>
                  <a:ext uri="{FF2B5EF4-FFF2-40B4-BE49-F238E27FC236}">
                    <a16:creationId xmlns:a16="http://schemas.microsoft.com/office/drawing/2014/main" id="{BEF0CFAB-7E38-4F87-A87C-050C8DF45CFF}"/>
                  </a:ext>
                </a:extLst>
              </p:cNvPr>
              <p:cNvSpPr/>
              <p:nvPr/>
            </p:nvSpPr>
            <p:spPr>
              <a:xfrm>
                <a:off x="8566204" y="40240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28" name="矩形 2227">
                <a:extLst>
                  <a:ext uri="{FF2B5EF4-FFF2-40B4-BE49-F238E27FC236}">
                    <a16:creationId xmlns:a16="http://schemas.microsoft.com/office/drawing/2014/main" id="{E6B12562-ADE9-42F2-8A92-BC5764CE82D0}"/>
                  </a:ext>
                </a:extLst>
              </p:cNvPr>
              <p:cNvSpPr/>
              <p:nvPr/>
            </p:nvSpPr>
            <p:spPr>
              <a:xfrm>
                <a:off x="8622500" y="40240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29" name="矩形 2228">
                <a:extLst>
                  <a:ext uri="{FF2B5EF4-FFF2-40B4-BE49-F238E27FC236}">
                    <a16:creationId xmlns:a16="http://schemas.microsoft.com/office/drawing/2014/main" id="{984A2D99-DF11-492E-B219-64D588FF9A80}"/>
                  </a:ext>
                </a:extLst>
              </p:cNvPr>
              <p:cNvSpPr/>
              <p:nvPr/>
            </p:nvSpPr>
            <p:spPr>
              <a:xfrm>
                <a:off x="8676369" y="40240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30" name="矩形 2229">
                <a:extLst>
                  <a:ext uri="{FF2B5EF4-FFF2-40B4-BE49-F238E27FC236}">
                    <a16:creationId xmlns:a16="http://schemas.microsoft.com/office/drawing/2014/main" id="{ECC05FE6-4D16-42E4-B8C8-AE239663E80A}"/>
                  </a:ext>
                </a:extLst>
              </p:cNvPr>
              <p:cNvSpPr/>
              <p:nvPr/>
            </p:nvSpPr>
            <p:spPr>
              <a:xfrm>
                <a:off x="8566204" y="453856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31" name="矩形 2230">
                <a:extLst>
                  <a:ext uri="{FF2B5EF4-FFF2-40B4-BE49-F238E27FC236}">
                    <a16:creationId xmlns:a16="http://schemas.microsoft.com/office/drawing/2014/main" id="{6CBEB1CE-71FF-427F-8533-5CBCC7D40DA8}"/>
                  </a:ext>
                </a:extLst>
              </p:cNvPr>
              <p:cNvSpPr/>
              <p:nvPr/>
            </p:nvSpPr>
            <p:spPr>
              <a:xfrm>
                <a:off x="8622500" y="453856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32" name="矩形 2231">
                <a:extLst>
                  <a:ext uri="{FF2B5EF4-FFF2-40B4-BE49-F238E27FC236}">
                    <a16:creationId xmlns:a16="http://schemas.microsoft.com/office/drawing/2014/main" id="{2959F23D-44BB-44A3-8A60-B99502F26A0E}"/>
                  </a:ext>
                </a:extLst>
              </p:cNvPr>
              <p:cNvSpPr/>
              <p:nvPr/>
            </p:nvSpPr>
            <p:spPr>
              <a:xfrm>
                <a:off x="8676369" y="4538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233" name="组合 2232">
              <a:extLst>
                <a:ext uri="{FF2B5EF4-FFF2-40B4-BE49-F238E27FC236}">
                  <a16:creationId xmlns:a16="http://schemas.microsoft.com/office/drawing/2014/main" id="{184A2E0E-B040-4AFA-A5C3-E492DE7E3D90}"/>
                </a:ext>
              </a:extLst>
            </p:cNvPr>
            <p:cNvGrpSpPr/>
            <p:nvPr/>
          </p:nvGrpSpPr>
          <p:grpSpPr>
            <a:xfrm>
              <a:off x="8680315" y="1512671"/>
              <a:ext cx="166461" cy="160594"/>
              <a:chOff x="8798956" y="357911"/>
              <a:chExt cx="166461" cy="160594"/>
            </a:xfrm>
          </p:grpSpPr>
          <p:sp>
            <p:nvSpPr>
              <p:cNvPr id="2234" name="矩形 2233">
                <a:extLst>
                  <a:ext uri="{FF2B5EF4-FFF2-40B4-BE49-F238E27FC236}">
                    <a16:creationId xmlns:a16="http://schemas.microsoft.com/office/drawing/2014/main" id="{9F593C10-AF8F-45B2-9884-37CE76F51206}"/>
                  </a:ext>
                </a:extLst>
              </p:cNvPr>
              <p:cNvSpPr/>
              <p:nvPr/>
            </p:nvSpPr>
            <p:spPr>
              <a:xfrm>
                <a:off x="8798956" y="35791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35" name="矩形 2234">
                <a:extLst>
                  <a:ext uri="{FF2B5EF4-FFF2-40B4-BE49-F238E27FC236}">
                    <a16:creationId xmlns:a16="http://schemas.microsoft.com/office/drawing/2014/main" id="{185912E9-D9F3-4A95-A074-D94C87EDF389}"/>
                  </a:ext>
                </a:extLst>
              </p:cNvPr>
              <p:cNvSpPr/>
              <p:nvPr/>
            </p:nvSpPr>
            <p:spPr>
              <a:xfrm>
                <a:off x="8855252" y="35791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36" name="矩形 2235">
                <a:extLst>
                  <a:ext uri="{FF2B5EF4-FFF2-40B4-BE49-F238E27FC236}">
                    <a16:creationId xmlns:a16="http://schemas.microsoft.com/office/drawing/2014/main" id="{25549C63-CC3A-4B0F-A20D-45BABAA69524}"/>
                  </a:ext>
                </a:extLst>
              </p:cNvPr>
              <p:cNvSpPr/>
              <p:nvPr/>
            </p:nvSpPr>
            <p:spPr>
              <a:xfrm>
                <a:off x="8909121" y="35791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37" name="矩形 2236">
                <a:extLst>
                  <a:ext uri="{FF2B5EF4-FFF2-40B4-BE49-F238E27FC236}">
                    <a16:creationId xmlns:a16="http://schemas.microsoft.com/office/drawing/2014/main" id="{F71BCC52-F1BC-427D-8975-08F692D2DA2E}"/>
                  </a:ext>
                </a:extLst>
              </p:cNvPr>
              <p:cNvSpPr/>
              <p:nvPr/>
            </p:nvSpPr>
            <p:spPr>
              <a:xfrm>
                <a:off x="8798956" y="41076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38" name="矩形 2237">
                <a:extLst>
                  <a:ext uri="{FF2B5EF4-FFF2-40B4-BE49-F238E27FC236}">
                    <a16:creationId xmlns:a16="http://schemas.microsoft.com/office/drawing/2014/main" id="{C58ECE92-8676-4930-8EC6-405DEA25405C}"/>
                  </a:ext>
                </a:extLst>
              </p:cNvPr>
              <p:cNvSpPr/>
              <p:nvPr/>
            </p:nvSpPr>
            <p:spPr>
              <a:xfrm>
                <a:off x="8855252" y="41076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39" name="矩形 2238">
                <a:extLst>
                  <a:ext uri="{FF2B5EF4-FFF2-40B4-BE49-F238E27FC236}">
                    <a16:creationId xmlns:a16="http://schemas.microsoft.com/office/drawing/2014/main" id="{D416661E-94E2-416F-9A14-F88AD4078FDB}"/>
                  </a:ext>
                </a:extLst>
              </p:cNvPr>
              <p:cNvSpPr/>
              <p:nvPr/>
            </p:nvSpPr>
            <p:spPr>
              <a:xfrm>
                <a:off x="8909121" y="41076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40" name="矩形 2239">
                <a:extLst>
                  <a:ext uri="{FF2B5EF4-FFF2-40B4-BE49-F238E27FC236}">
                    <a16:creationId xmlns:a16="http://schemas.microsoft.com/office/drawing/2014/main" id="{36330264-157F-4B22-888E-623075A21CF4}"/>
                  </a:ext>
                </a:extLst>
              </p:cNvPr>
              <p:cNvSpPr/>
              <p:nvPr/>
            </p:nvSpPr>
            <p:spPr>
              <a:xfrm>
                <a:off x="8798956" y="462209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41" name="矩形 2240">
                <a:extLst>
                  <a:ext uri="{FF2B5EF4-FFF2-40B4-BE49-F238E27FC236}">
                    <a16:creationId xmlns:a16="http://schemas.microsoft.com/office/drawing/2014/main" id="{2307E83A-D7E9-4250-9E3A-EE66A5B22F84}"/>
                  </a:ext>
                </a:extLst>
              </p:cNvPr>
              <p:cNvSpPr/>
              <p:nvPr/>
            </p:nvSpPr>
            <p:spPr>
              <a:xfrm>
                <a:off x="8855252" y="46220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42" name="矩形 2241">
                <a:extLst>
                  <a:ext uri="{FF2B5EF4-FFF2-40B4-BE49-F238E27FC236}">
                    <a16:creationId xmlns:a16="http://schemas.microsoft.com/office/drawing/2014/main" id="{00C02FF4-7914-4324-971E-68A855365E3B}"/>
                  </a:ext>
                </a:extLst>
              </p:cNvPr>
              <p:cNvSpPr/>
              <p:nvPr/>
            </p:nvSpPr>
            <p:spPr>
              <a:xfrm>
                <a:off x="8909121" y="46220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243" name="组合 2242">
              <a:extLst>
                <a:ext uri="{FF2B5EF4-FFF2-40B4-BE49-F238E27FC236}">
                  <a16:creationId xmlns:a16="http://schemas.microsoft.com/office/drawing/2014/main" id="{E62BA66B-1BC2-4BB7-AE6C-B8EF0DA50943}"/>
                </a:ext>
              </a:extLst>
            </p:cNvPr>
            <p:cNvGrpSpPr/>
            <p:nvPr/>
          </p:nvGrpSpPr>
          <p:grpSpPr>
            <a:xfrm>
              <a:off x="8895185" y="1512671"/>
              <a:ext cx="166461" cy="160594"/>
              <a:chOff x="6316633" y="354406"/>
              <a:chExt cx="166461" cy="160594"/>
            </a:xfrm>
          </p:grpSpPr>
          <p:sp>
            <p:nvSpPr>
              <p:cNvPr id="2244" name="矩形 2243">
                <a:extLst>
                  <a:ext uri="{FF2B5EF4-FFF2-40B4-BE49-F238E27FC236}">
                    <a16:creationId xmlns:a16="http://schemas.microsoft.com/office/drawing/2014/main" id="{6E9EBF1A-E29E-4E27-9162-35DE658934EA}"/>
                  </a:ext>
                </a:extLst>
              </p:cNvPr>
              <p:cNvSpPr/>
              <p:nvPr/>
            </p:nvSpPr>
            <p:spPr>
              <a:xfrm>
                <a:off x="6316633" y="3544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45" name="矩形 2244">
                <a:extLst>
                  <a:ext uri="{FF2B5EF4-FFF2-40B4-BE49-F238E27FC236}">
                    <a16:creationId xmlns:a16="http://schemas.microsoft.com/office/drawing/2014/main" id="{C16A2D09-CE22-4274-9BF8-4DE5AA12C60A}"/>
                  </a:ext>
                </a:extLst>
              </p:cNvPr>
              <p:cNvSpPr/>
              <p:nvPr/>
            </p:nvSpPr>
            <p:spPr>
              <a:xfrm>
                <a:off x="6372929" y="3544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46" name="矩形 2245">
                <a:extLst>
                  <a:ext uri="{FF2B5EF4-FFF2-40B4-BE49-F238E27FC236}">
                    <a16:creationId xmlns:a16="http://schemas.microsoft.com/office/drawing/2014/main" id="{7FA1D2A6-65B2-4959-91E1-0C9360007A0A}"/>
                  </a:ext>
                </a:extLst>
              </p:cNvPr>
              <p:cNvSpPr/>
              <p:nvPr/>
            </p:nvSpPr>
            <p:spPr>
              <a:xfrm>
                <a:off x="6426798" y="3544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47" name="矩形 2246">
                <a:extLst>
                  <a:ext uri="{FF2B5EF4-FFF2-40B4-BE49-F238E27FC236}">
                    <a16:creationId xmlns:a16="http://schemas.microsoft.com/office/drawing/2014/main" id="{A876F1BA-DEC4-4DF0-A6F8-415F787F90A8}"/>
                  </a:ext>
                </a:extLst>
              </p:cNvPr>
              <p:cNvSpPr/>
              <p:nvPr/>
            </p:nvSpPr>
            <p:spPr>
              <a:xfrm>
                <a:off x="6316633" y="4072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48" name="矩形 2247">
                <a:extLst>
                  <a:ext uri="{FF2B5EF4-FFF2-40B4-BE49-F238E27FC236}">
                    <a16:creationId xmlns:a16="http://schemas.microsoft.com/office/drawing/2014/main" id="{CA1A31B3-8CD3-4ABA-97FA-89AE4A82814F}"/>
                  </a:ext>
                </a:extLst>
              </p:cNvPr>
              <p:cNvSpPr/>
              <p:nvPr/>
            </p:nvSpPr>
            <p:spPr>
              <a:xfrm>
                <a:off x="6372929" y="4072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49" name="矩形 2248">
                <a:extLst>
                  <a:ext uri="{FF2B5EF4-FFF2-40B4-BE49-F238E27FC236}">
                    <a16:creationId xmlns:a16="http://schemas.microsoft.com/office/drawing/2014/main" id="{1CACD335-85B7-4B0A-BDF8-2A497CA694E4}"/>
                  </a:ext>
                </a:extLst>
              </p:cNvPr>
              <p:cNvSpPr/>
              <p:nvPr/>
            </p:nvSpPr>
            <p:spPr>
              <a:xfrm>
                <a:off x="6426798" y="4072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50" name="矩形 2249">
                <a:extLst>
                  <a:ext uri="{FF2B5EF4-FFF2-40B4-BE49-F238E27FC236}">
                    <a16:creationId xmlns:a16="http://schemas.microsoft.com/office/drawing/2014/main" id="{E90377CD-198E-4126-A482-8449D8D68FB2}"/>
                  </a:ext>
                </a:extLst>
              </p:cNvPr>
              <p:cNvSpPr/>
              <p:nvPr/>
            </p:nvSpPr>
            <p:spPr>
              <a:xfrm>
                <a:off x="6316633" y="4587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51" name="矩形 2250">
                <a:extLst>
                  <a:ext uri="{FF2B5EF4-FFF2-40B4-BE49-F238E27FC236}">
                    <a16:creationId xmlns:a16="http://schemas.microsoft.com/office/drawing/2014/main" id="{E2843043-6EEC-4F7F-83D9-DB4E1E8DC764}"/>
                  </a:ext>
                </a:extLst>
              </p:cNvPr>
              <p:cNvSpPr/>
              <p:nvPr/>
            </p:nvSpPr>
            <p:spPr>
              <a:xfrm>
                <a:off x="6372929" y="4587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52" name="矩形 2251">
                <a:extLst>
                  <a:ext uri="{FF2B5EF4-FFF2-40B4-BE49-F238E27FC236}">
                    <a16:creationId xmlns:a16="http://schemas.microsoft.com/office/drawing/2014/main" id="{F362C7DD-2194-4909-84AD-F9FFF9B53635}"/>
                  </a:ext>
                </a:extLst>
              </p:cNvPr>
              <p:cNvSpPr/>
              <p:nvPr/>
            </p:nvSpPr>
            <p:spPr>
              <a:xfrm>
                <a:off x="6426798" y="4587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253" name="组合 2252">
              <a:extLst>
                <a:ext uri="{FF2B5EF4-FFF2-40B4-BE49-F238E27FC236}">
                  <a16:creationId xmlns:a16="http://schemas.microsoft.com/office/drawing/2014/main" id="{0F79A8B5-C6D5-4D24-B469-227DC89FB7DF}"/>
                </a:ext>
              </a:extLst>
            </p:cNvPr>
            <p:cNvGrpSpPr/>
            <p:nvPr/>
          </p:nvGrpSpPr>
          <p:grpSpPr>
            <a:xfrm>
              <a:off x="9110055" y="1512671"/>
              <a:ext cx="166461" cy="160594"/>
              <a:chOff x="6316633" y="354406"/>
              <a:chExt cx="166461" cy="160594"/>
            </a:xfrm>
          </p:grpSpPr>
          <p:sp>
            <p:nvSpPr>
              <p:cNvPr id="2254" name="矩形 2253">
                <a:extLst>
                  <a:ext uri="{FF2B5EF4-FFF2-40B4-BE49-F238E27FC236}">
                    <a16:creationId xmlns:a16="http://schemas.microsoft.com/office/drawing/2014/main" id="{9DC28020-5725-49D2-8ED8-2C3171C43C93}"/>
                  </a:ext>
                </a:extLst>
              </p:cNvPr>
              <p:cNvSpPr/>
              <p:nvPr/>
            </p:nvSpPr>
            <p:spPr>
              <a:xfrm>
                <a:off x="6316633" y="3544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55" name="矩形 2254">
                <a:extLst>
                  <a:ext uri="{FF2B5EF4-FFF2-40B4-BE49-F238E27FC236}">
                    <a16:creationId xmlns:a16="http://schemas.microsoft.com/office/drawing/2014/main" id="{1DDD2457-72B1-48F3-890C-8382690C5190}"/>
                  </a:ext>
                </a:extLst>
              </p:cNvPr>
              <p:cNvSpPr/>
              <p:nvPr/>
            </p:nvSpPr>
            <p:spPr>
              <a:xfrm>
                <a:off x="6372929" y="3544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56" name="矩形 2255">
                <a:extLst>
                  <a:ext uri="{FF2B5EF4-FFF2-40B4-BE49-F238E27FC236}">
                    <a16:creationId xmlns:a16="http://schemas.microsoft.com/office/drawing/2014/main" id="{A5DE0295-8CAC-4D89-819D-5D400662E42E}"/>
                  </a:ext>
                </a:extLst>
              </p:cNvPr>
              <p:cNvSpPr/>
              <p:nvPr/>
            </p:nvSpPr>
            <p:spPr>
              <a:xfrm>
                <a:off x="6426798" y="3544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57" name="矩形 2256">
                <a:extLst>
                  <a:ext uri="{FF2B5EF4-FFF2-40B4-BE49-F238E27FC236}">
                    <a16:creationId xmlns:a16="http://schemas.microsoft.com/office/drawing/2014/main" id="{9055AE0E-4857-40C8-95E8-94301F389EC7}"/>
                  </a:ext>
                </a:extLst>
              </p:cNvPr>
              <p:cNvSpPr/>
              <p:nvPr/>
            </p:nvSpPr>
            <p:spPr>
              <a:xfrm>
                <a:off x="6316633" y="4072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58" name="矩形 2257">
                <a:extLst>
                  <a:ext uri="{FF2B5EF4-FFF2-40B4-BE49-F238E27FC236}">
                    <a16:creationId xmlns:a16="http://schemas.microsoft.com/office/drawing/2014/main" id="{63284A0D-7E05-4629-81F2-B581FA382867}"/>
                  </a:ext>
                </a:extLst>
              </p:cNvPr>
              <p:cNvSpPr/>
              <p:nvPr/>
            </p:nvSpPr>
            <p:spPr>
              <a:xfrm>
                <a:off x="6372929" y="4072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59" name="矩形 2258">
                <a:extLst>
                  <a:ext uri="{FF2B5EF4-FFF2-40B4-BE49-F238E27FC236}">
                    <a16:creationId xmlns:a16="http://schemas.microsoft.com/office/drawing/2014/main" id="{0F2CA306-CE52-4B58-9F09-ADAF5362D97C}"/>
                  </a:ext>
                </a:extLst>
              </p:cNvPr>
              <p:cNvSpPr/>
              <p:nvPr/>
            </p:nvSpPr>
            <p:spPr>
              <a:xfrm>
                <a:off x="6426798" y="4072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60" name="矩形 2259">
                <a:extLst>
                  <a:ext uri="{FF2B5EF4-FFF2-40B4-BE49-F238E27FC236}">
                    <a16:creationId xmlns:a16="http://schemas.microsoft.com/office/drawing/2014/main" id="{1DBE2E2A-7CB8-4449-8372-B99EC38921AD}"/>
                  </a:ext>
                </a:extLst>
              </p:cNvPr>
              <p:cNvSpPr/>
              <p:nvPr/>
            </p:nvSpPr>
            <p:spPr>
              <a:xfrm>
                <a:off x="6316633" y="4587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61" name="矩形 2260">
                <a:extLst>
                  <a:ext uri="{FF2B5EF4-FFF2-40B4-BE49-F238E27FC236}">
                    <a16:creationId xmlns:a16="http://schemas.microsoft.com/office/drawing/2014/main" id="{6E064158-7027-4397-A523-83A1FCFD7661}"/>
                  </a:ext>
                </a:extLst>
              </p:cNvPr>
              <p:cNvSpPr/>
              <p:nvPr/>
            </p:nvSpPr>
            <p:spPr>
              <a:xfrm>
                <a:off x="6372929" y="4587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62" name="矩形 2261">
                <a:extLst>
                  <a:ext uri="{FF2B5EF4-FFF2-40B4-BE49-F238E27FC236}">
                    <a16:creationId xmlns:a16="http://schemas.microsoft.com/office/drawing/2014/main" id="{A321E109-73CE-4271-A9C5-792B6B586F0A}"/>
                  </a:ext>
                </a:extLst>
              </p:cNvPr>
              <p:cNvSpPr/>
              <p:nvPr/>
            </p:nvSpPr>
            <p:spPr>
              <a:xfrm>
                <a:off x="6426798" y="4587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263" name="组合 2262">
              <a:extLst>
                <a:ext uri="{FF2B5EF4-FFF2-40B4-BE49-F238E27FC236}">
                  <a16:creationId xmlns:a16="http://schemas.microsoft.com/office/drawing/2014/main" id="{9048E087-38DF-4D89-B0D4-CBF6E303D427}"/>
                </a:ext>
              </a:extLst>
            </p:cNvPr>
            <p:cNvGrpSpPr/>
            <p:nvPr/>
          </p:nvGrpSpPr>
          <p:grpSpPr>
            <a:xfrm>
              <a:off x="9324925" y="1512671"/>
              <a:ext cx="166461" cy="160594"/>
              <a:chOff x="6316633" y="354406"/>
              <a:chExt cx="166461" cy="160594"/>
            </a:xfrm>
          </p:grpSpPr>
          <p:sp>
            <p:nvSpPr>
              <p:cNvPr id="2264" name="矩形 2263">
                <a:extLst>
                  <a:ext uri="{FF2B5EF4-FFF2-40B4-BE49-F238E27FC236}">
                    <a16:creationId xmlns:a16="http://schemas.microsoft.com/office/drawing/2014/main" id="{C588BF64-81A3-466E-B568-FFE530387694}"/>
                  </a:ext>
                </a:extLst>
              </p:cNvPr>
              <p:cNvSpPr/>
              <p:nvPr/>
            </p:nvSpPr>
            <p:spPr>
              <a:xfrm>
                <a:off x="6316633" y="3544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65" name="矩形 2264">
                <a:extLst>
                  <a:ext uri="{FF2B5EF4-FFF2-40B4-BE49-F238E27FC236}">
                    <a16:creationId xmlns:a16="http://schemas.microsoft.com/office/drawing/2014/main" id="{4EC44D6C-0918-4840-94BA-29170ED1A234}"/>
                  </a:ext>
                </a:extLst>
              </p:cNvPr>
              <p:cNvSpPr/>
              <p:nvPr/>
            </p:nvSpPr>
            <p:spPr>
              <a:xfrm>
                <a:off x="6372929" y="3544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66" name="矩形 2265">
                <a:extLst>
                  <a:ext uri="{FF2B5EF4-FFF2-40B4-BE49-F238E27FC236}">
                    <a16:creationId xmlns:a16="http://schemas.microsoft.com/office/drawing/2014/main" id="{FCD85DB2-796E-499D-9219-F9137CD0CCF2}"/>
                  </a:ext>
                </a:extLst>
              </p:cNvPr>
              <p:cNvSpPr/>
              <p:nvPr/>
            </p:nvSpPr>
            <p:spPr>
              <a:xfrm>
                <a:off x="6426798" y="3544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67" name="矩形 2266">
                <a:extLst>
                  <a:ext uri="{FF2B5EF4-FFF2-40B4-BE49-F238E27FC236}">
                    <a16:creationId xmlns:a16="http://schemas.microsoft.com/office/drawing/2014/main" id="{6CAC5DF7-5C60-4D20-9EA4-47A7C79C0A23}"/>
                  </a:ext>
                </a:extLst>
              </p:cNvPr>
              <p:cNvSpPr/>
              <p:nvPr/>
            </p:nvSpPr>
            <p:spPr>
              <a:xfrm>
                <a:off x="6316633" y="4072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68" name="矩形 2267">
                <a:extLst>
                  <a:ext uri="{FF2B5EF4-FFF2-40B4-BE49-F238E27FC236}">
                    <a16:creationId xmlns:a16="http://schemas.microsoft.com/office/drawing/2014/main" id="{8B9ED1F6-CFDC-4292-BA8C-2291E1286D8B}"/>
                  </a:ext>
                </a:extLst>
              </p:cNvPr>
              <p:cNvSpPr/>
              <p:nvPr/>
            </p:nvSpPr>
            <p:spPr>
              <a:xfrm>
                <a:off x="6372929" y="4072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69" name="矩形 2268">
                <a:extLst>
                  <a:ext uri="{FF2B5EF4-FFF2-40B4-BE49-F238E27FC236}">
                    <a16:creationId xmlns:a16="http://schemas.microsoft.com/office/drawing/2014/main" id="{F2082F66-04BA-4DA4-A189-3BF323613CFB}"/>
                  </a:ext>
                </a:extLst>
              </p:cNvPr>
              <p:cNvSpPr/>
              <p:nvPr/>
            </p:nvSpPr>
            <p:spPr>
              <a:xfrm>
                <a:off x="6426798" y="4072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70" name="矩形 2269">
                <a:extLst>
                  <a:ext uri="{FF2B5EF4-FFF2-40B4-BE49-F238E27FC236}">
                    <a16:creationId xmlns:a16="http://schemas.microsoft.com/office/drawing/2014/main" id="{FA892A5D-88C4-4CCB-AF59-79BC20473796}"/>
                  </a:ext>
                </a:extLst>
              </p:cNvPr>
              <p:cNvSpPr/>
              <p:nvPr/>
            </p:nvSpPr>
            <p:spPr>
              <a:xfrm>
                <a:off x="6316633" y="4587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71" name="矩形 2270">
                <a:extLst>
                  <a:ext uri="{FF2B5EF4-FFF2-40B4-BE49-F238E27FC236}">
                    <a16:creationId xmlns:a16="http://schemas.microsoft.com/office/drawing/2014/main" id="{8135D088-D7A1-49F3-9A10-6D6E850D8179}"/>
                  </a:ext>
                </a:extLst>
              </p:cNvPr>
              <p:cNvSpPr/>
              <p:nvPr/>
            </p:nvSpPr>
            <p:spPr>
              <a:xfrm>
                <a:off x="6372929" y="4587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72" name="矩形 2271">
                <a:extLst>
                  <a:ext uri="{FF2B5EF4-FFF2-40B4-BE49-F238E27FC236}">
                    <a16:creationId xmlns:a16="http://schemas.microsoft.com/office/drawing/2014/main" id="{B175674B-8764-4BE7-8407-9B021924E55B}"/>
                  </a:ext>
                </a:extLst>
              </p:cNvPr>
              <p:cNvSpPr/>
              <p:nvPr/>
            </p:nvSpPr>
            <p:spPr>
              <a:xfrm>
                <a:off x="6426798" y="4587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273" name="组合 2272">
              <a:extLst>
                <a:ext uri="{FF2B5EF4-FFF2-40B4-BE49-F238E27FC236}">
                  <a16:creationId xmlns:a16="http://schemas.microsoft.com/office/drawing/2014/main" id="{747F6266-2997-4335-BB4D-60515C6F2058}"/>
                </a:ext>
              </a:extLst>
            </p:cNvPr>
            <p:cNvGrpSpPr/>
            <p:nvPr/>
          </p:nvGrpSpPr>
          <p:grpSpPr>
            <a:xfrm>
              <a:off x="9539798" y="1512671"/>
              <a:ext cx="166461" cy="160594"/>
              <a:chOff x="6316633" y="354406"/>
              <a:chExt cx="166461" cy="160594"/>
            </a:xfrm>
          </p:grpSpPr>
          <p:sp>
            <p:nvSpPr>
              <p:cNvPr id="2274" name="矩形 2273">
                <a:extLst>
                  <a:ext uri="{FF2B5EF4-FFF2-40B4-BE49-F238E27FC236}">
                    <a16:creationId xmlns:a16="http://schemas.microsoft.com/office/drawing/2014/main" id="{BFC1D049-64A2-4701-997F-43AF514C7987}"/>
                  </a:ext>
                </a:extLst>
              </p:cNvPr>
              <p:cNvSpPr/>
              <p:nvPr/>
            </p:nvSpPr>
            <p:spPr>
              <a:xfrm>
                <a:off x="6316633" y="3544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75" name="矩形 2274">
                <a:extLst>
                  <a:ext uri="{FF2B5EF4-FFF2-40B4-BE49-F238E27FC236}">
                    <a16:creationId xmlns:a16="http://schemas.microsoft.com/office/drawing/2014/main" id="{F1E0F2F3-1162-4B94-8512-5AA9280BAA58}"/>
                  </a:ext>
                </a:extLst>
              </p:cNvPr>
              <p:cNvSpPr/>
              <p:nvPr/>
            </p:nvSpPr>
            <p:spPr>
              <a:xfrm>
                <a:off x="6372929" y="3544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76" name="矩形 2275">
                <a:extLst>
                  <a:ext uri="{FF2B5EF4-FFF2-40B4-BE49-F238E27FC236}">
                    <a16:creationId xmlns:a16="http://schemas.microsoft.com/office/drawing/2014/main" id="{27A042AD-B010-4C3C-9221-0B31FFAAAE0A}"/>
                  </a:ext>
                </a:extLst>
              </p:cNvPr>
              <p:cNvSpPr/>
              <p:nvPr/>
            </p:nvSpPr>
            <p:spPr>
              <a:xfrm>
                <a:off x="6426798" y="3544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77" name="矩形 2276">
                <a:extLst>
                  <a:ext uri="{FF2B5EF4-FFF2-40B4-BE49-F238E27FC236}">
                    <a16:creationId xmlns:a16="http://schemas.microsoft.com/office/drawing/2014/main" id="{31BA76EB-BC2F-422D-974B-8E7E0C7A94E8}"/>
                  </a:ext>
                </a:extLst>
              </p:cNvPr>
              <p:cNvSpPr/>
              <p:nvPr/>
            </p:nvSpPr>
            <p:spPr>
              <a:xfrm>
                <a:off x="6316633" y="4072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78" name="矩形 2277">
                <a:extLst>
                  <a:ext uri="{FF2B5EF4-FFF2-40B4-BE49-F238E27FC236}">
                    <a16:creationId xmlns:a16="http://schemas.microsoft.com/office/drawing/2014/main" id="{57515CD1-6AE1-495B-8ACD-8DC772EAA29D}"/>
                  </a:ext>
                </a:extLst>
              </p:cNvPr>
              <p:cNvSpPr/>
              <p:nvPr/>
            </p:nvSpPr>
            <p:spPr>
              <a:xfrm>
                <a:off x="6372929" y="4072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79" name="矩形 2278">
                <a:extLst>
                  <a:ext uri="{FF2B5EF4-FFF2-40B4-BE49-F238E27FC236}">
                    <a16:creationId xmlns:a16="http://schemas.microsoft.com/office/drawing/2014/main" id="{1B031E1C-9982-49FD-B947-BCB272152635}"/>
                  </a:ext>
                </a:extLst>
              </p:cNvPr>
              <p:cNvSpPr/>
              <p:nvPr/>
            </p:nvSpPr>
            <p:spPr>
              <a:xfrm>
                <a:off x="6426798" y="4072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80" name="矩形 2279">
                <a:extLst>
                  <a:ext uri="{FF2B5EF4-FFF2-40B4-BE49-F238E27FC236}">
                    <a16:creationId xmlns:a16="http://schemas.microsoft.com/office/drawing/2014/main" id="{AA66965B-FB78-4766-AF10-BA41F8EBEC8E}"/>
                  </a:ext>
                </a:extLst>
              </p:cNvPr>
              <p:cNvSpPr/>
              <p:nvPr/>
            </p:nvSpPr>
            <p:spPr>
              <a:xfrm>
                <a:off x="6316633" y="4587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81" name="矩形 2280">
                <a:extLst>
                  <a:ext uri="{FF2B5EF4-FFF2-40B4-BE49-F238E27FC236}">
                    <a16:creationId xmlns:a16="http://schemas.microsoft.com/office/drawing/2014/main" id="{DE9CF840-097D-42F2-B188-789F24C979E7}"/>
                  </a:ext>
                </a:extLst>
              </p:cNvPr>
              <p:cNvSpPr/>
              <p:nvPr/>
            </p:nvSpPr>
            <p:spPr>
              <a:xfrm>
                <a:off x="6372929" y="4587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82" name="矩形 2281">
                <a:extLst>
                  <a:ext uri="{FF2B5EF4-FFF2-40B4-BE49-F238E27FC236}">
                    <a16:creationId xmlns:a16="http://schemas.microsoft.com/office/drawing/2014/main" id="{0927E41D-88B2-4D4A-AAC3-A3949854CEB4}"/>
                  </a:ext>
                </a:extLst>
              </p:cNvPr>
              <p:cNvSpPr/>
              <p:nvPr/>
            </p:nvSpPr>
            <p:spPr>
              <a:xfrm>
                <a:off x="6426798" y="4587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283" name="组合 2282">
              <a:extLst>
                <a:ext uri="{FF2B5EF4-FFF2-40B4-BE49-F238E27FC236}">
                  <a16:creationId xmlns:a16="http://schemas.microsoft.com/office/drawing/2014/main" id="{45A8CE4F-B5DC-4F29-899A-2C6FEE527878}"/>
                </a:ext>
              </a:extLst>
            </p:cNvPr>
            <p:cNvGrpSpPr/>
            <p:nvPr/>
          </p:nvGrpSpPr>
          <p:grpSpPr>
            <a:xfrm>
              <a:off x="6317743" y="1727705"/>
              <a:ext cx="166461" cy="160594"/>
              <a:chOff x="6316633" y="354406"/>
              <a:chExt cx="166461" cy="160594"/>
            </a:xfrm>
          </p:grpSpPr>
          <p:sp>
            <p:nvSpPr>
              <p:cNvPr id="2284" name="矩形 2283">
                <a:extLst>
                  <a:ext uri="{FF2B5EF4-FFF2-40B4-BE49-F238E27FC236}">
                    <a16:creationId xmlns:a16="http://schemas.microsoft.com/office/drawing/2014/main" id="{5621354F-D05B-4F66-80E1-F7BF034D5A80}"/>
                  </a:ext>
                </a:extLst>
              </p:cNvPr>
              <p:cNvSpPr/>
              <p:nvPr/>
            </p:nvSpPr>
            <p:spPr>
              <a:xfrm>
                <a:off x="6316633" y="3544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85" name="矩形 2284">
                <a:extLst>
                  <a:ext uri="{FF2B5EF4-FFF2-40B4-BE49-F238E27FC236}">
                    <a16:creationId xmlns:a16="http://schemas.microsoft.com/office/drawing/2014/main" id="{DB50A604-698C-41AC-B9C9-04C8E2E8092E}"/>
                  </a:ext>
                </a:extLst>
              </p:cNvPr>
              <p:cNvSpPr/>
              <p:nvPr/>
            </p:nvSpPr>
            <p:spPr>
              <a:xfrm>
                <a:off x="6372929" y="3544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86" name="矩形 2285">
                <a:extLst>
                  <a:ext uri="{FF2B5EF4-FFF2-40B4-BE49-F238E27FC236}">
                    <a16:creationId xmlns:a16="http://schemas.microsoft.com/office/drawing/2014/main" id="{324D6FE7-352D-4AA8-A206-05343EC3C4D5}"/>
                  </a:ext>
                </a:extLst>
              </p:cNvPr>
              <p:cNvSpPr/>
              <p:nvPr/>
            </p:nvSpPr>
            <p:spPr>
              <a:xfrm>
                <a:off x="6426798" y="3544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87" name="矩形 2286">
                <a:extLst>
                  <a:ext uri="{FF2B5EF4-FFF2-40B4-BE49-F238E27FC236}">
                    <a16:creationId xmlns:a16="http://schemas.microsoft.com/office/drawing/2014/main" id="{8EF95586-20CD-4A97-914B-9A6C67C54EBC}"/>
                  </a:ext>
                </a:extLst>
              </p:cNvPr>
              <p:cNvSpPr/>
              <p:nvPr/>
            </p:nvSpPr>
            <p:spPr>
              <a:xfrm>
                <a:off x="6316633" y="4072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88" name="矩形 2287">
                <a:extLst>
                  <a:ext uri="{FF2B5EF4-FFF2-40B4-BE49-F238E27FC236}">
                    <a16:creationId xmlns:a16="http://schemas.microsoft.com/office/drawing/2014/main" id="{E7A1202F-294F-492C-A7AA-83C7A25F5D17}"/>
                  </a:ext>
                </a:extLst>
              </p:cNvPr>
              <p:cNvSpPr/>
              <p:nvPr/>
            </p:nvSpPr>
            <p:spPr>
              <a:xfrm>
                <a:off x="6372929" y="4072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89" name="矩形 2288">
                <a:extLst>
                  <a:ext uri="{FF2B5EF4-FFF2-40B4-BE49-F238E27FC236}">
                    <a16:creationId xmlns:a16="http://schemas.microsoft.com/office/drawing/2014/main" id="{DFD7D3F4-8E97-43C1-AC0D-30478B990D8F}"/>
                  </a:ext>
                </a:extLst>
              </p:cNvPr>
              <p:cNvSpPr/>
              <p:nvPr/>
            </p:nvSpPr>
            <p:spPr>
              <a:xfrm>
                <a:off x="6426798" y="4072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90" name="矩形 2289">
                <a:extLst>
                  <a:ext uri="{FF2B5EF4-FFF2-40B4-BE49-F238E27FC236}">
                    <a16:creationId xmlns:a16="http://schemas.microsoft.com/office/drawing/2014/main" id="{0E61C1EE-0CDC-4974-8102-9E4D0BBF2FA8}"/>
                  </a:ext>
                </a:extLst>
              </p:cNvPr>
              <p:cNvSpPr/>
              <p:nvPr/>
            </p:nvSpPr>
            <p:spPr>
              <a:xfrm>
                <a:off x="6316633" y="4587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91" name="矩形 2290">
                <a:extLst>
                  <a:ext uri="{FF2B5EF4-FFF2-40B4-BE49-F238E27FC236}">
                    <a16:creationId xmlns:a16="http://schemas.microsoft.com/office/drawing/2014/main" id="{86E63FAD-47A4-4FCA-87FC-339A66B7D759}"/>
                  </a:ext>
                </a:extLst>
              </p:cNvPr>
              <p:cNvSpPr/>
              <p:nvPr/>
            </p:nvSpPr>
            <p:spPr>
              <a:xfrm>
                <a:off x="6372929" y="4587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92" name="矩形 2291">
                <a:extLst>
                  <a:ext uri="{FF2B5EF4-FFF2-40B4-BE49-F238E27FC236}">
                    <a16:creationId xmlns:a16="http://schemas.microsoft.com/office/drawing/2014/main" id="{BF4262BD-BC24-4028-A85D-E31AB52E66E4}"/>
                  </a:ext>
                </a:extLst>
              </p:cNvPr>
              <p:cNvSpPr/>
              <p:nvPr/>
            </p:nvSpPr>
            <p:spPr>
              <a:xfrm>
                <a:off x="6426798" y="4587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293" name="组合 2292">
              <a:extLst>
                <a:ext uri="{FF2B5EF4-FFF2-40B4-BE49-F238E27FC236}">
                  <a16:creationId xmlns:a16="http://schemas.microsoft.com/office/drawing/2014/main" id="{35502D04-FA30-4C91-B846-C92C603FEBC0}"/>
                </a:ext>
              </a:extLst>
            </p:cNvPr>
            <p:cNvGrpSpPr/>
            <p:nvPr/>
          </p:nvGrpSpPr>
          <p:grpSpPr>
            <a:xfrm>
              <a:off x="6533130" y="1727705"/>
              <a:ext cx="166461" cy="160594"/>
              <a:chOff x="6316633" y="354406"/>
              <a:chExt cx="166461" cy="160594"/>
            </a:xfrm>
          </p:grpSpPr>
          <p:sp>
            <p:nvSpPr>
              <p:cNvPr id="2294" name="矩形 2293">
                <a:extLst>
                  <a:ext uri="{FF2B5EF4-FFF2-40B4-BE49-F238E27FC236}">
                    <a16:creationId xmlns:a16="http://schemas.microsoft.com/office/drawing/2014/main" id="{D3EFF0B7-56BE-4E61-93A5-CF735E634E47}"/>
                  </a:ext>
                </a:extLst>
              </p:cNvPr>
              <p:cNvSpPr/>
              <p:nvPr/>
            </p:nvSpPr>
            <p:spPr>
              <a:xfrm>
                <a:off x="6316633" y="3544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95" name="矩形 2294">
                <a:extLst>
                  <a:ext uri="{FF2B5EF4-FFF2-40B4-BE49-F238E27FC236}">
                    <a16:creationId xmlns:a16="http://schemas.microsoft.com/office/drawing/2014/main" id="{6CCE0470-6C64-4133-9875-93626E5FCDB2}"/>
                  </a:ext>
                </a:extLst>
              </p:cNvPr>
              <p:cNvSpPr/>
              <p:nvPr/>
            </p:nvSpPr>
            <p:spPr>
              <a:xfrm>
                <a:off x="6372929" y="3544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96" name="矩形 2295">
                <a:extLst>
                  <a:ext uri="{FF2B5EF4-FFF2-40B4-BE49-F238E27FC236}">
                    <a16:creationId xmlns:a16="http://schemas.microsoft.com/office/drawing/2014/main" id="{BBDEB7BA-D9A5-46AD-B387-BDD2AD4B2B8C}"/>
                  </a:ext>
                </a:extLst>
              </p:cNvPr>
              <p:cNvSpPr/>
              <p:nvPr/>
            </p:nvSpPr>
            <p:spPr>
              <a:xfrm>
                <a:off x="6426798" y="3544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97" name="矩形 2296">
                <a:extLst>
                  <a:ext uri="{FF2B5EF4-FFF2-40B4-BE49-F238E27FC236}">
                    <a16:creationId xmlns:a16="http://schemas.microsoft.com/office/drawing/2014/main" id="{50FBADD3-82B1-41F1-954E-F861B27470A8}"/>
                  </a:ext>
                </a:extLst>
              </p:cNvPr>
              <p:cNvSpPr/>
              <p:nvPr/>
            </p:nvSpPr>
            <p:spPr>
              <a:xfrm>
                <a:off x="6316633" y="4072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98" name="矩形 2297">
                <a:extLst>
                  <a:ext uri="{FF2B5EF4-FFF2-40B4-BE49-F238E27FC236}">
                    <a16:creationId xmlns:a16="http://schemas.microsoft.com/office/drawing/2014/main" id="{D122F437-D6FF-45FF-BF3D-063103FC0D76}"/>
                  </a:ext>
                </a:extLst>
              </p:cNvPr>
              <p:cNvSpPr/>
              <p:nvPr/>
            </p:nvSpPr>
            <p:spPr>
              <a:xfrm>
                <a:off x="6372929" y="4072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99" name="矩形 2298">
                <a:extLst>
                  <a:ext uri="{FF2B5EF4-FFF2-40B4-BE49-F238E27FC236}">
                    <a16:creationId xmlns:a16="http://schemas.microsoft.com/office/drawing/2014/main" id="{22EB9CF5-EDB6-44AC-8DA7-356FDA645456}"/>
                  </a:ext>
                </a:extLst>
              </p:cNvPr>
              <p:cNvSpPr/>
              <p:nvPr/>
            </p:nvSpPr>
            <p:spPr>
              <a:xfrm>
                <a:off x="6426798" y="4072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00" name="矩形 2299">
                <a:extLst>
                  <a:ext uri="{FF2B5EF4-FFF2-40B4-BE49-F238E27FC236}">
                    <a16:creationId xmlns:a16="http://schemas.microsoft.com/office/drawing/2014/main" id="{2E9DE4C2-26FE-4A2F-8217-295013D34B71}"/>
                  </a:ext>
                </a:extLst>
              </p:cNvPr>
              <p:cNvSpPr/>
              <p:nvPr/>
            </p:nvSpPr>
            <p:spPr>
              <a:xfrm>
                <a:off x="6316633" y="4587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01" name="矩形 2300">
                <a:extLst>
                  <a:ext uri="{FF2B5EF4-FFF2-40B4-BE49-F238E27FC236}">
                    <a16:creationId xmlns:a16="http://schemas.microsoft.com/office/drawing/2014/main" id="{F5600FE7-9F78-451B-8962-5417B2B5C82A}"/>
                  </a:ext>
                </a:extLst>
              </p:cNvPr>
              <p:cNvSpPr/>
              <p:nvPr/>
            </p:nvSpPr>
            <p:spPr>
              <a:xfrm>
                <a:off x="6372929" y="4587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02" name="矩形 2301">
                <a:extLst>
                  <a:ext uri="{FF2B5EF4-FFF2-40B4-BE49-F238E27FC236}">
                    <a16:creationId xmlns:a16="http://schemas.microsoft.com/office/drawing/2014/main" id="{FACD74DD-CB87-4A8D-B187-06EB267A7EEB}"/>
                  </a:ext>
                </a:extLst>
              </p:cNvPr>
              <p:cNvSpPr/>
              <p:nvPr/>
            </p:nvSpPr>
            <p:spPr>
              <a:xfrm>
                <a:off x="6426798" y="4587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303" name="组合 2302">
              <a:extLst>
                <a:ext uri="{FF2B5EF4-FFF2-40B4-BE49-F238E27FC236}">
                  <a16:creationId xmlns:a16="http://schemas.microsoft.com/office/drawing/2014/main" id="{958921DE-4941-4ACA-BBAD-BDD43696B1D9}"/>
                </a:ext>
              </a:extLst>
            </p:cNvPr>
            <p:cNvGrpSpPr/>
            <p:nvPr/>
          </p:nvGrpSpPr>
          <p:grpSpPr>
            <a:xfrm>
              <a:off x="7394678" y="1727705"/>
              <a:ext cx="166461" cy="160594"/>
              <a:chOff x="6649867" y="354406"/>
              <a:chExt cx="166461" cy="160594"/>
            </a:xfrm>
          </p:grpSpPr>
          <p:sp>
            <p:nvSpPr>
              <p:cNvPr id="2304" name="矩形 2303">
                <a:extLst>
                  <a:ext uri="{FF2B5EF4-FFF2-40B4-BE49-F238E27FC236}">
                    <a16:creationId xmlns:a16="http://schemas.microsoft.com/office/drawing/2014/main" id="{66A70AA4-3693-42B5-AAAE-60EF0C1364BF}"/>
                  </a:ext>
                </a:extLst>
              </p:cNvPr>
              <p:cNvSpPr/>
              <p:nvPr/>
            </p:nvSpPr>
            <p:spPr>
              <a:xfrm>
                <a:off x="6649867" y="354406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05" name="矩形 2304">
                <a:extLst>
                  <a:ext uri="{FF2B5EF4-FFF2-40B4-BE49-F238E27FC236}">
                    <a16:creationId xmlns:a16="http://schemas.microsoft.com/office/drawing/2014/main" id="{4190CEE0-7D6C-4F0C-A9DA-BF490A5B868C}"/>
                  </a:ext>
                </a:extLst>
              </p:cNvPr>
              <p:cNvSpPr/>
              <p:nvPr/>
            </p:nvSpPr>
            <p:spPr>
              <a:xfrm>
                <a:off x="6706163" y="354406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06" name="矩形 2305">
                <a:extLst>
                  <a:ext uri="{FF2B5EF4-FFF2-40B4-BE49-F238E27FC236}">
                    <a16:creationId xmlns:a16="http://schemas.microsoft.com/office/drawing/2014/main" id="{B2A9FD28-1550-4C68-86F0-145DA286E6EC}"/>
                  </a:ext>
                </a:extLst>
              </p:cNvPr>
              <p:cNvSpPr/>
              <p:nvPr/>
            </p:nvSpPr>
            <p:spPr>
              <a:xfrm>
                <a:off x="6760032" y="354406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07" name="矩形 2306">
                <a:extLst>
                  <a:ext uri="{FF2B5EF4-FFF2-40B4-BE49-F238E27FC236}">
                    <a16:creationId xmlns:a16="http://schemas.microsoft.com/office/drawing/2014/main" id="{8F61E1DD-6AFF-4243-A93C-BCE547C9055E}"/>
                  </a:ext>
                </a:extLst>
              </p:cNvPr>
              <p:cNvSpPr/>
              <p:nvPr/>
            </p:nvSpPr>
            <p:spPr>
              <a:xfrm>
                <a:off x="6649867" y="4072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08" name="矩形 2307">
                <a:extLst>
                  <a:ext uri="{FF2B5EF4-FFF2-40B4-BE49-F238E27FC236}">
                    <a16:creationId xmlns:a16="http://schemas.microsoft.com/office/drawing/2014/main" id="{84CFBC19-EB55-4925-BF71-36A1FCC31516}"/>
                  </a:ext>
                </a:extLst>
              </p:cNvPr>
              <p:cNvSpPr/>
              <p:nvPr/>
            </p:nvSpPr>
            <p:spPr>
              <a:xfrm>
                <a:off x="6706163" y="4072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09" name="矩形 2308">
                <a:extLst>
                  <a:ext uri="{FF2B5EF4-FFF2-40B4-BE49-F238E27FC236}">
                    <a16:creationId xmlns:a16="http://schemas.microsoft.com/office/drawing/2014/main" id="{807A0A78-75BF-4CBD-9C89-16B368910E76}"/>
                  </a:ext>
                </a:extLst>
              </p:cNvPr>
              <p:cNvSpPr/>
              <p:nvPr/>
            </p:nvSpPr>
            <p:spPr>
              <a:xfrm>
                <a:off x="6760032" y="4072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10" name="矩形 2309">
                <a:extLst>
                  <a:ext uri="{FF2B5EF4-FFF2-40B4-BE49-F238E27FC236}">
                    <a16:creationId xmlns:a16="http://schemas.microsoft.com/office/drawing/2014/main" id="{AD4685AB-A9A2-4623-83C9-76AC2C5D85F2}"/>
                  </a:ext>
                </a:extLst>
              </p:cNvPr>
              <p:cNvSpPr/>
              <p:nvPr/>
            </p:nvSpPr>
            <p:spPr>
              <a:xfrm>
                <a:off x="6649867" y="4587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11" name="矩形 2310">
                <a:extLst>
                  <a:ext uri="{FF2B5EF4-FFF2-40B4-BE49-F238E27FC236}">
                    <a16:creationId xmlns:a16="http://schemas.microsoft.com/office/drawing/2014/main" id="{FFDDD630-489E-424D-82F1-918C5328BE5E}"/>
                  </a:ext>
                </a:extLst>
              </p:cNvPr>
              <p:cNvSpPr/>
              <p:nvPr/>
            </p:nvSpPr>
            <p:spPr>
              <a:xfrm>
                <a:off x="6706163" y="4587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12" name="矩形 2311">
                <a:extLst>
                  <a:ext uri="{FF2B5EF4-FFF2-40B4-BE49-F238E27FC236}">
                    <a16:creationId xmlns:a16="http://schemas.microsoft.com/office/drawing/2014/main" id="{B35B92F6-CD3D-4834-9569-E11EB821FBEC}"/>
                  </a:ext>
                </a:extLst>
              </p:cNvPr>
              <p:cNvSpPr/>
              <p:nvPr/>
            </p:nvSpPr>
            <p:spPr>
              <a:xfrm>
                <a:off x="6760032" y="4587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313" name="组合 2312">
              <a:extLst>
                <a:ext uri="{FF2B5EF4-FFF2-40B4-BE49-F238E27FC236}">
                  <a16:creationId xmlns:a16="http://schemas.microsoft.com/office/drawing/2014/main" id="{419FFA05-CCCA-4E23-A318-D42BE916C324}"/>
                </a:ext>
              </a:extLst>
            </p:cNvPr>
            <p:cNvGrpSpPr/>
            <p:nvPr/>
          </p:nvGrpSpPr>
          <p:grpSpPr>
            <a:xfrm>
              <a:off x="7179291" y="1727705"/>
              <a:ext cx="166461" cy="160594"/>
              <a:chOff x="6649867" y="354406"/>
              <a:chExt cx="166461" cy="160594"/>
            </a:xfrm>
          </p:grpSpPr>
          <p:sp>
            <p:nvSpPr>
              <p:cNvPr id="2314" name="矩形 2313">
                <a:extLst>
                  <a:ext uri="{FF2B5EF4-FFF2-40B4-BE49-F238E27FC236}">
                    <a16:creationId xmlns:a16="http://schemas.microsoft.com/office/drawing/2014/main" id="{9737D0A1-AAB0-4682-96E4-6368B97126D7}"/>
                  </a:ext>
                </a:extLst>
              </p:cNvPr>
              <p:cNvSpPr/>
              <p:nvPr/>
            </p:nvSpPr>
            <p:spPr>
              <a:xfrm>
                <a:off x="6649867" y="354406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15" name="矩形 2314">
                <a:extLst>
                  <a:ext uri="{FF2B5EF4-FFF2-40B4-BE49-F238E27FC236}">
                    <a16:creationId xmlns:a16="http://schemas.microsoft.com/office/drawing/2014/main" id="{50C00381-F0D1-4946-9656-8FCB5DC1E5AB}"/>
                  </a:ext>
                </a:extLst>
              </p:cNvPr>
              <p:cNvSpPr/>
              <p:nvPr/>
            </p:nvSpPr>
            <p:spPr>
              <a:xfrm>
                <a:off x="6706163" y="354406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16" name="矩形 2315">
                <a:extLst>
                  <a:ext uri="{FF2B5EF4-FFF2-40B4-BE49-F238E27FC236}">
                    <a16:creationId xmlns:a16="http://schemas.microsoft.com/office/drawing/2014/main" id="{84317CAB-6B72-4C7F-8987-AC878AEFF125}"/>
                  </a:ext>
                </a:extLst>
              </p:cNvPr>
              <p:cNvSpPr/>
              <p:nvPr/>
            </p:nvSpPr>
            <p:spPr>
              <a:xfrm>
                <a:off x="6760032" y="354406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17" name="矩形 2316">
                <a:extLst>
                  <a:ext uri="{FF2B5EF4-FFF2-40B4-BE49-F238E27FC236}">
                    <a16:creationId xmlns:a16="http://schemas.microsoft.com/office/drawing/2014/main" id="{C86AF8EA-F494-487C-B9CA-D6AC8E35A9E5}"/>
                  </a:ext>
                </a:extLst>
              </p:cNvPr>
              <p:cNvSpPr/>
              <p:nvPr/>
            </p:nvSpPr>
            <p:spPr>
              <a:xfrm>
                <a:off x="6649867" y="4072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18" name="矩形 2317">
                <a:extLst>
                  <a:ext uri="{FF2B5EF4-FFF2-40B4-BE49-F238E27FC236}">
                    <a16:creationId xmlns:a16="http://schemas.microsoft.com/office/drawing/2014/main" id="{BC1F3D94-6F6B-4DDB-B44C-630614548605}"/>
                  </a:ext>
                </a:extLst>
              </p:cNvPr>
              <p:cNvSpPr/>
              <p:nvPr/>
            </p:nvSpPr>
            <p:spPr>
              <a:xfrm>
                <a:off x="6706163" y="4072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19" name="矩形 2318">
                <a:extLst>
                  <a:ext uri="{FF2B5EF4-FFF2-40B4-BE49-F238E27FC236}">
                    <a16:creationId xmlns:a16="http://schemas.microsoft.com/office/drawing/2014/main" id="{05BEEA44-1249-4342-A682-B8383A747DBC}"/>
                  </a:ext>
                </a:extLst>
              </p:cNvPr>
              <p:cNvSpPr/>
              <p:nvPr/>
            </p:nvSpPr>
            <p:spPr>
              <a:xfrm>
                <a:off x="6760032" y="4072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20" name="矩形 2319">
                <a:extLst>
                  <a:ext uri="{FF2B5EF4-FFF2-40B4-BE49-F238E27FC236}">
                    <a16:creationId xmlns:a16="http://schemas.microsoft.com/office/drawing/2014/main" id="{16BE860A-16E8-473B-BD53-F93E7BBC7A7A}"/>
                  </a:ext>
                </a:extLst>
              </p:cNvPr>
              <p:cNvSpPr/>
              <p:nvPr/>
            </p:nvSpPr>
            <p:spPr>
              <a:xfrm>
                <a:off x="6649867" y="4587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21" name="矩形 2320">
                <a:extLst>
                  <a:ext uri="{FF2B5EF4-FFF2-40B4-BE49-F238E27FC236}">
                    <a16:creationId xmlns:a16="http://schemas.microsoft.com/office/drawing/2014/main" id="{7F57C462-8D52-467F-A3D8-69162131126F}"/>
                  </a:ext>
                </a:extLst>
              </p:cNvPr>
              <p:cNvSpPr/>
              <p:nvPr/>
            </p:nvSpPr>
            <p:spPr>
              <a:xfrm>
                <a:off x="6706163" y="4587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22" name="矩形 2321">
                <a:extLst>
                  <a:ext uri="{FF2B5EF4-FFF2-40B4-BE49-F238E27FC236}">
                    <a16:creationId xmlns:a16="http://schemas.microsoft.com/office/drawing/2014/main" id="{E1999551-F661-423E-9AB8-05C425D57254}"/>
                  </a:ext>
                </a:extLst>
              </p:cNvPr>
              <p:cNvSpPr/>
              <p:nvPr/>
            </p:nvSpPr>
            <p:spPr>
              <a:xfrm>
                <a:off x="6760032" y="4587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323" name="组合 2322">
              <a:extLst>
                <a:ext uri="{FF2B5EF4-FFF2-40B4-BE49-F238E27FC236}">
                  <a16:creationId xmlns:a16="http://schemas.microsoft.com/office/drawing/2014/main" id="{D867C0D5-32FD-482B-98B4-7B8C39204A08}"/>
                </a:ext>
              </a:extLst>
            </p:cNvPr>
            <p:cNvGrpSpPr/>
            <p:nvPr/>
          </p:nvGrpSpPr>
          <p:grpSpPr>
            <a:xfrm>
              <a:off x="7610065" y="1727705"/>
              <a:ext cx="166530" cy="160594"/>
              <a:chOff x="6932008" y="362759"/>
              <a:chExt cx="166530" cy="160594"/>
            </a:xfrm>
          </p:grpSpPr>
          <p:sp>
            <p:nvSpPr>
              <p:cNvPr id="2324" name="矩形 2323">
                <a:extLst>
                  <a:ext uri="{FF2B5EF4-FFF2-40B4-BE49-F238E27FC236}">
                    <a16:creationId xmlns:a16="http://schemas.microsoft.com/office/drawing/2014/main" id="{CB552BFF-EDA8-404A-B6A0-155CBDE103FE}"/>
                  </a:ext>
                </a:extLst>
              </p:cNvPr>
              <p:cNvSpPr/>
              <p:nvPr/>
            </p:nvSpPr>
            <p:spPr>
              <a:xfrm>
                <a:off x="6932008" y="36275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25" name="矩形 2324">
                <a:extLst>
                  <a:ext uri="{FF2B5EF4-FFF2-40B4-BE49-F238E27FC236}">
                    <a16:creationId xmlns:a16="http://schemas.microsoft.com/office/drawing/2014/main" id="{7E61E59D-411C-438F-A00D-508E08E01556}"/>
                  </a:ext>
                </a:extLst>
              </p:cNvPr>
              <p:cNvSpPr/>
              <p:nvPr/>
            </p:nvSpPr>
            <p:spPr>
              <a:xfrm>
                <a:off x="6988304" y="36275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26" name="矩形 2325">
                <a:extLst>
                  <a:ext uri="{FF2B5EF4-FFF2-40B4-BE49-F238E27FC236}">
                    <a16:creationId xmlns:a16="http://schemas.microsoft.com/office/drawing/2014/main" id="{3870ED24-DA5C-4568-9970-815043DBBB17}"/>
                  </a:ext>
                </a:extLst>
              </p:cNvPr>
              <p:cNvSpPr/>
              <p:nvPr/>
            </p:nvSpPr>
            <p:spPr>
              <a:xfrm>
                <a:off x="7042173" y="36275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27" name="矩形 2326">
                <a:extLst>
                  <a:ext uri="{FF2B5EF4-FFF2-40B4-BE49-F238E27FC236}">
                    <a16:creationId xmlns:a16="http://schemas.microsoft.com/office/drawing/2014/main" id="{DB0A7B83-263F-4D79-B3D2-A98EA1554A69}"/>
                  </a:ext>
                </a:extLst>
              </p:cNvPr>
              <p:cNvSpPr/>
              <p:nvPr/>
            </p:nvSpPr>
            <p:spPr>
              <a:xfrm>
                <a:off x="6932008" y="41560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28" name="矩形 2327">
                <a:extLst>
                  <a:ext uri="{FF2B5EF4-FFF2-40B4-BE49-F238E27FC236}">
                    <a16:creationId xmlns:a16="http://schemas.microsoft.com/office/drawing/2014/main" id="{215D6568-4DEA-4C75-AC59-13B387878A80}"/>
                  </a:ext>
                </a:extLst>
              </p:cNvPr>
              <p:cNvSpPr/>
              <p:nvPr/>
            </p:nvSpPr>
            <p:spPr>
              <a:xfrm>
                <a:off x="6988304" y="41560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29" name="矩形 2328">
                <a:extLst>
                  <a:ext uri="{FF2B5EF4-FFF2-40B4-BE49-F238E27FC236}">
                    <a16:creationId xmlns:a16="http://schemas.microsoft.com/office/drawing/2014/main" id="{12E3DA69-9F89-4A7C-8CF5-0BBCBB8ADED1}"/>
                  </a:ext>
                </a:extLst>
              </p:cNvPr>
              <p:cNvSpPr/>
              <p:nvPr/>
            </p:nvSpPr>
            <p:spPr>
              <a:xfrm>
                <a:off x="7042173" y="41560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30" name="矩形 2329">
                <a:extLst>
                  <a:ext uri="{FF2B5EF4-FFF2-40B4-BE49-F238E27FC236}">
                    <a16:creationId xmlns:a16="http://schemas.microsoft.com/office/drawing/2014/main" id="{AA187957-34D0-4B72-B473-8E765514ACDE}"/>
                  </a:ext>
                </a:extLst>
              </p:cNvPr>
              <p:cNvSpPr/>
              <p:nvPr/>
            </p:nvSpPr>
            <p:spPr>
              <a:xfrm>
                <a:off x="6932008" y="4670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31" name="矩形 2330">
                <a:extLst>
                  <a:ext uri="{FF2B5EF4-FFF2-40B4-BE49-F238E27FC236}">
                    <a16:creationId xmlns:a16="http://schemas.microsoft.com/office/drawing/2014/main" id="{4DD72E54-292A-451D-AC4D-ECF5ED7A7F91}"/>
                  </a:ext>
                </a:extLst>
              </p:cNvPr>
              <p:cNvSpPr/>
              <p:nvPr/>
            </p:nvSpPr>
            <p:spPr>
              <a:xfrm>
                <a:off x="6988304" y="4670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32" name="矩形 2331">
                <a:extLst>
                  <a:ext uri="{FF2B5EF4-FFF2-40B4-BE49-F238E27FC236}">
                    <a16:creationId xmlns:a16="http://schemas.microsoft.com/office/drawing/2014/main" id="{AA6E00C9-875F-4218-A2EC-1E828BF3D766}"/>
                  </a:ext>
                </a:extLst>
              </p:cNvPr>
              <p:cNvSpPr/>
              <p:nvPr/>
            </p:nvSpPr>
            <p:spPr>
              <a:xfrm>
                <a:off x="7042173" y="4670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33" name="矩形 2332">
                <a:extLst>
                  <a:ext uri="{FF2B5EF4-FFF2-40B4-BE49-F238E27FC236}">
                    <a16:creationId xmlns:a16="http://schemas.microsoft.com/office/drawing/2014/main" id="{33D20AF9-3244-48B6-9322-46A71CB4C5AC}"/>
                  </a:ext>
                </a:extLst>
              </p:cNvPr>
              <p:cNvSpPr/>
              <p:nvPr/>
            </p:nvSpPr>
            <p:spPr>
              <a:xfrm>
                <a:off x="6932077" y="363074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34" name="矩形 2333">
                <a:extLst>
                  <a:ext uri="{FF2B5EF4-FFF2-40B4-BE49-F238E27FC236}">
                    <a16:creationId xmlns:a16="http://schemas.microsoft.com/office/drawing/2014/main" id="{F0885554-1172-4351-8560-ABE77DAB3558}"/>
                  </a:ext>
                </a:extLst>
              </p:cNvPr>
              <p:cNvSpPr/>
              <p:nvPr/>
            </p:nvSpPr>
            <p:spPr>
              <a:xfrm>
                <a:off x="6988373" y="363074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35" name="矩形 2334">
                <a:extLst>
                  <a:ext uri="{FF2B5EF4-FFF2-40B4-BE49-F238E27FC236}">
                    <a16:creationId xmlns:a16="http://schemas.microsoft.com/office/drawing/2014/main" id="{85100170-2A1F-428A-B6B1-0D6B64534174}"/>
                  </a:ext>
                </a:extLst>
              </p:cNvPr>
              <p:cNvSpPr/>
              <p:nvPr/>
            </p:nvSpPr>
            <p:spPr>
              <a:xfrm>
                <a:off x="7042242" y="415924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336" name="组合 2335">
              <a:extLst>
                <a:ext uri="{FF2B5EF4-FFF2-40B4-BE49-F238E27FC236}">
                  <a16:creationId xmlns:a16="http://schemas.microsoft.com/office/drawing/2014/main" id="{E3B3073E-79E3-497A-9E47-695D13D102B6}"/>
                </a:ext>
              </a:extLst>
            </p:cNvPr>
            <p:cNvGrpSpPr/>
            <p:nvPr/>
          </p:nvGrpSpPr>
          <p:grpSpPr>
            <a:xfrm>
              <a:off x="7825521" y="1727705"/>
              <a:ext cx="166461" cy="160594"/>
              <a:chOff x="7220381" y="359423"/>
              <a:chExt cx="166461" cy="160594"/>
            </a:xfrm>
          </p:grpSpPr>
          <p:sp>
            <p:nvSpPr>
              <p:cNvPr id="2337" name="矩形 2336">
                <a:extLst>
                  <a:ext uri="{FF2B5EF4-FFF2-40B4-BE49-F238E27FC236}">
                    <a16:creationId xmlns:a16="http://schemas.microsoft.com/office/drawing/2014/main" id="{65D13494-2106-49A8-8145-1C5B413B7400}"/>
                  </a:ext>
                </a:extLst>
              </p:cNvPr>
              <p:cNvSpPr/>
              <p:nvPr/>
            </p:nvSpPr>
            <p:spPr>
              <a:xfrm>
                <a:off x="7220381" y="359423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38" name="矩形 2337">
                <a:extLst>
                  <a:ext uri="{FF2B5EF4-FFF2-40B4-BE49-F238E27FC236}">
                    <a16:creationId xmlns:a16="http://schemas.microsoft.com/office/drawing/2014/main" id="{75E27045-8D97-412E-9F98-701054BE428E}"/>
                  </a:ext>
                </a:extLst>
              </p:cNvPr>
              <p:cNvSpPr/>
              <p:nvPr/>
            </p:nvSpPr>
            <p:spPr>
              <a:xfrm>
                <a:off x="7276677" y="359423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39" name="矩形 2338">
                <a:extLst>
                  <a:ext uri="{FF2B5EF4-FFF2-40B4-BE49-F238E27FC236}">
                    <a16:creationId xmlns:a16="http://schemas.microsoft.com/office/drawing/2014/main" id="{CB13D961-00F4-4283-910D-EE01ADCCCB9B}"/>
                  </a:ext>
                </a:extLst>
              </p:cNvPr>
              <p:cNvSpPr/>
              <p:nvPr/>
            </p:nvSpPr>
            <p:spPr>
              <a:xfrm>
                <a:off x="7330546" y="359423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40" name="矩形 2339">
                <a:extLst>
                  <a:ext uri="{FF2B5EF4-FFF2-40B4-BE49-F238E27FC236}">
                    <a16:creationId xmlns:a16="http://schemas.microsoft.com/office/drawing/2014/main" id="{087E6FF7-D1A0-423B-A22C-BE1BCD52C6E6}"/>
                  </a:ext>
                </a:extLst>
              </p:cNvPr>
              <p:cNvSpPr/>
              <p:nvPr/>
            </p:nvSpPr>
            <p:spPr>
              <a:xfrm>
                <a:off x="7220381" y="412273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41" name="矩形 2340">
                <a:extLst>
                  <a:ext uri="{FF2B5EF4-FFF2-40B4-BE49-F238E27FC236}">
                    <a16:creationId xmlns:a16="http://schemas.microsoft.com/office/drawing/2014/main" id="{5ABCF6F9-922D-4C57-95C8-46869F75F4E7}"/>
                  </a:ext>
                </a:extLst>
              </p:cNvPr>
              <p:cNvSpPr/>
              <p:nvPr/>
            </p:nvSpPr>
            <p:spPr>
              <a:xfrm>
                <a:off x="7276677" y="412273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42" name="矩形 2341">
                <a:extLst>
                  <a:ext uri="{FF2B5EF4-FFF2-40B4-BE49-F238E27FC236}">
                    <a16:creationId xmlns:a16="http://schemas.microsoft.com/office/drawing/2014/main" id="{0303646F-6315-4EC5-B038-F7A134FBE06A}"/>
                  </a:ext>
                </a:extLst>
              </p:cNvPr>
              <p:cNvSpPr/>
              <p:nvPr/>
            </p:nvSpPr>
            <p:spPr>
              <a:xfrm>
                <a:off x="7330546" y="412273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43" name="矩形 2342">
                <a:extLst>
                  <a:ext uri="{FF2B5EF4-FFF2-40B4-BE49-F238E27FC236}">
                    <a16:creationId xmlns:a16="http://schemas.microsoft.com/office/drawing/2014/main" id="{0546F174-3729-4206-9646-D842765C6AB3}"/>
                  </a:ext>
                </a:extLst>
              </p:cNvPr>
              <p:cNvSpPr/>
              <p:nvPr/>
            </p:nvSpPr>
            <p:spPr>
              <a:xfrm>
                <a:off x="7220381" y="46372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44" name="矩形 2343">
                <a:extLst>
                  <a:ext uri="{FF2B5EF4-FFF2-40B4-BE49-F238E27FC236}">
                    <a16:creationId xmlns:a16="http://schemas.microsoft.com/office/drawing/2014/main" id="{C063A977-86E0-438C-AABF-59A46C85D77F}"/>
                  </a:ext>
                </a:extLst>
              </p:cNvPr>
              <p:cNvSpPr/>
              <p:nvPr/>
            </p:nvSpPr>
            <p:spPr>
              <a:xfrm>
                <a:off x="7276677" y="46372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45" name="矩形 2344">
                <a:extLst>
                  <a:ext uri="{FF2B5EF4-FFF2-40B4-BE49-F238E27FC236}">
                    <a16:creationId xmlns:a16="http://schemas.microsoft.com/office/drawing/2014/main" id="{EC4C18AB-3573-4480-92BB-B056DF56BE9E}"/>
                  </a:ext>
                </a:extLst>
              </p:cNvPr>
              <p:cNvSpPr/>
              <p:nvPr/>
            </p:nvSpPr>
            <p:spPr>
              <a:xfrm>
                <a:off x="7330546" y="46372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346" name="组合 2345">
              <a:extLst>
                <a:ext uri="{FF2B5EF4-FFF2-40B4-BE49-F238E27FC236}">
                  <a16:creationId xmlns:a16="http://schemas.microsoft.com/office/drawing/2014/main" id="{33D7E7B3-2559-4E89-B693-81C6B79227AB}"/>
                </a:ext>
              </a:extLst>
            </p:cNvPr>
            <p:cNvGrpSpPr/>
            <p:nvPr/>
          </p:nvGrpSpPr>
          <p:grpSpPr>
            <a:xfrm>
              <a:off x="8040908" y="1727705"/>
              <a:ext cx="166461" cy="160594"/>
              <a:chOff x="7514892" y="357911"/>
              <a:chExt cx="166461" cy="160594"/>
            </a:xfrm>
          </p:grpSpPr>
          <p:sp>
            <p:nvSpPr>
              <p:cNvPr id="2347" name="矩形 2346">
                <a:extLst>
                  <a:ext uri="{FF2B5EF4-FFF2-40B4-BE49-F238E27FC236}">
                    <a16:creationId xmlns:a16="http://schemas.microsoft.com/office/drawing/2014/main" id="{D13D8BA8-8A79-4AAF-B4E3-6A73111117F5}"/>
                  </a:ext>
                </a:extLst>
              </p:cNvPr>
              <p:cNvSpPr/>
              <p:nvPr/>
            </p:nvSpPr>
            <p:spPr>
              <a:xfrm>
                <a:off x="7514892" y="35791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48" name="矩形 2347">
                <a:extLst>
                  <a:ext uri="{FF2B5EF4-FFF2-40B4-BE49-F238E27FC236}">
                    <a16:creationId xmlns:a16="http://schemas.microsoft.com/office/drawing/2014/main" id="{57DCCDB9-6544-491E-9D5E-98670E50DA42}"/>
                  </a:ext>
                </a:extLst>
              </p:cNvPr>
              <p:cNvSpPr/>
              <p:nvPr/>
            </p:nvSpPr>
            <p:spPr>
              <a:xfrm>
                <a:off x="7571188" y="35791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49" name="矩形 2348">
                <a:extLst>
                  <a:ext uri="{FF2B5EF4-FFF2-40B4-BE49-F238E27FC236}">
                    <a16:creationId xmlns:a16="http://schemas.microsoft.com/office/drawing/2014/main" id="{BEE72807-5B82-4A2B-9E41-A6F8931A487E}"/>
                  </a:ext>
                </a:extLst>
              </p:cNvPr>
              <p:cNvSpPr/>
              <p:nvPr/>
            </p:nvSpPr>
            <p:spPr>
              <a:xfrm>
                <a:off x="7625057" y="35791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50" name="矩形 2349">
                <a:extLst>
                  <a:ext uri="{FF2B5EF4-FFF2-40B4-BE49-F238E27FC236}">
                    <a16:creationId xmlns:a16="http://schemas.microsoft.com/office/drawing/2014/main" id="{DA2C712D-F010-4801-A0E3-85CE162D1077}"/>
                  </a:ext>
                </a:extLst>
              </p:cNvPr>
              <p:cNvSpPr/>
              <p:nvPr/>
            </p:nvSpPr>
            <p:spPr>
              <a:xfrm>
                <a:off x="7514892" y="41076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51" name="矩形 2350">
                <a:extLst>
                  <a:ext uri="{FF2B5EF4-FFF2-40B4-BE49-F238E27FC236}">
                    <a16:creationId xmlns:a16="http://schemas.microsoft.com/office/drawing/2014/main" id="{6094C9B0-6B91-4ACE-A9E9-B00AE7E87C2C}"/>
                  </a:ext>
                </a:extLst>
              </p:cNvPr>
              <p:cNvSpPr/>
              <p:nvPr/>
            </p:nvSpPr>
            <p:spPr>
              <a:xfrm>
                <a:off x="7571188" y="41076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52" name="矩形 2351">
                <a:extLst>
                  <a:ext uri="{FF2B5EF4-FFF2-40B4-BE49-F238E27FC236}">
                    <a16:creationId xmlns:a16="http://schemas.microsoft.com/office/drawing/2014/main" id="{4B9A1B81-A71A-46B6-98DD-ECF7900E1925}"/>
                  </a:ext>
                </a:extLst>
              </p:cNvPr>
              <p:cNvSpPr/>
              <p:nvPr/>
            </p:nvSpPr>
            <p:spPr>
              <a:xfrm>
                <a:off x="7625057" y="41076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53" name="矩形 2352">
                <a:extLst>
                  <a:ext uri="{FF2B5EF4-FFF2-40B4-BE49-F238E27FC236}">
                    <a16:creationId xmlns:a16="http://schemas.microsoft.com/office/drawing/2014/main" id="{753EA64F-00B6-45FA-BB5D-7E80B63EB748}"/>
                  </a:ext>
                </a:extLst>
              </p:cNvPr>
              <p:cNvSpPr/>
              <p:nvPr/>
            </p:nvSpPr>
            <p:spPr>
              <a:xfrm>
                <a:off x="7514892" y="46220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54" name="矩形 2353">
                <a:extLst>
                  <a:ext uri="{FF2B5EF4-FFF2-40B4-BE49-F238E27FC236}">
                    <a16:creationId xmlns:a16="http://schemas.microsoft.com/office/drawing/2014/main" id="{22D85CA4-3D65-4FBF-A7EB-3D6588EE57C9}"/>
                  </a:ext>
                </a:extLst>
              </p:cNvPr>
              <p:cNvSpPr/>
              <p:nvPr/>
            </p:nvSpPr>
            <p:spPr>
              <a:xfrm>
                <a:off x="7571188" y="46220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55" name="矩形 2354">
                <a:extLst>
                  <a:ext uri="{FF2B5EF4-FFF2-40B4-BE49-F238E27FC236}">
                    <a16:creationId xmlns:a16="http://schemas.microsoft.com/office/drawing/2014/main" id="{F23DB67C-91B3-4209-9512-18F9B28CF612}"/>
                  </a:ext>
                </a:extLst>
              </p:cNvPr>
              <p:cNvSpPr/>
              <p:nvPr/>
            </p:nvSpPr>
            <p:spPr>
              <a:xfrm>
                <a:off x="7625057" y="46220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56" name="矩形 2355">
                <a:extLst>
                  <a:ext uri="{FF2B5EF4-FFF2-40B4-BE49-F238E27FC236}">
                    <a16:creationId xmlns:a16="http://schemas.microsoft.com/office/drawing/2014/main" id="{166C9FB4-0523-4A6D-9934-C81FB89211B0}"/>
                  </a:ext>
                </a:extLst>
              </p:cNvPr>
              <p:cNvSpPr/>
              <p:nvPr/>
            </p:nvSpPr>
            <p:spPr>
              <a:xfrm>
                <a:off x="7514892" y="410292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57" name="矩形 2356">
                <a:extLst>
                  <a:ext uri="{FF2B5EF4-FFF2-40B4-BE49-F238E27FC236}">
                    <a16:creationId xmlns:a16="http://schemas.microsoft.com/office/drawing/2014/main" id="{A7F90527-1426-4EF4-880E-16D2C9F03AC8}"/>
                  </a:ext>
                </a:extLst>
              </p:cNvPr>
              <p:cNvSpPr/>
              <p:nvPr/>
            </p:nvSpPr>
            <p:spPr>
              <a:xfrm>
                <a:off x="7571188" y="410292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58" name="矩形 2357">
                <a:extLst>
                  <a:ext uri="{FF2B5EF4-FFF2-40B4-BE49-F238E27FC236}">
                    <a16:creationId xmlns:a16="http://schemas.microsoft.com/office/drawing/2014/main" id="{C9739B0A-E0AF-4440-8EAD-FAD1F2AF0331}"/>
                  </a:ext>
                </a:extLst>
              </p:cNvPr>
              <p:cNvSpPr/>
              <p:nvPr/>
            </p:nvSpPr>
            <p:spPr>
              <a:xfrm>
                <a:off x="7625057" y="410292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359" name="组合 2358">
              <a:extLst>
                <a:ext uri="{FF2B5EF4-FFF2-40B4-BE49-F238E27FC236}">
                  <a16:creationId xmlns:a16="http://schemas.microsoft.com/office/drawing/2014/main" id="{B853A809-7C47-4C60-ACDB-2743ABDA52E6}"/>
                </a:ext>
              </a:extLst>
            </p:cNvPr>
            <p:cNvGrpSpPr/>
            <p:nvPr/>
          </p:nvGrpSpPr>
          <p:grpSpPr>
            <a:xfrm>
              <a:off x="8256295" y="1727705"/>
              <a:ext cx="166461" cy="160594"/>
              <a:chOff x="7514892" y="357911"/>
              <a:chExt cx="166461" cy="160594"/>
            </a:xfrm>
          </p:grpSpPr>
          <p:sp>
            <p:nvSpPr>
              <p:cNvPr id="2360" name="矩形 2359">
                <a:extLst>
                  <a:ext uri="{FF2B5EF4-FFF2-40B4-BE49-F238E27FC236}">
                    <a16:creationId xmlns:a16="http://schemas.microsoft.com/office/drawing/2014/main" id="{3539E55A-542E-4D49-9BE0-13EA26F4C233}"/>
                  </a:ext>
                </a:extLst>
              </p:cNvPr>
              <p:cNvSpPr/>
              <p:nvPr/>
            </p:nvSpPr>
            <p:spPr>
              <a:xfrm>
                <a:off x="7514892" y="35791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61" name="矩形 2360">
                <a:extLst>
                  <a:ext uri="{FF2B5EF4-FFF2-40B4-BE49-F238E27FC236}">
                    <a16:creationId xmlns:a16="http://schemas.microsoft.com/office/drawing/2014/main" id="{2C74BDE2-D05B-4F6F-B2E8-CCA22864F625}"/>
                  </a:ext>
                </a:extLst>
              </p:cNvPr>
              <p:cNvSpPr/>
              <p:nvPr/>
            </p:nvSpPr>
            <p:spPr>
              <a:xfrm>
                <a:off x="7571188" y="35791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62" name="矩形 2361">
                <a:extLst>
                  <a:ext uri="{FF2B5EF4-FFF2-40B4-BE49-F238E27FC236}">
                    <a16:creationId xmlns:a16="http://schemas.microsoft.com/office/drawing/2014/main" id="{58DAE2FD-0435-481A-9CDA-2DC37FD7A971}"/>
                  </a:ext>
                </a:extLst>
              </p:cNvPr>
              <p:cNvSpPr/>
              <p:nvPr/>
            </p:nvSpPr>
            <p:spPr>
              <a:xfrm>
                <a:off x="7625057" y="35791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63" name="矩形 2362">
                <a:extLst>
                  <a:ext uri="{FF2B5EF4-FFF2-40B4-BE49-F238E27FC236}">
                    <a16:creationId xmlns:a16="http://schemas.microsoft.com/office/drawing/2014/main" id="{A6104018-F68F-4BAB-AA0D-2465D53AE768}"/>
                  </a:ext>
                </a:extLst>
              </p:cNvPr>
              <p:cNvSpPr/>
              <p:nvPr/>
            </p:nvSpPr>
            <p:spPr>
              <a:xfrm>
                <a:off x="7514892" y="41076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64" name="矩形 2363">
                <a:extLst>
                  <a:ext uri="{FF2B5EF4-FFF2-40B4-BE49-F238E27FC236}">
                    <a16:creationId xmlns:a16="http://schemas.microsoft.com/office/drawing/2014/main" id="{96331231-0C85-421B-8FC3-206A2D90673D}"/>
                  </a:ext>
                </a:extLst>
              </p:cNvPr>
              <p:cNvSpPr/>
              <p:nvPr/>
            </p:nvSpPr>
            <p:spPr>
              <a:xfrm>
                <a:off x="7571188" y="41076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65" name="矩形 2364">
                <a:extLst>
                  <a:ext uri="{FF2B5EF4-FFF2-40B4-BE49-F238E27FC236}">
                    <a16:creationId xmlns:a16="http://schemas.microsoft.com/office/drawing/2014/main" id="{66A4310F-0E57-435A-BBAD-4CB4BCAA57B3}"/>
                  </a:ext>
                </a:extLst>
              </p:cNvPr>
              <p:cNvSpPr/>
              <p:nvPr/>
            </p:nvSpPr>
            <p:spPr>
              <a:xfrm>
                <a:off x="7625057" y="41076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66" name="矩形 2365">
                <a:extLst>
                  <a:ext uri="{FF2B5EF4-FFF2-40B4-BE49-F238E27FC236}">
                    <a16:creationId xmlns:a16="http://schemas.microsoft.com/office/drawing/2014/main" id="{6668605F-8340-4346-9126-043BC63AB348}"/>
                  </a:ext>
                </a:extLst>
              </p:cNvPr>
              <p:cNvSpPr/>
              <p:nvPr/>
            </p:nvSpPr>
            <p:spPr>
              <a:xfrm>
                <a:off x="7514892" y="46220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67" name="矩形 2366">
                <a:extLst>
                  <a:ext uri="{FF2B5EF4-FFF2-40B4-BE49-F238E27FC236}">
                    <a16:creationId xmlns:a16="http://schemas.microsoft.com/office/drawing/2014/main" id="{DA0A957A-E843-405E-BA3A-332A8EE2AE7B}"/>
                  </a:ext>
                </a:extLst>
              </p:cNvPr>
              <p:cNvSpPr/>
              <p:nvPr/>
            </p:nvSpPr>
            <p:spPr>
              <a:xfrm>
                <a:off x="7571188" y="46220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68" name="矩形 2367">
                <a:extLst>
                  <a:ext uri="{FF2B5EF4-FFF2-40B4-BE49-F238E27FC236}">
                    <a16:creationId xmlns:a16="http://schemas.microsoft.com/office/drawing/2014/main" id="{A7D3BB1D-33A8-466F-A5D0-7DDB661BA783}"/>
                  </a:ext>
                </a:extLst>
              </p:cNvPr>
              <p:cNvSpPr/>
              <p:nvPr/>
            </p:nvSpPr>
            <p:spPr>
              <a:xfrm>
                <a:off x="7625057" y="46220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69" name="矩形 2368">
                <a:extLst>
                  <a:ext uri="{FF2B5EF4-FFF2-40B4-BE49-F238E27FC236}">
                    <a16:creationId xmlns:a16="http://schemas.microsoft.com/office/drawing/2014/main" id="{FD2230E1-B75C-41F8-B7BE-635760BE141D}"/>
                  </a:ext>
                </a:extLst>
              </p:cNvPr>
              <p:cNvSpPr/>
              <p:nvPr/>
            </p:nvSpPr>
            <p:spPr>
              <a:xfrm>
                <a:off x="7514892" y="410292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70" name="矩形 2369">
                <a:extLst>
                  <a:ext uri="{FF2B5EF4-FFF2-40B4-BE49-F238E27FC236}">
                    <a16:creationId xmlns:a16="http://schemas.microsoft.com/office/drawing/2014/main" id="{F496CD3B-98E4-4FCE-8412-5A4BFEA2F581}"/>
                  </a:ext>
                </a:extLst>
              </p:cNvPr>
              <p:cNvSpPr/>
              <p:nvPr/>
            </p:nvSpPr>
            <p:spPr>
              <a:xfrm>
                <a:off x="7571188" y="410292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71" name="矩形 2370">
                <a:extLst>
                  <a:ext uri="{FF2B5EF4-FFF2-40B4-BE49-F238E27FC236}">
                    <a16:creationId xmlns:a16="http://schemas.microsoft.com/office/drawing/2014/main" id="{D62E4395-29EC-462F-A5EB-5527B079D296}"/>
                  </a:ext>
                </a:extLst>
              </p:cNvPr>
              <p:cNvSpPr/>
              <p:nvPr/>
            </p:nvSpPr>
            <p:spPr>
              <a:xfrm>
                <a:off x="7625057" y="410292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372" name="组合 2371">
              <a:extLst>
                <a:ext uri="{FF2B5EF4-FFF2-40B4-BE49-F238E27FC236}">
                  <a16:creationId xmlns:a16="http://schemas.microsoft.com/office/drawing/2014/main" id="{0D62ACA3-DC54-49A1-B03E-A60A0A15F9AC}"/>
                </a:ext>
              </a:extLst>
            </p:cNvPr>
            <p:cNvGrpSpPr/>
            <p:nvPr/>
          </p:nvGrpSpPr>
          <p:grpSpPr>
            <a:xfrm>
              <a:off x="8471682" y="1727705"/>
              <a:ext cx="166461" cy="160594"/>
              <a:chOff x="7775048" y="349558"/>
              <a:chExt cx="166461" cy="160594"/>
            </a:xfrm>
          </p:grpSpPr>
          <p:sp>
            <p:nvSpPr>
              <p:cNvPr id="2373" name="矩形 2372">
                <a:extLst>
                  <a:ext uri="{FF2B5EF4-FFF2-40B4-BE49-F238E27FC236}">
                    <a16:creationId xmlns:a16="http://schemas.microsoft.com/office/drawing/2014/main" id="{F6665B50-007E-4A37-BD75-9EC7D0C1D147}"/>
                  </a:ext>
                </a:extLst>
              </p:cNvPr>
              <p:cNvSpPr/>
              <p:nvPr/>
            </p:nvSpPr>
            <p:spPr>
              <a:xfrm>
                <a:off x="7775048" y="34955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74" name="矩形 2373">
                <a:extLst>
                  <a:ext uri="{FF2B5EF4-FFF2-40B4-BE49-F238E27FC236}">
                    <a16:creationId xmlns:a16="http://schemas.microsoft.com/office/drawing/2014/main" id="{95A081F7-134E-436C-9741-B68DCDB62E98}"/>
                  </a:ext>
                </a:extLst>
              </p:cNvPr>
              <p:cNvSpPr/>
              <p:nvPr/>
            </p:nvSpPr>
            <p:spPr>
              <a:xfrm>
                <a:off x="7831344" y="34955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75" name="矩形 2374">
                <a:extLst>
                  <a:ext uri="{FF2B5EF4-FFF2-40B4-BE49-F238E27FC236}">
                    <a16:creationId xmlns:a16="http://schemas.microsoft.com/office/drawing/2014/main" id="{3EEE4E5F-E0B4-4EE1-B6F9-12DE116DB1FD}"/>
                  </a:ext>
                </a:extLst>
              </p:cNvPr>
              <p:cNvSpPr/>
              <p:nvPr/>
            </p:nvSpPr>
            <p:spPr>
              <a:xfrm>
                <a:off x="7885213" y="34955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76" name="矩形 2375">
                <a:extLst>
                  <a:ext uri="{FF2B5EF4-FFF2-40B4-BE49-F238E27FC236}">
                    <a16:creationId xmlns:a16="http://schemas.microsoft.com/office/drawing/2014/main" id="{58B0F596-D26B-4368-AD07-B3443A4E2E89}"/>
                  </a:ext>
                </a:extLst>
              </p:cNvPr>
              <p:cNvSpPr/>
              <p:nvPr/>
            </p:nvSpPr>
            <p:spPr>
              <a:xfrm>
                <a:off x="7775048" y="402408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77" name="矩形 2376">
                <a:extLst>
                  <a:ext uri="{FF2B5EF4-FFF2-40B4-BE49-F238E27FC236}">
                    <a16:creationId xmlns:a16="http://schemas.microsoft.com/office/drawing/2014/main" id="{47905DCD-2D5E-4644-88CC-45440514757D}"/>
                  </a:ext>
                </a:extLst>
              </p:cNvPr>
              <p:cNvSpPr/>
              <p:nvPr/>
            </p:nvSpPr>
            <p:spPr>
              <a:xfrm>
                <a:off x="7831344" y="402408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78" name="矩形 2377">
                <a:extLst>
                  <a:ext uri="{FF2B5EF4-FFF2-40B4-BE49-F238E27FC236}">
                    <a16:creationId xmlns:a16="http://schemas.microsoft.com/office/drawing/2014/main" id="{47D1A2E5-4AB2-4242-BA2C-BECBC47815BA}"/>
                  </a:ext>
                </a:extLst>
              </p:cNvPr>
              <p:cNvSpPr/>
              <p:nvPr/>
            </p:nvSpPr>
            <p:spPr>
              <a:xfrm>
                <a:off x="7885213" y="40240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79" name="矩形 2378">
                <a:extLst>
                  <a:ext uri="{FF2B5EF4-FFF2-40B4-BE49-F238E27FC236}">
                    <a16:creationId xmlns:a16="http://schemas.microsoft.com/office/drawing/2014/main" id="{CD91AD3D-6F10-4F69-9293-3E7329B80963}"/>
                  </a:ext>
                </a:extLst>
              </p:cNvPr>
              <p:cNvSpPr/>
              <p:nvPr/>
            </p:nvSpPr>
            <p:spPr>
              <a:xfrm>
                <a:off x="7775048" y="4538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80" name="矩形 2379">
                <a:extLst>
                  <a:ext uri="{FF2B5EF4-FFF2-40B4-BE49-F238E27FC236}">
                    <a16:creationId xmlns:a16="http://schemas.microsoft.com/office/drawing/2014/main" id="{3AA682EB-820E-46A3-8D24-D4389D0297E0}"/>
                  </a:ext>
                </a:extLst>
              </p:cNvPr>
              <p:cNvSpPr/>
              <p:nvPr/>
            </p:nvSpPr>
            <p:spPr>
              <a:xfrm>
                <a:off x="7831344" y="4538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81" name="矩形 2380">
                <a:extLst>
                  <a:ext uri="{FF2B5EF4-FFF2-40B4-BE49-F238E27FC236}">
                    <a16:creationId xmlns:a16="http://schemas.microsoft.com/office/drawing/2014/main" id="{3752C8F0-FC8D-45CF-AF52-D0364CAC3C34}"/>
                  </a:ext>
                </a:extLst>
              </p:cNvPr>
              <p:cNvSpPr/>
              <p:nvPr/>
            </p:nvSpPr>
            <p:spPr>
              <a:xfrm>
                <a:off x="7885213" y="453856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382" name="组合 2381">
              <a:extLst>
                <a:ext uri="{FF2B5EF4-FFF2-40B4-BE49-F238E27FC236}">
                  <a16:creationId xmlns:a16="http://schemas.microsoft.com/office/drawing/2014/main" id="{568CAFDC-2D61-4EF3-8250-80B8364326E0}"/>
                </a:ext>
              </a:extLst>
            </p:cNvPr>
            <p:cNvGrpSpPr/>
            <p:nvPr/>
          </p:nvGrpSpPr>
          <p:grpSpPr>
            <a:xfrm>
              <a:off x="8687069" y="1727705"/>
              <a:ext cx="166504" cy="160594"/>
              <a:chOff x="8008739" y="338057"/>
              <a:chExt cx="166504" cy="160594"/>
            </a:xfrm>
          </p:grpSpPr>
          <p:sp>
            <p:nvSpPr>
              <p:cNvPr id="2383" name="矩形 2382">
                <a:extLst>
                  <a:ext uri="{FF2B5EF4-FFF2-40B4-BE49-F238E27FC236}">
                    <a16:creationId xmlns:a16="http://schemas.microsoft.com/office/drawing/2014/main" id="{F9AA0E55-D1B3-4BBE-9DAA-52E5A9CA22C4}"/>
                  </a:ext>
                </a:extLst>
              </p:cNvPr>
              <p:cNvSpPr/>
              <p:nvPr/>
            </p:nvSpPr>
            <p:spPr>
              <a:xfrm>
                <a:off x="8008739" y="3380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84" name="矩形 2383">
                <a:extLst>
                  <a:ext uri="{FF2B5EF4-FFF2-40B4-BE49-F238E27FC236}">
                    <a16:creationId xmlns:a16="http://schemas.microsoft.com/office/drawing/2014/main" id="{3A84AEAE-36AB-4ED6-A8AA-68630A073532}"/>
                  </a:ext>
                </a:extLst>
              </p:cNvPr>
              <p:cNvSpPr/>
              <p:nvPr/>
            </p:nvSpPr>
            <p:spPr>
              <a:xfrm>
                <a:off x="8065035" y="3380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85" name="矩形 2384">
                <a:extLst>
                  <a:ext uri="{FF2B5EF4-FFF2-40B4-BE49-F238E27FC236}">
                    <a16:creationId xmlns:a16="http://schemas.microsoft.com/office/drawing/2014/main" id="{BD2924F4-1F9C-4EA1-AF16-B8F11197AA12}"/>
                  </a:ext>
                </a:extLst>
              </p:cNvPr>
              <p:cNvSpPr/>
              <p:nvPr/>
            </p:nvSpPr>
            <p:spPr>
              <a:xfrm>
                <a:off x="8118904" y="3380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86" name="矩形 2385">
                <a:extLst>
                  <a:ext uri="{FF2B5EF4-FFF2-40B4-BE49-F238E27FC236}">
                    <a16:creationId xmlns:a16="http://schemas.microsoft.com/office/drawing/2014/main" id="{268DA36A-7FCB-4E02-BC3C-26F98A3C16AF}"/>
                  </a:ext>
                </a:extLst>
              </p:cNvPr>
              <p:cNvSpPr/>
              <p:nvPr/>
            </p:nvSpPr>
            <p:spPr>
              <a:xfrm>
                <a:off x="8008739" y="39090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87" name="矩形 2386">
                <a:extLst>
                  <a:ext uri="{FF2B5EF4-FFF2-40B4-BE49-F238E27FC236}">
                    <a16:creationId xmlns:a16="http://schemas.microsoft.com/office/drawing/2014/main" id="{C6C04FFB-B115-4AEB-AD9D-D212C4D062DB}"/>
                  </a:ext>
                </a:extLst>
              </p:cNvPr>
              <p:cNvSpPr/>
              <p:nvPr/>
            </p:nvSpPr>
            <p:spPr>
              <a:xfrm>
                <a:off x="8065035" y="39090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88" name="矩形 2387">
                <a:extLst>
                  <a:ext uri="{FF2B5EF4-FFF2-40B4-BE49-F238E27FC236}">
                    <a16:creationId xmlns:a16="http://schemas.microsoft.com/office/drawing/2014/main" id="{9D4D17FB-EEA0-4F57-949E-1A46C5B1D7F1}"/>
                  </a:ext>
                </a:extLst>
              </p:cNvPr>
              <p:cNvSpPr/>
              <p:nvPr/>
            </p:nvSpPr>
            <p:spPr>
              <a:xfrm>
                <a:off x="8118904" y="39090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89" name="矩形 2388">
                <a:extLst>
                  <a:ext uri="{FF2B5EF4-FFF2-40B4-BE49-F238E27FC236}">
                    <a16:creationId xmlns:a16="http://schemas.microsoft.com/office/drawing/2014/main" id="{1DC0F7E0-6CC4-4EDC-B824-B26E9B89800F}"/>
                  </a:ext>
                </a:extLst>
              </p:cNvPr>
              <p:cNvSpPr/>
              <p:nvPr/>
            </p:nvSpPr>
            <p:spPr>
              <a:xfrm>
                <a:off x="8008739" y="442355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90" name="矩形 2389">
                <a:extLst>
                  <a:ext uri="{FF2B5EF4-FFF2-40B4-BE49-F238E27FC236}">
                    <a16:creationId xmlns:a16="http://schemas.microsoft.com/office/drawing/2014/main" id="{95977A65-173C-4B98-A044-6421141B0EAA}"/>
                  </a:ext>
                </a:extLst>
              </p:cNvPr>
              <p:cNvSpPr/>
              <p:nvPr/>
            </p:nvSpPr>
            <p:spPr>
              <a:xfrm>
                <a:off x="8065035" y="442355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91" name="矩形 2390">
                <a:extLst>
                  <a:ext uri="{FF2B5EF4-FFF2-40B4-BE49-F238E27FC236}">
                    <a16:creationId xmlns:a16="http://schemas.microsoft.com/office/drawing/2014/main" id="{539BD328-7104-4BC1-9F8B-930EE171486F}"/>
                  </a:ext>
                </a:extLst>
              </p:cNvPr>
              <p:cNvSpPr/>
              <p:nvPr/>
            </p:nvSpPr>
            <p:spPr>
              <a:xfrm>
                <a:off x="8118904" y="442355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92" name="矩形 2391">
                <a:extLst>
                  <a:ext uri="{FF2B5EF4-FFF2-40B4-BE49-F238E27FC236}">
                    <a16:creationId xmlns:a16="http://schemas.microsoft.com/office/drawing/2014/main" id="{278D2027-0D72-41FD-9C49-01ABDB07E770}"/>
                  </a:ext>
                </a:extLst>
              </p:cNvPr>
              <p:cNvSpPr/>
              <p:nvPr/>
            </p:nvSpPr>
            <p:spPr>
              <a:xfrm>
                <a:off x="8008782" y="390907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93" name="矩形 2392">
                <a:extLst>
                  <a:ext uri="{FF2B5EF4-FFF2-40B4-BE49-F238E27FC236}">
                    <a16:creationId xmlns:a16="http://schemas.microsoft.com/office/drawing/2014/main" id="{4038B405-3570-4FF9-B048-83A59845AB35}"/>
                  </a:ext>
                </a:extLst>
              </p:cNvPr>
              <p:cNvSpPr/>
              <p:nvPr/>
            </p:nvSpPr>
            <p:spPr>
              <a:xfrm>
                <a:off x="8065078" y="442355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94" name="矩形 2393">
                <a:extLst>
                  <a:ext uri="{FF2B5EF4-FFF2-40B4-BE49-F238E27FC236}">
                    <a16:creationId xmlns:a16="http://schemas.microsoft.com/office/drawing/2014/main" id="{EEA3216F-EAED-48EE-9F70-97EC698EB2DB}"/>
                  </a:ext>
                </a:extLst>
              </p:cNvPr>
              <p:cNvSpPr/>
              <p:nvPr/>
            </p:nvSpPr>
            <p:spPr>
              <a:xfrm>
                <a:off x="8118947" y="442355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395" name="组合 2394">
              <a:extLst>
                <a:ext uri="{FF2B5EF4-FFF2-40B4-BE49-F238E27FC236}">
                  <a16:creationId xmlns:a16="http://schemas.microsoft.com/office/drawing/2014/main" id="{DE74B76D-9D20-430A-AF22-B37E96CEA977}"/>
                </a:ext>
              </a:extLst>
            </p:cNvPr>
            <p:cNvGrpSpPr/>
            <p:nvPr/>
          </p:nvGrpSpPr>
          <p:grpSpPr>
            <a:xfrm>
              <a:off x="8902499" y="1727705"/>
              <a:ext cx="166461" cy="160594"/>
              <a:chOff x="8273419" y="338057"/>
              <a:chExt cx="166461" cy="160594"/>
            </a:xfrm>
          </p:grpSpPr>
          <p:sp>
            <p:nvSpPr>
              <p:cNvPr id="2396" name="矩形 2395">
                <a:extLst>
                  <a:ext uri="{FF2B5EF4-FFF2-40B4-BE49-F238E27FC236}">
                    <a16:creationId xmlns:a16="http://schemas.microsoft.com/office/drawing/2014/main" id="{3AD86B08-0382-4A65-8A74-E277081C72B2}"/>
                  </a:ext>
                </a:extLst>
              </p:cNvPr>
              <p:cNvSpPr/>
              <p:nvPr/>
            </p:nvSpPr>
            <p:spPr>
              <a:xfrm>
                <a:off x="8273419" y="3380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97" name="矩形 2396">
                <a:extLst>
                  <a:ext uri="{FF2B5EF4-FFF2-40B4-BE49-F238E27FC236}">
                    <a16:creationId xmlns:a16="http://schemas.microsoft.com/office/drawing/2014/main" id="{4BE5539D-8B18-4A74-A0C5-9C63F879FE55}"/>
                  </a:ext>
                </a:extLst>
              </p:cNvPr>
              <p:cNvSpPr/>
              <p:nvPr/>
            </p:nvSpPr>
            <p:spPr>
              <a:xfrm>
                <a:off x="8329715" y="3380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98" name="矩形 2397">
                <a:extLst>
                  <a:ext uri="{FF2B5EF4-FFF2-40B4-BE49-F238E27FC236}">
                    <a16:creationId xmlns:a16="http://schemas.microsoft.com/office/drawing/2014/main" id="{0C561E5D-98F0-43CA-B8E4-6FD9A72F5D40}"/>
                  </a:ext>
                </a:extLst>
              </p:cNvPr>
              <p:cNvSpPr/>
              <p:nvPr/>
            </p:nvSpPr>
            <p:spPr>
              <a:xfrm>
                <a:off x="8383584" y="3380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99" name="矩形 2398">
                <a:extLst>
                  <a:ext uri="{FF2B5EF4-FFF2-40B4-BE49-F238E27FC236}">
                    <a16:creationId xmlns:a16="http://schemas.microsoft.com/office/drawing/2014/main" id="{D3492C98-46D9-42E1-8ABD-6727398FB277}"/>
                  </a:ext>
                </a:extLst>
              </p:cNvPr>
              <p:cNvSpPr/>
              <p:nvPr/>
            </p:nvSpPr>
            <p:spPr>
              <a:xfrm>
                <a:off x="8273419" y="39090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00" name="矩形 2399">
                <a:extLst>
                  <a:ext uri="{FF2B5EF4-FFF2-40B4-BE49-F238E27FC236}">
                    <a16:creationId xmlns:a16="http://schemas.microsoft.com/office/drawing/2014/main" id="{AC8F44F1-3366-4778-9496-6545058EC4A8}"/>
                  </a:ext>
                </a:extLst>
              </p:cNvPr>
              <p:cNvSpPr/>
              <p:nvPr/>
            </p:nvSpPr>
            <p:spPr>
              <a:xfrm>
                <a:off x="8329715" y="39090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01" name="矩形 2400">
                <a:extLst>
                  <a:ext uri="{FF2B5EF4-FFF2-40B4-BE49-F238E27FC236}">
                    <a16:creationId xmlns:a16="http://schemas.microsoft.com/office/drawing/2014/main" id="{A6A5BEE8-B7FE-4369-8519-CA3B30027827}"/>
                  </a:ext>
                </a:extLst>
              </p:cNvPr>
              <p:cNvSpPr/>
              <p:nvPr/>
            </p:nvSpPr>
            <p:spPr>
              <a:xfrm>
                <a:off x="8383584" y="39090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02" name="矩形 2401">
                <a:extLst>
                  <a:ext uri="{FF2B5EF4-FFF2-40B4-BE49-F238E27FC236}">
                    <a16:creationId xmlns:a16="http://schemas.microsoft.com/office/drawing/2014/main" id="{A96AEAF1-A004-4BF3-A03A-F62EE067A486}"/>
                  </a:ext>
                </a:extLst>
              </p:cNvPr>
              <p:cNvSpPr/>
              <p:nvPr/>
            </p:nvSpPr>
            <p:spPr>
              <a:xfrm>
                <a:off x="8273419" y="442355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03" name="矩形 2402">
                <a:extLst>
                  <a:ext uri="{FF2B5EF4-FFF2-40B4-BE49-F238E27FC236}">
                    <a16:creationId xmlns:a16="http://schemas.microsoft.com/office/drawing/2014/main" id="{24131015-1ED9-4F31-B7DC-0DC1BB5570F1}"/>
                  </a:ext>
                </a:extLst>
              </p:cNvPr>
              <p:cNvSpPr/>
              <p:nvPr/>
            </p:nvSpPr>
            <p:spPr>
              <a:xfrm>
                <a:off x="8329715" y="442355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04" name="矩形 2403">
                <a:extLst>
                  <a:ext uri="{FF2B5EF4-FFF2-40B4-BE49-F238E27FC236}">
                    <a16:creationId xmlns:a16="http://schemas.microsoft.com/office/drawing/2014/main" id="{8D350F54-A2D5-4AB6-9FDD-75DFFD1BA86D}"/>
                  </a:ext>
                </a:extLst>
              </p:cNvPr>
              <p:cNvSpPr/>
              <p:nvPr/>
            </p:nvSpPr>
            <p:spPr>
              <a:xfrm>
                <a:off x="8383584" y="442355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405" name="组合 2404">
              <a:extLst>
                <a:ext uri="{FF2B5EF4-FFF2-40B4-BE49-F238E27FC236}">
                  <a16:creationId xmlns:a16="http://schemas.microsoft.com/office/drawing/2014/main" id="{083697CE-5EBB-48D4-BE8F-539C1235CC8E}"/>
                </a:ext>
              </a:extLst>
            </p:cNvPr>
            <p:cNvGrpSpPr/>
            <p:nvPr/>
          </p:nvGrpSpPr>
          <p:grpSpPr>
            <a:xfrm>
              <a:off x="9117886" y="1727705"/>
              <a:ext cx="166461" cy="160594"/>
              <a:chOff x="8273419" y="338057"/>
              <a:chExt cx="166461" cy="160594"/>
            </a:xfrm>
          </p:grpSpPr>
          <p:sp>
            <p:nvSpPr>
              <p:cNvPr id="2406" name="矩形 2405">
                <a:extLst>
                  <a:ext uri="{FF2B5EF4-FFF2-40B4-BE49-F238E27FC236}">
                    <a16:creationId xmlns:a16="http://schemas.microsoft.com/office/drawing/2014/main" id="{C7DBAE7C-933A-43E1-ACE2-D749211410AD}"/>
                  </a:ext>
                </a:extLst>
              </p:cNvPr>
              <p:cNvSpPr/>
              <p:nvPr/>
            </p:nvSpPr>
            <p:spPr>
              <a:xfrm>
                <a:off x="8273419" y="3380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07" name="矩形 2406">
                <a:extLst>
                  <a:ext uri="{FF2B5EF4-FFF2-40B4-BE49-F238E27FC236}">
                    <a16:creationId xmlns:a16="http://schemas.microsoft.com/office/drawing/2014/main" id="{44F844CF-96EF-4900-9035-14F327D49FBC}"/>
                  </a:ext>
                </a:extLst>
              </p:cNvPr>
              <p:cNvSpPr/>
              <p:nvPr/>
            </p:nvSpPr>
            <p:spPr>
              <a:xfrm>
                <a:off x="8329715" y="3380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08" name="矩形 2407">
                <a:extLst>
                  <a:ext uri="{FF2B5EF4-FFF2-40B4-BE49-F238E27FC236}">
                    <a16:creationId xmlns:a16="http://schemas.microsoft.com/office/drawing/2014/main" id="{EC4D30D4-C3BB-43A5-8C72-AB7945CE3C43}"/>
                  </a:ext>
                </a:extLst>
              </p:cNvPr>
              <p:cNvSpPr/>
              <p:nvPr/>
            </p:nvSpPr>
            <p:spPr>
              <a:xfrm>
                <a:off x="8383584" y="3380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09" name="矩形 2408">
                <a:extLst>
                  <a:ext uri="{FF2B5EF4-FFF2-40B4-BE49-F238E27FC236}">
                    <a16:creationId xmlns:a16="http://schemas.microsoft.com/office/drawing/2014/main" id="{42B8A334-32A7-423E-BB28-603202613717}"/>
                  </a:ext>
                </a:extLst>
              </p:cNvPr>
              <p:cNvSpPr/>
              <p:nvPr/>
            </p:nvSpPr>
            <p:spPr>
              <a:xfrm>
                <a:off x="8273419" y="39090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10" name="矩形 2409">
                <a:extLst>
                  <a:ext uri="{FF2B5EF4-FFF2-40B4-BE49-F238E27FC236}">
                    <a16:creationId xmlns:a16="http://schemas.microsoft.com/office/drawing/2014/main" id="{6D098AB8-CFCE-45B7-8BE7-38612C5FE4FE}"/>
                  </a:ext>
                </a:extLst>
              </p:cNvPr>
              <p:cNvSpPr/>
              <p:nvPr/>
            </p:nvSpPr>
            <p:spPr>
              <a:xfrm>
                <a:off x="8329715" y="39090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11" name="矩形 2410">
                <a:extLst>
                  <a:ext uri="{FF2B5EF4-FFF2-40B4-BE49-F238E27FC236}">
                    <a16:creationId xmlns:a16="http://schemas.microsoft.com/office/drawing/2014/main" id="{BE29EB54-1E46-439F-9047-E54B38C01C66}"/>
                  </a:ext>
                </a:extLst>
              </p:cNvPr>
              <p:cNvSpPr/>
              <p:nvPr/>
            </p:nvSpPr>
            <p:spPr>
              <a:xfrm>
                <a:off x="8383584" y="39090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12" name="矩形 2411">
                <a:extLst>
                  <a:ext uri="{FF2B5EF4-FFF2-40B4-BE49-F238E27FC236}">
                    <a16:creationId xmlns:a16="http://schemas.microsoft.com/office/drawing/2014/main" id="{E620FC24-FBEC-4A7B-865F-30BE534AD71F}"/>
                  </a:ext>
                </a:extLst>
              </p:cNvPr>
              <p:cNvSpPr/>
              <p:nvPr/>
            </p:nvSpPr>
            <p:spPr>
              <a:xfrm>
                <a:off x="8273419" y="442355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13" name="矩形 2412">
                <a:extLst>
                  <a:ext uri="{FF2B5EF4-FFF2-40B4-BE49-F238E27FC236}">
                    <a16:creationId xmlns:a16="http://schemas.microsoft.com/office/drawing/2014/main" id="{E32C8500-6312-435E-9B0E-646F67B0E272}"/>
                  </a:ext>
                </a:extLst>
              </p:cNvPr>
              <p:cNvSpPr/>
              <p:nvPr/>
            </p:nvSpPr>
            <p:spPr>
              <a:xfrm>
                <a:off x="8329715" y="442355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14" name="矩形 2413">
                <a:extLst>
                  <a:ext uri="{FF2B5EF4-FFF2-40B4-BE49-F238E27FC236}">
                    <a16:creationId xmlns:a16="http://schemas.microsoft.com/office/drawing/2014/main" id="{CA79FF62-E7F1-4C04-9070-5A0A40C0C6BB}"/>
                  </a:ext>
                </a:extLst>
              </p:cNvPr>
              <p:cNvSpPr/>
              <p:nvPr/>
            </p:nvSpPr>
            <p:spPr>
              <a:xfrm>
                <a:off x="8383584" y="442355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415" name="组合 2414">
              <a:extLst>
                <a:ext uri="{FF2B5EF4-FFF2-40B4-BE49-F238E27FC236}">
                  <a16:creationId xmlns:a16="http://schemas.microsoft.com/office/drawing/2014/main" id="{B1B0A3DF-33BF-4066-A923-E3F238324366}"/>
                </a:ext>
              </a:extLst>
            </p:cNvPr>
            <p:cNvGrpSpPr/>
            <p:nvPr/>
          </p:nvGrpSpPr>
          <p:grpSpPr>
            <a:xfrm>
              <a:off x="9333273" y="1727705"/>
              <a:ext cx="166461" cy="160594"/>
              <a:chOff x="8566204" y="349558"/>
              <a:chExt cx="166461" cy="160594"/>
            </a:xfrm>
          </p:grpSpPr>
          <p:sp>
            <p:nvSpPr>
              <p:cNvPr id="2416" name="矩形 2415">
                <a:extLst>
                  <a:ext uri="{FF2B5EF4-FFF2-40B4-BE49-F238E27FC236}">
                    <a16:creationId xmlns:a16="http://schemas.microsoft.com/office/drawing/2014/main" id="{D0C6C28F-AA4E-4A13-8A51-3F74758E0EB9}"/>
                  </a:ext>
                </a:extLst>
              </p:cNvPr>
              <p:cNvSpPr/>
              <p:nvPr/>
            </p:nvSpPr>
            <p:spPr>
              <a:xfrm>
                <a:off x="8566204" y="34955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17" name="矩形 2416">
                <a:extLst>
                  <a:ext uri="{FF2B5EF4-FFF2-40B4-BE49-F238E27FC236}">
                    <a16:creationId xmlns:a16="http://schemas.microsoft.com/office/drawing/2014/main" id="{FD6C811D-BEBB-421D-9483-1B3766692DD7}"/>
                  </a:ext>
                </a:extLst>
              </p:cNvPr>
              <p:cNvSpPr/>
              <p:nvPr/>
            </p:nvSpPr>
            <p:spPr>
              <a:xfrm>
                <a:off x="8622500" y="34955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18" name="矩形 2417">
                <a:extLst>
                  <a:ext uri="{FF2B5EF4-FFF2-40B4-BE49-F238E27FC236}">
                    <a16:creationId xmlns:a16="http://schemas.microsoft.com/office/drawing/2014/main" id="{CA82559C-D253-40E5-BA7F-19BD40051FC6}"/>
                  </a:ext>
                </a:extLst>
              </p:cNvPr>
              <p:cNvSpPr/>
              <p:nvPr/>
            </p:nvSpPr>
            <p:spPr>
              <a:xfrm>
                <a:off x="8676369" y="34955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19" name="矩形 2418">
                <a:extLst>
                  <a:ext uri="{FF2B5EF4-FFF2-40B4-BE49-F238E27FC236}">
                    <a16:creationId xmlns:a16="http://schemas.microsoft.com/office/drawing/2014/main" id="{2099C5C9-A552-4171-84E0-BAA0C01392C9}"/>
                  </a:ext>
                </a:extLst>
              </p:cNvPr>
              <p:cNvSpPr/>
              <p:nvPr/>
            </p:nvSpPr>
            <p:spPr>
              <a:xfrm>
                <a:off x="8566204" y="40240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20" name="矩形 2419">
                <a:extLst>
                  <a:ext uri="{FF2B5EF4-FFF2-40B4-BE49-F238E27FC236}">
                    <a16:creationId xmlns:a16="http://schemas.microsoft.com/office/drawing/2014/main" id="{DE1FD35F-DF5C-4038-8E4B-061D6BD7098B}"/>
                  </a:ext>
                </a:extLst>
              </p:cNvPr>
              <p:cNvSpPr/>
              <p:nvPr/>
            </p:nvSpPr>
            <p:spPr>
              <a:xfrm>
                <a:off x="8622500" y="40240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21" name="矩形 2420">
                <a:extLst>
                  <a:ext uri="{FF2B5EF4-FFF2-40B4-BE49-F238E27FC236}">
                    <a16:creationId xmlns:a16="http://schemas.microsoft.com/office/drawing/2014/main" id="{FB95E4F0-B3CC-4FF6-9718-998F418C28C8}"/>
                  </a:ext>
                </a:extLst>
              </p:cNvPr>
              <p:cNvSpPr/>
              <p:nvPr/>
            </p:nvSpPr>
            <p:spPr>
              <a:xfrm>
                <a:off x="8676369" y="40240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22" name="矩形 2421">
                <a:extLst>
                  <a:ext uri="{FF2B5EF4-FFF2-40B4-BE49-F238E27FC236}">
                    <a16:creationId xmlns:a16="http://schemas.microsoft.com/office/drawing/2014/main" id="{E8BA4246-E8C3-45B3-8CB5-6B56708DA717}"/>
                  </a:ext>
                </a:extLst>
              </p:cNvPr>
              <p:cNvSpPr/>
              <p:nvPr/>
            </p:nvSpPr>
            <p:spPr>
              <a:xfrm>
                <a:off x="8566204" y="453856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23" name="矩形 2422">
                <a:extLst>
                  <a:ext uri="{FF2B5EF4-FFF2-40B4-BE49-F238E27FC236}">
                    <a16:creationId xmlns:a16="http://schemas.microsoft.com/office/drawing/2014/main" id="{D43469FF-DAD8-4355-BEC1-78D7BC617B16}"/>
                  </a:ext>
                </a:extLst>
              </p:cNvPr>
              <p:cNvSpPr/>
              <p:nvPr/>
            </p:nvSpPr>
            <p:spPr>
              <a:xfrm>
                <a:off x="8622500" y="453856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24" name="矩形 2423">
                <a:extLst>
                  <a:ext uri="{FF2B5EF4-FFF2-40B4-BE49-F238E27FC236}">
                    <a16:creationId xmlns:a16="http://schemas.microsoft.com/office/drawing/2014/main" id="{3AE0A114-F1FE-4F46-BABD-14A4BE90D892}"/>
                  </a:ext>
                </a:extLst>
              </p:cNvPr>
              <p:cNvSpPr/>
              <p:nvPr/>
            </p:nvSpPr>
            <p:spPr>
              <a:xfrm>
                <a:off x="8676369" y="4538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425" name="组合 2424">
              <a:extLst>
                <a:ext uri="{FF2B5EF4-FFF2-40B4-BE49-F238E27FC236}">
                  <a16:creationId xmlns:a16="http://schemas.microsoft.com/office/drawing/2014/main" id="{39C4B57E-F327-4014-B987-39DD214A1AF8}"/>
                </a:ext>
              </a:extLst>
            </p:cNvPr>
            <p:cNvGrpSpPr/>
            <p:nvPr/>
          </p:nvGrpSpPr>
          <p:grpSpPr>
            <a:xfrm>
              <a:off x="9548659" y="1727705"/>
              <a:ext cx="166461" cy="160594"/>
              <a:chOff x="8798956" y="357911"/>
              <a:chExt cx="166461" cy="160594"/>
            </a:xfrm>
          </p:grpSpPr>
          <p:sp>
            <p:nvSpPr>
              <p:cNvPr id="2426" name="矩形 2425">
                <a:extLst>
                  <a:ext uri="{FF2B5EF4-FFF2-40B4-BE49-F238E27FC236}">
                    <a16:creationId xmlns:a16="http://schemas.microsoft.com/office/drawing/2014/main" id="{27E80C84-0536-4604-ACA7-119F49894339}"/>
                  </a:ext>
                </a:extLst>
              </p:cNvPr>
              <p:cNvSpPr/>
              <p:nvPr/>
            </p:nvSpPr>
            <p:spPr>
              <a:xfrm>
                <a:off x="8798956" y="35791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27" name="矩形 2426">
                <a:extLst>
                  <a:ext uri="{FF2B5EF4-FFF2-40B4-BE49-F238E27FC236}">
                    <a16:creationId xmlns:a16="http://schemas.microsoft.com/office/drawing/2014/main" id="{E4E32B36-FC12-4BAC-91F5-13145E89B28F}"/>
                  </a:ext>
                </a:extLst>
              </p:cNvPr>
              <p:cNvSpPr/>
              <p:nvPr/>
            </p:nvSpPr>
            <p:spPr>
              <a:xfrm>
                <a:off x="8855252" y="35791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28" name="矩形 2427">
                <a:extLst>
                  <a:ext uri="{FF2B5EF4-FFF2-40B4-BE49-F238E27FC236}">
                    <a16:creationId xmlns:a16="http://schemas.microsoft.com/office/drawing/2014/main" id="{C3F190AF-9BD8-4405-B987-A1377F8D25E6}"/>
                  </a:ext>
                </a:extLst>
              </p:cNvPr>
              <p:cNvSpPr/>
              <p:nvPr/>
            </p:nvSpPr>
            <p:spPr>
              <a:xfrm>
                <a:off x="8909121" y="35791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29" name="矩形 2428">
                <a:extLst>
                  <a:ext uri="{FF2B5EF4-FFF2-40B4-BE49-F238E27FC236}">
                    <a16:creationId xmlns:a16="http://schemas.microsoft.com/office/drawing/2014/main" id="{F388EEBB-B44E-446A-B13B-45768E1A3B1C}"/>
                  </a:ext>
                </a:extLst>
              </p:cNvPr>
              <p:cNvSpPr/>
              <p:nvPr/>
            </p:nvSpPr>
            <p:spPr>
              <a:xfrm>
                <a:off x="8798956" y="41076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30" name="矩形 2429">
                <a:extLst>
                  <a:ext uri="{FF2B5EF4-FFF2-40B4-BE49-F238E27FC236}">
                    <a16:creationId xmlns:a16="http://schemas.microsoft.com/office/drawing/2014/main" id="{45DB5020-3D9C-4E20-838E-C911EDA717C5}"/>
                  </a:ext>
                </a:extLst>
              </p:cNvPr>
              <p:cNvSpPr/>
              <p:nvPr/>
            </p:nvSpPr>
            <p:spPr>
              <a:xfrm>
                <a:off x="8855252" y="41076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31" name="矩形 2430">
                <a:extLst>
                  <a:ext uri="{FF2B5EF4-FFF2-40B4-BE49-F238E27FC236}">
                    <a16:creationId xmlns:a16="http://schemas.microsoft.com/office/drawing/2014/main" id="{C181F951-1E78-4322-A8AC-05E42299E636}"/>
                  </a:ext>
                </a:extLst>
              </p:cNvPr>
              <p:cNvSpPr/>
              <p:nvPr/>
            </p:nvSpPr>
            <p:spPr>
              <a:xfrm>
                <a:off x="8909121" y="41076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32" name="矩形 2431">
                <a:extLst>
                  <a:ext uri="{FF2B5EF4-FFF2-40B4-BE49-F238E27FC236}">
                    <a16:creationId xmlns:a16="http://schemas.microsoft.com/office/drawing/2014/main" id="{A466A3A5-919D-4FF3-979A-3047180072C5}"/>
                  </a:ext>
                </a:extLst>
              </p:cNvPr>
              <p:cNvSpPr/>
              <p:nvPr/>
            </p:nvSpPr>
            <p:spPr>
              <a:xfrm>
                <a:off x="8798956" y="462209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33" name="矩形 2432">
                <a:extLst>
                  <a:ext uri="{FF2B5EF4-FFF2-40B4-BE49-F238E27FC236}">
                    <a16:creationId xmlns:a16="http://schemas.microsoft.com/office/drawing/2014/main" id="{5DAB7B36-88A3-4A4A-BFD2-2B4DF11F3490}"/>
                  </a:ext>
                </a:extLst>
              </p:cNvPr>
              <p:cNvSpPr/>
              <p:nvPr/>
            </p:nvSpPr>
            <p:spPr>
              <a:xfrm>
                <a:off x="8855252" y="46220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34" name="矩形 2433">
                <a:extLst>
                  <a:ext uri="{FF2B5EF4-FFF2-40B4-BE49-F238E27FC236}">
                    <a16:creationId xmlns:a16="http://schemas.microsoft.com/office/drawing/2014/main" id="{C8FF14A1-9AC1-456F-8B66-1238C36C3BDC}"/>
                  </a:ext>
                </a:extLst>
              </p:cNvPr>
              <p:cNvSpPr/>
              <p:nvPr/>
            </p:nvSpPr>
            <p:spPr>
              <a:xfrm>
                <a:off x="8909121" y="46220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435" name="组合 2434">
              <a:extLst>
                <a:ext uri="{FF2B5EF4-FFF2-40B4-BE49-F238E27FC236}">
                  <a16:creationId xmlns:a16="http://schemas.microsoft.com/office/drawing/2014/main" id="{23A37D66-D6DB-40BF-948C-999D8E0F47F5}"/>
                </a:ext>
              </a:extLst>
            </p:cNvPr>
            <p:cNvGrpSpPr/>
            <p:nvPr/>
          </p:nvGrpSpPr>
          <p:grpSpPr>
            <a:xfrm>
              <a:off x="6963904" y="1727705"/>
              <a:ext cx="166461" cy="160594"/>
              <a:chOff x="6932008" y="623598"/>
              <a:chExt cx="166461" cy="160594"/>
            </a:xfrm>
          </p:grpSpPr>
          <p:sp>
            <p:nvSpPr>
              <p:cNvPr id="2436" name="矩形 2435">
                <a:extLst>
                  <a:ext uri="{FF2B5EF4-FFF2-40B4-BE49-F238E27FC236}">
                    <a16:creationId xmlns:a16="http://schemas.microsoft.com/office/drawing/2014/main" id="{D5197370-6795-4351-BA6E-59E20D482BE5}"/>
                  </a:ext>
                </a:extLst>
              </p:cNvPr>
              <p:cNvSpPr/>
              <p:nvPr/>
            </p:nvSpPr>
            <p:spPr>
              <a:xfrm>
                <a:off x="6932008" y="62359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37" name="矩形 2436">
                <a:extLst>
                  <a:ext uri="{FF2B5EF4-FFF2-40B4-BE49-F238E27FC236}">
                    <a16:creationId xmlns:a16="http://schemas.microsoft.com/office/drawing/2014/main" id="{846F5204-CB5A-4BD0-AD4E-9C0ADA5F6711}"/>
                  </a:ext>
                </a:extLst>
              </p:cNvPr>
              <p:cNvSpPr/>
              <p:nvPr/>
            </p:nvSpPr>
            <p:spPr>
              <a:xfrm>
                <a:off x="6988304" y="623598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38" name="矩形 2437">
                <a:extLst>
                  <a:ext uri="{FF2B5EF4-FFF2-40B4-BE49-F238E27FC236}">
                    <a16:creationId xmlns:a16="http://schemas.microsoft.com/office/drawing/2014/main" id="{3E6A849B-71FC-4914-920D-1BFE7F60F976}"/>
                  </a:ext>
                </a:extLst>
              </p:cNvPr>
              <p:cNvSpPr/>
              <p:nvPr/>
            </p:nvSpPr>
            <p:spPr>
              <a:xfrm>
                <a:off x="7042173" y="623598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39" name="矩形 2438">
                <a:extLst>
                  <a:ext uri="{FF2B5EF4-FFF2-40B4-BE49-F238E27FC236}">
                    <a16:creationId xmlns:a16="http://schemas.microsoft.com/office/drawing/2014/main" id="{F1AE67E5-3E0B-4984-A9F2-0BFAFB0F68C0}"/>
                  </a:ext>
                </a:extLst>
              </p:cNvPr>
              <p:cNvSpPr/>
              <p:nvPr/>
            </p:nvSpPr>
            <p:spPr>
              <a:xfrm>
                <a:off x="6932008" y="67644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40" name="矩形 2439">
                <a:extLst>
                  <a:ext uri="{FF2B5EF4-FFF2-40B4-BE49-F238E27FC236}">
                    <a16:creationId xmlns:a16="http://schemas.microsoft.com/office/drawing/2014/main" id="{E1F937B8-93F4-484A-8F4F-591BAEDD8AF3}"/>
                  </a:ext>
                </a:extLst>
              </p:cNvPr>
              <p:cNvSpPr/>
              <p:nvPr/>
            </p:nvSpPr>
            <p:spPr>
              <a:xfrm>
                <a:off x="6988304" y="67644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41" name="矩形 2440">
                <a:extLst>
                  <a:ext uri="{FF2B5EF4-FFF2-40B4-BE49-F238E27FC236}">
                    <a16:creationId xmlns:a16="http://schemas.microsoft.com/office/drawing/2014/main" id="{B1F894A4-CC51-4BA3-B0D2-EFDAB4C67F42}"/>
                  </a:ext>
                </a:extLst>
              </p:cNvPr>
              <p:cNvSpPr/>
              <p:nvPr/>
            </p:nvSpPr>
            <p:spPr>
              <a:xfrm>
                <a:off x="7042173" y="67644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42" name="矩形 2441">
                <a:extLst>
                  <a:ext uri="{FF2B5EF4-FFF2-40B4-BE49-F238E27FC236}">
                    <a16:creationId xmlns:a16="http://schemas.microsoft.com/office/drawing/2014/main" id="{BB756341-3DCE-4DDC-8865-68E0D1D0B3D1}"/>
                  </a:ext>
                </a:extLst>
              </p:cNvPr>
              <p:cNvSpPr/>
              <p:nvPr/>
            </p:nvSpPr>
            <p:spPr>
              <a:xfrm>
                <a:off x="6932008" y="72789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43" name="矩形 2442">
                <a:extLst>
                  <a:ext uri="{FF2B5EF4-FFF2-40B4-BE49-F238E27FC236}">
                    <a16:creationId xmlns:a16="http://schemas.microsoft.com/office/drawing/2014/main" id="{18BC8C59-B169-46CC-9333-976884936D1B}"/>
                  </a:ext>
                </a:extLst>
              </p:cNvPr>
              <p:cNvSpPr/>
              <p:nvPr/>
            </p:nvSpPr>
            <p:spPr>
              <a:xfrm>
                <a:off x="6988304" y="72789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44" name="矩形 2443">
                <a:extLst>
                  <a:ext uri="{FF2B5EF4-FFF2-40B4-BE49-F238E27FC236}">
                    <a16:creationId xmlns:a16="http://schemas.microsoft.com/office/drawing/2014/main" id="{D1EB75EB-B56F-45D9-82D4-93D12A1DCD0A}"/>
                  </a:ext>
                </a:extLst>
              </p:cNvPr>
              <p:cNvSpPr/>
              <p:nvPr/>
            </p:nvSpPr>
            <p:spPr>
              <a:xfrm>
                <a:off x="7042173" y="72789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445" name="组合 2444">
              <a:extLst>
                <a:ext uri="{FF2B5EF4-FFF2-40B4-BE49-F238E27FC236}">
                  <a16:creationId xmlns:a16="http://schemas.microsoft.com/office/drawing/2014/main" id="{8C0DB938-6F87-4D44-A8CC-4488405AA917}"/>
                </a:ext>
              </a:extLst>
            </p:cNvPr>
            <p:cNvGrpSpPr/>
            <p:nvPr/>
          </p:nvGrpSpPr>
          <p:grpSpPr>
            <a:xfrm>
              <a:off x="6748517" y="1727705"/>
              <a:ext cx="166461" cy="160594"/>
              <a:chOff x="6621719" y="651746"/>
              <a:chExt cx="166461" cy="160594"/>
            </a:xfrm>
          </p:grpSpPr>
          <p:sp>
            <p:nvSpPr>
              <p:cNvPr id="2446" name="矩形 2445">
                <a:extLst>
                  <a:ext uri="{FF2B5EF4-FFF2-40B4-BE49-F238E27FC236}">
                    <a16:creationId xmlns:a16="http://schemas.microsoft.com/office/drawing/2014/main" id="{95784B57-3629-4161-B0DE-1A54D9CF9CAA}"/>
                  </a:ext>
                </a:extLst>
              </p:cNvPr>
              <p:cNvSpPr/>
              <p:nvPr/>
            </p:nvSpPr>
            <p:spPr>
              <a:xfrm>
                <a:off x="6621719" y="65174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47" name="矩形 2446">
                <a:extLst>
                  <a:ext uri="{FF2B5EF4-FFF2-40B4-BE49-F238E27FC236}">
                    <a16:creationId xmlns:a16="http://schemas.microsoft.com/office/drawing/2014/main" id="{84F4BC39-7F1A-4C5E-B59B-9E00536CF648}"/>
                  </a:ext>
                </a:extLst>
              </p:cNvPr>
              <p:cNvSpPr/>
              <p:nvPr/>
            </p:nvSpPr>
            <p:spPr>
              <a:xfrm>
                <a:off x="6678015" y="65174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48" name="矩形 2447">
                <a:extLst>
                  <a:ext uri="{FF2B5EF4-FFF2-40B4-BE49-F238E27FC236}">
                    <a16:creationId xmlns:a16="http://schemas.microsoft.com/office/drawing/2014/main" id="{09069C45-B5B5-481A-99CE-DF1509CB7A74}"/>
                  </a:ext>
                </a:extLst>
              </p:cNvPr>
              <p:cNvSpPr/>
              <p:nvPr/>
            </p:nvSpPr>
            <p:spPr>
              <a:xfrm>
                <a:off x="6731884" y="651746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49" name="矩形 2448">
                <a:extLst>
                  <a:ext uri="{FF2B5EF4-FFF2-40B4-BE49-F238E27FC236}">
                    <a16:creationId xmlns:a16="http://schemas.microsoft.com/office/drawing/2014/main" id="{6C206742-9C74-4FF2-93C9-A02980F4587B}"/>
                  </a:ext>
                </a:extLst>
              </p:cNvPr>
              <p:cNvSpPr/>
              <p:nvPr/>
            </p:nvSpPr>
            <p:spPr>
              <a:xfrm>
                <a:off x="6621719" y="70459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50" name="矩形 2449">
                <a:extLst>
                  <a:ext uri="{FF2B5EF4-FFF2-40B4-BE49-F238E27FC236}">
                    <a16:creationId xmlns:a16="http://schemas.microsoft.com/office/drawing/2014/main" id="{B6658B7C-7120-4AE1-8A62-2853B2EC0DAC}"/>
                  </a:ext>
                </a:extLst>
              </p:cNvPr>
              <p:cNvSpPr/>
              <p:nvPr/>
            </p:nvSpPr>
            <p:spPr>
              <a:xfrm>
                <a:off x="6678015" y="70459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51" name="矩形 2450">
                <a:extLst>
                  <a:ext uri="{FF2B5EF4-FFF2-40B4-BE49-F238E27FC236}">
                    <a16:creationId xmlns:a16="http://schemas.microsoft.com/office/drawing/2014/main" id="{31327B90-17F4-4453-8756-EF32D22A2076}"/>
                  </a:ext>
                </a:extLst>
              </p:cNvPr>
              <p:cNvSpPr/>
              <p:nvPr/>
            </p:nvSpPr>
            <p:spPr>
              <a:xfrm>
                <a:off x="6731884" y="70459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52" name="矩形 2451">
                <a:extLst>
                  <a:ext uri="{FF2B5EF4-FFF2-40B4-BE49-F238E27FC236}">
                    <a16:creationId xmlns:a16="http://schemas.microsoft.com/office/drawing/2014/main" id="{560094B5-0DE0-4EF5-A46D-3D84A3072EDB}"/>
                  </a:ext>
                </a:extLst>
              </p:cNvPr>
              <p:cNvSpPr/>
              <p:nvPr/>
            </p:nvSpPr>
            <p:spPr>
              <a:xfrm>
                <a:off x="6621719" y="75604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53" name="矩形 2452">
                <a:extLst>
                  <a:ext uri="{FF2B5EF4-FFF2-40B4-BE49-F238E27FC236}">
                    <a16:creationId xmlns:a16="http://schemas.microsoft.com/office/drawing/2014/main" id="{2E37B88B-BD2C-46E7-876E-98F75D01A2B5}"/>
                  </a:ext>
                </a:extLst>
              </p:cNvPr>
              <p:cNvSpPr/>
              <p:nvPr/>
            </p:nvSpPr>
            <p:spPr>
              <a:xfrm>
                <a:off x="6678015" y="75604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54" name="矩形 2453">
                <a:extLst>
                  <a:ext uri="{FF2B5EF4-FFF2-40B4-BE49-F238E27FC236}">
                    <a16:creationId xmlns:a16="http://schemas.microsoft.com/office/drawing/2014/main" id="{E74B1223-021E-4105-850D-52CDFF2FEECB}"/>
                  </a:ext>
                </a:extLst>
              </p:cNvPr>
              <p:cNvSpPr/>
              <p:nvPr/>
            </p:nvSpPr>
            <p:spPr>
              <a:xfrm>
                <a:off x="6731884" y="75604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483" name="组合 2482">
              <a:extLst>
                <a:ext uri="{FF2B5EF4-FFF2-40B4-BE49-F238E27FC236}">
                  <a16:creationId xmlns:a16="http://schemas.microsoft.com/office/drawing/2014/main" id="{2B19CE64-C056-4D79-B675-D775418B8529}"/>
                </a:ext>
              </a:extLst>
            </p:cNvPr>
            <p:cNvGrpSpPr/>
            <p:nvPr/>
          </p:nvGrpSpPr>
          <p:grpSpPr>
            <a:xfrm>
              <a:off x="9314867" y="1094710"/>
              <a:ext cx="166461" cy="160594"/>
              <a:chOff x="10083770" y="849706"/>
              <a:chExt cx="166461" cy="160594"/>
            </a:xfrm>
          </p:grpSpPr>
          <p:sp>
            <p:nvSpPr>
              <p:cNvPr id="2465" name="矩形 2464">
                <a:extLst>
                  <a:ext uri="{FF2B5EF4-FFF2-40B4-BE49-F238E27FC236}">
                    <a16:creationId xmlns:a16="http://schemas.microsoft.com/office/drawing/2014/main" id="{F78B7F72-DB5E-451F-9D5A-7395019DEB6A}"/>
                  </a:ext>
                </a:extLst>
              </p:cNvPr>
              <p:cNvSpPr/>
              <p:nvPr/>
            </p:nvSpPr>
            <p:spPr>
              <a:xfrm>
                <a:off x="10083770" y="8497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66" name="矩形 2465">
                <a:extLst>
                  <a:ext uri="{FF2B5EF4-FFF2-40B4-BE49-F238E27FC236}">
                    <a16:creationId xmlns:a16="http://schemas.microsoft.com/office/drawing/2014/main" id="{DA8FF607-B2DB-430B-B15E-55D8EAA6DF6A}"/>
                  </a:ext>
                </a:extLst>
              </p:cNvPr>
              <p:cNvSpPr/>
              <p:nvPr/>
            </p:nvSpPr>
            <p:spPr>
              <a:xfrm>
                <a:off x="10140066" y="8497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67" name="矩形 2466">
                <a:extLst>
                  <a:ext uri="{FF2B5EF4-FFF2-40B4-BE49-F238E27FC236}">
                    <a16:creationId xmlns:a16="http://schemas.microsoft.com/office/drawing/2014/main" id="{EAA02EB8-C7CD-43D7-BBE5-0345DFA38F8F}"/>
                  </a:ext>
                </a:extLst>
              </p:cNvPr>
              <p:cNvSpPr/>
              <p:nvPr/>
            </p:nvSpPr>
            <p:spPr>
              <a:xfrm>
                <a:off x="10193935" y="8497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68" name="矩形 2467">
                <a:extLst>
                  <a:ext uri="{FF2B5EF4-FFF2-40B4-BE49-F238E27FC236}">
                    <a16:creationId xmlns:a16="http://schemas.microsoft.com/office/drawing/2014/main" id="{6A14AF89-8298-4ADE-AC09-CF29E347780B}"/>
                  </a:ext>
                </a:extLst>
              </p:cNvPr>
              <p:cNvSpPr/>
              <p:nvPr/>
            </p:nvSpPr>
            <p:spPr>
              <a:xfrm>
                <a:off x="10083770" y="902556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69" name="矩形 2468">
                <a:extLst>
                  <a:ext uri="{FF2B5EF4-FFF2-40B4-BE49-F238E27FC236}">
                    <a16:creationId xmlns:a16="http://schemas.microsoft.com/office/drawing/2014/main" id="{FB604B03-2620-468A-9306-467603A83002}"/>
                  </a:ext>
                </a:extLst>
              </p:cNvPr>
              <p:cNvSpPr/>
              <p:nvPr/>
            </p:nvSpPr>
            <p:spPr>
              <a:xfrm>
                <a:off x="10140066" y="902556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70" name="矩形 2469">
                <a:extLst>
                  <a:ext uri="{FF2B5EF4-FFF2-40B4-BE49-F238E27FC236}">
                    <a16:creationId xmlns:a16="http://schemas.microsoft.com/office/drawing/2014/main" id="{FE796876-8538-4BD7-9124-5144B3A46301}"/>
                  </a:ext>
                </a:extLst>
              </p:cNvPr>
              <p:cNvSpPr/>
              <p:nvPr/>
            </p:nvSpPr>
            <p:spPr>
              <a:xfrm>
                <a:off x="10193935" y="9025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71" name="矩形 2470">
                <a:extLst>
                  <a:ext uri="{FF2B5EF4-FFF2-40B4-BE49-F238E27FC236}">
                    <a16:creationId xmlns:a16="http://schemas.microsoft.com/office/drawing/2014/main" id="{077B3CD1-97AB-450B-8B8B-79DF69A1DFF2}"/>
                  </a:ext>
                </a:extLst>
              </p:cNvPr>
              <p:cNvSpPr/>
              <p:nvPr/>
            </p:nvSpPr>
            <p:spPr>
              <a:xfrm>
                <a:off x="10083770" y="9540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72" name="矩形 2471">
                <a:extLst>
                  <a:ext uri="{FF2B5EF4-FFF2-40B4-BE49-F238E27FC236}">
                    <a16:creationId xmlns:a16="http://schemas.microsoft.com/office/drawing/2014/main" id="{B210745C-B6A9-46F1-AA20-86BC2C8D8580}"/>
                  </a:ext>
                </a:extLst>
              </p:cNvPr>
              <p:cNvSpPr/>
              <p:nvPr/>
            </p:nvSpPr>
            <p:spPr>
              <a:xfrm>
                <a:off x="10140066" y="9540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73" name="矩形 2472">
                <a:extLst>
                  <a:ext uri="{FF2B5EF4-FFF2-40B4-BE49-F238E27FC236}">
                    <a16:creationId xmlns:a16="http://schemas.microsoft.com/office/drawing/2014/main" id="{B98F3A50-F621-4D5D-ACB6-8041CC5E7C41}"/>
                  </a:ext>
                </a:extLst>
              </p:cNvPr>
              <p:cNvSpPr/>
              <p:nvPr/>
            </p:nvSpPr>
            <p:spPr>
              <a:xfrm>
                <a:off x="10193935" y="954004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484" name="组合 2483">
              <a:extLst>
                <a:ext uri="{FF2B5EF4-FFF2-40B4-BE49-F238E27FC236}">
                  <a16:creationId xmlns:a16="http://schemas.microsoft.com/office/drawing/2014/main" id="{61C05BA8-294F-4F84-82F9-77670DF5FF6D}"/>
                </a:ext>
              </a:extLst>
            </p:cNvPr>
            <p:cNvGrpSpPr/>
            <p:nvPr/>
          </p:nvGrpSpPr>
          <p:grpSpPr>
            <a:xfrm>
              <a:off x="9528940" y="1094710"/>
              <a:ext cx="166461" cy="160594"/>
              <a:chOff x="10455246" y="849706"/>
              <a:chExt cx="166461" cy="160594"/>
            </a:xfrm>
          </p:grpSpPr>
          <p:sp>
            <p:nvSpPr>
              <p:cNvPr id="2474" name="矩形 2473">
                <a:extLst>
                  <a:ext uri="{FF2B5EF4-FFF2-40B4-BE49-F238E27FC236}">
                    <a16:creationId xmlns:a16="http://schemas.microsoft.com/office/drawing/2014/main" id="{E89CBC0D-08C5-408F-9BA5-183898616F8F}"/>
                  </a:ext>
                </a:extLst>
              </p:cNvPr>
              <p:cNvSpPr/>
              <p:nvPr/>
            </p:nvSpPr>
            <p:spPr>
              <a:xfrm>
                <a:off x="10455246" y="8497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75" name="矩形 2474">
                <a:extLst>
                  <a:ext uri="{FF2B5EF4-FFF2-40B4-BE49-F238E27FC236}">
                    <a16:creationId xmlns:a16="http://schemas.microsoft.com/office/drawing/2014/main" id="{1426033F-3CAD-4138-95BA-3AFAEF94011D}"/>
                  </a:ext>
                </a:extLst>
              </p:cNvPr>
              <p:cNvSpPr/>
              <p:nvPr/>
            </p:nvSpPr>
            <p:spPr>
              <a:xfrm>
                <a:off x="10511542" y="8497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76" name="矩形 2475">
                <a:extLst>
                  <a:ext uri="{FF2B5EF4-FFF2-40B4-BE49-F238E27FC236}">
                    <a16:creationId xmlns:a16="http://schemas.microsoft.com/office/drawing/2014/main" id="{5B60B317-47D8-47B5-9321-08AF23A4E2B3}"/>
                  </a:ext>
                </a:extLst>
              </p:cNvPr>
              <p:cNvSpPr/>
              <p:nvPr/>
            </p:nvSpPr>
            <p:spPr>
              <a:xfrm>
                <a:off x="10565411" y="8497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77" name="矩形 2476">
                <a:extLst>
                  <a:ext uri="{FF2B5EF4-FFF2-40B4-BE49-F238E27FC236}">
                    <a16:creationId xmlns:a16="http://schemas.microsoft.com/office/drawing/2014/main" id="{84FD7512-E11B-4077-AB8F-A3E2C74B3B79}"/>
                  </a:ext>
                </a:extLst>
              </p:cNvPr>
              <p:cNvSpPr/>
              <p:nvPr/>
            </p:nvSpPr>
            <p:spPr>
              <a:xfrm>
                <a:off x="10455246" y="902556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78" name="矩形 2477">
                <a:extLst>
                  <a:ext uri="{FF2B5EF4-FFF2-40B4-BE49-F238E27FC236}">
                    <a16:creationId xmlns:a16="http://schemas.microsoft.com/office/drawing/2014/main" id="{E551651E-BC70-4E5D-99E5-BA874B7FA318}"/>
                  </a:ext>
                </a:extLst>
              </p:cNvPr>
              <p:cNvSpPr/>
              <p:nvPr/>
            </p:nvSpPr>
            <p:spPr>
              <a:xfrm>
                <a:off x="10511542" y="9025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79" name="矩形 2478">
                <a:extLst>
                  <a:ext uri="{FF2B5EF4-FFF2-40B4-BE49-F238E27FC236}">
                    <a16:creationId xmlns:a16="http://schemas.microsoft.com/office/drawing/2014/main" id="{5F7D75EC-DAB1-47EB-8058-B7BE18CC0457}"/>
                  </a:ext>
                </a:extLst>
              </p:cNvPr>
              <p:cNvSpPr/>
              <p:nvPr/>
            </p:nvSpPr>
            <p:spPr>
              <a:xfrm>
                <a:off x="10565411" y="9025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80" name="矩形 2479">
                <a:extLst>
                  <a:ext uri="{FF2B5EF4-FFF2-40B4-BE49-F238E27FC236}">
                    <a16:creationId xmlns:a16="http://schemas.microsoft.com/office/drawing/2014/main" id="{20E354CA-AD34-4ED3-A1A6-306A23F18B9F}"/>
                  </a:ext>
                </a:extLst>
              </p:cNvPr>
              <p:cNvSpPr/>
              <p:nvPr/>
            </p:nvSpPr>
            <p:spPr>
              <a:xfrm>
                <a:off x="10455246" y="9540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81" name="矩形 2480">
                <a:extLst>
                  <a:ext uri="{FF2B5EF4-FFF2-40B4-BE49-F238E27FC236}">
                    <a16:creationId xmlns:a16="http://schemas.microsoft.com/office/drawing/2014/main" id="{5D063D7F-0559-4E35-8674-26EC6060E5D5}"/>
                  </a:ext>
                </a:extLst>
              </p:cNvPr>
              <p:cNvSpPr/>
              <p:nvPr/>
            </p:nvSpPr>
            <p:spPr>
              <a:xfrm>
                <a:off x="10511542" y="954004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82" name="矩形 2481">
                <a:extLst>
                  <a:ext uri="{FF2B5EF4-FFF2-40B4-BE49-F238E27FC236}">
                    <a16:creationId xmlns:a16="http://schemas.microsoft.com/office/drawing/2014/main" id="{1282FBD4-0A8E-4323-8C8B-5AB14FF25B67}"/>
                  </a:ext>
                </a:extLst>
              </p:cNvPr>
              <p:cNvSpPr/>
              <p:nvPr/>
            </p:nvSpPr>
            <p:spPr>
              <a:xfrm>
                <a:off x="10565411" y="954004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485" name="组合 2484">
              <a:extLst>
                <a:ext uri="{FF2B5EF4-FFF2-40B4-BE49-F238E27FC236}">
                  <a16:creationId xmlns:a16="http://schemas.microsoft.com/office/drawing/2014/main" id="{34CAB85C-AF20-4B17-AF10-5B202903D524}"/>
                </a:ext>
              </a:extLst>
            </p:cNvPr>
            <p:cNvGrpSpPr/>
            <p:nvPr/>
          </p:nvGrpSpPr>
          <p:grpSpPr>
            <a:xfrm>
              <a:off x="9318831" y="1303121"/>
              <a:ext cx="166530" cy="160594"/>
              <a:chOff x="6932008" y="362759"/>
              <a:chExt cx="166530" cy="160594"/>
            </a:xfrm>
          </p:grpSpPr>
          <p:sp>
            <p:nvSpPr>
              <p:cNvPr id="2486" name="矩形 2485">
                <a:extLst>
                  <a:ext uri="{FF2B5EF4-FFF2-40B4-BE49-F238E27FC236}">
                    <a16:creationId xmlns:a16="http://schemas.microsoft.com/office/drawing/2014/main" id="{A202D8E2-539E-4305-BDFB-8FD6A181B55A}"/>
                  </a:ext>
                </a:extLst>
              </p:cNvPr>
              <p:cNvSpPr/>
              <p:nvPr/>
            </p:nvSpPr>
            <p:spPr>
              <a:xfrm>
                <a:off x="6932008" y="36275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87" name="矩形 2486">
                <a:extLst>
                  <a:ext uri="{FF2B5EF4-FFF2-40B4-BE49-F238E27FC236}">
                    <a16:creationId xmlns:a16="http://schemas.microsoft.com/office/drawing/2014/main" id="{F4B80CE3-2CAD-4E1C-B89E-C1A8F3457443}"/>
                  </a:ext>
                </a:extLst>
              </p:cNvPr>
              <p:cNvSpPr/>
              <p:nvPr/>
            </p:nvSpPr>
            <p:spPr>
              <a:xfrm>
                <a:off x="6988304" y="36275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88" name="矩形 2487">
                <a:extLst>
                  <a:ext uri="{FF2B5EF4-FFF2-40B4-BE49-F238E27FC236}">
                    <a16:creationId xmlns:a16="http://schemas.microsoft.com/office/drawing/2014/main" id="{57EB373D-F668-4541-BFC1-438FFE7060CB}"/>
                  </a:ext>
                </a:extLst>
              </p:cNvPr>
              <p:cNvSpPr/>
              <p:nvPr/>
            </p:nvSpPr>
            <p:spPr>
              <a:xfrm>
                <a:off x="7042173" y="36275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89" name="矩形 2488">
                <a:extLst>
                  <a:ext uri="{FF2B5EF4-FFF2-40B4-BE49-F238E27FC236}">
                    <a16:creationId xmlns:a16="http://schemas.microsoft.com/office/drawing/2014/main" id="{35FB3E45-8440-493D-AC31-CB53352BB455}"/>
                  </a:ext>
                </a:extLst>
              </p:cNvPr>
              <p:cNvSpPr/>
              <p:nvPr/>
            </p:nvSpPr>
            <p:spPr>
              <a:xfrm>
                <a:off x="6932008" y="41560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90" name="矩形 2489">
                <a:extLst>
                  <a:ext uri="{FF2B5EF4-FFF2-40B4-BE49-F238E27FC236}">
                    <a16:creationId xmlns:a16="http://schemas.microsoft.com/office/drawing/2014/main" id="{9A627F3F-680F-43B5-BD16-EBD27C6C208F}"/>
                  </a:ext>
                </a:extLst>
              </p:cNvPr>
              <p:cNvSpPr/>
              <p:nvPr/>
            </p:nvSpPr>
            <p:spPr>
              <a:xfrm>
                <a:off x="6988304" y="41560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91" name="矩形 2490">
                <a:extLst>
                  <a:ext uri="{FF2B5EF4-FFF2-40B4-BE49-F238E27FC236}">
                    <a16:creationId xmlns:a16="http://schemas.microsoft.com/office/drawing/2014/main" id="{60944DB4-B22F-4769-B07A-9E84FBAF3853}"/>
                  </a:ext>
                </a:extLst>
              </p:cNvPr>
              <p:cNvSpPr/>
              <p:nvPr/>
            </p:nvSpPr>
            <p:spPr>
              <a:xfrm>
                <a:off x="7042173" y="415609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92" name="矩形 2491">
                <a:extLst>
                  <a:ext uri="{FF2B5EF4-FFF2-40B4-BE49-F238E27FC236}">
                    <a16:creationId xmlns:a16="http://schemas.microsoft.com/office/drawing/2014/main" id="{A4D2EADC-0F2D-4439-B36E-F018FE3354AB}"/>
                  </a:ext>
                </a:extLst>
              </p:cNvPr>
              <p:cNvSpPr/>
              <p:nvPr/>
            </p:nvSpPr>
            <p:spPr>
              <a:xfrm>
                <a:off x="6932008" y="4670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93" name="矩形 2492">
                <a:extLst>
                  <a:ext uri="{FF2B5EF4-FFF2-40B4-BE49-F238E27FC236}">
                    <a16:creationId xmlns:a16="http://schemas.microsoft.com/office/drawing/2014/main" id="{66E43EB3-0040-4E69-893C-4FD02CAF37B7}"/>
                  </a:ext>
                </a:extLst>
              </p:cNvPr>
              <p:cNvSpPr/>
              <p:nvPr/>
            </p:nvSpPr>
            <p:spPr>
              <a:xfrm>
                <a:off x="6988304" y="4670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94" name="矩形 2493">
                <a:extLst>
                  <a:ext uri="{FF2B5EF4-FFF2-40B4-BE49-F238E27FC236}">
                    <a16:creationId xmlns:a16="http://schemas.microsoft.com/office/drawing/2014/main" id="{52060AC8-E13C-4EF3-86C2-028043D9B495}"/>
                  </a:ext>
                </a:extLst>
              </p:cNvPr>
              <p:cNvSpPr/>
              <p:nvPr/>
            </p:nvSpPr>
            <p:spPr>
              <a:xfrm>
                <a:off x="7042173" y="467057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95" name="矩形 2494">
                <a:extLst>
                  <a:ext uri="{FF2B5EF4-FFF2-40B4-BE49-F238E27FC236}">
                    <a16:creationId xmlns:a16="http://schemas.microsoft.com/office/drawing/2014/main" id="{20F5BE45-E428-4BB6-B5EC-D8284AE40A19}"/>
                  </a:ext>
                </a:extLst>
              </p:cNvPr>
              <p:cNvSpPr/>
              <p:nvPr/>
            </p:nvSpPr>
            <p:spPr>
              <a:xfrm>
                <a:off x="6932077" y="363074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96" name="矩形 2495">
                <a:extLst>
                  <a:ext uri="{FF2B5EF4-FFF2-40B4-BE49-F238E27FC236}">
                    <a16:creationId xmlns:a16="http://schemas.microsoft.com/office/drawing/2014/main" id="{84E1F144-9960-49D7-BEA1-8ADF1A0C9CF4}"/>
                  </a:ext>
                </a:extLst>
              </p:cNvPr>
              <p:cNvSpPr/>
              <p:nvPr/>
            </p:nvSpPr>
            <p:spPr>
              <a:xfrm>
                <a:off x="6988373" y="363074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97" name="矩形 2496">
                <a:extLst>
                  <a:ext uri="{FF2B5EF4-FFF2-40B4-BE49-F238E27FC236}">
                    <a16:creationId xmlns:a16="http://schemas.microsoft.com/office/drawing/2014/main" id="{AD0E9AD7-D120-4463-8425-48F6640719ED}"/>
                  </a:ext>
                </a:extLst>
              </p:cNvPr>
              <p:cNvSpPr/>
              <p:nvPr/>
            </p:nvSpPr>
            <p:spPr>
              <a:xfrm>
                <a:off x="7042242" y="415924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498" name="组合 2497">
              <a:extLst>
                <a:ext uri="{FF2B5EF4-FFF2-40B4-BE49-F238E27FC236}">
                  <a16:creationId xmlns:a16="http://schemas.microsoft.com/office/drawing/2014/main" id="{0D80B7FC-B97A-40A2-9879-EFBADD6A862C}"/>
                </a:ext>
              </a:extLst>
            </p:cNvPr>
            <p:cNvGrpSpPr/>
            <p:nvPr/>
          </p:nvGrpSpPr>
          <p:grpSpPr>
            <a:xfrm>
              <a:off x="9533254" y="1303121"/>
              <a:ext cx="166461" cy="160594"/>
              <a:chOff x="7220381" y="359423"/>
              <a:chExt cx="166461" cy="160594"/>
            </a:xfrm>
          </p:grpSpPr>
          <p:sp>
            <p:nvSpPr>
              <p:cNvPr id="2499" name="矩形 2498">
                <a:extLst>
                  <a:ext uri="{FF2B5EF4-FFF2-40B4-BE49-F238E27FC236}">
                    <a16:creationId xmlns:a16="http://schemas.microsoft.com/office/drawing/2014/main" id="{161F4A8D-DD75-48AE-A925-4F623D791D42}"/>
                  </a:ext>
                </a:extLst>
              </p:cNvPr>
              <p:cNvSpPr/>
              <p:nvPr/>
            </p:nvSpPr>
            <p:spPr>
              <a:xfrm>
                <a:off x="7220381" y="359423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00" name="矩形 2499">
                <a:extLst>
                  <a:ext uri="{FF2B5EF4-FFF2-40B4-BE49-F238E27FC236}">
                    <a16:creationId xmlns:a16="http://schemas.microsoft.com/office/drawing/2014/main" id="{1991B629-0193-493F-A87E-14A8C8749124}"/>
                  </a:ext>
                </a:extLst>
              </p:cNvPr>
              <p:cNvSpPr/>
              <p:nvPr/>
            </p:nvSpPr>
            <p:spPr>
              <a:xfrm>
                <a:off x="7276677" y="359423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01" name="矩形 2500">
                <a:extLst>
                  <a:ext uri="{FF2B5EF4-FFF2-40B4-BE49-F238E27FC236}">
                    <a16:creationId xmlns:a16="http://schemas.microsoft.com/office/drawing/2014/main" id="{322AD2BC-07F0-4DFF-9046-C9387A9A8C19}"/>
                  </a:ext>
                </a:extLst>
              </p:cNvPr>
              <p:cNvSpPr/>
              <p:nvPr/>
            </p:nvSpPr>
            <p:spPr>
              <a:xfrm>
                <a:off x="7330546" y="359423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02" name="矩形 2501">
                <a:extLst>
                  <a:ext uri="{FF2B5EF4-FFF2-40B4-BE49-F238E27FC236}">
                    <a16:creationId xmlns:a16="http://schemas.microsoft.com/office/drawing/2014/main" id="{CAA936B8-013C-4800-B94A-95F1846DC3ED}"/>
                  </a:ext>
                </a:extLst>
              </p:cNvPr>
              <p:cNvSpPr/>
              <p:nvPr/>
            </p:nvSpPr>
            <p:spPr>
              <a:xfrm>
                <a:off x="7220381" y="412273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03" name="矩形 2502">
                <a:extLst>
                  <a:ext uri="{FF2B5EF4-FFF2-40B4-BE49-F238E27FC236}">
                    <a16:creationId xmlns:a16="http://schemas.microsoft.com/office/drawing/2014/main" id="{54285BED-4E2C-48DD-B4A1-3F62D094D29E}"/>
                  </a:ext>
                </a:extLst>
              </p:cNvPr>
              <p:cNvSpPr/>
              <p:nvPr/>
            </p:nvSpPr>
            <p:spPr>
              <a:xfrm>
                <a:off x="7276677" y="412273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04" name="矩形 2503">
                <a:extLst>
                  <a:ext uri="{FF2B5EF4-FFF2-40B4-BE49-F238E27FC236}">
                    <a16:creationId xmlns:a16="http://schemas.microsoft.com/office/drawing/2014/main" id="{94845CC2-F026-4CF5-A21F-592DBDF18710}"/>
                  </a:ext>
                </a:extLst>
              </p:cNvPr>
              <p:cNvSpPr/>
              <p:nvPr/>
            </p:nvSpPr>
            <p:spPr>
              <a:xfrm>
                <a:off x="7330546" y="412273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05" name="矩形 2504">
                <a:extLst>
                  <a:ext uri="{FF2B5EF4-FFF2-40B4-BE49-F238E27FC236}">
                    <a16:creationId xmlns:a16="http://schemas.microsoft.com/office/drawing/2014/main" id="{82BE637A-2E7D-4053-A4B4-FEFEF867C813}"/>
                  </a:ext>
                </a:extLst>
              </p:cNvPr>
              <p:cNvSpPr/>
              <p:nvPr/>
            </p:nvSpPr>
            <p:spPr>
              <a:xfrm>
                <a:off x="7220381" y="46372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06" name="矩形 2505">
                <a:extLst>
                  <a:ext uri="{FF2B5EF4-FFF2-40B4-BE49-F238E27FC236}">
                    <a16:creationId xmlns:a16="http://schemas.microsoft.com/office/drawing/2014/main" id="{B092713A-6F04-49C7-A712-F6701E0D151B}"/>
                  </a:ext>
                </a:extLst>
              </p:cNvPr>
              <p:cNvSpPr/>
              <p:nvPr/>
            </p:nvSpPr>
            <p:spPr>
              <a:xfrm>
                <a:off x="7276677" y="46372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07" name="矩形 2506">
                <a:extLst>
                  <a:ext uri="{FF2B5EF4-FFF2-40B4-BE49-F238E27FC236}">
                    <a16:creationId xmlns:a16="http://schemas.microsoft.com/office/drawing/2014/main" id="{9485CA0D-4A0E-41F2-9AA2-5532085BA6BE}"/>
                  </a:ext>
                </a:extLst>
              </p:cNvPr>
              <p:cNvSpPr/>
              <p:nvPr/>
            </p:nvSpPr>
            <p:spPr>
              <a:xfrm>
                <a:off x="7330546" y="46372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508" name="箭头: 右 2507">
              <a:extLst>
                <a:ext uri="{FF2B5EF4-FFF2-40B4-BE49-F238E27FC236}">
                  <a16:creationId xmlns:a16="http://schemas.microsoft.com/office/drawing/2014/main" id="{FE08745A-D33C-4FB7-96C6-AFC706E7F121}"/>
                </a:ext>
              </a:extLst>
            </p:cNvPr>
            <p:cNvSpPr/>
            <p:nvPr/>
          </p:nvSpPr>
          <p:spPr>
            <a:xfrm>
              <a:off x="5975349" y="1336675"/>
              <a:ext cx="295275" cy="269875"/>
            </a:xfrm>
            <a:prstGeom prst="rightArrow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09" name="文本框 2508">
              <a:extLst>
                <a:ext uri="{FF2B5EF4-FFF2-40B4-BE49-F238E27FC236}">
                  <a16:creationId xmlns:a16="http://schemas.microsoft.com/office/drawing/2014/main" id="{DADDD414-5CEB-466F-B936-94119EBDBDB0}"/>
                </a:ext>
              </a:extLst>
            </p:cNvPr>
            <p:cNvSpPr txBox="1"/>
            <p:nvPr/>
          </p:nvSpPr>
          <p:spPr>
            <a:xfrm>
              <a:off x="7518673" y="1795779"/>
              <a:ext cx="1015727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…</a:t>
              </a:r>
              <a:endPara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10" name="文本框 2509">
              <a:extLst>
                <a:ext uri="{FF2B5EF4-FFF2-40B4-BE49-F238E27FC236}">
                  <a16:creationId xmlns:a16="http://schemas.microsoft.com/office/drawing/2014/main" id="{EF5A4C88-B6EE-401D-8B85-69A9B4BDB593}"/>
                </a:ext>
              </a:extLst>
            </p:cNvPr>
            <p:cNvSpPr txBox="1"/>
            <p:nvPr/>
          </p:nvSpPr>
          <p:spPr>
            <a:xfrm>
              <a:off x="5024437" y="2048192"/>
              <a:ext cx="88582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16×16</a:t>
              </a:r>
              <a:endParaRPr lang="zh-CN" altLang="en-US" sz="14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11" name="文本框 2510">
              <a:extLst>
                <a:ext uri="{FF2B5EF4-FFF2-40B4-BE49-F238E27FC236}">
                  <a16:creationId xmlns:a16="http://schemas.microsoft.com/office/drawing/2014/main" id="{E0FC2D2C-EC8E-479D-AEFB-0FD70EFF4FC9}"/>
                </a:ext>
              </a:extLst>
            </p:cNvPr>
            <p:cNvSpPr txBox="1"/>
            <p:nvPr/>
          </p:nvSpPr>
          <p:spPr>
            <a:xfrm>
              <a:off x="7386841" y="2048191"/>
              <a:ext cx="127939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3×3×16×16</a:t>
              </a:r>
              <a:endParaRPr lang="zh-CN" altLang="en-US" sz="14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13" name="矩形 2512">
              <a:extLst>
                <a:ext uri="{FF2B5EF4-FFF2-40B4-BE49-F238E27FC236}">
                  <a16:creationId xmlns:a16="http://schemas.microsoft.com/office/drawing/2014/main" id="{8C3806AE-0470-4EE9-8D8F-655C601D6BD7}"/>
                </a:ext>
              </a:extLst>
            </p:cNvPr>
            <p:cNvSpPr/>
            <p:nvPr/>
          </p:nvSpPr>
          <p:spPr>
            <a:xfrm>
              <a:off x="5133975" y="1098727"/>
              <a:ext cx="177800" cy="177800"/>
            </a:xfrm>
            <a:prstGeom prst="rect">
              <a:avLst/>
            </a:prstGeom>
            <a:noFill/>
            <a:ln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任意多边形: 形状 1">
              <a:extLst>
                <a:ext uri="{FF2B5EF4-FFF2-40B4-BE49-F238E27FC236}">
                  <a16:creationId xmlns:a16="http://schemas.microsoft.com/office/drawing/2014/main" id="{D493D984-1370-4729-A361-5BF849DF5A73}"/>
                </a:ext>
              </a:extLst>
            </p:cNvPr>
            <p:cNvSpPr/>
            <p:nvPr/>
          </p:nvSpPr>
          <p:spPr>
            <a:xfrm>
              <a:off x="5314950" y="1125233"/>
              <a:ext cx="1431925" cy="176517"/>
            </a:xfrm>
            <a:custGeom>
              <a:avLst/>
              <a:gdLst>
                <a:gd name="connsiteX0" fmla="*/ 1431925 w 1431925"/>
                <a:gd name="connsiteY0" fmla="*/ 176517 h 176517"/>
                <a:gd name="connsiteX1" fmla="*/ 828675 w 1431925"/>
                <a:gd name="connsiteY1" fmla="*/ 5067 h 176517"/>
                <a:gd name="connsiteX2" fmla="*/ 0 w 1431925"/>
                <a:gd name="connsiteY2" fmla="*/ 62217 h 176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31925" h="176517">
                  <a:moveTo>
                    <a:pt x="1431925" y="176517"/>
                  </a:moveTo>
                  <a:cubicBezTo>
                    <a:pt x="1249627" y="100317"/>
                    <a:pt x="1067329" y="24117"/>
                    <a:pt x="828675" y="5067"/>
                  </a:cubicBezTo>
                  <a:cubicBezTo>
                    <a:pt x="590021" y="-13983"/>
                    <a:pt x="295010" y="24117"/>
                    <a:pt x="0" y="62217"/>
                  </a:cubicBezTo>
                </a:path>
              </a:pathLst>
            </a:custGeom>
            <a:noFill/>
            <a:ln>
              <a:solidFill>
                <a:srgbClr val="D74514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6" name="矩形 1065">
              <a:extLst>
                <a:ext uri="{FF2B5EF4-FFF2-40B4-BE49-F238E27FC236}">
                  <a16:creationId xmlns:a16="http://schemas.microsoft.com/office/drawing/2014/main" id="{288C38C6-96D6-4EB0-9C54-73E07B5D0C48}"/>
                </a:ext>
              </a:extLst>
            </p:cNvPr>
            <p:cNvSpPr/>
            <p:nvPr/>
          </p:nvSpPr>
          <p:spPr>
            <a:xfrm>
              <a:off x="9296400" y="1047750"/>
              <a:ext cx="433388" cy="866775"/>
            </a:xfrm>
            <a:prstGeom prst="rect">
              <a:avLst/>
            </a:prstGeom>
            <a:noFill/>
            <a:ln>
              <a:solidFill>
                <a:srgbClr val="D74514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85F81C72-13D2-432E-9A26-6C075A6013C6}"/>
              </a:ext>
            </a:extLst>
          </p:cNvPr>
          <p:cNvGrpSpPr/>
          <p:nvPr/>
        </p:nvGrpSpPr>
        <p:grpSpPr>
          <a:xfrm>
            <a:off x="5682757" y="3179299"/>
            <a:ext cx="1420886" cy="413229"/>
            <a:chOff x="5682757" y="3179299"/>
            <a:chExt cx="1420886" cy="413229"/>
          </a:xfrm>
        </p:grpSpPr>
        <p:grpSp>
          <p:nvGrpSpPr>
            <p:cNvPr id="1067" name="组合 1066">
              <a:extLst>
                <a:ext uri="{FF2B5EF4-FFF2-40B4-BE49-F238E27FC236}">
                  <a16:creationId xmlns:a16="http://schemas.microsoft.com/office/drawing/2014/main" id="{CD94A55E-9F30-438F-BCEB-6E7199A1188D}"/>
                </a:ext>
              </a:extLst>
            </p:cNvPr>
            <p:cNvGrpSpPr/>
            <p:nvPr/>
          </p:nvGrpSpPr>
          <p:grpSpPr>
            <a:xfrm>
              <a:off x="5682757" y="3315145"/>
              <a:ext cx="166461" cy="160594"/>
              <a:chOff x="7775048" y="349558"/>
              <a:chExt cx="166461" cy="160594"/>
            </a:xfrm>
          </p:grpSpPr>
          <p:sp>
            <p:nvSpPr>
              <p:cNvPr id="1068" name="矩形 1067">
                <a:extLst>
                  <a:ext uri="{FF2B5EF4-FFF2-40B4-BE49-F238E27FC236}">
                    <a16:creationId xmlns:a16="http://schemas.microsoft.com/office/drawing/2014/main" id="{F54DCE05-84BD-4FAC-9175-A715820FE43A}"/>
                  </a:ext>
                </a:extLst>
              </p:cNvPr>
              <p:cNvSpPr/>
              <p:nvPr/>
            </p:nvSpPr>
            <p:spPr>
              <a:xfrm>
                <a:off x="7775048" y="34955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69" name="矩形 1068">
                <a:extLst>
                  <a:ext uri="{FF2B5EF4-FFF2-40B4-BE49-F238E27FC236}">
                    <a16:creationId xmlns:a16="http://schemas.microsoft.com/office/drawing/2014/main" id="{B95D32E6-5463-4D9A-91F8-01BC7F07E2A7}"/>
                  </a:ext>
                </a:extLst>
              </p:cNvPr>
              <p:cNvSpPr/>
              <p:nvPr/>
            </p:nvSpPr>
            <p:spPr>
              <a:xfrm>
                <a:off x="7831344" y="34955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70" name="矩形 1069">
                <a:extLst>
                  <a:ext uri="{FF2B5EF4-FFF2-40B4-BE49-F238E27FC236}">
                    <a16:creationId xmlns:a16="http://schemas.microsoft.com/office/drawing/2014/main" id="{4DEFC949-9617-4537-BFFB-37729F6B3970}"/>
                  </a:ext>
                </a:extLst>
              </p:cNvPr>
              <p:cNvSpPr/>
              <p:nvPr/>
            </p:nvSpPr>
            <p:spPr>
              <a:xfrm>
                <a:off x="7885213" y="34955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71" name="矩形 1070">
                <a:extLst>
                  <a:ext uri="{FF2B5EF4-FFF2-40B4-BE49-F238E27FC236}">
                    <a16:creationId xmlns:a16="http://schemas.microsoft.com/office/drawing/2014/main" id="{C6F01059-9D77-4D0A-9279-62587438F984}"/>
                  </a:ext>
                </a:extLst>
              </p:cNvPr>
              <p:cNvSpPr/>
              <p:nvPr/>
            </p:nvSpPr>
            <p:spPr>
              <a:xfrm>
                <a:off x="7775048" y="402408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72" name="矩形 1071">
                <a:extLst>
                  <a:ext uri="{FF2B5EF4-FFF2-40B4-BE49-F238E27FC236}">
                    <a16:creationId xmlns:a16="http://schemas.microsoft.com/office/drawing/2014/main" id="{658F8243-778A-4CD6-9D49-7ED4C2772A68}"/>
                  </a:ext>
                </a:extLst>
              </p:cNvPr>
              <p:cNvSpPr/>
              <p:nvPr/>
            </p:nvSpPr>
            <p:spPr>
              <a:xfrm>
                <a:off x="7831344" y="402408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73" name="矩形 1072">
                <a:extLst>
                  <a:ext uri="{FF2B5EF4-FFF2-40B4-BE49-F238E27FC236}">
                    <a16:creationId xmlns:a16="http://schemas.microsoft.com/office/drawing/2014/main" id="{BF31EF81-071E-429B-A854-33EEDE7FC964}"/>
                  </a:ext>
                </a:extLst>
              </p:cNvPr>
              <p:cNvSpPr/>
              <p:nvPr/>
            </p:nvSpPr>
            <p:spPr>
              <a:xfrm>
                <a:off x="7885213" y="40240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74" name="矩形 1073">
                <a:extLst>
                  <a:ext uri="{FF2B5EF4-FFF2-40B4-BE49-F238E27FC236}">
                    <a16:creationId xmlns:a16="http://schemas.microsoft.com/office/drawing/2014/main" id="{2C87B22B-C3D9-455B-81C1-14BD140EE153}"/>
                  </a:ext>
                </a:extLst>
              </p:cNvPr>
              <p:cNvSpPr/>
              <p:nvPr/>
            </p:nvSpPr>
            <p:spPr>
              <a:xfrm>
                <a:off x="7775048" y="4538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75" name="矩形 1074">
                <a:extLst>
                  <a:ext uri="{FF2B5EF4-FFF2-40B4-BE49-F238E27FC236}">
                    <a16:creationId xmlns:a16="http://schemas.microsoft.com/office/drawing/2014/main" id="{94E09D83-B1D8-49DF-8A91-2B3F8A653934}"/>
                  </a:ext>
                </a:extLst>
              </p:cNvPr>
              <p:cNvSpPr/>
              <p:nvPr/>
            </p:nvSpPr>
            <p:spPr>
              <a:xfrm>
                <a:off x="7831344" y="4538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76" name="矩形 1075">
                <a:extLst>
                  <a:ext uri="{FF2B5EF4-FFF2-40B4-BE49-F238E27FC236}">
                    <a16:creationId xmlns:a16="http://schemas.microsoft.com/office/drawing/2014/main" id="{8411946F-2B10-4ED3-B6C6-3DEC0A701464}"/>
                  </a:ext>
                </a:extLst>
              </p:cNvPr>
              <p:cNvSpPr/>
              <p:nvPr/>
            </p:nvSpPr>
            <p:spPr>
              <a:xfrm>
                <a:off x="7885213" y="453856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77" name="组合 1076">
              <a:extLst>
                <a:ext uri="{FF2B5EF4-FFF2-40B4-BE49-F238E27FC236}">
                  <a16:creationId xmlns:a16="http://schemas.microsoft.com/office/drawing/2014/main" id="{67D85133-D3CA-4247-88F6-98842DBAC5A2}"/>
                </a:ext>
              </a:extLst>
            </p:cNvPr>
            <p:cNvGrpSpPr/>
            <p:nvPr/>
          </p:nvGrpSpPr>
          <p:grpSpPr>
            <a:xfrm>
              <a:off x="6268243" y="3185167"/>
              <a:ext cx="166461" cy="160594"/>
              <a:chOff x="7775048" y="349558"/>
              <a:chExt cx="166461" cy="160594"/>
            </a:xfrm>
          </p:grpSpPr>
          <p:sp>
            <p:nvSpPr>
              <p:cNvPr id="1078" name="矩形 1077">
                <a:extLst>
                  <a:ext uri="{FF2B5EF4-FFF2-40B4-BE49-F238E27FC236}">
                    <a16:creationId xmlns:a16="http://schemas.microsoft.com/office/drawing/2014/main" id="{4AD071A1-937E-4AC5-BF00-90F5A1B9DD1D}"/>
                  </a:ext>
                </a:extLst>
              </p:cNvPr>
              <p:cNvSpPr/>
              <p:nvPr/>
            </p:nvSpPr>
            <p:spPr>
              <a:xfrm>
                <a:off x="7775048" y="34955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79" name="矩形 1078">
                <a:extLst>
                  <a:ext uri="{FF2B5EF4-FFF2-40B4-BE49-F238E27FC236}">
                    <a16:creationId xmlns:a16="http://schemas.microsoft.com/office/drawing/2014/main" id="{223ECA76-6BFB-41EE-B37A-F812C4EB233F}"/>
                  </a:ext>
                </a:extLst>
              </p:cNvPr>
              <p:cNvSpPr/>
              <p:nvPr/>
            </p:nvSpPr>
            <p:spPr>
              <a:xfrm>
                <a:off x="7831344" y="34955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80" name="矩形 1079">
                <a:extLst>
                  <a:ext uri="{FF2B5EF4-FFF2-40B4-BE49-F238E27FC236}">
                    <a16:creationId xmlns:a16="http://schemas.microsoft.com/office/drawing/2014/main" id="{907E9963-6594-4308-A869-072839ED7854}"/>
                  </a:ext>
                </a:extLst>
              </p:cNvPr>
              <p:cNvSpPr/>
              <p:nvPr/>
            </p:nvSpPr>
            <p:spPr>
              <a:xfrm>
                <a:off x="7885213" y="34955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81" name="矩形 1080">
                <a:extLst>
                  <a:ext uri="{FF2B5EF4-FFF2-40B4-BE49-F238E27FC236}">
                    <a16:creationId xmlns:a16="http://schemas.microsoft.com/office/drawing/2014/main" id="{5388496D-E3B4-4699-AB45-5E9E69A77C28}"/>
                  </a:ext>
                </a:extLst>
              </p:cNvPr>
              <p:cNvSpPr/>
              <p:nvPr/>
            </p:nvSpPr>
            <p:spPr>
              <a:xfrm>
                <a:off x="7775048" y="402408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82" name="矩形 1081">
                <a:extLst>
                  <a:ext uri="{FF2B5EF4-FFF2-40B4-BE49-F238E27FC236}">
                    <a16:creationId xmlns:a16="http://schemas.microsoft.com/office/drawing/2014/main" id="{D107B382-E0BA-423E-B69A-AB1FE19062C7}"/>
                  </a:ext>
                </a:extLst>
              </p:cNvPr>
              <p:cNvSpPr/>
              <p:nvPr/>
            </p:nvSpPr>
            <p:spPr>
              <a:xfrm>
                <a:off x="7831344" y="402408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83" name="矩形 1082">
                <a:extLst>
                  <a:ext uri="{FF2B5EF4-FFF2-40B4-BE49-F238E27FC236}">
                    <a16:creationId xmlns:a16="http://schemas.microsoft.com/office/drawing/2014/main" id="{68DC0470-E2D9-4C76-BB71-E27D61CE0EAF}"/>
                  </a:ext>
                </a:extLst>
              </p:cNvPr>
              <p:cNvSpPr/>
              <p:nvPr/>
            </p:nvSpPr>
            <p:spPr>
              <a:xfrm>
                <a:off x="7885213" y="40240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84" name="矩形 1083">
                <a:extLst>
                  <a:ext uri="{FF2B5EF4-FFF2-40B4-BE49-F238E27FC236}">
                    <a16:creationId xmlns:a16="http://schemas.microsoft.com/office/drawing/2014/main" id="{6F47194C-2E49-4CAA-9BEF-088D309C7A17}"/>
                  </a:ext>
                </a:extLst>
              </p:cNvPr>
              <p:cNvSpPr/>
              <p:nvPr/>
            </p:nvSpPr>
            <p:spPr>
              <a:xfrm>
                <a:off x="7775048" y="4538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85" name="矩形 1084">
                <a:extLst>
                  <a:ext uri="{FF2B5EF4-FFF2-40B4-BE49-F238E27FC236}">
                    <a16:creationId xmlns:a16="http://schemas.microsoft.com/office/drawing/2014/main" id="{7BAB439D-1CA6-454F-AFA7-431BBC8F6FDA}"/>
                  </a:ext>
                </a:extLst>
              </p:cNvPr>
              <p:cNvSpPr/>
              <p:nvPr/>
            </p:nvSpPr>
            <p:spPr>
              <a:xfrm>
                <a:off x="7831344" y="4538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86" name="矩形 1085">
                <a:extLst>
                  <a:ext uri="{FF2B5EF4-FFF2-40B4-BE49-F238E27FC236}">
                    <a16:creationId xmlns:a16="http://schemas.microsoft.com/office/drawing/2014/main" id="{069DB1AD-0D3A-43C7-B9EC-53F694B2BFE0}"/>
                  </a:ext>
                </a:extLst>
              </p:cNvPr>
              <p:cNvSpPr/>
              <p:nvPr/>
            </p:nvSpPr>
            <p:spPr>
              <a:xfrm>
                <a:off x="7885213" y="453856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87" name="组合 1086">
              <a:extLst>
                <a:ext uri="{FF2B5EF4-FFF2-40B4-BE49-F238E27FC236}">
                  <a16:creationId xmlns:a16="http://schemas.microsoft.com/office/drawing/2014/main" id="{844F2476-A563-4EBD-9DA2-1ACDEE260593}"/>
                </a:ext>
              </a:extLst>
            </p:cNvPr>
            <p:cNvGrpSpPr/>
            <p:nvPr/>
          </p:nvGrpSpPr>
          <p:grpSpPr>
            <a:xfrm rot="5400000">
              <a:off x="6492200" y="3182233"/>
              <a:ext cx="166461" cy="160594"/>
              <a:chOff x="7775048" y="349558"/>
              <a:chExt cx="166461" cy="160594"/>
            </a:xfrm>
          </p:grpSpPr>
          <p:sp>
            <p:nvSpPr>
              <p:cNvPr id="1088" name="矩形 1087">
                <a:extLst>
                  <a:ext uri="{FF2B5EF4-FFF2-40B4-BE49-F238E27FC236}">
                    <a16:creationId xmlns:a16="http://schemas.microsoft.com/office/drawing/2014/main" id="{DD5E09F4-ADB9-4DD8-93E4-1353DA7D9244}"/>
                  </a:ext>
                </a:extLst>
              </p:cNvPr>
              <p:cNvSpPr/>
              <p:nvPr/>
            </p:nvSpPr>
            <p:spPr>
              <a:xfrm>
                <a:off x="7775048" y="34955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89" name="矩形 1088">
                <a:extLst>
                  <a:ext uri="{FF2B5EF4-FFF2-40B4-BE49-F238E27FC236}">
                    <a16:creationId xmlns:a16="http://schemas.microsoft.com/office/drawing/2014/main" id="{41249279-10BF-4F91-B9A1-D94DAF451F0E}"/>
                  </a:ext>
                </a:extLst>
              </p:cNvPr>
              <p:cNvSpPr/>
              <p:nvPr/>
            </p:nvSpPr>
            <p:spPr>
              <a:xfrm>
                <a:off x="7831344" y="34955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90" name="矩形 1089">
                <a:extLst>
                  <a:ext uri="{FF2B5EF4-FFF2-40B4-BE49-F238E27FC236}">
                    <a16:creationId xmlns:a16="http://schemas.microsoft.com/office/drawing/2014/main" id="{53F0AC0E-A991-4F92-91D6-1A9A6D2933D8}"/>
                  </a:ext>
                </a:extLst>
              </p:cNvPr>
              <p:cNvSpPr/>
              <p:nvPr/>
            </p:nvSpPr>
            <p:spPr>
              <a:xfrm>
                <a:off x="7885213" y="34955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91" name="矩形 1090">
                <a:extLst>
                  <a:ext uri="{FF2B5EF4-FFF2-40B4-BE49-F238E27FC236}">
                    <a16:creationId xmlns:a16="http://schemas.microsoft.com/office/drawing/2014/main" id="{B9FF69E2-0DB0-4ED7-81C0-279E5465F3D2}"/>
                  </a:ext>
                </a:extLst>
              </p:cNvPr>
              <p:cNvSpPr/>
              <p:nvPr/>
            </p:nvSpPr>
            <p:spPr>
              <a:xfrm>
                <a:off x="7775048" y="402408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92" name="矩形 1091">
                <a:extLst>
                  <a:ext uri="{FF2B5EF4-FFF2-40B4-BE49-F238E27FC236}">
                    <a16:creationId xmlns:a16="http://schemas.microsoft.com/office/drawing/2014/main" id="{BDF0498D-5813-4AEE-98A1-1F6037A31031}"/>
                  </a:ext>
                </a:extLst>
              </p:cNvPr>
              <p:cNvSpPr/>
              <p:nvPr/>
            </p:nvSpPr>
            <p:spPr>
              <a:xfrm>
                <a:off x="7831344" y="402408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93" name="矩形 1092">
                <a:extLst>
                  <a:ext uri="{FF2B5EF4-FFF2-40B4-BE49-F238E27FC236}">
                    <a16:creationId xmlns:a16="http://schemas.microsoft.com/office/drawing/2014/main" id="{4AE000AC-6011-49BE-8161-657A85144597}"/>
                  </a:ext>
                </a:extLst>
              </p:cNvPr>
              <p:cNvSpPr/>
              <p:nvPr/>
            </p:nvSpPr>
            <p:spPr>
              <a:xfrm>
                <a:off x="7885213" y="40240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94" name="矩形 1093">
                <a:extLst>
                  <a:ext uri="{FF2B5EF4-FFF2-40B4-BE49-F238E27FC236}">
                    <a16:creationId xmlns:a16="http://schemas.microsoft.com/office/drawing/2014/main" id="{1C15B36E-B919-4D70-9D06-8680E1AB27A4}"/>
                  </a:ext>
                </a:extLst>
              </p:cNvPr>
              <p:cNvSpPr/>
              <p:nvPr/>
            </p:nvSpPr>
            <p:spPr>
              <a:xfrm>
                <a:off x="7775048" y="4538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95" name="矩形 1094">
                <a:extLst>
                  <a:ext uri="{FF2B5EF4-FFF2-40B4-BE49-F238E27FC236}">
                    <a16:creationId xmlns:a16="http://schemas.microsoft.com/office/drawing/2014/main" id="{A2BE4CA3-C2C7-4790-962C-809A11ACF78C}"/>
                  </a:ext>
                </a:extLst>
              </p:cNvPr>
              <p:cNvSpPr/>
              <p:nvPr/>
            </p:nvSpPr>
            <p:spPr>
              <a:xfrm>
                <a:off x="7831344" y="4538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96" name="矩形 1095">
                <a:extLst>
                  <a:ext uri="{FF2B5EF4-FFF2-40B4-BE49-F238E27FC236}">
                    <a16:creationId xmlns:a16="http://schemas.microsoft.com/office/drawing/2014/main" id="{0F99C896-3F01-4848-AFB2-E670C822FBAE}"/>
                  </a:ext>
                </a:extLst>
              </p:cNvPr>
              <p:cNvSpPr/>
              <p:nvPr/>
            </p:nvSpPr>
            <p:spPr>
              <a:xfrm>
                <a:off x="7885213" y="453856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97" name="组合 1096">
              <a:extLst>
                <a:ext uri="{FF2B5EF4-FFF2-40B4-BE49-F238E27FC236}">
                  <a16:creationId xmlns:a16="http://schemas.microsoft.com/office/drawing/2014/main" id="{6087058A-96FB-4CBD-95BC-AE064E6780B0}"/>
                </a:ext>
              </a:extLst>
            </p:cNvPr>
            <p:cNvGrpSpPr/>
            <p:nvPr/>
          </p:nvGrpSpPr>
          <p:grpSpPr>
            <a:xfrm rot="10800000">
              <a:off x="6716158" y="3185167"/>
              <a:ext cx="166461" cy="160594"/>
              <a:chOff x="7775048" y="349558"/>
              <a:chExt cx="166461" cy="160594"/>
            </a:xfrm>
          </p:grpSpPr>
          <p:sp>
            <p:nvSpPr>
              <p:cNvPr id="1098" name="矩形 1097">
                <a:extLst>
                  <a:ext uri="{FF2B5EF4-FFF2-40B4-BE49-F238E27FC236}">
                    <a16:creationId xmlns:a16="http://schemas.microsoft.com/office/drawing/2014/main" id="{BDBB952A-0053-4AAE-A26D-B53F25D3F6B2}"/>
                  </a:ext>
                </a:extLst>
              </p:cNvPr>
              <p:cNvSpPr/>
              <p:nvPr/>
            </p:nvSpPr>
            <p:spPr>
              <a:xfrm>
                <a:off x="7775048" y="34955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99" name="矩形 1098">
                <a:extLst>
                  <a:ext uri="{FF2B5EF4-FFF2-40B4-BE49-F238E27FC236}">
                    <a16:creationId xmlns:a16="http://schemas.microsoft.com/office/drawing/2014/main" id="{4EB3D481-76AD-444C-8392-173BD895CD24}"/>
                  </a:ext>
                </a:extLst>
              </p:cNvPr>
              <p:cNvSpPr/>
              <p:nvPr/>
            </p:nvSpPr>
            <p:spPr>
              <a:xfrm>
                <a:off x="7831344" y="34955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0" name="矩形 1099">
                <a:extLst>
                  <a:ext uri="{FF2B5EF4-FFF2-40B4-BE49-F238E27FC236}">
                    <a16:creationId xmlns:a16="http://schemas.microsoft.com/office/drawing/2014/main" id="{35EA16B8-4A6A-40F3-9477-366F9F86BF20}"/>
                  </a:ext>
                </a:extLst>
              </p:cNvPr>
              <p:cNvSpPr/>
              <p:nvPr/>
            </p:nvSpPr>
            <p:spPr>
              <a:xfrm>
                <a:off x="7885213" y="34955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1" name="矩形 1100">
                <a:extLst>
                  <a:ext uri="{FF2B5EF4-FFF2-40B4-BE49-F238E27FC236}">
                    <a16:creationId xmlns:a16="http://schemas.microsoft.com/office/drawing/2014/main" id="{3E3A9FD5-864E-4E81-B548-A8FAD42EF8F9}"/>
                  </a:ext>
                </a:extLst>
              </p:cNvPr>
              <p:cNvSpPr/>
              <p:nvPr/>
            </p:nvSpPr>
            <p:spPr>
              <a:xfrm>
                <a:off x="7775048" y="402408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2" name="矩形 1101">
                <a:extLst>
                  <a:ext uri="{FF2B5EF4-FFF2-40B4-BE49-F238E27FC236}">
                    <a16:creationId xmlns:a16="http://schemas.microsoft.com/office/drawing/2014/main" id="{817E8CFB-87BD-4698-BCB8-4C25581C4E1D}"/>
                  </a:ext>
                </a:extLst>
              </p:cNvPr>
              <p:cNvSpPr/>
              <p:nvPr/>
            </p:nvSpPr>
            <p:spPr>
              <a:xfrm>
                <a:off x="7831344" y="402408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3" name="矩形 1102">
                <a:extLst>
                  <a:ext uri="{FF2B5EF4-FFF2-40B4-BE49-F238E27FC236}">
                    <a16:creationId xmlns:a16="http://schemas.microsoft.com/office/drawing/2014/main" id="{F8AA1FD2-1145-4488-8978-702AC5CC12D6}"/>
                  </a:ext>
                </a:extLst>
              </p:cNvPr>
              <p:cNvSpPr/>
              <p:nvPr/>
            </p:nvSpPr>
            <p:spPr>
              <a:xfrm>
                <a:off x="7885213" y="40240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4" name="矩形 1103">
                <a:extLst>
                  <a:ext uri="{FF2B5EF4-FFF2-40B4-BE49-F238E27FC236}">
                    <a16:creationId xmlns:a16="http://schemas.microsoft.com/office/drawing/2014/main" id="{40BEEB76-5C52-4318-9A63-3094722B2946}"/>
                  </a:ext>
                </a:extLst>
              </p:cNvPr>
              <p:cNvSpPr/>
              <p:nvPr/>
            </p:nvSpPr>
            <p:spPr>
              <a:xfrm>
                <a:off x="7775048" y="4538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5" name="矩形 1104">
                <a:extLst>
                  <a:ext uri="{FF2B5EF4-FFF2-40B4-BE49-F238E27FC236}">
                    <a16:creationId xmlns:a16="http://schemas.microsoft.com/office/drawing/2014/main" id="{D8FB8520-A8C8-410B-BFE2-A5CC45058C72}"/>
                  </a:ext>
                </a:extLst>
              </p:cNvPr>
              <p:cNvSpPr/>
              <p:nvPr/>
            </p:nvSpPr>
            <p:spPr>
              <a:xfrm>
                <a:off x="7831344" y="4538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6" name="矩形 1105">
                <a:extLst>
                  <a:ext uri="{FF2B5EF4-FFF2-40B4-BE49-F238E27FC236}">
                    <a16:creationId xmlns:a16="http://schemas.microsoft.com/office/drawing/2014/main" id="{D309377C-E8A0-473F-943F-7C6485F02729}"/>
                  </a:ext>
                </a:extLst>
              </p:cNvPr>
              <p:cNvSpPr/>
              <p:nvPr/>
            </p:nvSpPr>
            <p:spPr>
              <a:xfrm>
                <a:off x="7885213" y="453856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107" name="组合 1106">
              <a:extLst>
                <a:ext uri="{FF2B5EF4-FFF2-40B4-BE49-F238E27FC236}">
                  <a16:creationId xmlns:a16="http://schemas.microsoft.com/office/drawing/2014/main" id="{3ADA97A9-C81D-4030-81C4-2C173AEAB9E1}"/>
                </a:ext>
              </a:extLst>
            </p:cNvPr>
            <p:cNvGrpSpPr/>
            <p:nvPr/>
          </p:nvGrpSpPr>
          <p:grpSpPr>
            <a:xfrm rot="16200000">
              <a:off x="6940115" y="3182233"/>
              <a:ext cx="166461" cy="160594"/>
              <a:chOff x="7775048" y="349558"/>
              <a:chExt cx="166461" cy="160594"/>
            </a:xfrm>
          </p:grpSpPr>
          <p:sp>
            <p:nvSpPr>
              <p:cNvPr id="1108" name="矩形 1107">
                <a:extLst>
                  <a:ext uri="{FF2B5EF4-FFF2-40B4-BE49-F238E27FC236}">
                    <a16:creationId xmlns:a16="http://schemas.microsoft.com/office/drawing/2014/main" id="{24E48F8D-A142-499B-B8FB-242ECE2D6BFC}"/>
                  </a:ext>
                </a:extLst>
              </p:cNvPr>
              <p:cNvSpPr/>
              <p:nvPr/>
            </p:nvSpPr>
            <p:spPr>
              <a:xfrm>
                <a:off x="7775048" y="34955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9" name="矩形 1108">
                <a:extLst>
                  <a:ext uri="{FF2B5EF4-FFF2-40B4-BE49-F238E27FC236}">
                    <a16:creationId xmlns:a16="http://schemas.microsoft.com/office/drawing/2014/main" id="{BB3DEF40-AB94-49D5-BA39-3E4A316F6A38}"/>
                  </a:ext>
                </a:extLst>
              </p:cNvPr>
              <p:cNvSpPr/>
              <p:nvPr/>
            </p:nvSpPr>
            <p:spPr>
              <a:xfrm>
                <a:off x="7831344" y="34955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10" name="矩形 1109">
                <a:extLst>
                  <a:ext uri="{FF2B5EF4-FFF2-40B4-BE49-F238E27FC236}">
                    <a16:creationId xmlns:a16="http://schemas.microsoft.com/office/drawing/2014/main" id="{24FE6609-4A32-44D1-8384-84C60AB91819}"/>
                  </a:ext>
                </a:extLst>
              </p:cNvPr>
              <p:cNvSpPr/>
              <p:nvPr/>
            </p:nvSpPr>
            <p:spPr>
              <a:xfrm>
                <a:off x="7885213" y="34955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11" name="矩形 1110">
                <a:extLst>
                  <a:ext uri="{FF2B5EF4-FFF2-40B4-BE49-F238E27FC236}">
                    <a16:creationId xmlns:a16="http://schemas.microsoft.com/office/drawing/2014/main" id="{C2A68222-784B-4A4D-9B09-77FC41CB5D81}"/>
                  </a:ext>
                </a:extLst>
              </p:cNvPr>
              <p:cNvSpPr/>
              <p:nvPr/>
            </p:nvSpPr>
            <p:spPr>
              <a:xfrm>
                <a:off x="7775048" y="402408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12" name="矩形 1111">
                <a:extLst>
                  <a:ext uri="{FF2B5EF4-FFF2-40B4-BE49-F238E27FC236}">
                    <a16:creationId xmlns:a16="http://schemas.microsoft.com/office/drawing/2014/main" id="{737F6A89-929D-408A-A831-C3BCB1AC92B5}"/>
                  </a:ext>
                </a:extLst>
              </p:cNvPr>
              <p:cNvSpPr/>
              <p:nvPr/>
            </p:nvSpPr>
            <p:spPr>
              <a:xfrm>
                <a:off x="7831344" y="402408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13" name="矩形 1112">
                <a:extLst>
                  <a:ext uri="{FF2B5EF4-FFF2-40B4-BE49-F238E27FC236}">
                    <a16:creationId xmlns:a16="http://schemas.microsoft.com/office/drawing/2014/main" id="{2F347F7E-4036-4D53-A652-DDFC89FC005A}"/>
                  </a:ext>
                </a:extLst>
              </p:cNvPr>
              <p:cNvSpPr/>
              <p:nvPr/>
            </p:nvSpPr>
            <p:spPr>
              <a:xfrm>
                <a:off x="7885213" y="40240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14" name="矩形 1113">
                <a:extLst>
                  <a:ext uri="{FF2B5EF4-FFF2-40B4-BE49-F238E27FC236}">
                    <a16:creationId xmlns:a16="http://schemas.microsoft.com/office/drawing/2014/main" id="{159E88F6-E1EE-49A9-95F6-4035751A5E04}"/>
                  </a:ext>
                </a:extLst>
              </p:cNvPr>
              <p:cNvSpPr/>
              <p:nvPr/>
            </p:nvSpPr>
            <p:spPr>
              <a:xfrm>
                <a:off x="7775048" y="4538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15" name="矩形 1114">
                <a:extLst>
                  <a:ext uri="{FF2B5EF4-FFF2-40B4-BE49-F238E27FC236}">
                    <a16:creationId xmlns:a16="http://schemas.microsoft.com/office/drawing/2014/main" id="{FDAFF294-68C8-49DA-BB8A-EB120AC5ABD8}"/>
                  </a:ext>
                </a:extLst>
              </p:cNvPr>
              <p:cNvSpPr/>
              <p:nvPr/>
            </p:nvSpPr>
            <p:spPr>
              <a:xfrm>
                <a:off x="7831344" y="4538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16" name="矩形 1115">
                <a:extLst>
                  <a:ext uri="{FF2B5EF4-FFF2-40B4-BE49-F238E27FC236}">
                    <a16:creationId xmlns:a16="http://schemas.microsoft.com/office/drawing/2014/main" id="{87C00925-8555-4CEA-A586-9E7714B792DC}"/>
                  </a:ext>
                </a:extLst>
              </p:cNvPr>
              <p:cNvSpPr/>
              <p:nvPr/>
            </p:nvSpPr>
            <p:spPr>
              <a:xfrm>
                <a:off x="7885213" y="453856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117" name="组合 1116">
              <a:extLst>
                <a:ext uri="{FF2B5EF4-FFF2-40B4-BE49-F238E27FC236}">
                  <a16:creationId xmlns:a16="http://schemas.microsoft.com/office/drawing/2014/main" id="{EE4B5AB4-8C26-425D-8F5C-80F26B359331}"/>
                </a:ext>
              </a:extLst>
            </p:cNvPr>
            <p:cNvGrpSpPr/>
            <p:nvPr/>
          </p:nvGrpSpPr>
          <p:grpSpPr>
            <a:xfrm>
              <a:off x="6265628" y="3431934"/>
              <a:ext cx="166461" cy="160594"/>
              <a:chOff x="7775048" y="349558"/>
              <a:chExt cx="166461" cy="160594"/>
            </a:xfrm>
          </p:grpSpPr>
          <p:sp>
            <p:nvSpPr>
              <p:cNvPr id="1118" name="矩形 1117">
                <a:extLst>
                  <a:ext uri="{FF2B5EF4-FFF2-40B4-BE49-F238E27FC236}">
                    <a16:creationId xmlns:a16="http://schemas.microsoft.com/office/drawing/2014/main" id="{4FD769E8-0E92-4C55-A218-9EADE80ACAF4}"/>
                  </a:ext>
                </a:extLst>
              </p:cNvPr>
              <p:cNvSpPr/>
              <p:nvPr/>
            </p:nvSpPr>
            <p:spPr>
              <a:xfrm>
                <a:off x="7775048" y="34955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19" name="矩形 1118">
                <a:extLst>
                  <a:ext uri="{FF2B5EF4-FFF2-40B4-BE49-F238E27FC236}">
                    <a16:creationId xmlns:a16="http://schemas.microsoft.com/office/drawing/2014/main" id="{CC76A1A4-EFF3-4FF2-8DB3-A0D24934DAD5}"/>
                  </a:ext>
                </a:extLst>
              </p:cNvPr>
              <p:cNvSpPr/>
              <p:nvPr/>
            </p:nvSpPr>
            <p:spPr>
              <a:xfrm>
                <a:off x="7831344" y="34955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20" name="矩形 1119">
                <a:extLst>
                  <a:ext uri="{FF2B5EF4-FFF2-40B4-BE49-F238E27FC236}">
                    <a16:creationId xmlns:a16="http://schemas.microsoft.com/office/drawing/2014/main" id="{E4E88E10-3419-4B0B-9F11-4CB743618596}"/>
                  </a:ext>
                </a:extLst>
              </p:cNvPr>
              <p:cNvSpPr/>
              <p:nvPr/>
            </p:nvSpPr>
            <p:spPr>
              <a:xfrm>
                <a:off x="7885213" y="34955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21" name="矩形 1120">
                <a:extLst>
                  <a:ext uri="{FF2B5EF4-FFF2-40B4-BE49-F238E27FC236}">
                    <a16:creationId xmlns:a16="http://schemas.microsoft.com/office/drawing/2014/main" id="{3B872506-2904-4933-84DC-AEBEFD807800}"/>
                  </a:ext>
                </a:extLst>
              </p:cNvPr>
              <p:cNvSpPr/>
              <p:nvPr/>
            </p:nvSpPr>
            <p:spPr>
              <a:xfrm>
                <a:off x="7775048" y="40240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22" name="矩形 1121">
                <a:extLst>
                  <a:ext uri="{FF2B5EF4-FFF2-40B4-BE49-F238E27FC236}">
                    <a16:creationId xmlns:a16="http://schemas.microsoft.com/office/drawing/2014/main" id="{18957739-AE0B-4E0D-AABC-CE707EB4D260}"/>
                  </a:ext>
                </a:extLst>
              </p:cNvPr>
              <p:cNvSpPr/>
              <p:nvPr/>
            </p:nvSpPr>
            <p:spPr>
              <a:xfrm>
                <a:off x="7831344" y="402408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23" name="矩形 1122">
                <a:extLst>
                  <a:ext uri="{FF2B5EF4-FFF2-40B4-BE49-F238E27FC236}">
                    <a16:creationId xmlns:a16="http://schemas.microsoft.com/office/drawing/2014/main" id="{7154B7B1-C1A3-4E64-94EC-8C7BAA552002}"/>
                  </a:ext>
                </a:extLst>
              </p:cNvPr>
              <p:cNvSpPr/>
              <p:nvPr/>
            </p:nvSpPr>
            <p:spPr>
              <a:xfrm>
                <a:off x="7885213" y="402408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24" name="矩形 1123">
                <a:extLst>
                  <a:ext uri="{FF2B5EF4-FFF2-40B4-BE49-F238E27FC236}">
                    <a16:creationId xmlns:a16="http://schemas.microsoft.com/office/drawing/2014/main" id="{1E67118A-C4B2-42DF-9874-F98CDB4D6AD0}"/>
                  </a:ext>
                </a:extLst>
              </p:cNvPr>
              <p:cNvSpPr/>
              <p:nvPr/>
            </p:nvSpPr>
            <p:spPr>
              <a:xfrm>
                <a:off x="7775048" y="453856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25" name="矩形 1124">
                <a:extLst>
                  <a:ext uri="{FF2B5EF4-FFF2-40B4-BE49-F238E27FC236}">
                    <a16:creationId xmlns:a16="http://schemas.microsoft.com/office/drawing/2014/main" id="{F9466F85-EFBB-4681-8104-2A729BD41066}"/>
                  </a:ext>
                </a:extLst>
              </p:cNvPr>
              <p:cNvSpPr/>
              <p:nvPr/>
            </p:nvSpPr>
            <p:spPr>
              <a:xfrm>
                <a:off x="7831344" y="4538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26" name="矩形 1125">
                <a:extLst>
                  <a:ext uri="{FF2B5EF4-FFF2-40B4-BE49-F238E27FC236}">
                    <a16:creationId xmlns:a16="http://schemas.microsoft.com/office/drawing/2014/main" id="{DE8CD37B-C59F-4B2B-8CB1-456BF4B9492D}"/>
                  </a:ext>
                </a:extLst>
              </p:cNvPr>
              <p:cNvSpPr/>
              <p:nvPr/>
            </p:nvSpPr>
            <p:spPr>
              <a:xfrm>
                <a:off x="7885213" y="4538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127" name="组合 1126">
              <a:extLst>
                <a:ext uri="{FF2B5EF4-FFF2-40B4-BE49-F238E27FC236}">
                  <a16:creationId xmlns:a16="http://schemas.microsoft.com/office/drawing/2014/main" id="{31FC7977-FA7D-47A0-9BCE-E236BFF33EB8}"/>
                </a:ext>
              </a:extLst>
            </p:cNvPr>
            <p:cNvGrpSpPr/>
            <p:nvPr/>
          </p:nvGrpSpPr>
          <p:grpSpPr>
            <a:xfrm rot="5400000">
              <a:off x="6489619" y="3429000"/>
              <a:ext cx="166461" cy="160594"/>
              <a:chOff x="7775048" y="349558"/>
              <a:chExt cx="166461" cy="160594"/>
            </a:xfrm>
          </p:grpSpPr>
          <p:sp>
            <p:nvSpPr>
              <p:cNvPr id="1128" name="矩形 1127">
                <a:extLst>
                  <a:ext uri="{FF2B5EF4-FFF2-40B4-BE49-F238E27FC236}">
                    <a16:creationId xmlns:a16="http://schemas.microsoft.com/office/drawing/2014/main" id="{EAAF3269-4789-495A-A2E2-880C84CD33F5}"/>
                  </a:ext>
                </a:extLst>
              </p:cNvPr>
              <p:cNvSpPr/>
              <p:nvPr/>
            </p:nvSpPr>
            <p:spPr>
              <a:xfrm>
                <a:off x="7775048" y="34955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29" name="矩形 1128">
                <a:extLst>
                  <a:ext uri="{FF2B5EF4-FFF2-40B4-BE49-F238E27FC236}">
                    <a16:creationId xmlns:a16="http://schemas.microsoft.com/office/drawing/2014/main" id="{F1E113C0-43FB-4444-B0EC-58CA76F7D689}"/>
                  </a:ext>
                </a:extLst>
              </p:cNvPr>
              <p:cNvSpPr/>
              <p:nvPr/>
            </p:nvSpPr>
            <p:spPr>
              <a:xfrm>
                <a:off x="7831344" y="34955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30" name="矩形 1129">
                <a:extLst>
                  <a:ext uri="{FF2B5EF4-FFF2-40B4-BE49-F238E27FC236}">
                    <a16:creationId xmlns:a16="http://schemas.microsoft.com/office/drawing/2014/main" id="{A83A6D35-9E75-4B77-A51C-81213A750402}"/>
                  </a:ext>
                </a:extLst>
              </p:cNvPr>
              <p:cNvSpPr/>
              <p:nvPr/>
            </p:nvSpPr>
            <p:spPr>
              <a:xfrm>
                <a:off x="7885213" y="34955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31" name="矩形 1130">
                <a:extLst>
                  <a:ext uri="{FF2B5EF4-FFF2-40B4-BE49-F238E27FC236}">
                    <a16:creationId xmlns:a16="http://schemas.microsoft.com/office/drawing/2014/main" id="{209999AC-1604-46FA-9697-8F756F5D6F5B}"/>
                  </a:ext>
                </a:extLst>
              </p:cNvPr>
              <p:cNvSpPr/>
              <p:nvPr/>
            </p:nvSpPr>
            <p:spPr>
              <a:xfrm>
                <a:off x="7775048" y="40240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32" name="矩形 1131">
                <a:extLst>
                  <a:ext uri="{FF2B5EF4-FFF2-40B4-BE49-F238E27FC236}">
                    <a16:creationId xmlns:a16="http://schemas.microsoft.com/office/drawing/2014/main" id="{76E83FD3-AC0B-4F72-8CA1-6566CEC1814D}"/>
                  </a:ext>
                </a:extLst>
              </p:cNvPr>
              <p:cNvSpPr/>
              <p:nvPr/>
            </p:nvSpPr>
            <p:spPr>
              <a:xfrm>
                <a:off x="7831344" y="402408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33" name="矩形 1132">
                <a:extLst>
                  <a:ext uri="{FF2B5EF4-FFF2-40B4-BE49-F238E27FC236}">
                    <a16:creationId xmlns:a16="http://schemas.microsoft.com/office/drawing/2014/main" id="{9B5FD4F5-08D6-4835-B362-09036DEF62CA}"/>
                  </a:ext>
                </a:extLst>
              </p:cNvPr>
              <p:cNvSpPr/>
              <p:nvPr/>
            </p:nvSpPr>
            <p:spPr>
              <a:xfrm>
                <a:off x="7885213" y="402408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34" name="矩形 1133">
                <a:extLst>
                  <a:ext uri="{FF2B5EF4-FFF2-40B4-BE49-F238E27FC236}">
                    <a16:creationId xmlns:a16="http://schemas.microsoft.com/office/drawing/2014/main" id="{47C99296-1BF8-4DB6-B0DB-DD26588C2382}"/>
                  </a:ext>
                </a:extLst>
              </p:cNvPr>
              <p:cNvSpPr/>
              <p:nvPr/>
            </p:nvSpPr>
            <p:spPr>
              <a:xfrm>
                <a:off x="7775048" y="453856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35" name="矩形 1134">
                <a:extLst>
                  <a:ext uri="{FF2B5EF4-FFF2-40B4-BE49-F238E27FC236}">
                    <a16:creationId xmlns:a16="http://schemas.microsoft.com/office/drawing/2014/main" id="{A9947B5C-A30D-479C-B89D-8B96F69A02B3}"/>
                  </a:ext>
                </a:extLst>
              </p:cNvPr>
              <p:cNvSpPr/>
              <p:nvPr/>
            </p:nvSpPr>
            <p:spPr>
              <a:xfrm>
                <a:off x="7831344" y="4538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36" name="矩形 1135">
                <a:extLst>
                  <a:ext uri="{FF2B5EF4-FFF2-40B4-BE49-F238E27FC236}">
                    <a16:creationId xmlns:a16="http://schemas.microsoft.com/office/drawing/2014/main" id="{F407A03D-E6B4-46FA-A095-AA59ADB1A4BF}"/>
                  </a:ext>
                </a:extLst>
              </p:cNvPr>
              <p:cNvSpPr/>
              <p:nvPr/>
            </p:nvSpPr>
            <p:spPr>
              <a:xfrm>
                <a:off x="7885213" y="4538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137" name="组合 1136">
              <a:extLst>
                <a:ext uri="{FF2B5EF4-FFF2-40B4-BE49-F238E27FC236}">
                  <a16:creationId xmlns:a16="http://schemas.microsoft.com/office/drawing/2014/main" id="{6A781239-9C29-4BC9-92DF-C1E9C104651B}"/>
                </a:ext>
              </a:extLst>
            </p:cNvPr>
            <p:cNvGrpSpPr/>
            <p:nvPr/>
          </p:nvGrpSpPr>
          <p:grpSpPr>
            <a:xfrm rot="10800000">
              <a:off x="6713611" y="3431934"/>
              <a:ext cx="166461" cy="160594"/>
              <a:chOff x="7775048" y="349558"/>
              <a:chExt cx="166461" cy="160594"/>
            </a:xfrm>
          </p:grpSpPr>
          <p:sp>
            <p:nvSpPr>
              <p:cNvPr id="1138" name="矩形 1137">
                <a:extLst>
                  <a:ext uri="{FF2B5EF4-FFF2-40B4-BE49-F238E27FC236}">
                    <a16:creationId xmlns:a16="http://schemas.microsoft.com/office/drawing/2014/main" id="{1FCDE551-9B69-47A4-84D8-463B9EF3AA82}"/>
                  </a:ext>
                </a:extLst>
              </p:cNvPr>
              <p:cNvSpPr/>
              <p:nvPr/>
            </p:nvSpPr>
            <p:spPr>
              <a:xfrm>
                <a:off x="7775048" y="34955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39" name="矩形 1138">
                <a:extLst>
                  <a:ext uri="{FF2B5EF4-FFF2-40B4-BE49-F238E27FC236}">
                    <a16:creationId xmlns:a16="http://schemas.microsoft.com/office/drawing/2014/main" id="{5E238B08-4044-43C4-8E23-40A19AFDE1CE}"/>
                  </a:ext>
                </a:extLst>
              </p:cNvPr>
              <p:cNvSpPr/>
              <p:nvPr/>
            </p:nvSpPr>
            <p:spPr>
              <a:xfrm>
                <a:off x="7831344" y="34955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40" name="矩形 1139">
                <a:extLst>
                  <a:ext uri="{FF2B5EF4-FFF2-40B4-BE49-F238E27FC236}">
                    <a16:creationId xmlns:a16="http://schemas.microsoft.com/office/drawing/2014/main" id="{A6974071-F4E0-4C56-8117-CE94A554E4C4}"/>
                  </a:ext>
                </a:extLst>
              </p:cNvPr>
              <p:cNvSpPr/>
              <p:nvPr/>
            </p:nvSpPr>
            <p:spPr>
              <a:xfrm>
                <a:off x="7885213" y="34955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41" name="矩形 1140">
                <a:extLst>
                  <a:ext uri="{FF2B5EF4-FFF2-40B4-BE49-F238E27FC236}">
                    <a16:creationId xmlns:a16="http://schemas.microsoft.com/office/drawing/2014/main" id="{CE338BC5-C7A0-4357-B9E0-86BFDAD7C9E5}"/>
                  </a:ext>
                </a:extLst>
              </p:cNvPr>
              <p:cNvSpPr/>
              <p:nvPr/>
            </p:nvSpPr>
            <p:spPr>
              <a:xfrm>
                <a:off x="7775048" y="40240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42" name="矩形 1141">
                <a:extLst>
                  <a:ext uri="{FF2B5EF4-FFF2-40B4-BE49-F238E27FC236}">
                    <a16:creationId xmlns:a16="http://schemas.microsoft.com/office/drawing/2014/main" id="{5F10C24B-2B27-46C8-A71E-7DAD034EA9FE}"/>
                  </a:ext>
                </a:extLst>
              </p:cNvPr>
              <p:cNvSpPr/>
              <p:nvPr/>
            </p:nvSpPr>
            <p:spPr>
              <a:xfrm>
                <a:off x="7831344" y="402408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43" name="矩形 1142">
                <a:extLst>
                  <a:ext uri="{FF2B5EF4-FFF2-40B4-BE49-F238E27FC236}">
                    <a16:creationId xmlns:a16="http://schemas.microsoft.com/office/drawing/2014/main" id="{854C29B2-072F-4227-999B-BA7FF5140159}"/>
                  </a:ext>
                </a:extLst>
              </p:cNvPr>
              <p:cNvSpPr/>
              <p:nvPr/>
            </p:nvSpPr>
            <p:spPr>
              <a:xfrm>
                <a:off x="7885213" y="402408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44" name="矩形 1143">
                <a:extLst>
                  <a:ext uri="{FF2B5EF4-FFF2-40B4-BE49-F238E27FC236}">
                    <a16:creationId xmlns:a16="http://schemas.microsoft.com/office/drawing/2014/main" id="{B4A69734-BAA9-44B9-AF31-2F5A96321BB9}"/>
                  </a:ext>
                </a:extLst>
              </p:cNvPr>
              <p:cNvSpPr/>
              <p:nvPr/>
            </p:nvSpPr>
            <p:spPr>
              <a:xfrm>
                <a:off x="7775048" y="453856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45" name="矩形 1144">
                <a:extLst>
                  <a:ext uri="{FF2B5EF4-FFF2-40B4-BE49-F238E27FC236}">
                    <a16:creationId xmlns:a16="http://schemas.microsoft.com/office/drawing/2014/main" id="{82D7969B-35F9-4520-97B9-FDA32B0625E0}"/>
                  </a:ext>
                </a:extLst>
              </p:cNvPr>
              <p:cNvSpPr/>
              <p:nvPr/>
            </p:nvSpPr>
            <p:spPr>
              <a:xfrm>
                <a:off x="7831344" y="4538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46" name="矩形 1145">
                <a:extLst>
                  <a:ext uri="{FF2B5EF4-FFF2-40B4-BE49-F238E27FC236}">
                    <a16:creationId xmlns:a16="http://schemas.microsoft.com/office/drawing/2014/main" id="{2A888BE7-8FFC-473E-85C5-AFB99ED1C6A8}"/>
                  </a:ext>
                </a:extLst>
              </p:cNvPr>
              <p:cNvSpPr/>
              <p:nvPr/>
            </p:nvSpPr>
            <p:spPr>
              <a:xfrm>
                <a:off x="7885213" y="4538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147" name="组合 1146">
              <a:extLst>
                <a:ext uri="{FF2B5EF4-FFF2-40B4-BE49-F238E27FC236}">
                  <a16:creationId xmlns:a16="http://schemas.microsoft.com/office/drawing/2014/main" id="{BA523583-78E1-4035-914C-F8CF5AA45270}"/>
                </a:ext>
              </a:extLst>
            </p:cNvPr>
            <p:cNvGrpSpPr/>
            <p:nvPr/>
          </p:nvGrpSpPr>
          <p:grpSpPr>
            <a:xfrm rot="16200000">
              <a:off x="6937601" y="3429000"/>
              <a:ext cx="166461" cy="160594"/>
              <a:chOff x="7775048" y="349558"/>
              <a:chExt cx="166461" cy="160594"/>
            </a:xfrm>
          </p:grpSpPr>
          <p:sp>
            <p:nvSpPr>
              <p:cNvPr id="1148" name="矩形 1147">
                <a:extLst>
                  <a:ext uri="{FF2B5EF4-FFF2-40B4-BE49-F238E27FC236}">
                    <a16:creationId xmlns:a16="http://schemas.microsoft.com/office/drawing/2014/main" id="{7883B353-4582-455F-949A-207D216A6FAE}"/>
                  </a:ext>
                </a:extLst>
              </p:cNvPr>
              <p:cNvSpPr/>
              <p:nvPr/>
            </p:nvSpPr>
            <p:spPr>
              <a:xfrm>
                <a:off x="7775048" y="34955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49" name="矩形 1148">
                <a:extLst>
                  <a:ext uri="{FF2B5EF4-FFF2-40B4-BE49-F238E27FC236}">
                    <a16:creationId xmlns:a16="http://schemas.microsoft.com/office/drawing/2014/main" id="{909A0133-22CC-4040-98EB-E7502849CF18}"/>
                  </a:ext>
                </a:extLst>
              </p:cNvPr>
              <p:cNvSpPr/>
              <p:nvPr/>
            </p:nvSpPr>
            <p:spPr>
              <a:xfrm>
                <a:off x="7831344" y="34955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50" name="矩形 1149">
                <a:extLst>
                  <a:ext uri="{FF2B5EF4-FFF2-40B4-BE49-F238E27FC236}">
                    <a16:creationId xmlns:a16="http://schemas.microsoft.com/office/drawing/2014/main" id="{0D9A6AF2-7C95-4C81-92DD-27C148B07805}"/>
                  </a:ext>
                </a:extLst>
              </p:cNvPr>
              <p:cNvSpPr/>
              <p:nvPr/>
            </p:nvSpPr>
            <p:spPr>
              <a:xfrm>
                <a:off x="7885213" y="34955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51" name="矩形 1150">
                <a:extLst>
                  <a:ext uri="{FF2B5EF4-FFF2-40B4-BE49-F238E27FC236}">
                    <a16:creationId xmlns:a16="http://schemas.microsoft.com/office/drawing/2014/main" id="{F7D0EA8A-4BB3-457B-B568-BC5187C8451A}"/>
                  </a:ext>
                </a:extLst>
              </p:cNvPr>
              <p:cNvSpPr/>
              <p:nvPr/>
            </p:nvSpPr>
            <p:spPr>
              <a:xfrm>
                <a:off x="7775048" y="402408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52" name="矩形 1151">
                <a:extLst>
                  <a:ext uri="{FF2B5EF4-FFF2-40B4-BE49-F238E27FC236}">
                    <a16:creationId xmlns:a16="http://schemas.microsoft.com/office/drawing/2014/main" id="{084550C6-DED7-49BE-87C0-8A6630E46E0B}"/>
                  </a:ext>
                </a:extLst>
              </p:cNvPr>
              <p:cNvSpPr/>
              <p:nvPr/>
            </p:nvSpPr>
            <p:spPr>
              <a:xfrm>
                <a:off x="7831344" y="402408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53" name="矩形 1152">
                <a:extLst>
                  <a:ext uri="{FF2B5EF4-FFF2-40B4-BE49-F238E27FC236}">
                    <a16:creationId xmlns:a16="http://schemas.microsoft.com/office/drawing/2014/main" id="{4E963BA4-F733-4C1B-84D1-C5A5606092D0}"/>
                  </a:ext>
                </a:extLst>
              </p:cNvPr>
              <p:cNvSpPr/>
              <p:nvPr/>
            </p:nvSpPr>
            <p:spPr>
              <a:xfrm>
                <a:off x="7885213" y="402408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54" name="矩形 1153">
                <a:extLst>
                  <a:ext uri="{FF2B5EF4-FFF2-40B4-BE49-F238E27FC236}">
                    <a16:creationId xmlns:a16="http://schemas.microsoft.com/office/drawing/2014/main" id="{D5530E60-37AB-41F8-B2C1-DD5472966CA3}"/>
                  </a:ext>
                </a:extLst>
              </p:cNvPr>
              <p:cNvSpPr/>
              <p:nvPr/>
            </p:nvSpPr>
            <p:spPr>
              <a:xfrm>
                <a:off x="7775048" y="453856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55" name="矩形 1154">
                <a:extLst>
                  <a:ext uri="{FF2B5EF4-FFF2-40B4-BE49-F238E27FC236}">
                    <a16:creationId xmlns:a16="http://schemas.microsoft.com/office/drawing/2014/main" id="{D50E59EE-94BC-487D-889F-56A6F4D8FAAD}"/>
                  </a:ext>
                </a:extLst>
              </p:cNvPr>
              <p:cNvSpPr/>
              <p:nvPr/>
            </p:nvSpPr>
            <p:spPr>
              <a:xfrm>
                <a:off x="7831344" y="4538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56" name="矩形 1155">
                <a:extLst>
                  <a:ext uri="{FF2B5EF4-FFF2-40B4-BE49-F238E27FC236}">
                    <a16:creationId xmlns:a16="http://schemas.microsoft.com/office/drawing/2014/main" id="{BCBE324F-9BFE-48FF-A60A-5A805E721EF1}"/>
                  </a:ext>
                </a:extLst>
              </p:cNvPr>
              <p:cNvSpPr/>
              <p:nvPr/>
            </p:nvSpPr>
            <p:spPr>
              <a:xfrm>
                <a:off x="7885213" y="4538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157" name="箭头: 右 1156">
              <a:extLst>
                <a:ext uri="{FF2B5EF4-FFF2-40B4-BE49-F238E27FC236}">
                  <a16:creationId xmlns:a16="http://schemas.microsoft.com/office/drawing/2014/main" id="{28288295-CB1F-4172-9419-410D039B9FC6}"/>
                </a:ext>
              </a:extLst>
            </p:cNvPr>
            <p:cNvSpPr/>
            <p:nvPr/>
          </p:nvSpPr>
          <p:spPr>
            <a:xfrm>
              <a:off x="5933588" y="3256081"/>
              <a:ext cx="295275" cy="269875"/>
            </a:xfrm>
            <a:prstGeom prst="rightArrow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FD688585-F428-4077-A8E9-3FF4883DDECB}"/>
              </a:ext>
            </a:extLst>
          </p:cNvPr>
          <p:cNvGrpSpPr/>
          <p:nvPr/>
        </p:nvGrpSpPr>
        <p:grpSpPr>
          <a:xfrm>
            <a:off x="6012769" y="4204574"/>
            <a:ext cx="678920" cy="180504"/>
            <a:chOff x="6012769" y="4204574"/>
            <a:chExt cx="678920" cy="180504"/>
          </a:xfrm>
        </p:grpSpPr>
        <p:grpSp>
          <p:nvGrpSpPr>
            <p:cNvPr id="1158" name="组合 1157">
              <a:extLst>
                <a:ext uri="{FF2B5EF4-FFF2-40B4-BE49-F238E27FC236}">
                  <a16:creationId xmlns:a16="http://schemas.microsoft.com/office/drawing/2014/main" id="{2C500A4E-63CC-47C2-9C07-B181EBCF3FFB}"/>
                </a:ext>
              </a:extLst>
            </p:cNvPr>
            <p:cNvGrpSpPr/>
            <p:nvPr/>
          </p:nvGrpSpPr>
          <p:grpSpPr>
            <a:xfrm>
              <a:off x="6012769" y="4214147"/>
              <a:ext cx="166461" cy="160594"/>
              <a:chOff x="7220381" y="359423"/>
              <a:chExt cx="166461" cy="160594"/>
            </a:xfrm>
          </p:grpSpPr>
          <p:sp>
            <p:nvSpPr>
              <p:cNvPr id="1159" name="矩形 1158">
                <a:extLst>
                  <a:ext uri="{FF2B5EF4-FFF2-40B4-BE49-F238E27FC236}">
                    <a16:creationId xmlns:a16="http://schemas.microsoft.com/office/drawing/2014/main" id="{9546E38F-1EA1-43B8-A34E-D974C89DB8A7}"/>
                  </a:ext>
                </a:extLst>
              </p:cNvPr>
              <p:cNvSpPr/>
              <p:nvPr/>
            </p:nvSpPr>
            <p:spPr>
              <a:xfrm>
                <a:off x="7220381" y="359423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60" name="矩形 1159">
                <a:extLst>
                  <a:ext uri="{FF2B5EF4-FFF2-40B4-BE49-F238E27FC236}">
                    <a16:creationId xmlns:a16="http://schemas.microsoft.com/office/drawing/2014/main" id="{8845C28C-A408-449B-A4AE-BB11C64364A5}"/>
                  </a:ext>
                </a:extLst>
              </p:cNvPr>
              <p:cNvSpPr/>
              <p:nvPr/>
            </p:nvSpPr>
            <p:spPr>
              <a:xfrm>
                <a:off x="7276677" y="359423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61" name="矩形 1160">
                <a:extLst>
                  <a:ext uri="{FF2B5EF4-FFF2-40B4-BE49-F238E27FC236}">
                    <a16:creationId xmlns:a16="http://schemas.microsoft.com/office/drawing/2014/main" id="{49BE5B6B-AF0B-4009-A15B-2F726C6D8CC0}"/>
                  </a:ext>
                </a:extLst>
              </p:cNvPr>
              <p:cNvSpPr/>
              <p:nvPr/>
            </p:nvSpPr>
            <p:spPr>
              <a:xfrm>
                <a:off x="7330546" y="359423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62" name="矩形 1161">
                <a:extLst>
                  <a:ext uri="{FF2B5EF4-FFF2-40B4-BE49-F238E27FC236}">
                    <a16:creationId xmlns:a16="http://schemas.microsoft.com/office/drawing/2014/main" id="{8D80DDA9-FE74-4D03-8D3B-D95F4FB79891}"/>
                  </a:ext>
                </a:extLst>
              </p:cNvPr>
              <p:cNvSpPr/>
              <p:nvPr/>
            </p:nvSpPr>
            <p:spPr>
              <a:xfrm>
                <a:off x="7220381" y="412273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63" name="矩形 1162">
                <a:extLst>
                  <a:ext uri="{FF2B5EF4-FFF2-40B4-BE49-F238E27FC236}">
                    <a16:creationId xmlns:a16="http://schemas.microsoft.com/office/drawing/2014/main" id="{04954FAE-D2C4-4FC3-A0EB-9B53F2E17F79}"/>
                  </a:ext>
                </a:extLst>
              </p:cNvPr>
              <p:cNvSpPr/>
              <p:nvPr/>
            </p:nvSpPr>
            <p:spPr>
              <a:xfrm>
                <a:off x="7276677" y="412273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64" name="矩形 1163">
                <a:extLst>
                  <a:ext uri="{FF2B5EF4-FFF2-40B4-BE49-F238E27FC236}">
                    <a16:creationId xmlns:a16="http://schemas.microsoft.com/office/drawing/2014/main" id="{A84875DF-3318-4451-9BCB-3DF53DE69B0F}"/>
                  </a:ext>
                </a:extLst>
              </p:cNvPr>
              <p:cNvSpPr/>
              <p:nvPr/>
            </p:nvSpPr>
            <p:spPr>
              <a:xfrm>
                <a:off x="7330546" y="412273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65" name="矩形 1164">
                <a:extLst>
                  <a:ext uri="{FF2B5EF4-FFF2-40B4-BE49-F238E27FC236}">
                    <a16:creationId xmlns:a16="http://schemas.microsoft.com/office/drawing/2014/main" id="{DB5786BD-6A8B-4E20-A453-AE212303BA2D}"/>
                  </a:ext>
                </a:extLst>
              </p:cNvPr>
              <p:cNvSpPr/>
              <p:nvPr/>
            </p:nvSpPr>
            <p:spPr>
              <a:xfrm>
                <a:off x="7220381" y="46372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66" name="矩形 1165">
                <a:extLst>
                  <a:ext uri="{FF2B5EF4-FFF2-40B4-BE49-F238E27FC236}">
                    <a16:creationId xmlns:a16="http://schemas.microsoft.com/office/drawing/2014/main" id="{F69902BA-1618-4958-8959-1DF1E5274DD5}"/>
                  </a:ext>
                </a:extLst>
              </p:cNvPr>
              <p:cNvSpPr/>
              <p:nvPr/>
            </p:nvSpPr>
            <p:spPr>
              <a:xfrm>
                <a:off x="7276677" y="46372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67" name="矩形 1166">
                <a:extLst>
                  <a:ext uri="{FF2B5EF4-FFF2-40B4-BE49-F238E27FC236}">
                    <a16:creationId xmlns:a16="http://schemas.microsoft.com/office/drawing/2014/main" id="{F9AEAC4A-D054-4BBF-9DDC-4744B4C3AE83}"/>
                  </a:ext>
                </a:extLst>
              </p:cNvPr>
              <p:cNvSpPr/>
              <p:nvPr/>
            </p:nvSpPr>
            <p:spPr>
              <a:xfrm>
                <a:off x="7330546" y="463721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168" name="组合 1167">
              <a:extLst>
                <a:ext uri="{FF2B5EF4-FFF2-40B4-BE49-F238E27FC236}">
                  <a16:creationId xmlns:a16="http://schemas.microsoft.com/office/drawing/2014/main" id="{23E30F0C-F276-4DBB-ADBA-AC9731897770}"/>
                </a:ext>
              </a:extLst>
            </p:cNvPr>
            <p:cNvGrpSpPr/>
            <p:nvPr/>
          </p:nvGrpSpPr>
          <p:grpSpPr>
            <a:xfrm>
              <a:off x="6525228" y="4218907"/>
              <a:ext cx="166461" cy="160594"/>
              <a:chOff x="10083770" y="849706"/>
              <a:chExt cx="166461" cy="160594"/>
            </a:xfrm>
          </p:grpSpPr>
          <p:sp>
            <p:nvSpPr>
              <p:cNvPr id="1169" name="矩形 1168">
                <a:extLst>
                  <a:ext uri="{FF2B5EF4-FFF2-40B4-BE49-F238E27FC236}">
                    <a16:creationId xmlns:a16="http://schemas.microsoft.com/office/drawing/2014/main" id="{F42F9292-8660-4EAC-81B7-21B616F22269}"/>
                  </a:ext>
                </a:extLst>
              </p:cNvPr>
              <p:cNvSpPr/>
              <p:nvPr/>
            </p:nvSpPr>
            <p:spPr>
              <a:xfrm>
                <a:off x="10083770" y="8497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70" name="矩形 1169">
                <a:extLst>
                  <a:ext uri="{FF2B5EF4-FFF2-40B4-BE49-F238E27FC236}">
                    <a16:creationId xmlns:a16="http://schemas.microsoft.com/office/drawing/2014/main" id="{59C26B64-CD8F-42C8-9018-6F990AB9C057}"/>
                  </a:ext>
                </a:extLst>
              </p:cNvPr>
              <p:cNvSpPr/>
              <p:nvPr/>
            </p:nvSpPr>
            <p:spPr>
              <a:xfrm>
                <a:off x="10140066" y="8497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71" name="矩形 1170">
                <a:extLst>
                  <a:ext uri="{FF2B5EF4-FFF2-40B4-BE49-F238E27FC236}">
                    <a16:creationId xmlns:a16="http://schemas.microsoft.com/office/drawing/2014/main" id="{5FCFDC53-7570-4BB7-BB58-9DA9A2D0459E}"/>
                  </a:ext>
                </a:extLst>
              </p:cNvPr>
              <p:cNvSpPr/>
              <p:nvPr/>
            </p:nvSpPr>
            <p:spPr>
              <a:xfrm>
                <a:off x="10193935" y="84970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72" name="矩形 1171">
                <a:extLst>
                  <a:ext uri="{FF2B5EF4-FFF2-40B4-BE49-F238E27FC236}">
                    <a16:creationId xmlns:a16="http://schemas.microsoft.com/office/drawing/2014/main" id="{5D4AFB33-1B93-456A-A6A8-DD09219E8753}"/>
                  </a:ext>
                </a:extLst>
              </p:cNvPr>
              <p:cNvSpPr/>
              <p:nvPr/>
            </p:nvSpPr>
            <p:spPr>
              <a:xfrm>
                <a:off x="10083770" y="902556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73" name="矩形 1172">
                <a:extLst>
                  <a:ext uri="{FF2B5EF4-FFF2-40B4-BE49-F238E27FC236}">
                    <a16:creationId xmlns:a16="http://schemas.microsoft.com/office/drawing/2014/main" id="{C5EDC63C-7AE1-455A-9A37-F115E0629DAB}"/>
                  </a:ext>
                </a:extLst>
              </p:cNvPr>
              <p:cNvSpPr/>
              <p:nvPr/>
            </p:nvSpPr>
            <p:spPr>
              <a:xfrm>
                <a:off x="10140066" y="902556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74" name="矩形 1173">
                <a:extLst>
                  <a:ext uri="{FF2B5EF4-FFF2-40B4-BE49-F238E27FC236}">
                    <a16:creationId xmlns:a16="http://schemas.microsoft.com/office/drawing/2014/main" id="{4E4FD677-939F-43F2-A5AE-4DBD5CCA714D}"/>
                  </a:ext>
                </a:extLst>
              </p:cNvPr>
              <p:cNvSpPr/>
              <p:nvPr/>
            </p:nvSpPr>
            <p:spPr>
              <a:xfrm>
                <a:off x="10193935" y="902556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75" name="矩形 1174">
                <a:extLst>
                  <a:ext uri="{FF2B5EF4-FFF2-40B4-BE49-F238E27FC236}">
                    <a16:creationId xmlns:a16="http://schemas.microsoft.com/office/drawing/2014/main" id="{578F2C35-5F93-4F57-B79D-5D49BD96DB95}"/>
                  </a:ext>
                </a:extLst>
              </p:cNvPr>
              <p:cNvSpPr/>
              <p:nvPr/>
            </p:nvSpPr>
            <p:spPr>
              <a:xfrm>
                <a:off x="10083770" y="9540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76" name="矩形 1175">
                <a:extLst>
                  <a:ext uri="{FF2B5EF4-FFF2-40B4-BE49-F238E27FC236}">
                    <a16:creationId xmlns:a16="http://schemas.microsoft.com/office/drawing/2014/main" id="{CA260E49-179E-441A-946A-AD4E3C20F332}"/>
                  </a:ext>
                </a:extLst>
              </p:cNvPr>
              <p:cNvSpPr/>
              <p:nvPr/>
            </p:nvSpPr>
            <p:spPr>
              <a:xfrm>
                <a:off x="10140066" y="954004"/>
                <a:ext cx="56296" cy="562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77" name="矩形 1176">
                <a:extLst>
                  <a:ext uri="{FF2B5EF4-FFF2-40B4-BE49-F238E27FC236}">
                    <a16:creationId xmlns:a16="http://schemas.microsoft.com/office/drawing/2014/main" id="{9048F240-1CE2-4DBB-BA5B-43AF3E0784B6}"/>
                  </a:ext>
                </a:extLst>
              </p:cNvPr>
              <p:cNvSpPr/>
              <p:nvPr/>
            </p:nvSpPr>
            <p:spPr>
              <a:xfrm>
                <a:off x="10193935" y="954004"/>
                <a:ext cx="56296" cy="5629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178" name="矩形 1177">
              <a:extLst>
                <a:ext uri="{FF2B5EF4-FFF2-40B4-BE49-F238E27FC236}">
                  <a16:creationId xmlns:a16="http://schemas.microsoft.com/office/drawing/2014/main" id="{167617F9-1BD4-4705-8ABE-1504D96A4667}"/>
                </a:ext>
              </a:extLst>
            </p:cNvPr>
            <p:cNvSpPr/>
            <p:nvPr/>
          </p:nvSpPr>
          <p:spPr>
            <a:xfrm>
              <a:off x="6120553" y="4204574"/>
              <a:ext cx="66134" cy="177800"/>
            </a:xfrm>
            <a:prstGeom prst="rect">
              <a:avLst/>
            </a:prstGeom>
            <a:noFill/>
            <a:ln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9" name="矩形 1178">
              <a:extLst>
                <a:ext uri="{FF2B5EF4-FFF2-40B4-BE49-F238E27FC236}">
                  <a16:creationId xmlns:a16="http://schemas.microsoft.com/office/drawing/2014/main" id="{F6C11CE6-AD18-4E17-9262-DFD68A8742B3}"/>
                </a:ext>
              </a:extLst>
            </p:cNvPr>
            <p:cNvSpPr/>
            <p:nvPr/>
          </p:nvSpPr>
          <p:spPr>
            <a:xfrm>
              <a:off x="6513931" y="4207278"/>
              <a:ext cx="66134" cy="177800"/>
            </a:xfrm>
            <a:prstGeom prst="rect">
              <a:avLst/>
            </a:prstGeom>
            <a:noFill/>
            <a:ln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8F6E570B-8E21-487E-880C-67A95858B0A8}"/>
                </a:ext>
              </a:extLst>
            </p:cNvPr>
            <p:cNvSpPr/>
            <p:nvPr/>
          </p:nvSpPr>
          <p:spPr>
            <a:xfrm>
              <a:off x="6188869" y="4274344"/>
              <a:ext cx="326231" cy="35719"/>
            </a:xfrm>
            <a:custGeom>
              <a:avLst/>
              <a:gdLst>
                <a:gd name="connsiteX0" fmla="*/ 326231 w 326231"/>
                <a:gd name="connsiteY0" fmla="*/ 35719 h 35719"/>
                <a:gd name="connsiteX1" fmla="*/ 154781 w 326231"/>
                <a:gd name="connsiteY1" fmla="*/ 0 h 35719"/>
                <a:gd name="connsiteX2" fmla="*/ 0 w 326231"/>
                <a:gd name="connsiteY2" fmla="*/ 35719 h 35719"/>
                <a:gd name="connsiteX3" fmla="*/ 0 w 326231"/>
                <a:gd name="connsiteY3" fmla="*/ 35719 h 35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6231" h="35719">
                  <a:moveTo>
                    <a:pt x="326231" y="35719"/>
                  </a:moveTo>
                  <a:cubicBezTo>
                    <a:pt x="267692" y="17859"/>
                    <a:pt x="209153" y="0"/>
                    <a:pt x="154781" y="0"/>
                  </a:cubicBezTo>
                  <a:cubicBezTo>
                    <a:pt x="100409" y="0"/>
                    <a:pt x="0" y="35719"/>
                    <a:pt x="0" y="35719"/>
                  </a:cubicBezTo>
                  <a:lnTo>
                    <a:pt x="0" y="35719"/>
                  </a:lnTo>
                </a:path>
              </a:pathLst>
            </a:custGeom>
            <a:noFill/>
            <a:ln>
              <a:solidFill>
                <a:srgbClr val="D74514"/>
              </a:solidFill>
              <a:headEnd type="triangl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3828506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组合 99">
            <a:extLst>
              <a:ext uri="{FF2B5EF4-FFF2-40B4-BE49-F238E27FC236}">
                <a16:creationId xmlns:a16="http://schemas.microsoft.com/office/drawing/2014/main" id="{B4BF060C-7E56-4121-87F7-08D288A06BD3}"/>
              </a:ext>
            </a:extLst>
          </p:cNvPr>
          <p:cNvGrpSpPr/>
          <p:nvPr/>
        </p:nvGrpSpPr>
        <p:grpSpPr>
          <a:xfrm>
            <a:off x="426720" y="542280"/>
            <a:ext cx="3741420" cy="4029720"/>
            <a:chOff x="426720" y="542280"/>
            <a:chExt cx="3741420" cy="4029720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BDA08DC7-888B-4283-9894-F927A90EE1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6720" y="830580"/>
              <a:ext cx="3741420" cy="3741420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B3C72602-A70F-475D-96EE-6CD607C232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6720" y="542280"/>
              <a:ext cx="177841" cy="177841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8DC139FC-53F9-461E-94C4-5F27AAB3AF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0841" y="542280"/>
              <a:ext cx="177841" cy="177841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D4A4D486-ECEB-4361-8C90-A5E39012890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962" y="542280"/>
              <a:ext cx="177841" cy="177841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8225A94C-3B6C-4364-9163-C726A801CA4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49083" y="542280"/>
              <a:ext cx="177841" cy="177841"/>
            </a:xfrm>
            <a:prstGeom prst="rect">
              <a:avLst/>
            </a:prstGeom>
          </p:spPr>
        </p:pic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4005F12E-C957-4F09-A622-E269556CED2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3204" y="542280"/>
              <a:ext cx="177841" cy="177841"/>
            </a:xfrm>
            <a:prstGeom prst="rect">
              <a:avLst/>
            </a:prstGeom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2A8281AE-BB46-4D2D-91B1-D55D86E216C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97325" y="542280"/>
              <a:ext cx="177841" cy="177841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228271B6-D0C0-405D-9D1F-CFC736A1F08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71446" y="542280"/>
              <a:ext cx="177841" cy="177841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935AB876-D1A3-4701-A33B-686EB17982A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45567" y="542280"/>
              <a:ext cx="177841" cy="177841"/>
            </a:xfrm>
            <a:prstGeom prst="rect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B9331BD8-D18D-4727-9775-0BC1DC9A47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19688" y="542280"/>
              <a:ext cx="177841" cy="177841"/>
            </a:xfrm>
            <a:prstGeom prst="rect">
              <a:avLst/>
            </a:prstGeom>
          </p:spPr>
        </p:pic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5D4F829D-A567-4422-B966-E42638D46C7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93809" y="542280"/>
              <a:ext cx="177841" cy="177841"/>
            </a:xfrm>
            <a:prstGeom prst="rect">
              <a:avLst/>
            </a:prstGeom>
          </p:spPr>
        </p:pic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43D9E2B4-B8BF-4C21-B110-BCE39FAC2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930" y="542280"/>
              <a:ext cx="177841" cy="177841"/>
            </a:xfrm>
            <a:prstGeom prst="rect">
              <a:avLst/>
            </a:prstGeom>
          </p:spPr>
        </p:pic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0FBD28BE-B5AC-461F-8C99-57AA6C863D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2051" y="542280"/>
              <a:ext cx="177841" cy="177841"/>
            </a:xfrm>
            <a:prstGeom prst="rect">
              <a:avLst/>
            </a:prstGeom>
          </p:spPr>
        </p:pic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0C0EE5AA-7EB6-4924-A3BC-70103ED191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16172" y="542280"/>
              <a:ext cx="177841" cy="177841"/>
            </a:xfrm>
            <a:prstGeom prst="rect">
              <a:avLst/>
            </a:prstGeom>
          </p:spPr>
        </p:pic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BFED19DB-4A8D-4836-8C7D-BC2CAFC358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90299" y="542280"/>
              <a:ext cx="177841" cy="177841"/>
            </a:xfrm>
            <a:prstGeom prst="rect">
              <a:avLst/>
            </a:prstGeom>
          </p:spPr>
        </p:pic>
      </p:grp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5FFB1A12-E2E2-40FD-9B8E-FAE0200C85AD}"/>
              </a:ext>
            </a:extLst>
          </p:cNvPr>
          <p:cNvGrpSpPr/>
          <p:nvPr/>
        </p:nvGrpSpPr>
        <p:grpSpPr>
          <a:xfrm>
            <a:off x="426720" y="4864947"/>
            <a:ext cx="3741419" cy="3959012"/>
            <a:chOff x="426720" y="4864947"/>
            <a:chExt cx="3741419" cy="3959012"/>
          </a:xfrm>
        </p:grpSpPr>
        <p:pic>
          <p:nvPicPr>
            <p:cNvPr id="33" name="图片 32">
              <a:extLst>
                <a:ext uri="{FF2B5EF4-FFF2-40B4-BE49-F238E27FC236}">
                  <a16:creationId xmlns:a16="http://schemas.microsoft.com/office/drawing/2014/main" id="{F8B5D4BA-4EF9-4C18-B23B-FE4904D53E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706" y="4864947"/>
              <a:ext cx="88920" cy="88920"/>
            </a:xfrm>
            <a:prstGeom prst="rect">
              <a:avLst/>
            </a:prstGeom>
          </p:spPr>
        </p:pic>
        <p:pic>
          <p:nvPicPr>
            <p:cNvPr id="35" name="图片 34">
              <a:extLst>
                <a:ext uri="{FF2B5EF4-FFF2-40B4-BE49-F238E27FC236}">
                  <a16:creationId xmlns:a16="http://schemas.microsoft.com/office/drawing/2014/main" id="{75C8AB64-C15B-4C69-955F-00420CF4E7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5557" y="4864947"/>
              <a:ext cx="88920" cy="88920"/>
            </a:xfrm>
            <a:prstGeom prst="rect">
              <a:avLst/>
            </a:prstGeom>
          </p:spPr>
        </p:pic>
        <p:pic>
          <p:nvPicPr>
            <p:cNvPr id="37" name="图片 36">
              <a:extLst>
                <a:ext uri="{FF2B5EF4-FFF2-40B4-BE49-F238E27FC236}">
                  <a16:creationId xmlns:a16="http://schemas.microsoft.com/office/drawing/2014/main" id="{4145EAB2-BDB5-40A3-8DE7-EFED7EDFE1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0408" y="4864947"/>
              <a:ext cx="88920" cy="88920"/>
            </a:xfrm>
            <a:prstGeom prst="rect">
              <a:avLst/>
            </a:prstGeom>
          </p:spPr>
        </p:pic>
        <p:pic>
          <p:nvPicPr>
            <p:cNvPr id="39" name="图片 38">
              <a:extLst>
                <a:ext uri="{FF2B5EF4-FFF2-40B4-BE49-F238E27FC236}">
                  <a16:creationId xmlns:a16="http://schemas.microsoft.com/office/drawing/2014/main" id="{D42F6DFC-D1B9-46C2-B937-C3DDF5267E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5259" y="4864947"/>
              <a:ext cx="88920" cy="88920"/>
            </a:xfrm>
            <a:prstGeom prst="rect">
              <a:avLst/>
            </a:prstGeom>
          </p:spPr>
        </p:pic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7B0E35D0-4F2D-444F-8854-2B4509D3D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90110" y="4864947"/>
              <a:ext cx="88920" cy="88920"/>
            </a:xfrm>
            <a:prstGeom prst="rect">
              <a:avLst/>
            </a:prstGeom>
          </p:spPr>
        </p:pic>
        <p:pic>
          <p:nvPicPr>
            <p:cNvPr id="43" name="图片 42">
              <a:extLst>
                <a:ext uri="{FF2B5EF4-FFF2-40B4-BE49-F238E27FC236}">
                  <a16:creationId xmlns:a16="http://schemas.microsoft.com/office/drawing/2014/main" id="{5FC83035-948B-4FE2-A1E0-BFFFCC6624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54961" y="4864947"/>
              <a:ext cx="88920" cy="88920"/>
            </a:xfrm>
            <a:prstGeom prst="rect">
              <a:avLst/>
            </a:prstGeom>
          </p:spPr>
        </p:pic>
        <p:pic>
          <p:nvPicPr>
            <p:cNvPr id="45" name="图片 44">
              <a:extLst>
                <a:ext uri="{FF2B5EF4-FFF2-40B4-BE49-F238E27FC236}">
                  <a16:creationId xmlns:a16="http://schemas.microsoft.com/office/drawing/2014/main" id="{6FE533FB-550A-4A02-8C2A-960FCF4E28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19812" y="4864947"/>
              <a:ext cx="88920" cy="88920"/>
            </a:xfrm>
            <a:prstGeom prst="rect">
              <a:avLst/>
            </a:prstGeom>
          </p:spPr>
        </p:pic>
        <p:pic>
          <p:nvPicPr>
            <p:cNvPr id="47" name="图片 46">
              <a:extLst>
                <a:ext uri="{FF2B5EF4-FFF2-40B4-BE49-F238E27FC236}">
                  <a16:creationId xmlns:a16="http://schemas.microsoft.com/office/drawing/2014/main" id="{85B3EA3C-8078-461F-B2A6-3559FD5BC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84663" y="4864947"/>
              <a:ext cx="88920" cy="88920"/>
            </a:xfrm>
            <a:prstGeom prst="rect">
              <a:avLst/>
            </a:prstGeom>
          </p:spPr>
        </p:pic>
        <p:pic>
          <p:nvPicPr>
            <p:cNvPr id="49" name="图片 48">
              <a:extLst>
                <a:ext uri="{FF2B5EF4-FFF2-40B4-BE49-F238E27FC236}">
                  <a16:creationId xmlns:a16="http://schemas.microsoft.com/office/drawing/2014/main" id="{E082E560-E76A-4A56-B769-ECB9414CD4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49514" y="4864947"/>
              <a:ext cx="88920" cy="88920"/>
            </a:xfrm>
            <a:prstGeom prst="rect">
              <a:avLst/>
            </a:prstGeom>
          </p:spPr>
        </p:pic>
        <p:pic>
          <p:nvPicPr>
            <p:cNvPr id="51" name="图片 50">
              <a:extLst>
                <a:ext uri="{FF2B5EF4-FFF2-40B4-BE49-F238E27FC236}">
                  <a16:creationId xmlns:a16="http://schemas.microsoft.com/office/drawing/2014/main" id="{6A08BD85-FA97-4932-8E3D-5DBFDEA128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14365" y="4864947"/>
              <a:ext cx="88920" cy="88920"/>
            </a:xfrm>
            <a:prstGeom prst="rect">
              <a:avLst/>
            </a:prstGeom>
          </p:spPr>
        </p:pic>
        <p:pic>
          <p:nvPicPr>
            <p:cNvPr id="53" name="图片 52">
              <a:extLst>
                <a:ext uri="{FF2B5EF4-FFF2-40B4-BE49-F238E27FC236}">
                  <a16:creationId xmlns:a16="http://schemas.microsoft.com/office/drawing/2014/main" id="{8A8EAB06-6FE9-4F0F-983C-B08D30CE9E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9219" y="4864947"/>
              <a:ext cx="88920" cy="88920"/>
            </a:xfrm>
            <a:prstGeom prst="rect">
              <a:avLst/>
            </a:prstGeom>
          </p:spPr>
        </p:pic>
        <p:pic>
          <p:nvPicPr>
            <p:cNvPr id="55" name="图片 54">
              <a:extLst>
                <a:ext uri="{FF2B5EF4-FFF2-40B4-BE49-F238E27FC236}">
                  <a16:creationId xmlns:a16="http://schemas.microsoft.com/office/drawing/2014/main" id="{64FA311B-22FE-4817-A27E-AB6D34B757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6720" y="5082540"/>
              <a:ext cx="3741419" cy="3741419"/>
            </a:xfrm>
            <a:prstGeom prst="rect">
              <a:avLst/>
            </a:prstGeom>
          </p:spPr>
        </p:pic>
      </p:grp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215D591C-1B65-4CFF-9D4F-4D533747C58F}"/>
              </a:ext>
            </a:extLst>
          </p:cNvPr>
          <p:cNvGrpSpPr/>
          <p:nvPr/>
        </p:nvGrpSpPr>
        <p:grpSpPr>
          <a:xfrm>
            <a:off x="5012149" y="5082540"/>
            <a:ext cx="3741419" cy="3966244"/>
            <a:chOff x="5255895" y="605755"/>
            <a:chExt cx="3741419" cy="3966244"/>
          </a:xfrm>
        </p:grpSpPr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4F2CFCE2-2384-4C2B-BD4D-DA939CA5ED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5895" y="830580"/>
              <a:ext cx="3741419" cy="3741419"/>
            </a:xfrm>
            <a:prstGeom prst="rect">
              <a:avLst/>
            </a:prstGeom>
          </p:spPr>
        </p:pic>
        <p:pic>
          <p:nvPicPr>
            <p:cNvPr id="59" name="图片 58">
              <a:extLst>
                <a:ext uri="{FF2B5EF4-FFF2-40B4-BE49-F238E27FC236}">
                  <a16:creationId xmlns:a16="http://schemas.microsoft.com/office/drawing/2014/main" id="{95D5BA25-51B4-41A5-ADF6-B306EFB729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5895" y="605755"/>
              <a:ext cx="85714" cy="85714"/>
            </a:xfrm>
            <a:prstGeom prst="rect">
              <a:avLst/>
            </a:prstGeom>
          </p:spPr>
        </p:pic>
        <p:pic>
          <p:nvPicPr>
            <p:cNvPr id="61" name="图片 60">
              <a:extLst>
                <a:ext uri="{FF2B5EF4-FFF2-40B4-BE49-F238E27FC236}">
                  <a16:creationId xmlns:a16="http://schemas.microsoft.com/office/drawing/2014/main" id="{B4C77E96-19BC-4DE3-AB6A-5DF22FB942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82586" y="605755"/>
              <a:ext cx="85714" cy="85714"/>
            </a:xfrm>
            <a:prstGeom prst="rect">
              <a:avLst/>
            </a:prstGeom>
          </p:spPr>
        </p:pic>
        <p:pic>
          <p:nvPicPr>
            <p:cNvPr id="63" name="图片 62">
              <a:extLst>
                <a:ext uri="{FF2B5EF4-FFF2-40B4-BE49-F238E27FC236}">
                  <a16:creationId xmlns:a16="http://schemas.microsoft.com/office/drawing/2014/main" id="{2A5C129B-03E0-4050-AE07-9501A0FE59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09277" y="605755"/>
              <a:ext cx="85714" cy="85714"/>
            </a:xfrm>
            <a:prstGeom prst="rect">
              <a:avLst/>
            </a:prstGeom>
          </p:spPr>
        </p:pic>
        <p:pic>
          <p:nvPicPr>
            <p:cNvPr id="65" name="图片 64">
              <a:extLst>
                <a:ext uri="{FF2B5EF4-FFF2-40B4-BE49-F238E27FC236}">
                  <a16:creationId xmlns:a16="http://schemas.microsoft.com/office/drawing/2014/main" id="{0FCD2C9C-D877-41DA-A6EC-750EE55035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5968" y="605755"/>
              <a:ext cx="85714" cy="85714"/>
            </a:xfrm>
            <a:prstGeom prst="rect">
              <a:avLst/>
            </a:prstGeom>
          </p:spPr>
        </p:pic>
        <p:pic>
          <p:nvPicPr>
            <p:cNvPr id="67" name="图片 66">
              <a:extLst>
                <a:ext uri="{FF2B5EF4-FFF2-40B4-BE49-F238E27FC236}">
                  <a16:creationId xmlns:a16="http://schemas.microsoft.com/office/drawing/2014/main" id="{47DDE220-CA92-44DB-82FD-0057D3C70D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62659" y="605755"/>
              <a:ext cx="114366" cy="114366"/>
            </a:xfrm>
            <a:prstGeom prst="rect">
              <a:avLst/>
            </a:prstGeom>
          </p:spPr>
        </p:pic>
        <p:pic>
          <p:nvPicPr>
            <p:cNvPr id="69" name="图片 68">
              <a:extLst>
                <a:ext uri="{FF2B5EF4-FFF2-40B4-BE49-F238E27FC236}">
                  <a16:creationId xmlns:a16="http://schemas.microsoft.com/office/drawing/2014/main" id="{59F96EC5-0E63-4374-951D-1197413DAA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8002" y="605755"/>
              <a:ext cx="85714" cy="85714"/>
            </a:xfrm>
            <a:prstGeom prst="rect">
              <a:avLst/>
            </a:prstGeom>
          </p:spPr>
        </p:pic>
        <p:pic>
          <p:nvPicPr>
            <p:cNvPr id="71" name="图片 70">
              <a:extLst>
                <a:ext uri="{FF2B5EF4-FFF2-40B4-BE49-F238E27FC236}">
                  <a16:creationId xmlns:a16="http://schemas.microsoft.com/office/drawing/2014/main" id="{5322D31D-ABC4-4786-AC5E-741663850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44693" y="605755"/>
              <a:ext cx="85714" cy="85714"/>
            </a:xfrm>
            <a:prstGeom prst="rect">
              <a:avLst/>
            </a:prstGeom>
          </p:spPr>
        </p:pic>
        <p:pic>
          <p:nvPicPr>
            <p:cNvPr id="73" name="图片 72">
              <a:extLst>
                <a:ext uri="{FF2B5EF4-FFF2-40B4-BE49-F238E27FC236}">
                  <a16:creationId xmlns:a16="http://schemas.microsoft.com/office/drawing/2014/main" id="{25C56256-9BE3-4404-9C5B-F63D4F29A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71384" y="605755"/>
              <a:ext cx="85714" cy="85714"/>
            </a:xfrm>
            <a:prstGeom prst="rect">
              <a:avLst/>
            </a:prstGeom>
          </p:spPr>
        </p:pic>
        <p:pic>
          <p:nvPicPr>
            <p:cNvPr id="75" name="图片 74">
              <a:extLst>
                <a:ext uri="{FF2B5EF4-FFF2-40B4-BE49-F238E27FC236}">
                  <a16:creationId xmlns:a16="http://schemas.microsoft.com/office/drawing/2014/main" id="{9743419B-4F35-474D-B77F-EE26F41477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98075" y="605755"/>
              <a:ext cx="85714" cy="85714"/>
            </a:xfrm>
            <a:prstGeom prst="rect">
              <a:avLst/>
            </a:prstGeom>
          </p:spPr>
        </p:pic>
        <p:pic>
          <p:nvPicPr>
            <p:cNvPr id="77" name="图片 76">
              <a:extLst>
                <a:ext uri="{FF2B5EF4-FFF2-40B4-BE49-F238E27FC236}">
                  <a16:creationId xmlns:a16="http://schemas.microsoft.com/office/drawing/2014/main" id="{C2283E48-F67E-44A8-96B1-3F70C92C6A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24766" y="605755"/>
              <a:ext cx="85714" cy="85714"/>
            </a:xfrm>
            <a:prstGeom prst="rect">
              <a:avLst/>
            </a:prstGeom>
          </p:spPr>
        </p:pic>
        <p:pic>
          <p:nvPicPr>
            <p:cNvPr id="79" name="图片 78">
              <a:extLst>
                <a:ext uri="{FF2B5EF4-FFF2-40B4-BE49-F238E27FC236}">
                  <a16:creationId xmlns:a16="http://schemas.microsoft.com/office/drawing/2014/main" id="{43794D30-DD3E-4F93-A8EE-14BA9A74D1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51457" y="605755"/>
              <a:ext cx="85714" cy="85714"/>
            </a:xfrm>
            <a:prstGeom prst="rect">
              <a:avLst/>
            </a:prstGeom>
          </p:spPr>
        </p:pic>
        <p:pic>
          <p:nvPicPr>
            <p:cNvPr id="81" name="图片 80">
              <a:extLst>
                <a:ext uri="{FF2B5EF4-FFF2-40B4-BE49-F238E27FC236}">
                  <a16:creationId xmlns:a16="http://schemas.microsoft.com/office/drawing/2014/main" id="{4E428D4D-586F-43E5-AA36-88D927449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78148" y="605755"/>
              <a:ext cx="85714" cy="85714"/>
            </a:xfrm>
            <a:prstGeom prst="rect">
              <a:avLst/>
            </a:prstGeom>
          </p:spPr>
        </p:pic>
        <p:pic>
          <p:nvPicPr>
            <p:cNvPr id="83" name="图片 82">
              <a:extLst>
                <a:ext uri="{FF2B5EF4-FFF2-40B4-BE49-F238E27FC236}">
                  <a16:creationId xmlns:a16="http://schemas.microsoft.com/office/drawing/2014/main" id="{90944587-CF20-49C9-A541-BFF0CD4CF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04839" y="605755"/>
              <a:ext cx="85714" cy="85714"/>
            </a:xfrm>
            <a:prstGeom prst="rect">
              <a:avLst/>
            </a:prstGeom>
          </p:spPr>
        </p:pic>
        <p:pic>
          <p:nvPicPr>
            <p:cNvPr id="85" name="图片 84">
              <a:extLst>
                <a:ext uri="{FF2B5EF4-FFF2-40B4-BE49-F238E27FC236}">
                  <a16:creationId xmlns:a16="http://schemas.microsoft.com/office/drawing/2014/main" id="{41AC6F58-87D4-4EBF-8771-A5A23154A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31530" y="605755"/>
              <a:ext cx="85714" cy="85714"/>
            </a:xfrm>
            <a:prstGeom prst="rect">
              <a:avLst/>
            </a:prstGeom>
          </p:spPr>
        </p:pic>
        <p:pic>
          <p:nvPicPr>
            <p:cNvPr id="87" name="图片 86">
              <a:extLst>
                <a:ext uri="{FF2B5EF4-FFF2-40B4-BE49-F238E27FC236}">
                  <a16:creationId xmlns:a16="http://schemas.microsoft.com/office/drawing/2014/main" id="{3D30C6B5-7389-4F6C-AC20-58F53D52D6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58221" y="605755"/>
              <a:ext cx="85714" cy="85714"/>
            </a:xfrm>
            <a:prstGeom prst="rect">
              <a:avLst/>
            </a:prstGeom>
          </p:spPr>
        </p:pic>
        <p:pic>
          <p:nvPicPr>
            <p:cNvPr id="89" name="图片 88">
              <a:extLst>
                <a:ext uri="{FF2B5EF4-FFF2-40B4-BE49-F238E27FC236}">
                  <a16:creationId xmlns:a16="http://schemas.microsoft.com/office/drawing/2014/main" id="{3772FF7B-A621-49B4-82A4-5877990EA8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84912" y="605755"/>
              <a:ext cx="85714" cy="85714"/>
            </a:xfrm>
            <a:prstGeom prst="rect">
              <a:avLst/>
            </a:prstGeom>
          </p:spPr>
        </p:pic>
        <p:pic>
          <p:nvPicPr>
            <p:cNvPr id="91" name="图片 90">
              <a:extLst>
                <a:ext uri="{FF2B5EF4-FFF2-40B4-BE49-F238E27FC236}">
                  <a16:creationId xmlns:a16="http://schemas.microsoft.com/office/drawing/2014/main" id="{354C1A30-8252-4751-A465-84B7D4F99E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11600" y="605755"/>
              <a:ext cx="85714" cy="85714"/>
            </a:xfrm>
            <a:prstGeom prst="rect">
              <a:avLst/>
            </a:prstGeom>
          </p:spPr>
        </p:pic>
      </p:grp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D02602B3-59C7-4A17-8374-C5522356AA7B}"/>
              </a:ext>
            </a:extLst>
          </p:cNvPr>
          <p:cNvGrpSpPr/>
          <p:nvPr/>
        </p:nvGrpSpPr>
        <p:grpSpPr>
          <a:xfrm>
            <a:off x="4873450" y="521895"/>
            <a:ext cx="3794404" cy="4050105"/>
            <a:chOff x="5202910" y="4826838"/>
            <a:chExt cx="3794404" cy="4050105"/>
          </a:xfrm>
        </p:grpSpPr>
        <p:pic>
          <p:nvPicPr>
            <p:cNvPr id="93" name="图片 92">
              <a:extLst>
                <a:ext uri="{FF2B5EF4-FFF2-40B4-BE49-F238E27FC236}">
                  <a16:creationId xmlns:a16="http://schemas.microsoft.com/office/drawing/2014/main" id="{F5521182-40AB-43B2-9034-62F9B365F0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02910" y="4826838"/>
              <a:ext cx="127029" cy="127029"/>
            </a:xfrm>
            <a:prstGeom prst="rect">
              <a:avLst/>
            </a:prstGeom>
          </p:spPr>
        </p:pic>
        <p:pic>
          <p:nvPicPr>
            <p:cNvPr id="95" name="图片 94">
              <a:extLst>
                <a:ext uri="{FF2B5EF4-FFF2-40B4-BE49-F238E27FC236}">
                  <a16:creationId xmlns:a16="http://schemas.microsoft.com/office/drawing/2014/main" id="{F180FADB-5A43-4D52-A027-3588398982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36598" y="4826838"/>
              <a:ext cx="127029" cy="127029"/>
            </a:xfrm>
            <a:prstGeom prst="rect">
              <a:avLst/>
            </a:prstGeom>
          </p:spPr>
        </p:pic>
        <p:pic>
          <p:nvPicPr>
            <p:cNvPr id="97" name="图片 96">
              <a:extLst>
                <a:ext uri="{FF2B5EF4-FFF2-40B4-BE49-F238E27FC236}">
                  <a16:creationId xmlns:a16="http://schemas.microsoft.com/office/drawing/2014/main" id="{3B9B6D3C-5657-488B-8486-398F0DD837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70285" y="4826838"/>
              <a:ext cx="127029" cy="127029"/>
            </a:xfrm>
            <a:prstGeom prst="rect">
              <a:avLst/>
            </a:prstGeom>
          </p:spPr>
        </p:pic>
        <p:pic>
          <p:nvPicPr>
            <p:cNvPr id="99" name="图片 98">
              <a:extLst>
                <a:ext uri="{FF2B5EF4-FFF2-40B4-BE49-F238E27FC236}">
                  <a16:creationId xmlns:a16="http://schemas.microsoft.com/office/drawing/2014/main" id="{1304F97F-B466-44B5-B69B-50CDB2EB0DC2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02910" y="5082539"/>
              <a:ext cx="3794404" cy="37944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693154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组合 93">
            <a:extLst>
              <a:ext uri="{FF2B5EF4-FFF2-40B4-BE49-F238E27FC236}">
                <a16:creationId xmlns:a16="http://schemas.microsoft.com/office/drawing/2014/main" id="{1314D3A2-09EC-4B6B-8E53-83FFE1AED59C}"/>
              </a:ext>
            </a:extLst>
          </p:cNvPr>
          <p:cNvGrpSpPr/>
          <p:nvPr/>
        </p:nvGrpSpPr>
        <p:grpSpPr>
          <a:xfrm>
            <a:off x="347697" y="145288"/>
            <a:ext cx="3465035" cy="2726889"/>
            <a:chOff x="347697" y="145288"/>
            <a:chExt cx="3465035" cy="2726889"/>
          </a:xfrm>
        </p:grpSpPr>
        <p:cxnSp>
          <p:nvCxnSpPr>
            <p:cNvPr id="3" name="直接箭头连接符 2">
              <a:extLst>
                <a:ext uri="{FF2B5EF4-FFF2-40B4-BE49-F238E27FC236}">
                  <a16:creationId xmlns:a16="http://schemas.microsoft.com/office/drawing/2014/main" id="{AF11F15D-61D4-483B-885D-67A63BD0A942}"/>
                </a:ext>
              </a:extLst>
            </p:cNvPr>
            <p:cNvCxnSpPr>
              <a:cxnSpLocks/>
            </p:cNvCxnSpPr>
            <p:nvPr/>
          </p:nvCxnSpPr>
          <p:spPr>
            <a:xfrm>
              <a:off x="347697" y="2671231"/>
              <a:ext cx="346503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FBCBE3B7-4FA1-432E-87B1-B210DF8623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41175" y="145288"/>
              <a:ext cx="0" cy="272688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9D36C46B-0821-4FA9-BFB4-1ED5DD80B3CC}"/>
                </a:ext>
              </a:extLst>
            </p:cNvPr>
            <p:cNvCxnSpPr>
              <a:cxnSpLocks/>
            </p:cNvCxnSpPr>
            <p:nvPr/>
          </p:nvCxnSpPr>
          <p:spPr>
            <a:xfrm>
              <a:off x="347697" y="1915863"/>
              <a:ext cx="179347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32E2BB7E-B77E-4E5F-BEFD-C9E0960C998A}"/>
                    </a:ext>
                  </a:extLst>
                </p:cNvPr>
                <p:cNvSpPr txBox="1"/>
                <p:nvPr/>
              </p:nvSpPr>
              <p:spPr>
                <a:xfrm>
                  <a:off x="3615772" y="2293294"/>
                  <a:ext cx="196959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𝑢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32E2BB7E-B77E-4E5F-BEFD-C9E0960C99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5772" y="2293294"/>
                  <a:ext cx="196959" cy="370294"/>
                </a:xfrm>
                <a:prstGeom prst="rect">
                  <a:avLst/>
                </a:prstGeom>
                <a:blipFill>
                  <a:blip r:embed="rId2"/>
                  <a:stretch>
                    <a:fillRect l="-3437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83EDF77B-BFFD-4AD8-BA45-AC69F88FD6AB}"/>
                    </a:ext>
                  </a:extLst>
                </p:cNvPr>
                <p:cNvSpPr txBox="1"/>
                <p:nvPr/>
              </p:nvSpPr>
              <p:spPr>
                <a:xfrm>
                  <a:off x="2227836" y="145288"/>
                  <a:ext cx="196959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𝑡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83EDF77B-BFFD-4AD8-BA45-AC69F88FD6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27836" y="145288"/>
                  <a:ext cx="196959" cy="370294"/>
                </a:xfrm>
                <a:prstGeom prst="rect">
                  <a:avLst/>
                </a:prstGeom>
                <a:blipFill>
                  <a:blip r:embed="rId3"/>
                  <a:stretch>
                    <a:fillRect l="-2727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2041853F-EDB4-4E93-8893-98C39E1FDB2D}"/>
                    </a:ext>
                  </a:extLst>
                </p:cNvPr>
                <p:cNvSpPr txBox="1"/>
                <p:nvPr/>
              </p:nvSpPr>
              <p:spPr>
                <a:xfrm>
                  <a:off x="2271148" y="1731197"/>
                  <a:ext cx="196959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𝑝</m:t>
                            </m:r>
                          </m:e>
                          <m:sup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2041853F-EDB4-4E93-8893-98C39E1FDB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1148" y="1731197"/>
                  <a:ext cx="196959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68750" r="-9375"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任意多边形: 形状 18">
                  <a:extLst>
                    <a:ext uri="{FF2B5EF4-FFF2-40B4-BE49-F238E27FC236}">
                      <a16:creationId xmlns:a16="http://schemas.microsoft.com/office/drawing/2014/main" id="{7DC6F3AD-FD57-473D-B8CB-31E9E7F404EA}"/>
                    </a:ext>
                  </a:extLst>
                </p:cNvPr>
                <p:cNvSpPr/>
                <p:nvPr/>
              </p:nvSpPr>
              <p:spPr>
                <a:xfrm>
                  <a:off x="1281813" y="536762"/>
                  <a:ext cx="2013654" cy="1756532"/>
                </a:xfrm>
                <a:custGeom>
                  <a:avLst/>
                  <a:gdLst>
                    <a:gd name="connsiteX0" fmla="*/ 101747 w 4171498"/>
                    <a:gd name="connsiteY0" fmla="*/ 2108679 h 3596474"/>
                    <a:gd name="connsiteX1" fmla="*/ 806597 w 4171498"/>
                    <a:gd name="connsiteY1" fmla="*/ 603729 h 3596474"/>
                    <a:gd name="connsiteX2" fmla="*/ 1444772 w 4171498"/>
                    <a:gd name="connsiteY2" fmla="*/ 41754 h 3596474"/>
                    <a:gd name="connsiteX3" fmla="*/ 2273447 w 4171498"/>
                    <a:gd name="connsiteY3" fmla="*/ 117954 h 3596474"/>
                    <a:gd name="connsiteX4" fmla="*/ 2911622 w 4171498"/>
                    <a:gd name="connsiteY4" fmla="*/ 727554 h 3596474"/>
                    <a:gd name="connsiteX5" fmla="*/ 4026047 w 4171498"/>
                    <a:gd name="connsiteY5" fmla="*/ 2880204 h 3596474"/>
                    <a:gd name="connsiteX6" fmla="*/ 4121297 w 4171498"/>
                    <a:gd name="connsiteY6" fmla="*/ 3527904 h 3596474"/>
                    <a:gd name="connsiteX7" fmla="*/ 3683147 w 4171498"/>
                    <a:gd name="connsiteY7" fmla="*/ 3451704 h 3596474"/>
                    <a:gd name="connsiteX8" fmla="*/ 2482997 w 4171498"/>
                    <a:gd name="connsiteY8" fmla="*/ 2413479 h 3596474"/>
                    <a:gd name="connsiteX9" fmla="*/ 1759097 w 4171498"/>
                    <a:gd name="connsiteY9" fmla="*/ 1918179 h 3596474"/>
                    <a:gd name="connsiteX10" fmla="*/ 949472 w 4171498"/>
                    <a:gd name="connsiteY10" fmla="*/ 2222979 h 3596474"/>
                    <a:gd name="connsiteX11" fmla="*/ 216047 w 4171498"/>
                    <a:gd name="connsiteY11" fmla="*/ 2804004 h 3596474"/>
                    <a:gd name="connsiteX12" fmla="*/ 16022 w 4171498"/>
                    <a:gd name="connsiteY12" fmla="*/ 2584929 h 3596474"/>
                    <a:gd name="connsiteX13" fmla="*/ 101747 w 4171498"/>
                    <a:gd name="connsiteY13" fmla="*/ 2108679 h 3596474"/>
                    <a:gd name="connsiteX0" fmla="*/ 342535 w 4159873"/>
                    <a:gd name="connsiteY0" fmla="*/ 1489554 h 3596474"/>
                    <a:gd name="connsiteX1" fmla="*/ 794972 w 4159873"/>
                    <a:gd name="connsiteY1" fmla="*/ 603729 h 3596474"/>
                    <a:gd name="connsiteX2" fmla="*/ 1433147 w 4159873"/>
                    <a:gd name="connsiteY2" fmla="*/ 41754 h 3596474"/>
                    <a:gd name="connsiteX3" fmla="*/ 2261822 w 4159873"/>
                    <a:gd name="connsiteY3" fmla="*/ 117954 h 3596474"/>
                    <a:gd name="connsiteX4" fmla="*/ 2899997 w 4159873"/>
                    <a:gd name="connsiteY4" fmla="*/ 727554 h 3596474"/>
                    <a:gd name="connsiteX5" fmla="*/ 4014422 w 4159873"/>
                    <a:gd name="connsiteY5" fmla="*/ 2880204 h 3596474"/>
                    <a:gd name="connsiteX6" fmla="*/ 4109672 w 4159873"/>
                    <a:gd name="connsiteY6" fmla="*/ 3527904 h 3596474"/>
                    <a:gd name="connsiteX7" fmla="*/ 3671522 w 4159873"/>
                    <a:gd name="connsiteY7" fmla="*/ 3451704 h 3596474"/>
                    <a:gd name="connsiteX8" fmla="*/ 2471372 w 4159873"/>
                    <a:gd name="connsiteY8" fmla="*/ 2413479 h 3596474"/>
                    <a:gd name="connsiteX9" fmla="*/ 1747472 w 4159873"/>
                    <a:gd name="connsiteY9" fmla="*/ 1918179 h 3596474"/>
                    <a:gd name="connsiteX10" fmla="*/ 937847 w 4159873"/>
                    <a:gd name="connsiteY10" fmla="*/ 2222979 h 3596474"/>
                    <a:gd name="connsiteX11" fmla="*/ 204422 w 4159873"/>
                    <a:gd name="connsiteY11" fmla="*/ 2804004 h 3596474"/>
                    <a:gd name="connsiteX12" fmla="*/ 4397 w 4159873"/>
                    <a:gd name="connsiteY12" fmla="*/ 2584929 h 3596474"/>
                    <a:gd name="connsiteX13" fmla="*/ 342535 w 4159873"/>
                    <a:gd name="connsiteY13" fmla="*/ 1489554 h 3596474"/>
                    <a:gd name="connsiteX0" fmla="*/ 342535 w 4159873"/>
                    <a:gd name="connsiteY0" fmla="*/ 1489554 h 3596647"/>
                    <a:gd name="connsiteX1" fmla="*/ 794972 w 4159873"/>
                    <a:gd name="connsiteY1" fmla="*/ 603729 h 3596647"/>
                    <a:gd name="connsiteX2" fmla="*/ 1433147 w 4159873"/>
                    <a:gd name="connsiteY2" fmla="*/ 41754 h 3596647"/>
                    <a:gd name="connsiteX3" fmla="*/ 2261822 w 4159873"/>
                    <a:gd name="connsiteY3" fmla="*/ 117954 h 3596647"/>
                    <a:gd name="connsiteX4" fmla="*/ 2899997 w 4159873"/>
                    <a:gd name="connsiteY4" fmla="*/ 727554 h 3596647"/>
                    <a:gd name="connsiteX5" fmla="*/ 4014422 w 4159873"/>
                    <a:gd name="connsiteY5" fmla="*/ 2880204 h 3596647"/>
                    <a:gd name="connsiteX6" fmla="*/ 4109672 w 4159873"/>
                    <a:gd name="connsiteY6" fmla="*/ 3527904 h 3596647"/>
                    <a:gd name="connsiteX7" fmla="*/ 3671522 w 4159873"/>
                    <a:gd name="connsiteY7" fmla="*/ 3451704 h 3596647"/>
                    <a:gd name="connsiteX8" fmla="*/ 2706322 w 4159873"/>
                    <a:gd name="connsiteY8" fmla="*/ 2410304 h 3596647"/>
                    <a:gd name="connsiteX9" fmla="*/ 1747472 w 4159873"/>
                    <a:gd name="connsiteY9" fmla="*/ 1918179 h 3596647"/>
                    <a:gd name="connsiteX10" fmla="*/ 937847 w 4159873"/>
                    <a:gd name="connsiteY10" fmla="*/ 2222979 h 3596647"/>
                    <a:gd name="connsiteX11" fmla="*/ 204422 w 4159873"/>
                    <a:gd name="connsiteY11" fmla="*/ 2804004 h 3596647"/>
                    <a:gd name="connsiteX12" fmla="*/ 4397 w 4159873"/>
                    <a:gd name="connsiteY12" fmla="*/ 2584929 h 3596647"/>
                    <a:gd name="connsiteX13" fmla="*/ 342535 w 4159873"/>
                    <a:gd name="connsiteY13" fmla="*/ 1489554 h 3596647"/>
                    <a:gd name="connsiteX0" fmla="*/ 342535 w 4159873"/>
                    <a:gd name="connsiteY0" fmla="*/ 1508581 h 3615674"/>
                    <a:gd name="connsiteX1" fmla="*/ 794972 w 4159873"/>
                    <a:gd name="connsiteY1" fmla="*/ 622756 h 3615674"/>
                    <a:gd name="connsiteX2" fmla="*/ 1433147 w 4159873"/>
                    <a:gd name="connsiteY2" fmla="*/ 60781 h 3615674"/>
                    <a:gd name="connsiteX3" fmla="*/ 2211022 w 4159873"/>
                    <a:gd name="connsiteY3" fmla="*/ 92531 h 3615674"/>
                    <a:gd name="connsiteX4" fmla="*/ 2899997 w 4159873"/>
                    <a:gd name="connsiteY4" fmla="*/ 746581 h 3615674"/>
                    <a:gd name="connsiteX5" fmla="*/ 4014422 w 4159873"/>
                    <a:gd name="connsiteY5" fmla="*/ 2899231 h 3615674"/>
                    <a:gd name="connsiteX6" fmla="*/ 4109672 w 4159873"/>
                    <a:gd name="connsiteY6" fmla="*/ 3546931 h 3615674"/>
                    <a:gd name="connsiteX7" fmla="*/ 3671522 w 4159873"/>
                    <a:gd name="connsiteY7" fmla="*/ 3470731 h 3615674"/>
                    <a:gd name="connsiteX8" fmla="*/ 2706322 w 4159873"/>
                    <a:gd name="connsiteY8" fmla="*/ 2429331 h 3615674"/>
                    <a:gd name="connsiteX9" fmla="*/ 1747472 w 4159873"/>
                    <a:gd name="connsiteY9" fmla="*/ 1937206 h 3615674"/>
                    <a:gd name="connsiteX10" fmla="*/ 937847 w 4159873"/>
                    <a:gd name="connsiteY10" fmla="*/ 2242006 h 3615674"/>
                    <a:gd name="connsiteX11" fmla="*/ 204422 w 4159873"/>
                    <a:gd name="connsiteY11" fmla="*/ 2823031 h 3615674"/>
                    <a:gd name="connsiteX12" fmla="*/ 4397 w 4159873"/>
                    <a:gd name="connsiteY12" fmla="*/ 2603956 h 3615674"/>
                    <a:gd name="connsiteX13" fmla="*/ 342535 w 4159873"/>
                    <a:gd name="connsiteY13" fmla="*/ 1508581 h 3615674"/>
                    <a:gd name="connsiteX0" fmla="*/ 342535 w 4157405"/>
                    <a:gd name="connsiteY0" fmla="*/ 1519455 h 3626548"/>
                    <a:gd name="connsiteX1" fmla="*/ 794972 w 4157405"/>
                    <a:gd name="connsiteY1" fmla="*/ 633630 h 3626548"/>
                    <a:gd name="connsiteX2" fmla="*/ 1433147 w 4157405"/>
                    <a:gd name="connsiteY2" fmla="*/ 71655 h 3626548"/>
                    <a:gd name="connsiteX3" fmla="*/ 2211022 w 4157405"/>
                    <a:gd name="connsiteY3" fmla="*/ 103405 h 3626548"/>
                    <a:gd name="connsiteX4" fmla="*/ 2944447 w 4157405"/>
                    <a:gd name="connsiteY4" fmla="*/ 941605 h 3626548"/>
                    <a:gd name="connsiteX5" fmla="*/ 4014422 w 4157405"/>
                    <a:gd name="connsiteY5" fmla="*/ 2910105 h 3626548"/>
                    <a:gd name="connsiteX6" fmla="*/ 4109672 w 4157405"/>
                    <a:gd name="connsiteY6" fmla="*/ 3557805 h 3626548"/>
                    <a:gd name="connsiteX7" fmla="*/ 3671522 w 4157405"/>
                    <a:gd name="connsiteY7" fmla="*/ 3481605 h 3626548"/>
                    <a:gd name="connsiteX8" fmla="*/ 2706322 w 4157405"/>
                    <a:gd name="connsiteY8" fmla="*/ 2440205 h 3626548"/>
                    <a:gd name="connsiteX9" fmla="*/ 1747472 w 4157405"/>
                    <a:gd name="connsiteY9" fmla="*/ 1948080 h 3626548"/>
                    <a:gd name="connsiteX10" fmla="*/ 937847 w 4157405"/>
                    <a:gd name="connsiteY10" fmla="*/ 2252880 h 3626548"/>
                    <a:gd name="connsiteX11" fmla="*/ 204422 w 4157405"/>
                    <a:gd name="connsiteY11" fmla="*/ 2833905 h 3626548"/>
                    <a:gd name="connsiteX12" fmla="*/ 4397 w 4157405"/>
                    <a:gd name="connsiteY12" fmla="*/ 2614830 h 3626548"/>
                    <a:gd name="connsiteX13" fmla="*/ 342535 w 4157405"/>
                    <a:gd name="connsiteY13" fmla="*/ 1519455 h 36265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4157405" h="3626548">
                      <a:moveTo>
                        <a:pt x="342535" y="1519455"/>
                      </a:moveTo>
                      <a:cubicBezTo>
                        <a:pt x="474297" y="1189255"/>
                        <a:pt x="613203" y="874930"/>
                        <a:pt x="794972" y="633630"/>
                      </a:cubicBezTo>
                      <a:cubicBezTo>
                        <a:pt x="976741" y="392330"/>
                        <a:pt x="1197139" y="160026"/>
                        <a:pt x="1433147" y="71655"/>
                      </a:cubicBezTo>
                      <a:cubicBezTo>
                        <a:pt x="1669155" y="-16716"/>
                        <a:pt x="1959139" y="-41587"/>
                        <a:pt x="2211022" y="103405"/>
                      </a:cubicBezTo>
                      <a:cubicBezTo>
                        <a:pt x="2462905" y="248397"/>
                        <a:pt x="2643880" y="473822"/>
                        <a:pt x="2944447" y="941605"/>
                      </a:cubicBezTo>
                      <a:cubicBezTo>
                        <a:pt x="3245014" y="1409388"/>
                        <a:pt x="3820218" y="2474072"/>
                        <a:pt x="4014422" y="2910105"/>
                      </a:cubicBezTo>
                      <a:cubicBezTo>
                        <a:pt x="4208626" y="3346138"/>
                        <a:pt x="4166822" y="3462555"/>
                        <a:pt x="4109672" y="3557805"/>
                      </a:cubicBezTo>
                      <a:cubicBezTo>
                        <a:pt x="4052522" y="3653055"/>
                        <a:pt x="3905414" y="3667872"/>
                        <a:pt x="3671522" y="3481605"/>
                      </a:cubicBezTo>
                      <a:cubicBezTo>
                        <a:pt x="3437630" y="3295338"/>
                        <a:pt x="3026997" y="2695793"/>
                        <a:pt x="2706322" y="2440205"/>
                      </a:cubicBezTo>
                      <a:cubicBezTo>
                        <a:pt x="2385647" y="2184618"/>
                        <a:pt x="2042218" y="1979301"/>
                        <a:pt x="1747472" y="1948080"/>
                      </a:cubicBezTo>
                      <a:cubicBezTo>
                        <a:pt x="1452726" y="1916859"/>
                        <a:pt x="1195022" y="2105242"/>
                        <a:pt x="937847" y="2252880"/>
                      </a:cubicBezTo>
                      <a:cubicBezTo>
                        <a:pt x="680672" y="2400518"/>
                        <a:pt x="359997" y="2773580"/>
                        <a:pt x="204422" y="2833905"/>
                      </a:cubicBezTo>
                      <a:cubicBezTo>
                        <a:pt x="48847" y="2894230"/>
                        <a:pt x="-18622" y="2833905"/>
                        <a:pt x="4397" y="2614830"/>
                      </a:cubicBezTo>
                      <a:cubicBezTo>
                        <a:pt x="27416" y="2395755"/>
                        <a:pt x="210773" y="1849655"/>
                        <a:pt x="342535" y="1519455"/>
                      </a:cubicBezTo>
                      <a:close/>
                    </a:path>
                  </a:pathLst>
                </a:custGeom>
                <a:solidFill>
                  <a:srgbClr val="F8CCB9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zh-CN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D74514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𝑮</m:t>
                        </m:r>
                      </m:oMath>
                    </m:oMathPara>
                  </a14:m>
                  <a:endParaRPr kumimoji="0" lang="zh-CN" altLang="en-US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74514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  <a:p>
                  <a:pPr algn="ctr"/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19" name="任意多边形: 形状 18">
                  <a:extLst>
                    <a:ext uri="{FF2B5EF4-FFF2-40B4-BE49-F238E27FC236}">
                      <a16:creationId xmlns:a16="http://schemas.microsoft.com/office/drawing/2014/main" id="{7DC6F3AD-FD57-473D-B8CB-31E9E7F404E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1813" y="536762"/>
                  <a:ext cx="2013654" cy="1756532"/>
                </a:xfrm>
                <a:custGeom>
                  <a:avLst/>
                  <a:gdLst>
                    <a:gd name="connsiteX0" fmla="*/ 101747 w 4171498"/>
                    <a:gd name="connsiteY0" fmla="*/ 2108679 h 3596474"/>
                    <a:gd name="connsiteX1" fmla="*/ 806597 w 4171498"/>
                    <a:gd name="connsiteY1" fmla="*/ 603729 h 3596474"/>
                    <a:gd name="connsiteX2" fmla="*/ 1444772 w 4171498"/>
                    <a:gd name="connsiteY2" fmla="*/ 41754 h 3596474"/>
                    <a:gd name="connsiteX3" fmla="*/ 2273447 w 4171498"/>
                    <a:gd name="connsiteY3" fmla="*/ 117954 h 3596474"/>
                    <a:gd name="connsiteX4" fmla="*/ 2911622 w 4171498"/>
                    <a:gd name="connsiteY4" fmla="*/ 727554 h 3596474"/>
                    <a:gd name="connsiteX5" fmla="*/ 4026047 w 4171498"/>
                    <a:gd name="connsiteY5" fmla="*/ 2880204 h 3596474"/>
                    <a:gd name="connsiteX6" fmla="*/ 4121297 w 4171498"/>
                    <a:gd name="connsiteY6" fmla="*/ 3527904 h 3596474"/>
                    <a:gd name="connsiteX7" fmla="*/ 3683147 w 4171498"/>
                    <a:gd name="connsiteY7" fmla="*/ 3451704 h 3596474"/>
                    <a:gd name="connsiteX8" fmla="*/ 2482997 w 4171498"/>
                    <a:gd name="connsiteY8" fmla="*/ 2413479 h 3596474"/>
                    <a:gd name="connsiteX9" fmla="*/ 1759097 w 4171498"/>
                    <a:gd name="connsiteY9" fmla="*/ 1918179 h 3596474"/>
                    <a:gd name="connsiteX10" fmla="*/ 949472 w 4171498"/>
                    <a:gd name="connsiteY10" fmla="*/ 2222979 h 3596474"/>
                    <a:gd name="connsiteX11" fmla="*/ 216047 w 4171498"/>
                    <a:gd name="connsiteY11" fmla="*/ 2804004 h 3596474"/>
                    <a:gd name="connsiteX12" fmla="*/ 16022 w 4171498"/>
                    <a:gd name="connsiteY12" fmla="*/ 2584929 h 3596474"/>
                    <a:gd name="connsiteX13" fmla="*/ 101747 w 4171498"/>
                    <a:gd name="connsiteY13" fmla="*/ 2108679 h 3596474"/>
                    <a:gd name="connsiteX0" fmla="*/ 342535 w 4159873"/>
                    <a:gd name="connsiteY0" fmla="*/ 1489554 h 3596474"/>
                    <a:gd name="connsiteX1" fmla="*/ 794972 w 4159873"/>
                    <a:gd name="connsiteY1" fmla="*/ 603729 h 3596474"/>
                    <a:gd name="connsiteX2" fmla="*/ 1433147 w 4159873"/>
                    <a:gd name="connsiteY2" fmla="*/ 41754 h 3596474"/>
                    <a:gd name="connsiteX3" fmla="*/ 2261822 w 4159873"/>
                    <a:gd name="connsiteY3" fmla="*/ 117954 h 3596474"/>
                    <a:gd name="connsiteX4" fmla="*/ 2899997 w 4159873"/>
                    <a:gd name="connsiteY4" fmla="*/ 727554 h 3596474"/>
                    <a:gd name="connsiteX5" fmla="*/ 4014422 w 4159873"/>
                    <a:gd name="connsiteY5" fmla="*/ 2880204 h 3596474"/>
                    <a:gd name="connsiteX6" fmla="*/ 4109672 w 4159873"/>
                    <a:gd name="connsiteY6" fmla="*/ 3527904 h 3596474"/>
                    <a:gd name="connsiteX7" fmla="*/ 3671522 w 4159873"/>
                    <a:gd name="connsiteY7" fmla="*/ 3451704 h 3596474"/>
                    <a:gd name="connsiteX8" fmla="*/ 2471372 w 4159873"/>
                    <a:gd name="connsiteY8" fmla="*/ 2413479 h 3596474"/>
                    <a:gd name="connsiteX9" fmla="*/ 1747472 w 4159873"/>
                    <a:gd name="connsiteY9" fmla="*/ 1918179 h 3596474"/>
                    <a:gd name="connsiteX10" fmla="*/ 937847 w 4159873"/>
                    <a:gd name="connsiteY10" fmla="*/ 2222979 h 3596474"/>
                    <a:gd name="connsiteX11" fmla="*/ 204422 w 4159873"/>
                    <a:gd name="connsiteY11" fmla="*/ 2804004 h 3596474"/>
                    <a:gd name="connsiteX12" fmla="*/ 4397 w 4159873"/>
                    <a:gd name="connsiteY12" fmla="*/ 2584929 h 3596474"/>
                    <a:gd name="connsiteX13" fmla="*/ 342535 w 4159873"/>
                    <a:gd name="connsiteY13" fmla="*/ 1489554 h 3596474"/>
                    <a:gd name="connsiteX0" fmla="*/ 342535 w 4159873"/>
                    <a:gd name="connsiteY0" fmla="*/ 1489554 h 3596647"/>
                    <a:gd name="connsiteX1" fmla="*/ 794972 w 4159873"/>
                    <a:gd name="connsiteY1" fmla="*/ 603729 h 3596647"/>
                    <a:gd name="connsiteX2" fmla="*/ 1433147 w 4159873"/>
                    <a:gd name="connsiteY2" fmla="*/ 41754 h 3596647"/>
                    <a:gd name="connsiteX3" fmla="*/ 2261822 w 4159873"/>
                    <a:gd name="connsiteY3" fmla="*/ 117954 h 3596647"/>
                    <a:gd name="connsiteX4" fmla="*/ 2899997 w 4159873"/>
                    <a:gd name="connsiteY4" fmla="*/ 727554 h 3596647"/>
                    <a:gd name="connsiteX5" fmla="*/ 4014422 w 4159873"/>
                    <a:gd name="connsiteY5" fmla="*/ 2880204 h 3596647"/>
                    <a:gd name="connsiteX6" fmla="*/ 4109672 w 4159873"/>
                    <a:gd name="connsiteY6" fmla="*/ 3527904 h 3596647"/>
                    <a:gd name="connsiteX7" fmla="*/ 3671522 w 4159873"/>
                    <a:gd name="connsiteY7" fmla="*/ 3451704 h 3596647"/>
                    <a:gd name="connsiteX8" fmla="*/ 2706322 w 4159873"/>
                    <a:gd name="connsiteY8" fmla="*/ 2410304 h 3596647"/>
                    <a:gd name="connsiteX9" fmla="*/ 1747472 w 4159873"/>
                    <a:gd name="connsiteY9" fmla="*/ 1918179 h 3596647"/>
                    <a:gd name="connsiteX10" fmla="*/ 937847 w 4159873"/>
                    <a:gd name="connsiteY10" fmla="*/ 2222979 h 3596647"/>
                    <a:gd name="connsiteX11" fmla="*/ 204422 w 4159873"/>
                    <a:gd name="connsiteY11" fmla="*/ 2804004 h 3596647"/>
                    <a:gd name="connsiteX12" fmla="*/ 4397 w 4159873"/>
                    <a:gd name="connsiteY12" fmla="*/ 2584929 h 3596647"/>
                    <a:gd name="connsiteX13" fmla="*/ 342535 w 4159873"/>
                    <a:gd name="connsiteY13" fmla="*/ 1489554 h 3596647"/>
                    <a:gd name="connsiteX0" fmla="*/ 342535 w 4159873"/>
                    <a:gd name="connsiteY0" fmla="*/ 1508581 h 3615674"/>
                    <a:gd name="connsiteX1" fmla="*/ 794972 w 4159873"/>
                    <a:gd name="connsiteY1" fmla="*/ 622756 h 3615674"/>
                    <a:gd name="connsiteX2" fmla="*/ 1433147 w 4159873"/>
                    <a:gd name="connsiteY2" fmla="*/ 60781 h 3615674"/>
                    <a:gd name="connsiteX3" fmla="*/ 2211022 w 4159873"/>
                    <a:gd name="connsiteY3" fmla="*/ 92531 h 3615674"/>
                    <a:gd name="connsiteX4" fmla="*/ 2899997 w 4159873"/>
                    <a:gd name="connsiteY4" fmla="*/ 746581 h 3615674"/>
                    <a:gd name="connsiteX5" fmla="*/ 4014422 w 4159873"/>
                    <a:gd name="connsiteY5" fmla="*/ 2899231 h 3615674"/>
                    <a:gd name="connsiteX6" fmla="*/ 4109672 w 4159873"/>
                    <a:gd name="connsiteY6" fmla="*/ 3546931 h 3615674"/>
                    <a:gd name="connsiteX7" fmla="*/ 3671522 w 4159873"/>
                    <a:gd name="connsiteY7" fmla="*/ 3470731 h 3615674"/>
                    <a:gd name="connsiteX8" fmla="*/ 2706322 w 4159873"/>
                    <a:gd name="connsiteY8" fmla="*/ 2429331 h 3615674"/>
                    <a:gd name="connsiteX9" fmla="*/ 1747472 w 4159873"/>
                    <a:gd name="connsiteY9" fmla="*/ 1937206 h 3615674"/>
                    <a:gd name="connsiteX10" fmla="*/ 937847 w 4159873"/>
                    <a:gd name="connsiteY10" fmla="*/ 2242006 h 3615674"/>
                    <a:gd name="connsiteX11" fmla="*/ 204422 w 4159873"/>
                    <a:gd name="connsiteY11" fmla="*/ 2823031 h 3615674"/>
                    <a:gd name="connsiteX12" fmla="*/ 4397 w 4159873"/>
                    <a:gd name="connsiteY12" fmla="*/ 2603956 h 3615674"/>
                    <a:gd name="connsiteX13" fmla="*/ 342535 w 4159873"/>
                    <a:gd name="connsiteY13" fmla="*/ 1508581 h 3615674"/>
                    <a:gd name="connsiteX0" fmla="*/ 342535 w 4157405"/>
                    <a:gd name="connsiteY0" fmla="*/ 1519455 h 3626548"/>
                    <a:gd name="connsiteX1" fmla="*/ 794972 w 4157405"/>
                    <a:gd name="connsiteY1" fmla="*/ 633630 h 3626548"/>
                    <a:gd name="connsiteX2" fmla="*/ 1433147 w 4157405"/>
                    <a:gd name="connsiteY2" fmla="*/ 71655 h 3626548"/>
                    <a:gd name="connsiteX3" fmla="*/ 2211022 w 4157405"/>
                    <a:gd name="connsiteY3" fmla="*/ 103405 h 3626548"/>
                    <a:gd name="connsiteX4" fmla="*/ 2944447 w 4157405"/>
                    <a:gd name="connsiteY4" fmla="*/ 941605 h 3626548"/>
                    <a:gd name="connsiteX5" fmla="*/ 4014422 w 4157405"/>
                    <a:gd name="connsiteY5" fmla="*/ 2910105 h 3626548"/>
                    <a:gd name="connsiteX6" fmla="*/ 4109672 w 4157405"/>
                    <a:gd name="connsiteY6" fmla="*/ 3557805 h 3626548"/>
                    <a:gd name="connsiteX7" fmla="*/ 3671522 w 4157405"/>
                    <a:gd name="connsiteY7" fmla="*/ 3481605 h 3626548"/>
                    <a:gd name="connsiteX8" fmla="*/ 2706322 w 4157405"/>
                    <a:gd name="connsiteY8" fmla="*/ 2440205 h 3626548"/>
                    <a:gd name="connsiteX9" fmla="*/ 1747472 w 4157405"/>
                    <a:gd name="connsiteY9" fmla="*/ 1948080 h 3626548"/>
                    <a:gd name="connsiteX10" fmla="*/ 937847 w 4157405"/>
                    <a:gd name="connsiteY10" fmla="*/ 2252880 h 3626548"/>
                    <a:gd name="connsiteX11" fmla="*/ 204422 w 4157405"/>
                    <a:gd name="connsiteY11" fmla="*/ 2833905 h 3626548"/>
                    <a:gd name="connsiteX12" fmla="*/ 4397 w 4157405"/>
                    <a:gd name="connsiteY12" fmla="*/ 2614830 h 3626548"/>
                    <a:gd name="connsiteX13" fmla="*/ 342535 w 4157405"/>
                    <a:gd name="connsiteY13" fmla="*/ 1519455 h 36265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4157405" h="3626548">
                      <a:moveTo>
                        <a:pt x="342535" y="1519455"/>
                      </a:moveTo>
                      <a:cubicBezTo>
                        <a:pt x="474297" y="1189255"/>
                        <a:pt x="613203" y="874930"/>
                        <a:pt x="794972" y="633630"/>
                      </a:cubicBezTo>
                      <a:cubicBezTo>
                        <a:pt x="976741" y="392330"/>
                        <a:pt x="1197139" y="160026"/>
                        <a:pt x="1433147" y="71655"/>
                      </a:cubicBezTo>
                      <a:cubicBezTo>
                        <a:pt x="1669155" y="-16716"/>
                        <a:pt x="1959139" y="-41587"/>
                        <a:pt x="2211022" y="103405"/>
                      </a:cubicBezTo>
                      <a:cubicBezTo>
                        <a:pt x="2462905" y="248397"/>
                        <a:pt x="2643880" y="473822"/>
                        <a:pt x="2944447" y="941605"/>
                      </a:cubicBezTo>
                      <a:cubicBezTo>
                        <a:pt x="3245014" y="1409388"/>
                        <a:pt x="3820218" y="2474072"/>
                        <a:pt x="4014422" y="2910105"/>
                      </a:cubicBezTo>
                      <a:cubicBezTo>
                        <a:pt x="4208626" y="3346138"/>
                        <a:pt x="4166822" y="3462555"/>
                        <a:pt x="4109672" y="3557805"/>
                      </a:cubicBezTo>
                      <a:cubicBezTo>
                        <a:pt x="4052522" y="3653055"/>
                        <a:pt x="3905414" y="3667872"/>
                        <a:pt x="3671522" y="3481605"/>
                      </a:cubicBezTo>
                      <a:cubicBezTo>
                        <a:pt x="3437630" y="3295338"/>
                        <a:pt x="3026997" y="2695793"/>
                        <a:pt x="2706322" y="2440205"/>
                      </a:cubicBezTo>
                      <a:cubicBezTo>
                        <a:pt x="2385647" y="2184618"/>
                        <a:pt x="2042218" y="1979301"/>
                        <a:pt x="1747472" y="1948080"/>
                      </a:cubicBezTo>
                      <a:cubicBezTo>
                        <a:pt x="1452726" y="1916859"/>
                        <a:pt x="1195022" y="2105242"/>
                        <a:pt x="937847" y="2252880"/>
                      </a:cubicBezTo>
                      <a:cubicBezTo>
                        <a:pt x="680672" y="2400518"/>
                        <a:pt x="359997" y="2773580"/>
                        <a:pt x="204422" y="2833905"/>
                      </a:cubicBezTo>
                      <a:cubicBezTo>
                        <a:pt x="48847" y="2894230"/>
                        <a:pt x="-18622" y="2833905"/>
                        <a:pt x="4397" y="2614830"/>
                      </a:cubicBezTo>
                      <a:cubicBezTo>
                        <a:pt x="27416" y="2395755"/>
                        <a:pt x="210773" y="1849655"/>
                        <a:pt x="342535" y="1519455"/>
                      </a:cubicBezTo>
                      <a:close/>
                    </a:path>
                  </a:pathLst>
                </a:custGeom>
                <a:blipFill>
                  <a:blip r:embed="rId5"/>
                  <a:stretch>
                    <a:fillRect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FED90C3C-8142-40C2-A7C5-ABE376BBBD5F}"/>
              </a:ext>
            </a:extLst>
          </p:cNvPr>
          <p:cNvGrpSpPr/>
          <p:nvPr/>
        </p:nvGrpSpPr>
        <p:grpSpPr>
          <a:xfrm>
            <a:off x="297281" y="3438204"/>
            <a:ext cx="3515451" cy="2726889"/>
            <a:chOff x="297281" y="3438204"/>
            <a:chExt cx="3515451" cy="2726889"/>
          </a:xfrm>
        </p:grpSpPr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9AC51425-0C8D-4A0B-B8B3-DC18B56A18C7}"/>
                </a:ext>
              </a:extLst>
            </p:cNvPr>
            <p:cNvCxnSpPr>
              <a:cxnSpLocks/>
            </p:cNvCxnSpPr>
            <p:nvPr/>
          </p:nvCxnSpPr>
          <p:spPr>
            <a:xfrm>
              <a:off x="347697" y="5964147"/>
              <a:ext cx="346503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C2753131-E68D-4904-8D73-06C8DD04BD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41175" y="3438204"/>
              <a:ext cx="0" cy="272688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7F92F875-40B0-411E-9099-E68DFE2CB387}"/>
                </a:ext>
              </a:extLst>
            </p:cNvPr>
            <p:cNvCxnSpPr>
              <a:cxnSpLocks/>
            </p:cNvCxnSpPr>
            <p:nvPr/>
          </p:nvCxnSpPr>
          <p:spPr>
            <a:xfrm>
              <a:off x="347697" y="5208779"/>
              <a:ext cx="179347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F40BB601-B87F-4382-8305-0AFCBBF5BB2E}"/>
                    </a:ext>
                  </a:extLst>
                </p:cNvPr>
                <p:cNvSpPr txBox="1"/>
                <p:nvPr/>
              </p:nvSpPr>
              <p:spPr>
                <a:xfrm>
                  <a:off x="3615772" y="5586210"/>
                  <a:ext cx="196959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𝑢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F40BB601-B87F-4382-8305-0AFCBBF5BB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5772" y="5586210"/>
                  <a:ext cx="196959" cy="370294"/>
                </a:xfrm>
                <a:prstGeom prst="rect">
                  <a:avLst/>
                </a:prstGeom>
                <a:blipFill>
                  <a:blip r:embed="rId6"/>
                  <a:stretch>
                    <a:fillRect l="-3437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09C67969-C70F-47D3-BC6E-6EDC42FA7258}"/>
                    </a:ext>
                  </a:extLst>
                </p:cNvPr>
                <p:cNvSpPr txBox="1"/>
                <p:nvPr/>
              </p:nvSpPr>
              <p:spPr>
                <a:xfrm>
                  <a:off x="2227836" y="3438204"/>
                  <a:ext cx="196959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𝑡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09C67969-C70F-47D3-BC6E-6EDC42FA72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27836" y="3438204"/>
                  <a:ext cx="196959" cy="370294"/>
                </a:xfrm>
                <a:prstGeom prst="rect">
                  <a:avLst/>
                </a:prstGeom>
                <a:blipFill>
                  <a:blip r:embed="rId7"/>
                  <a:stretch>
                    <a:fillRect l="-2727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25A17B07-211C-41DC-9F85-0C847E27B1E8}"/>
                    </a:ext>
                  </a:extLst>
                </p:cNvPr>
                <p:cNvSpPr txBox="1"/>
                <p:nvPr/>
              </p:nvSpPr>
              <p:spPr>
                <a:xfrm>
                  <a:off x="2271148" y="5024113"/>
                  <a:ext cx="196959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𝑝</m:t>
                            </m:r>
                          </m:e>
                          <m:sup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25A17B07-211C-41DC-9F85-0C847E27B1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1148" y="5024113"/>
                  <a:ext cx="196959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68750" r="-9375"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任意多边形: 形状 31">
                  <a:extLst>
                    <a:ext uri="{FF2B5EF4-FFF2-40B4-BE49-F238E27FC236}">
                      <a16:creationId xmlns:a16="http://schemas.microsoft.com/office/drawing/2014/main" id="{1D0D918E-3E84-4312-9110-57B0C20CC0F7}"/>
                    </a:ext>
                  </a:extLst>
                </p:cNvPr>
                <p:cNvSpPr/>
                <p:nvPr/>
              </p:nvSpPr>
              <p:spPr>
                <a:xfrm>
                  <a:off x="1281813" y="3829678"/>
                  <a:ext cx="2013654" cy="1756532"/>
                </a:xfrm>
                <a:custGeom>
                  <a:avLst/>
                  <a:gdLst>
                    <a:gd name="connsiteX0" fmla="*/ 101747 w 4171498"/>
                    <a:gd name="connsiteY0" fmla="*/ 2108679 h 3596474"/>
                    <a:gd name="connsiteX1" fmla="*/ 806597 w 4171498"/>
                    <a:gd name="connsiteY1" fmla="*/ 603729 h 3596474"/>
                    <a:gd name="connsiteX2" fmla="*/ 1444772 w 4171498"/>
                    <a:gd name="connsiteY2" fmla="*/ 41754 h 3596474"/>
                    <a:gd name="connsiteX3" fmla="*/ 2273447 w 4171498"/>
                    <a:gd name="connsiteY3" fmla="*/ 117954 h 3596474"/>
                    <a:gd name="connsiteX4" fmla="*/ 2911622 w 4171498"/>
                    <a:gd name="connsiteY4" fmla="*/ 727554 h 3596474"/>
                    <a:gd name="connsiteX5" fmla="*/ 4026047 w 4171498"/>
                    <a:gd name="connsiteY5" fmla="*/ 2880204 h 3596474"/>
                    <a:gd name="connsiteX6" fmla="*/ 4121297 w 4171498"/>
                    <a:gd name="connsiteY6" fmla="*/ 3527904 h 3596474"/>
                    <a:gd name="connsiteX7" fmla="*/ 3683147 w 4171498"/>
                    <a:gd name="connsiteY7" fmla="*/ 3451704 h 3596474"/>
                    <a:gd name="connsiteX8" fmla="*/ 2482997 w 4171498"/>
                    <a:gd name="connsiteY8" fmla="*/ 2413479 h 3596474"/>
                    <a:gd name="connsiteX9" fmla="*/ 1759097 w 4171498"/>
                    <a:gd name="connsiteY9" fmla="*/ 1918179 h 3596474"/>
                    <a:gd name="connsiteX10" fmla="*/ 949472 w 4171498"/>
                    <a:gd name="connsiteY10" fmla="*/ 2222979 h 3596474"/>
                    <a:gd name="connsiteX11" fmla="*/ 216047 w 4171498"/>
                    <a:gd name="connsiteY11" fmla="*/ 2804004 h 3596474"/>
                    <a:gd name="connsiteX12" fmla="*/ 16022 w 4171498"/>
                    <a:gd name="connsiteY12" fmla="*/ 2584929 h 3596474"/>
                    <a:gd name="connsiteX13" fmla="*/ 101747 w 4171498"/>
                    <a:gd name="connsiteY13" fmla="*/ 2108679 h 3596474"/>
                    <a:gd name="connsiteX0" fmla="*/ 342535 w 4159873"/>
                    <a:gd name="connsiteY0" fmla="*/ 1489554 h 3596474"/>
                    <a:gd name="connsiteX1" fmla="*/ 794972 w 4159873"/>
                    <a:gd name="connsiteY1" fmla="*/ 603729 h 3596474"/>
                    <a:gd name="connsiteX2" fmla="*/ 1433147 w 4159873"/>
                    <a:gd name="connsiteY2" fmla="*/ 41754 h 3596474"/>
                    <a:gd name="connsiteX3" fmla="*/ 2261822 w 4159873"/>
                    <a:gd name="connsiteY3" fmla="*/ 117954 h 3596474"/>
                    <a:gd name="connsiteX4" fmla="*/ 2899997 w 4159873"/>
                    <a:gd name="connsiteY4" fmla="*/ 727554 h 3596474"/>
                    <a:gd name="connsiteX5" fmla="*/ 4014422 w 4159873"/>
                    <a:gd name="connsiteY5" fmla="*/ 2880204 h 3596474"/>
                    <a:gd name="connsiteX6" fmla="*/ 4109672 w 4159873"/>
                    <a:gd name="connsiteY6" fmla="*/ 3527904 h 3596474"/>
                    <a:gd name="connsiteX7" fmla="*/ 3671522 w 4159873"/>
                    <a:gd name="connsiteY7" fmla="*/ 3451704 h 3596474"/>
                    <a:gd name="connsiteX8" fmla="*/ 2471372 w 4159873"/>
                    <a:gd name="connsiteY8" fmla="*/ 2413479 h 3596474"/>
                    <a:gd name="connsiteX9" fmla="*/ 1747472 w 4159873"/>
                    <a:gd name="connsiteY9" fmla="*/ 1918179 h 3596474"/>
                    <a:gd name="connsiteX10" fmla="*/ 937847 w 4159873"/>
                    <a:gd name="connsiteY10" fmla="*/ 2222979 h 3596474"/>
                    <a:gd name="connsiteX11" fmla="*/ 204422 w 4159873"/>
                    <a:gd name="connsiteY11" fmla="*/ 2804004 h 3596474"/>
                    <a:gd name="connsiteX12" fmla="*/ 4397 w 4159873"/>
                    <a:gd name="connsiteY12" fmla="*/ 2584929 h 3596474"/>
                    <a:gd name="connsiteX13" fmla="*/ 342535 w 4159873"/>
                    <a:gd name="connsiteY13" fmla="*/ 1489554 h 3596474"/>
                    <a:gd name="connsiteX0" fmla="*/ 342535 w 4159873"/>
                    <a:gd name="connsiteY0" fmla="*/ 1489554 h 3596647"/>
                    <a:gd name="connsiteX1" fmla="*/ 794972 w 4159873"/>
                    <a:gd name="connsiteY1" fmla="*/ 603729 h 3596647"/>
                    <a:gd name="connsiteX2" fmla="*/ 1433147 w 4159873"/>
                    <a:gd name="connsiteY2" fmla="*/ 41754 h 3596647"/>
                    <a:gd name="connsiteX3" fmla="*/ 2261822 w 4159873"/>
                    <a:gd name="connsiteY3" fmla="*/ 117954 h 3596647"/>
                    <a:gd name="connsiteX4" fmla="*/ 2899997 w 4159873"/>
                    <a:gd name="connsiteY4" fmla="*/ 727554 h 3596647"/>
                    <a:gd name="connsiteX5" fmla="*/ 4014422 w 4159873"/>
                    <a:gd name="connsiteY5" fmla="*/ 2880204 h 3596647"/>
                    <a:gd name="connsiteX6" fmla="*/ 4109672 w 4159873"/>
                    <a:gd name="connsiteY6" fmla="*/ 3527904 h 3596647"/>
                    <a:gd name="connsiteX7" fmla="*/ 3671522 w 4159873"/>
                    <a:gd name="connsiteY7" fmla="*/ 3451704 h 3596647"/>
                    <a:gd name="connsiteX8" fmla="*/ 2706322 w 4159873"/>
                    <a:gd name="connsiteY8" fmla="*/ 2410304 h 3596647"/>
                    <a:gd name="connsiteX9" fmla="*/ 1747472 w 4159873"/>
                    <a:gd name="connsiteY9" fmla="*/ 1918179 h 3596647"/>
                    <a:gd name="connsiteX10" fmla="*/ 937847 w 4159873"/>
                    <a:gd name="connsiteY10" fmla="*/ 2222979 h 3596647"/>
                    <a:gd name="connsiteX11" fmla="*/ 204422 w 4159873"/>
                    <a:gd name="connsiteY11" fmla="*/ 2804004 h 3596647"/>
                    <a:gd name="connsiteX12" fmla="*/ 4397 w 4159873"/>
                    <a:gd name="connsiteY12" fmla="*/ 2584929 h 3596647"/>
                    <a:gd name="connsiteX13" fmla="*/ 342535 w 4159873"/>
                    <a:gd name="connsiteY13" fmla="*/ 1489554 h 3596647"/>
                    <a:gd name="connsiteX0" fmla="*/ 342535 w 4159873"/>
                    <a:gd name="connsiteY0" fmla="*/ 1508581 h 3615674"/>
                    <a:gd name="connsiteX1" fmla="*/ 794972 w 4159873"/>
                    <a:gd name="connsiteY1" fmla="*/ 622756 h 3615674"/>
                    <a:gd name="connsiteX2" fmla="*/ 1433147 w 4159873"/>
                    <a:gd name="connsiteY2" fmla="*/ 60781 h 3615674"/>
                    <a:gd name="connsiteX3" fmla="*/ 2211022 w 4159873"/>
                    <a:gd name="connsiteY3" fmla="*/ 92531 h 3615674"/>
                    <a:gd name="connsiteX4" fmla="*/ 2899997 w 4159873"/>
                    <a:gd name="connsiteY4" fmla="*/ 746581 h 3615674"/>
                    <a:gd name="connsiteX5" fmla="*/ 4014422 w 4159873"/>
                    <a:gd name="connsiteY5" fmla="*/ 2899231 h 3615674"/>
                    <a:gd name="connsiteX6" fmla="*/ 4109672 w 4159873"/>
                    <a:gd name="connsiteY6" fmla="*/ 3546931 h 3615674"/>
                    <a:gd name="connsiteX7" fmla="*/ 3671522 w 4159873"/>
                    <a:gd name="connsiteY7" fmla="*/ 3470731 h 3615674"/>
                    <a:gd name="connsiteX8" fmla="*/ 2706322 w 4159873"/>
                    <a:gd name="connsiteY8" fmla="*/ 2429331 h 3615674"/>
                    <a:gd name="connsiteX9" fmla="*/ 1747472 w 4159873"/>
                    <a:gd name="connsiteY9" fmla="*/ 1937206 h 3615674"/>
                    <a:gd name="connsiteX10" fmla="*/ 937847 w 4159873"/>
                    <a:gd name="connsiteY10" fmla="*/ 2242006 h 3615674"/>
                    <a:gd name="connsiteX11" fmla="*/ 204422 w 4159873"/>
                    <a:gd name="connsiteY11" fmla="*/ 2823031 h 3615674"/>
                    <a:gd name="connsiteX12" fmla="*/ 4397 w 4159873"/>
                    <a:gd name="connsiteY12" fmla="*/ 2603956 h 3615674"/>
                    <a:gd name="connsiteX13" fmla="*/ 342535 w 4159873"/>
                    <a:gd name="connsiteY13" fmla="*/ 1508581 h 3615674"/>
                    <a:gd name="connsiteX0" fmla="*/ 342535 w 4157405"/>
                    <a:gd name="connsiteY0" fmla="*/ 1519455 h 3626548"/>
                    <a:gd name="connsiteX1" fmla="*/ 794972 w 4157405"/>
                    <a:gd name="connsiteY1" fmla="*/ 633630 h 3626548"/>
                    <a:gd name="connsiteX2" fmla="*/ 1433147 w 4157405"/>
                    <a:gd name="connsiteY2" fmla="*/ 71655 h 3626548"/>
                    <a:gd name="connsiteX3" fmla="*/ 2211022 w 4157405"/>
                    <a:gd name="connsiteY3" fmla="*/ 103405 h 3626548"/>
                    <a:gd name="connsiteX4" fmla="*/ 2944447 w 4157405"/>
                    <a:gd name="connsiteY4" fmla="*/ 941605 h 3626548"/>
                    <a:gd name="connsiteX5" fmla="*/ 4014422 w 4157405"/>
                    <a:gd name="connsiteY5" fmla="*/ 2910105 h 3626548"/>
                    <a:gd name="connsiteX6" fmla="*/ 4109672 w 4157405"/>
                    <a:gd name="connsiteY6" fmla="*/ 3557805 h 3626548"/>
                    <a:gd name="connsiteX7" fmla="*/ 3671522 w 4157405"/>
                    <a:gd name="connsiteY7" fmla="*/ 3481605 h 3626548"/>
                    <a:gd name="connsiteX8" fmla="*/ 2706322 w 4157405"/>
                    <a:gd name="connsiteY8" fmla="*/ 2440205 h 3626548"/>
                    <a:gd name="connsiteX9" fmla="*/ 1747472 w 4157405"/>
                    <a:gd name="connsiteY9" fmla="*/ 1948080 h 3626548"/>
                    <a:gd name="connsiteX10" fmla="*/ 937847 w 4157405"/>
                    <a:gd name="connsiteY10" fmla="*/ 2252880 h 3626548"/>
                    <a:gd name="connsiteX11" fmla="*/ 204422 w 4157405"/>
                    <a:gd name="connsiteY11" fmla="*/ 2833905 h 3626548"/>
                    <a:gd name="connsiteX12" fmla="*/ 4397 w 4157405"/>
                    <a:gd name="connsiteY12" fmla="*/ 2614830 h 3626548"/>
                    <a:gd name="connsiteX13" fmla="*/ 342535 w 4157405"/>
                    <a:gd name="connsiteY13" fmla="*/ 1519455 h 36265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4157405" h="3626548">
                      <a:moveTo>
                        <a:pt x="342535" y="1519455"/>
                      </a:moveTo>
                      <a:cubicBezTo>
                        <a:pt x="474297" y="1189255"/>
                        <a:pt x="613203" y="874930"/>
                        <a:pt x="794972" y="633630"/>
                      </a:cubicBezTo>
                      <a:cubicBezTo>
                        <a:pt x="976741" y="392330"/>
                        <a:pt x="1197139" y="160026"/>
                        <a:pt x="1433147" y="71655"/>
                      </a:cubicBezTo>
                      <a:cubicBezTo>
                        <a:pt x="1669155" y="-16716"/>
                        <a:pt x="1959139" y="-41587"/>
                        <a:pt x="2211022" y="103405"/>
                      </a:cubicBezTo>
                      <a:cubicBezTo>
                        <a:pt x="2462905" y="248397"/>
                        <a:pt x="2643880" y="473822"/>
                        <a:pt x="2944447" y="941605"/>
                      </a:cubicBezTo>
                      <a:cubicBezTo>
                        <a:pt x="3245014" y="1409388"/>
                        <a:pt x="3820218" y="2474072"/>
                        <a:pt x="4014422" y="2910105"/>
                      </a:cubicBezTo>
                      <a:cubicBezTo>
                        <a:pt x="4208626" y="3346138"/>
                        <a:pt x="4166822" y="3462555"/>
                        <a:pt x="4109672" y="3557805"/>
                      </a:cubicBezTo>
                      <a:cubicBezTo>
                        <a:pt x="4052522" y="3653055"/>
                        <a:pt x="3905414" y="3667872"/>
                        <a:pt x="3671522" y="3481605"/>
                      </a:cubicBezTo>
                      <a:cubicBezTo>
                        <a:pt x="3437630" y="3295338"/>
                        <a:pt x="3026997" y="2695793"/>
                        <a:pt x="2706322" y="2440205"/>
                      </a:cubicBezTo>
                      <a:cubicBezTo>
                        <a:pt x="2385647" y="2184618"/>
                        <a:pt x="2042218" y="1979301"/>
                        <a:pt x="1747472" y="1948080"/>
                      </a:cubicBezTo>
                      <a:cubicBezTo>
                        <a:pt x="1452726" y="1916859"/>
                        <a:pt x="1195022" y="2105242"/>
                        <a:pt x="937847" y="2252880"/>
                      </a:cubicBezTo>
                      <a:cubicBezTo>
                        <a:pt x="680672" y="2400518"/>
                        <a:pt x="359997" y="2773580"/>
                        <a:pt x="204422" y="2833905"/>
                      </a:cubicBezTo>
                      <a:cubicBezTo>
                        <a:pt x="48847" y="2894230"/>
                        <a:pt x="-18622" y="2833905"/>
                        <a:pt x="4397" y="2614830"/>
                      </a:cubicBezTo>
                      <a:cubicBezTo>
                        <a:pt x="27416" y="2395755"/>
                        <a:pt x="210773" y="1849655"/>
                        <a:pt x="342535" y="1519455"/>
                      </a:cubicBezTo>
                      <a:close/>
                    </a:path>
                  </a:pathLst>
                </a:custGeom>
                <a:solidFill>
                  <a:srgbClr val="F8CCB9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zh-CN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D74514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𝑮</m:t>
                        </m:r>
                      </m:oMath>
                    </m:oMathPara>
                  </a14:m>
                  <a:endParaRPr kumimoji="0" lang="zh-CN" altLang="en-US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74514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  <a:p>
                  <a:pPr algn="ctr"/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32" name="任意多边形: 形状 31">
                  <a:extLst>
                    <a:ext uri="{FF2B5EF4-FFF2-40B4-BE49-F238E27FC236}">
                      <a16:creationId xmlns:a16="http://schemas.microsoft.com/office/drawing/2014/main" id="{1D0D918E-3E84-4312-9110-57B0C20CC0F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1813" y="3829678"/>
                  <a:ext cx="2013654" cy="1756532"/>
                </a:xfrm>
                <a:custGeom>
                  <a:avLst/>
                  <a:gdLst>
                    <a:gd name="connsiteX0" fmla="*/ 101747 w 4171498"/>
                    <a:gd name="connsiteY0" fmla="*/ 2108679 h 3596474"/>
                    <a:gd name="connsiteX1" fmla="*/ 806597 w 4171498"/>
                    <a:gd name="connsiteY1" fmla="*/ 603729 h 3596474"/>
                    <a:gd name="connsiteX2" fmla="*/ 1444772 w 4171498"/>
                    <a:gd name="connsiteY2" fmla="*/ 41754 h 3596474"/>
                    <a:gd name="connsiteX3" fmla="*/ 2273447 w 4171498"/>
                    <a:gd name="connsiteY3" fmla="*/ 117954 h 3596474"/>
                    <a:gd name="connsiteX4" fmla="*/ 2911622 w 4171498"/>
                    <a:gd name="connsiteY4" fmla="*/ 727554 h 3596474"/>
                    <a:gd name="connsiteX5" fmla="*/ 4026047 w 4171498"/>
                    <a:gd name="connsiteY5" fmla="*/ 2880204 h 3596474"/>
                    <a:gd name="connsiteX6" fmla="*/ 4121297 w 4171498"/>
                    <a:gd name="connsiteY6" fmla="*/ 3527904 h 3596474"/>
                    <a:gd name="connsiteX7" fmla="*/ 3683147 w 4171498"/>
                    <a:gd name="connsiteY7" fmla="*/ 3451704 h 3596474"/>
                    <a:gd name="connsiteX8" fmla="*/ 2482997 w 4171498"/>
                    <a:gd name="connsiteY8" fmla="*/ 2413479 h 3596474"/>
                    <a:gd name="connsiteX9" fmla="*/ 1759097 w 4171498"/>
                    <a:gd name="connsiteY9" fmla="*/ 1918179 h 3596474"/>
                    <a:gd name="connsiteX10" fmla="*/ 949472 w 4171498"/>
                    <a:gd name="connsiteY10" fmla="*/ 2222979 h 3596474"/>
                    <a:gd name="connsiteX11" fmla="*/ 216047 w 4171498"/>
                    <a:gd name="connsiteY11" fmla="*/ 2804004 h 3596474"/>
                    <a:gd name="connsiteX12" fmla="*/ 16022 w 4171498"/>
                    <a:gd name="connsiteY12" fmla="*/ 2584929 h 3596474"/>
                    <a:gd name="connsiteX13" fmla="*/ 101747 w 4171498"/>
                    <a:gd name="connsiteY13" fmla="*/ 2108679 h 3596474"/>
                    <a:gd name="connsiteX0" fmla="*/ 342535 w 4159873"/>
                    <a:gd name="connsiteY0" fmla="*/ 1489554 h 3596474"/>
                    <a:gd name="connsiteX1" fmla="*/ 794972 w 4159873"/>
                    <a:gd name="connsiteY1" fmla="*/ 603729 h 3596474"/>
                    <a:gd name="connsiteX2" fmla="*/ 1433147 w 4159873"/>
                    <a:gd name="connsiteY2" fmla="*/ 41754 h 3596474"/>
                    <a:gd name="connsiteX3" fmla="*/ 2261822 w 4159873"/>
                    <a:gd name="connsiteY3" fmla="*/ 117954 h 3596474"/>
                    <a:gd name="connsiteX4" fmla="*/ 2899997 w 4159873"/>
                    <a:gd name="connsiteY4" fmla="*/ 727554 h 3596474"/>
                    <a:gd name="connsiteX5" fmla="*/ 4014422 w 4159873"/>
                    <a:gd name="connsiteY5" fmla="*/ 2880204 h 3596474"/>
                    <a:gd name="connsiteX6" fmla="*/ 4109672 w 4159873"/>
                    <a:gd name="connsiteY6" fmla="*/ 3527904 h 3596474"/>
                    <a:gd name="connsiteX7" fmla="*/ 3671522 w 4159873"/>
                    <a:gd name="connsiteY7" fmla="*/ 3451704 h 3596474"/>
                    <a:gd name="connsiteX8" fmla="*/ 2471372 w 4159873"/>
                    <a:gd name="connsiteY8" fmla="*/ 2413479 h 3596474"/>
                    <a:gd name="connsiteX9" fmla="*/ 1747472 w 4159873"/>
                    <a:gd name="connsiteY9" fmla="*/ 1918179 h 3596474"/>
                    <a:gd name="connsiteX10" fmla="*/ 937847 w 4159873"/>
                    <a:gd name="connsiteY10" fmla="*/ 2222979 h 3596474"/>
                    <a:gd name="connsiteX11" fmla="*/ 204422 w 4159873"/>
                    <a:gd name="connsiteY11" fmla="*/ 2804004 h 3596474"/>
                    <a:gd name="connsiteX12" fmla="*/ 4397 w 4159873"/>
                    <a:gd name="connsiteY12" fmla="*/ 2584929 h 3596474"/>
                    <a:gd name="connsiteX13" fmla="*/ 342535 w 4159873"/>
                    <a:gd name="connsiteY13" fmla="*/ 1489554 h 3596474"/>
                    <a:gd name="connsiteX0" fmla="*/ 342535 w 4159873"/>
                    <a:gd name="connsiteY0" fmla="*/ 1489554 h 3596647"/>
                    <a:gd name="connsiteX1" fmla="*/ 794972 w 4159873"/>
                    <a:gd name="connsiteY1" fmla="*/ 603729 h 3596647"/>
                    <a:gd name="connsiteX2" fmla="*/ 1433147 w 4159873"/>
                    <a:gd name="connsiteY2" fmla="*/ 41754 h 3596647"/>
                    <a:gd name="connsiteX3" fmla="*/ 2261822 w 4159873"/>
                    <a:gd name="connsiteY3" fmla="*/ 117954 h 3596647"/>
                    <a:gd name="connsiteX4" fmla="*/ 2899997 w 4159873"/>
                    <a:gd name="connsiteY4" fmla="*/ 727554 h 3596647"/>
                    <a:gd name="connsiteX5" fmla="*/ 4014422 w 4159873"/>
                    <a:gd name="connsiteY5" fmla="*/ 2880204 h 3596647"/>
                    <a:gd name="connsiteX6" fmla="*/ 4109672 w 4159873"/>
                    <a:gd name="connsiteY6" fmla="*/ 3527904 h 3596647"/>
                    <a:gd name="connsiteX7" fmla="*/ 3671522 w 4159873"/>
                    <a:gd name="connsiteY7" fmla="*/ 3451704 h 3596647"/>
                    <a:gd name="connsiteX8" fmla="*/ 2706322 w 4159873"/>
                    <a:gd name="connsiteY8" fmla="*/ 2410304 h 3596647"/>
                    <a:gd name="connsiteX9" fmla="*/ 1747472 w 4159873"/>
                    <a:gd name="connsiteY9" fmla="*/ 1918179 h 3596647"/>
                    <a:gd name="connsiteX10" fmla="*/ 937847 w 4159873"/>
                    <a:gd name="connsiteY10" fmla="*/ 2222979 h 3596647"/>
                    <a:gd name="connsiteX11" fmla="*/ 204422 w 4159873"/>
                    <a:gd name="connsiteY11" fmla="*/ 2804004 h 3596647"/>
                    <a:gd name="connsiteX12" fmla="*/ 4397 w 4159873"/>
                    <a:gd name="connsiteY12" fmla="*/ 2584929 h 3596647"/>
                    <a:gd name="connsiteX13" fmla="*/ 342535 w 4159873"/>
                    <a:gd name="connsiteY13" fmla="*/ 1489554 h 3596647"/>
                    <a:gd name="connsiteX0" fmla="*/ 342535 w 4159873"/>
                    <a:gd name="connsiteY0" fmla="*/ 1508581 h 3615674"/>
                    <a:gd name="connsiteX1" fmla="*/ 794972 w 4159873"/>
                    <a:gd name="connsiteY1" fmla="*/ 622756 h 3615674"/>
                    <a:gd name="connsiteX2" fmla="*/ 1433147 w 4159873"/>
                    <a:gd name="connsiteY2" fmla="*/ 60781 h 3615674"/>
                    <a:gd name="connsiteX3" fmla="*/ 2211022 w 4159873"/>
                    <a:gd name="connsiteY3" fmla="*/ 92531 h 3615674"/>
                    <a:gd name="connsiteX4" fmla="*/ 2899997 w 4159873"/>
                    <a:gd name="connsiteY4" fmla="*/ 746581 h 3615674"/>
                    <a:gd name="connsiteX5" fmla="*/ 4014422 w 4159873"/>
                    <a:gd name="connsiteY5" fmla="*/ 2899231 h 3615674"/>
                    <a:gd name="connsiteX6" fmla="*/ 4109672 w 4159873"/>
                    <a:gd name="connsiteY6" fmla="*/ 3546931 h 3615674"/>
                    <a:gd name="connsiteX7" fmla="*/ 3671522 w 4159873"/>
                    <a:gd name="connsiteY7" fmla="*/ 3470731 h 3615674"/>
                    <a:gd name="connsiteX8" fmla="*/ 2706322 w 4159873"/>
                    <a:gd name="connsiteY8" fmla="*/ 2429331 h 3615674"/>
                    <a:gd name="connsiteX9" fmla="*/ 1747472 w 4159873"/>
                    <a:gd name="connsiteY9" fmla="*/ 1937206 h 3615674"/>
                    <a:gd name="connsiteX10" fmla="*/ 937847 w 4159873"/>
                    <a:gd name="connsiteY10" fmla="*/ 2242006 h 3615674"/>
                    <a:gd name="connsiteX11" fmla="*/ 204422 w 4159873"/>
                    <a:gd name="connsiteY11" fmla="*/ 2823031 h 3615674"/>
                    <a:gd name="connsiteX12" fmla="*/ 4397 w 4159873"/>
                    <a:gd name="connsiteY12" fmla="*/ 2603956 h 3615674"/>
                    <a:gd name="connsiteX13" fmla="*/ 342535 w 4159873"/>
                    <a:gd name="connsiteY13" fmla="*/ 1508581 h 3615674"/>
                    <a:gd name="connsiteX0" fmla="*/ 342535 w 4157405"/>
                    <a:gd name="connsiteY0" fmla="*/ 1519455 h 3626548"/>
                    <a:gd name="connsiteX1" fmla="*/ 794972 w 4157405"/>
                    <a:gd name="connsiteY1" fmla="*/ 633630 h 3626548"/>
                    <a:gd name="connsiteX2" fmla="*/ 1433147 w 4157405"/>
                    <a:gd name="connsiteY2" fmla="*/ 71655 h 3626548"/>
                    <a:gd name="connsiteX3" fmla="*/ 2211022 w 4157405"/>
                    <a:gd name="connsiteY3" fmla="*/ 103405 h 3626548"/>
                    <a:gd name="connsiteX4" fmla="*/ 2944447 w 4157405"/>
                    <a:gd name="connsiteY4" fmla="*/ 941605 h 3626548"/>
                    <a:gd name="connsiteX5" fmla="*/ 4014422 w 4157405"/>
                    <a:gd name="connsiteY5" fmla="*/ 2910105 h 3626548"/>
                    <a:gd name="connsiteX6" fmla="*/ 4109672 w 4157405"/>
                    <a:gd name="connsiteY6" fmla="*/ 3557805 h 3626548"/>
                    <a:gd name="connsiteX7" fmla="*/ 3671522 w 4157405"/>
                    <a:gd name="connsiteY7" fmla="*/ 3481605 h 3626548"/>
                    <a:gd name="connsiteX8" fmla="*/ 2706322 w 4157405"/>
                    <a:gd name="connsiteY8" fmla="*/ 2440205 h 3626548"/>
                    <a:gd name="connsiteX9" fmla="*/ 1747472 w 4157405"/>
                    <a:gd name="connsiteY9" fmla="*/ 1948080 h 3626548"/>
                    <a:gd name="connsiteX10" fmla="*/ 937847 w 4157405"/>
                    <a:gd name="connsiteY10" fmla="*/ 2252880 h 3626548"/>
                    <a:gd name="connsiteX11" fmla="*/ 204422 w 4157405"/>
                    <a:gd name="connsiteY11" fmla="*/ 2833905 h 3626548"/>
                    <a:gd name="connsiteX12" fmla="*/ 4397 w 4157405"/>
                    <a:gd name="connsiteY12" fmla="*/ 2614830 h 3626548"/>
                    <a:gd name="connsiteX13" fmla="*/ 342535 w 4157405"/>
                    <a:gd name="connsiteY13" fmla="*/ 1519455 h 36265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4157405" h="3626548">
                      <a:moveTo>
                        <a:pt x="342535" y="1519455"/>
                      </a:moveTo>
                      <a:cubicBezTo>
                        <a:pt x="474297" y="1189255"/>
                        <a:pt x="613203" y="874930"/>
                        <a:pt x="794972" y="633630"/>
                      </a:cubicBezTo>
                      <a:cubicBezTo>
                        <a:pt x="976741" y="392330"/>
                        <a:pt x="1197139" y="160026"/>
                        <a:pt x="1433147" y="71655"/>
                      </a:cubicBezTo>
                      <a:cubicBezTo>
                        <a:pt x="1669155" y="-16716"/>
                        <a:pt x="1959139" y="-41587"/>
                        <a:pt x="2211022" y="103405"/>
                      </a:cubicBezTo>
                      <a:cubicBezTo>
                        <a:pt x="2462905" y="248397"/>
                        <a:pt x="2643880" y="473822"/>
                        <a:pt x="2944447" y="941605"/>
                      </a:cubicBezTo>
                      <a:cubicBezTo>
                        <a:pt x="3245014" y="1409388"/>
                        <a:pt x="3820218" y="2474072"/>
                        <a:pt x="4014422" y="2910105"/>
                      </a:cubicBezTo>
                      <a:cubicBezTo>
                        <a:pt x="4208626" y="3346138"/>
                        <a:pt x="4166822" y="3462555"/>
                        <a:pt x="4109672" y="3557805"/>
                      </a:cubicBezTo>
                      <a:cubicBezTo>
                        <a:pt x="4052522" y="3653055"/>
                        <a:pt x="3905414" y="3667872"/>
                        <a:pt x="3671522" y="3481605"/>
                      </a:cubicBezTo>
                      <a:cubicBezTo>
                        <a:pt x="3437630" y="3295338"/>
                        <a:pt x="3026997" y="2695793"/>
                        <a:pt x="2706322" y="2440205"/>
                      </a:cubicBezTo>
                      <a:cubicBezTo>
                        <a:pt x="2385647" y="2184618"/>
                        <a:pt x="2042218" y="1979301"/>
                        <a:pt x="1747472" y="1948080"/>
                      </a:cubicBezTo>
                      <a:cubicBezTo>
                        <a:pt x="1452726" y="1916859"/>
                        <a:pt x="1195022" y="2105242"/>
                        <a:pt x="937847" y="2252880"/>
                      </a:cubicBezTo>
                      <a:cubicBezTo>
                        <a:pt x="680672" y="2400518"/>
                        <a:pt x="359997" y="2773580"/>
                        <a:pt x="204422" y="2833905"/>
                      </a:cubicBezTo>
                      <a:cubicBezTo>
                        <a:pt x="48847" y="2894230"/>
                        <a:pt x="-18622" y="2833905"/>
                        <a:pt x="4397" y="2614830"/>
                      </a:cubicBezTo>
                      <a:cubicBezTo>
                        <a:pt x="27416" y="2395755"/>
                        <a:pt x="210773" y="1849655"/>
                        <a:pt x="342535" y="1519455"/>
                      </a:cubicBezTo>
                      <a:close/>
                    </a:path>
                  </a:pathLst>
                </a:custGeom>
                <a:blipFill>
                  <a:blip r:embed="rId9"/>
                  <a:stretch>
                    <a:fillRect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982660AC-84E8-4893-AC46-4E236F34C468}"/>
                </a:ext>
              </a:extLst>
            </p:cNvPr>
            <p:cNvCxnSpPr>
              <a:cxnSpLocks/>
            </p:cNvCxnSpPr>
            <p:nvPr/>
          </p:nvCxnSpPr>
          <p:spPr>
            <a:xfrm>
              <a:off x="355089" y="5298801"/>
              <a:ext cx="3170027" cy="331373"/>
            </a:xfrm>
            <a:prstGeom prst="straightConnector1">
              <a:avLst/>
            </a:prstGeom>
            <a:ln w="25400">
              <a:solidFill>
                <a:srgbClr val="D74514"/>
              </a:solidFill>
              <a:prstDash val="solid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019CE0EC-2595-400A-BDF2-9E24E8B95272}"/>
                </a:ext>
              </a:extLst>
            </p:cNvPr>
            <p:cNvCxnSpPr>
              <a:cxnSpLocks/>
            </p:cNvCxnSpPr>
            <p:nvPr/>
          </p:nvCxnSpPr>
          <p:spPr>
            <a:xfrm>
              <a:off x="355089" y="4888951"/>
              <a:ext cx="3170027" cy="331373"/>
            </a:xfrm>
            <a:prstGeom prst="straightConnector1">
              <a:avLst/>
            </a:prstGeom>
            <a:ln w="25400">
              <a:solidFill>
                <a:srgbClr val="5D1709"/>
              </a:solidFill>
              <a:prstDash val="solid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D3C29C2A-1510-4489-8C61-53EAB6354D24}"/>
                </a:ext>
              </a:extLst>
            </p:cNvPr>
            <p:cNvCxnSpPr>
              <a:cxnSpLocks/>
            </p:cNvCxnSpPr>
            <p:nvPr/>
          </p:nvCxnSpPr>
          <p:spPr>
            <a:xfrm>
              <a:off x="355089" y="4511500"/>
              <a:ext cx="3170027" cy="331373"/>
            </a:xfrm>
            <a:prstGeom prst="straightConnector1">
              <a:avLst/>
            </a:prstGeom>
            <a:ln w="25400">
              <a:solidFill>
                <a:srgbClr val="5D1709"/>
              </a:solidFill>
              <a:prstDash val="solid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41D47568-775D-46C6-B23A-D06EA99E4638}"/>
                </a:ext>
              </a:extLst>
            </p:cNvPr>
            <p:cNvCxnSpPr>
              <a:cxnSpLocks/>
            </p:cNvCxnSpPr>
            <p:nvPr/>
          </p:nvCxnSpPr>
          <p:spPr>
            <a:xfrm>
              <a:off x="355089" y="4105656"/>
              <a:ext cx="3170027" cy="331373"/>
            </a:xfrm>
            <a:prstGeom prst="straightConnector1">
              <a:avLst/>
            </a:prstGeom>
            <a:ln w="25400">
              <a:solidFill>
                <a:srgbClr val="5D1709"/>
              </a:solidFill>
              <a:prstDash val="solid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8A53BC85-14B5-44A8-83CC-BCB895B5BC69}"/>
                    </a:ext>
                  </a:extLst>
                </p:cNvPr>
                <p:cNvSpPr txBox="1"/>
                <p:nvPr/>
              </p:nvSpPr>
              <p:spPr>
                <a:xfrm>
                  <a:off x="2255739" y="5464006"/>
                  <a:ext cx="404908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𝑔</m:t>
                        </m:r>
                        <m:d>
                          <m:d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zh-CN" alt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𝜆</m:t>
                            </m:r>
                          </m:e>
                        </m:d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8A53BC85-14B5-44A8-83CC-BCB895B5BC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55739" y="5464006"/>
                  <a:ext cx="404908" cy="370294"/>
                </a:xfrm>
                <a:prstGeom prst="rect">
                  <a:avLst/>
                </a:prstGeom>
                <a:blipFill>
                  <a:blip r:embed="rId10"/>
                  <a:stretch>
                    <a:fillRect l="-36364"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8DBF8258-7624-4E91-8A07-AAB75F9A263E}"/>
                    </a:ext>
                  </a:extLst>
                </p:cNvPr>
                <p:cNvSpPr txBox="1"/>
                <p:nvPr/>
              </p:nvSpPr>
              <p:spPr>
                <a:xfrm>
                  <a:off x="297281" y="5464006"/>
                  <a:ext cx="1777537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𝒕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=−</m:t>
                        </m:r>
                        <m:r>
                          <a:rPr lang="zh-CN" altLang="en-US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𝝀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𝒖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𝒈</m:t>
                        </m:r>
                        <m:d>
                          <m:dPr>
                            <m:ctrlP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zh-CN" altLang="en-US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𝝀</m:t>
                            </m:r>
                          </m:e>
                        </m:d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8DBF8258-7624-4E91-8A07-AAB75F9A26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281" y="5464006"/>
                  <a:ext cx="1777537" cy="369332"/>
                </a:xfrm>
                <a:prstGeom prst="rect">
                  <a:avLst/>
                </a:prstGeom>
                <a:blipFill>
                  <a:blip r:embed="rId11"/>
                  <a:stretch>
                    <a:fillRect l="-687"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060BE804-75B8-45AA-B986-69FAB32B683E}"/>
              </a:ext>
            </a:extLst>
          </p:cNvPr>
          <p:cNvGrpSpPr/>
          <p:nvPr/>
        </p:nvGrpSpPr>
        <p:grpSpPr>
          <a:xfrm>
            <a:off x="4353211" y="124108"/>
            <a:ext cx="3465035" cy="2830379"/>
            <a:chOff x="4353211" y="124108"/>
            <a:chExt cx="3465035" cy="2830379"/>
          </a:xfrm>
        </p:grpSpPr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B3B516E2-7F40-4F64-8C62-86EB3759370F}"/>
                </a:ext>
              </a:extLst>
            </p:cNvPr>
            <p:cNvCxnSpPr>
              <a:cxnSpLocks/>
            </p:cNvCxnSpPr>
            <p:nvPr/>
          </p:nvCxnSpPr>
          <p:spPr>
            <a:xfrm>
              <a:off x="4353211" y="2650051"/>
              <a:ext cx="346503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579BEBF7-F3A4-46D7-85D6-2120149C7B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46689" y="124108"/>
              <a:ext cx="0" cy="272688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05A0A8E8-49CD-452B-9F7D-03AD52D7F30A}"/>
                </a:ext>
              </a:extLst>
            </p:cNvPr>
            <p:cNvCxnSpPr>
              <a:cxnSpLocks/>
            </p:cNvCxnSpPr>
            <p:nvPr/>
          </p:nvCxnSpPr>
          <p:spPr>
            <a:xfrm>
              <a:off x="4353211" y="1894683"/>
              <a:ext cx="179347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94AFAD8E-607E-4C8B-9793-D5978BD9A145}"/>
                    </a:ext>
                  </a:extLst>
                </p:cNvPr>
                <p:cNvSpPr txBox="1"/>
                <p:nvPr/>
              </p:nvSpPr>
              <p:spPr>
                <a:xfrm>
                  <a:off x="7621286" y="2272114"/>
                  <a:ext cx="196959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𝑢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94AFAD8E-607E-4C8B-9793-D5978BD9A1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1286" y="2272114"/>
                  <a:ext cx="196959" cy="370294"/>
                </a:xfrm>
                <a:prstGeom prst="rect">
                  <a:avLst/>
                </a:prstGeom>
                <a:blipFill>
                  <a:blip r:embed="rId12"/>
                  <a:stretch>
                    <a:fillRect l="-3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EF834B26-025E-454F-8EA1-08761B6D21BD}"/>
                    </a:ext>
                  </a:extLst>
                </p:cNvPr>
                <p:cNvSpPr txBox="1"/>
                <p:nvPr/>
              </p:nvSpPr>
              <p:spPr>
                <a:xfrm>
                  <a:off x="6233350" y="124108"/>
                  <a:ext cx="196959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𝑡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EF834B26-025E-454F-8EA1-08761B6D21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3350" y="124108"/>
                  <a:ext cx="196959" cy="370294"/>
                </a:xfrm>
                <a:prstGeom prst="rect">
                  <a:avLst/>
                </a:prstGeom>
                <a:blipFill>
                  <a:blip r:embed="rId13"/>
                  <a:stretch>
                    <a:fillRect l="-312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614FBA2B-2B2C-4983-B86E-158879843A34}"/>
                    </a:ext>
                  </a:extLst>
                </p:cNvPr>
                <p:cNvSpPr txBox="1"/>
                <p:nvPr/>
              </p:nvSpPr>
              <p:spPr>
                <a:xfrm>
                  <a:off x="6276662" y="1710017"/>
                  <a:ext cx="196959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𝑝</m:t>
                            </m:r>
                          </m:e>
                          <m:sup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614FBA2B-2B2C-4983-B86E-158879843A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6662" y="1710017"/>
                  <a:ext cx="196959" cy="369332"/>
                </a:xfrm>
                <a:prstGeom prst="rect">
                  <a:avLst/>
                </a:prstGeom>
                <a:blipFill>
                  <a:blip r:embed="rId14"/>
                  <a:stretch>
                    <a:fillRect l="-68750" r="-9375" b="-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任意多边形: 形状 48">
                  <a:extLst>
                    <a:ext uri="{FF2B5EF4-FFF2-40B4-BE49-F238E27FC236}">
                      <a16:creationId xmlns:a16="http://schemas.microsoft.com/office/drawing/2014/main" id="{4F7804A2-71B4-48EE-A1A5-F23BE57B1243}"/>
                    </a:ext>
                  </a:extLst>
                </p:cNvPr>
                <p:cNvSpPr/>
                <p:nvPr/>
              </p:nvSpPr>
              <p:spPr>
                <a:xfrm>
                  <a:off x="5287327" y="515582"/>
                  <a:ext cx="2013654" cy="1756532"/>
                </a:xfrm>
                <a:custGeom>
                  <a:avLst/>
                  <a:gdLst>
                    <a:gd name="connsiteX0" fmla="*/ 101747 w 4171498"/>
                    <a:gd name="connsiteY0" fmla="*/ 2108679 h 3596474"/>
                    <a:gd name="connsiteX1" fmla="*/ 806597 w 4171498"/>
                    <a:gd name="connsiteY1" fmla="*/ 603729 h 3596474"/>
                    <a:gd name="connsiteX2" fmla="*/ 1444772 w 4171498"/>
                    <a:gd name="connsiteY2" fmla="*/ 41754 h 3596474"/>
                    <a:gd name="connsiteX3" fmla="*/ 2273447 w 4171498"/>
                    <a:gd name="connsiteY3" fmla="*/ 117954 h 3596474"/>
                    <a:gd name="connsiteX4" fmla="*/ 2911622 w 4171498"/>
                    <a:gd name="connsiteY4" fmla="*/ 727554 h 3596474"/>
                    <a:gd name="connsiteX5" fmla="*/ 4026047 w 4171498"/>
                    <a:gd name="connsiteY5" fmla="*/ 2880204 h 3596474"/>
                    <a:gd name="connsiteX6" fmla="*/ 4121297 w 4171498"/>
                    <a:gd name="connsiteY6" fmla="*/ 3527904 h 3596474"/>
                    <a:gd name="connsiteX7" fmla="*/ 3683147 w 4171498"/>
                    <a:gd name="connsiteY7" fmla="*/ 3451704 h 3596474"/>
                    <a:gd name="connsiteX8" fmla="*/ 2482997 w 4171498"/>
                    <a:gd name="connsiteY8" fmla="*/ 2413479 h 3596474"/>
                    <a:gd name="connsiteX9" fmla="*/ 1759097 w 4171498"/>
                    <a:gd name="connsiteY9" fmla="*/ 1918179 h 3596474"/>
                    <a:gd name="connsiteX10" fmla="*/ 949472 w 4171498"/>
                    <a:gd name="connsiteY10" fmla="*/ 2222979 h 3596474"/>
                    <a:gd name="connsiteX11" fmla="*/ 216047 w 4171498"/>
                    <a:gd name="connsiteY11" fmla="*/ 2804004 h 3596474"/>
                    <a:gd name="connsiteX12" fmla="*/ 16022 w 4171498"/>
                    <a:gd name="connsiteY12" fmla="*/ 2584929 h 3596474"/>
                    <a:gd name="connsiteX13" fmla="*/ 101747 w 4171498"/>
                    <a:gd name="connsiteY13" fmla="*/ 2108679 h 3596474"/>
                    <a:gd name="connsiteX0" fmla="*/ 342535 w 4159873"/>
                    <a:gd name="connsiteY0" fmla="*/ 1489554 h 3596474"/>
                    <a:gd name="connsiteX1" fmla="*/ 794972 w 4159873"/>
                    <a:gd name="connsiteY1" fmla="*/ 603729 h 3596474"/>
                    <a:gd name="connsiteX2" fmla="*/ 1433147 w 4159873"/>
                    <a:gd name="connsiteY2" fmla="*/ 41754 h 3596474"/>
                    <a:gd name="connsiteX3" fmla="*/ 2261822 w 4159873"/>
                    <a:gd name="connsiteY3" fmla="*/ 117954 h 3596474"/>
                    <a:gd name="connsiteX4" fmla="*/ 2899997 w 4159873"/>
                    <a:gd name="connsiteY4" fmla="*/ 727554 h 3596474"/>
                    <a:gd name="connsiteX5" fmla="*/ 4014422 w 4159873"/>
                    <a:gd name="connsiteY5" fmla="*/ 2880204 h 3596474"/>
                    <a:gd name="connsiteX6" fmla="*/ 4109672 w 4159873"/>
                    <a:gd name="connsiteY6" fmla="*/ 3527904 h 3596474"/>
                    <a:gd name="connsiteX7" fmla="*/ 3671522 w 4159873"/>
                    <a:gd name="connsiteY7" fmla="*/ 3451704 h 3596474"/>
                    <a:gd name="connsiteX8" fmla="*/ 2471372 w 4159873"/>
                    <a:gd name="connsiteY8" fmla="*/ 2413479 h 3596474"/>
                    <a:gd name="connsiteX9" fmla="*/ 1747472 w 4159873"/>
                    <a:gd name="connsiteY9" fmla="*/ 1918179 h 3596474"/>
                    <a:gd name="connsiteX10" fmla="*/ 937847 w 4159873"/>
                    <a:gd name="connsiteY10" fmla="*/ 2222979 h 3596474"/>
                    <a:gd name="connsiteX11" fmla="*/ 204422 w 4159873"/>
                    <a:gd name="connsiteY11" fmla="*/ 2804004 h 3596474"/>
                    <a:gd name="connsiteX12" fmla="*/ 4397 w 4159873"/>
                    <a:gd name="connsiteY12" fmla="*/ 2584929 h 3596474"/>
                    <a:gd name="connsiteX13" fmla="*/ 342535 w 4159873"/>
                    <a:gd name="connsiteY13" fmla="*/ 1489554 h 3596474"/>
                    <a:gd name="connsiteX0" fmla="*/ 342535 w 4159873"/>
                    <a:gd name="connsiteY0" fmla="*/ 1489554 h 3596647"/>
                    <a:gd name="connsiteX1" fmla="*/ 794972 w 4159873"/>
                    <a:gd name="connsiteY1" fmla="*/ 603729 h 3596647"/>
                    <a:gd name="connsiteX2" fmla="*/ 1433147 w 4159873"/>
                    <a:gd name="connsiteY2" fmla="*/ 41754 h 3596647"/>
                    <a:gd name="connsiteX3" fmla="*/ 2261822 w 4159873"/>
                    <a:gd name="connsiteY3" fmla="*/ 117954 h 3596647"/>
                    <a:gd name="connsiteX4" fmla="*/ 2899997 w 4159873"/>
                    <a:gd name="connsiteY4" fmla="*/ 727554 h 3596647"/>
                    <a:gd name="connsiteX5" fmla="*/ 4014422 w 4159873"/>
                    <a:gd name="connsiteY5" fmla="*/ 2880204 h 3596647"/>
                    <a:gd name="connsiteX6" fmla="*/ 4109672 w 4159873"/>
                    <a:gd name="connsiteY6" fmla="*/ 3527904 h 3596647"/>
                    <a:gd name="connsiteX7" fmla="*/ 3671522 w 4159873"/>
                    <a:gd name="connsiteY7" fmla="*/ 3451704 h 3596647"/>
                    <a:gd name="connsiteX8" fmla="*/ 2706322 w 4159873"/>
                    <a:gd name="connsiteY8" fmla="*/ 2410304 h 3596647"/>
                    <a:gd name="connsiteX9" fmla="*/ 1747472 w 4159873"/>
                    <a:gd name="connsiteY9" fmla="*/ 1918179 h 3596647"/>
                    <a:gd name="connsiteX10" fmla="*/ 937847 w 4159873"/>
                    <a:gd name="connsiteY10" fmla="*/ 2222979 h 3596647"/>
                    <a:gd name="connsiteX11" fmla="*/ 204422 w 4159873"/>
                    <a:gd name="connsiteY11" fmla="*/ 2804004 h 3596647"/>
                    <a:gd name="connsiteX12" fmla="*/ 4397 w 4159873"/>
                    <a:gd name="connsiteY12" fmla="*/ 2584929 h 3596647"/>
                    <a:gd name="connsiteX13" fmla="*/ 342535 w 4159873"/>
                    <a:gd name="connsiteY13" fmla="*/ 1489554 h 3596647"/>
                    <a:gd name="connsiteX0" fmla="*/ 342535 w 4159873"/>
                    <a:gd name="connsiteY0" fmla="*/ 1508581 h 3615674"/>
                    <a:gd name="connsiteX1" fmla="*/ 794972 w 4159873"/>
                    <a:gd name="connsiteY1" fmla="*/ 622756 h 3615674"/>
                    <a:gd name="connsiteX2" fmla="*/ 1433147 w 4159873"/>
                    <a:gd name="connsiteY2" fmla="*/ 60781 h 3615674"/>
                    <a:gd name="connsiteX3" fmla="*/ 2211022 w 4159873"/>
                    <a:gd name="connsiteY3" fmla="*/ 92531 h 3615674"/>
                    <a:gd name="connsiteX4" fmla="*/ 2899997 w 4159873"/>
                    <a:gd name="connsiteY4" fmla="*/ 746581 h 3615674"/>
                    <a:gd name="connsiteX5" fmla="*/ 4014422 w 4159873"/>
                    <a:gd name="connsiteY5" fmla="*/ 2899231 h 3615674"/>
                    <a:gd name="connsiteX6" fmla="*/ 4109672 w 4159873"/>
                    <a:gd name="connsiteY6" fmla="*/ 3546931 h 3615674"/>
                    <a:gd name="connsiteX7" fmla="*/ 3671522 w 4159873"/>
                    <a:gd name="connsiteY7" fmla="*/ 3470731 h 3615674"/>
                    <a:gd name="connsiteX8" fmla="*/ 2706322 w 4159873"/>
                    <a:gd name="connsiteY8" fmla="*/ 2429331 h 3615674"/>
                    <a:gd name="connsiteX9" fmla="*/ 1747472 w 4159873"/>
                    <a:gd name="connsiteY9" fmla="*/ 1937206 h 3615674"/>
                    <a:gd name="connsiteX10" fmla="*/ 937847 w 4159873"/>
                    <a:gd name="connsiteY10" fmla="*/ 2242006 h 3615674"/>
                    <a:gd name="connsiteX11" fmla="*/ 204422 w 4159873"/>
                    <a:gd name="connsiteY11" fmla="*/ 2823031 h 3615674"/>
                    <a:gd name="connsiteX12" fmla="*/ 4397 w 4159873"/>
                    <a:gd name="connsiteY12" fmla="*/ 2603956 h 3615674"/>
                    <a:gd name="connsiteX13" fmla="*/ 342535 w 4159873"/>
                    <a:gd name="connsiteY13" fmla="*/ 1508581 h 3615674"/>
                    <a:gd name="connsiteX0" fmla="*/ 342535 w 4157405"/>
                    <a:gd name="connsiteY0" fmla="*/ 1519455 h 3626548"/>
                    <a:gd name="connsiteX1" fmla="*/ 794972 w 4157405"/>
                    <a:gd name="connsiteY1" fmla="*/ 633630 h 3626548"/>
                    <a:gd name="connsiteX2" fmla="*/ 1433147 w 4157405"/>
                    <a:gd name="connsiteY2" fmla="*/ 71655 h 3626548"/>
                    <a:gd name="connsiteX3" fmla="*/ 2211022 w 4157405"/>
                    <a:gd name="connsiteY3" fmla="*/ 103405 h 3626548"/>
                    <a:gd name="connsiteX4" fmla="*/ 2944447 w 4157405"/>
                    <a:gd name="connsiteY4" fmla="*/ 941605 h 3626548"/>
                    <a:gd name="connsiteX5" fmla="*/ 4014422 w 4157405"/>
                    <a:gd name="connsiteY5" fmla="*/ 2910105 h 3626548"/>
                    <a:gd name="connsiteX6" fmla="*/ 4109672 w 4157405"/>
                    <a:gd name="connsiteY6" fmla="*/ 3557805 h 3626548"/>
                    <a:gd name="connsiteX7" fmla="*/ 3671522 w 4157405"/>
                    <a:gd name="connsiteY7" fmla="*/ 3481605 h 3626548"/>
                    <a:gd name="connsiteX8" fmla="*/ 2706322 w 4157405"/>
                    <a:gd name="connsiteY8" fmla="*/ 2440205 h 3626548"/>
                    <a:gd name="connsiteX9" fmla="*/ 1747472 w 4157405"/>
                    <a:gd name="connsiteY9" fmla="*/ 1948080 h 3626548"/>
                    <a:gd name="connsiteX10" fmla="*/ 937847 w 4157405"/>
                    <a:gd name="connsiteY10" fmla="*/ 2252880 h 3626548"/>
                    <a:gd name="connsiteX11" fmla="*/ 204422 w 4157405"/>
                    <a:gd name="connsiteY11" fmla="*/ 2833905 h 3626548"/>
                    <a:gd name="connsiteX12" fmla="*/ 4397 w 4157405"/>
                    <a:gd name="connsiteY12" fmla="*/ 2614830 h 3626548"/>
                    <a:gd name="connsiteX13" fmla="*/ 342535 w 4157405"/>
                    <a:gd name="connsiteY13" fmla="*/ 1519455 h 36265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4157405" h="3626548">
                      <a:moveTo>
                        <a:pt x="342535" y="1519455"/>
                      </a:moveTo>
                      <a:cubicBezTo>
                        <a:pt x="474297" y="1189255"/>
                        <a:pt x="613203" y="874930"/>
                        <a:pt x="794972" y="633630"/>
                      </a:cubicBezTo>
                      <a:cubicBezTo>
                        <a:pt x="976741" y="392330"/>
                        <a:pt x="1197139" y="160026"/>
                        <a:pt x="1433147" y="71655"/>
                      </a:cubicBezTo>
                      <a:cubicBezTo>
                        <a:pt x="1669155" y="-16716"/>
                        <a:pt x="1959139" y="-41587"/>
                        <a:pt x="2211022" y="103405"/>
                      </a:cubicBezTo>
                      <a:cubicBezTo>
                        <a:pt x="2462905" y="248397"/>
                        <a:pt x="2643880" y="473822"/>
                        <a:pt x="2944447" y="941605"/>
                      </a:cubicBezTo>
                      <a:cubicBezTo>
                        <a:pt x="3245014" y="1409388"/>
                        <a:pt x="3820218" y="2474072"/>
                        <a:pt x="4014422" y="2910105"/>
                      </a:cubicBezTo>
                      <a:cubicBezTo>
                        <a:pt x="4208626" y="3346138"/>
                        <a:pt x="4166822" y="3462555"/>
                        <a:pt x="4109672" y="3557805"/>
                      </a:cubicBezTo>
                      <a:cubicBezTo>
                        <a:pt x="4052522" y="3653055"/>
                        <a:pt x="3905414" y="3667872"/>
                        <a:pt x="3671522" y="3481605"/>
                      </a:cubicBezTo>
                      <a:cubicBezTo>
                        <a:pt x="3437630" y="3295338"/>
                        <a:pt x="3026997" y="2695793"/>
                        <a:pt x="2706322" y="2440205"/>
                      </a:cubicBezTo>
                      <a:cubicBezTo>
                        <a:pt x="2385647" y="2184618"/>
                        <a:pt x="2042218" y="1979301"/>
                        <a:pt x="1747472" y="1948080"/>
                      </a:cubicBezTo>
                      <a:cubicBezTo>
                        <a:pt x="1452726" y="1916859"/>
                        <a:pt x="1195022" y="2105242"/>
                        <a:pt x="937847" y="2252880"/>
                      </a:cubicBezTo>
                      <a:cubicBezTo>
                        <a:pt x="680672" y="2400518"/>
                        <a:pt x="359997" y="2773580"/>
                        <a:pt x="204422" y="2833905"/>
                      </a:cubicBezTo>
                      <a:cubicBezTo>
                        <a:pt x="48847" y="2894230"/>
                        <a:pt x="-18622" y="2833905"/>
                        <a:pt x="4397" y="2614830"/>
                      </a:cubicBezTo>
                      <a:cubicBezTo>
                        <a:pt x="27416" y="2395755"/>
                        <a:pt x="210773" y="1849655"/>
                        <a:pt x="342535" y="1519455"/>
                      </a:cubicBezTo>
                      <a:close/>
                    </a:path>
                  </a:pathLst>
                </a:custGeom>
                <a:solidFill>
                  <a:srgbClr val="F8CCB9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zh-CN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D74514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𝑮</m:t>
                        </m:r>
                      </m:oMath>
                    </m:oMathPara>
                  </a14:m>
                  <a:endParaRPr kumimoji="0" lang="zh-CN" altLang="en-US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74514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  <a:p>
                  <a:pPr algn="ctr"/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49" name="任意多边形: 形状 48">
                  <a:extLst>
                    <a:ext uri="{FF2B5EF4-FFF2-40B4-BE49-F238E27FC236}">
                      <a16:creationId xmlns:a16="http://schemas.microsoft.com/office/drawing/2014/main" id="{4F7804A2-71B4-48EE-A1A5-F23BE57B124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7327" y="515582"/>
                  <a:ext cx="2013654" cy="1756532"/>
                </a:xfrm>
                <a:custGeom>
                  <a:avLst/>
                  <a:gdLst>
                    <a:gd name="connsiteX0" fmla="*/ 101747 w 4171498"/>
                    <a:gd name="connsiteY0" fmla="*/ 2108679 h 3596474"/>
                    <a:gd name="connsiteX1" fmla="*/ 806597 w 4171498"/>
                    <a:gd name="connsiteY1" fmla="*/ 603729 h 3596474"/>
                    <a:gd name="connsiteX2" fmla="*/ 1444772 w 4171498"/>
                    <a:gd name="connsiteY2" fmla="*/ 41754 h 3596474"/>
                    <a:gd name="connsiteX3" fmla="*/ 2273447 w 4171498"/>
                    <a:gd name="connsiteY3" fmla="*/ 117954 h 3596474"/>
                    <a:gd name="connsiteX4" fmla="*/ 2911622 w 4171498"/>
                    <a:gd name="connsiteY4" fmla="*/ 727554 h 3596474"/>
                    <a:gd name="connsiteX5" fmla="*/ 4026047 w 4171498"/>
                    <a:gd name="connsiteY5" fmla="*/ 2880204 h 3596474"/>
                    <a:gd name="connsiteX6" fmla="*/ 4121297 w 4171498"/>
                    <a:gd name="connsiteY6" fmla="*/ 3527904 h 3596474"/>
                    <a:gd name="connsiteX7" fmla="*/ 3683147 w 4171498"/>
                    <a:gd name="connsiteY7" fmla="*/ 3451704 h 3596474"/>
                    <a:gd name="connsiteX8" fmla="*/ 2482997 w 4171498"/>
                    <a:gd name="connsiteY8" fmla="*/ 2413479 h 3596474"/>
                    <a:gd name="connsiteX9" fmla="*/ 1759097 w 4171498"/>
                    <a:gd name="connsiteY9" fmla="*/ 1918179 h 3596474"/>
                    <a:gd name="connsiteX10" fmla="*/ 949472 w 4171498"/>
                    <a:gd name="connsiteY10" fmla="*/ 2222979 h 3596474"/>
                    <a:gd name="connsiteX11" fmla="*/ 216047 w 4171498"/>
                    <a:gd name="connsiteY11" fmla="*/ 2804004 h 3596474"/>
                    <a:gd name="connsiteX12" fmla="*/ 16022 w 4171498"/>
                    <a:gd name="connsiteY12" fmla="*/ 2584929 h 3596474"/>
                    <a:gd name="connsiteX13" fmla="*/ 101747 w 4171498"/>
                    <a:gd name="connsiteY13" fmla="*/ 2108679 h 3596474"/>
                    <a:gd name="connsiteX0" fmla="*/ 342535 w 4159873"/>
                    <a:gd name="connsiteY0" fmla="*/ 1489554 h 3596474"/>
                    <a:gd name="connsiteX1" fmla="*/ 794972 w 4159873"/>
                    <a:gd name="connsiteY1" fmla="*/ 603729 h 3596474"/>
                    <a:gd name="connsiteX2" fmla="*/ 1433147 w 4159873"/>
                    <a:gd name="connsiteY2" fmla="*/ 41754 h 3596474"/>
                    <a:gd name="connsiteX3" fmla="*/ 2261822 w 4159873"/>
                    <a:gd name="connsiteY3" fmla="*/ 117954 h 3596474"/>
                    <a:gd name="connsiteX4" fmla="*/ 2899997 w 4159873"/>
                    <a:gd name="connsiteY4" fmla="*/ 727554 h 3596474"/>
                    <a:gd name="connsiteX5" fmla="*/ 4014422 w 4159873"/>
                    <a:gd name="connsiteY5" fmla="*/ 2880204 h 3596474"/>
                    <a:gd name="connsiteX6" fmla="*/ 4109672 w 4159873"/>
                    <a:gd name="connsiteY6" fmla="*/ 3527904 h 3596474"/>
                    <a:gd name="connsiteX7" fmla="*/ 3671522 w 4159873"/>
                    <a:gd name="connsiteY7" fmla="*/ 3451704 h 3596474"/>
                    <a:gd name="connsiteX8" fmla="*/ 2471372 w 4159873"/>
                    <a:gd name="connsiteY8" fmla="*/ 2413479 h 3596474"/>
                    <a:gd name="connsiteX9" fmla="*/ 1747472 w 4159873"/>
                    <a:gd name="connsiteY9" fmla="*/ 1918179 h 3596474"/>
                    <a:gd name="connsiteX10" fmla="*/ 937847 w 4159873"/>
                    <a:gd name="connsiteY10" fmla="*/ 2222979 h 3596474"/>
                    <a:gd name="connsiteX11" fmla="*/ 204422 w 4159873"/>
                    <a:gd name="connsiteY11" fmla="*/ 2804004 h 3596474"/>
                    <a:gd name="connsiteX12" fmla="*/ 4397 w 4159873"/>
                    <a:gd name="connsiteY12" fmla="*/ 2584929 h 3596474"/>
                    <a:gd name="connsiteX13" fmla="*/ 342535 w 4159873"/>
                    <a:gd name="connsiteY13" fmla="*/ 1489554 h 3596474"/>
                    <a:gd name="connsiteX0" fmla="*/ 342535 w 4159873"/>
                    <a:gd name="connsiteY0" fmla="*/ 1489554 h 3596647"/>
                    <a:gd name="connsiteX1" fmla="*/ 794972 w 4159873"/>
                    <a:gd name="connsiteY1" fmla="*/ 603729 h 3596647"/>
                    <a:gd name="connsiteX2" fmla="*/ 1433147 w 4159873"/>
                    <a:gd name="connsiteY2" fmla="*/ 41754 h 3596647"/>
                    <a:gd name="connsiteX3" fmla="*/ 2261822 w 4159873"/>
                    <a:gd name="connsiteY3" fmla="*/ 117954 h 3596647"/>
                    <a:gd name="connsiteX4" fmla="*/ 2899997 w 4159873"/>
                    <a:gd name="connsiteY4" fmla="*/ 727554 h 3596647"/>
                    <a:gd name="connsiteX5" fmla="*/ 4014422 w 4159873"/>
                    <a:gd name="connsiteY5" fmla="*/ 2880204 h 3596647"/>
                    <a:gd name="connsiteX6" fmla="*/ 4109672 w 4159873"/>
                    <a:gd name="connsiteY6" fmla="*/ 3527904 h 3596647"/>
                    <a:gd name="connsiteX7" fmla="*/ 3671522 w 4159873"/>
                    <a:gd name="connsiteY7" fmla="*/ 3451704 h 3596647"/>
                    <a:gd name="connsiteX8" fmla="*/ 2706322 w 4159873"/>
                    <a:gd name="connsiteY8" fmla="*/ 2410304 h 3596647"/>
                    <a:gd name="connsiteX9" fmla="*/ 1747472 w 4159873"/>
                    <a:gd name="connsiteY9" fmla="*/ 1918179 h 3596647"/>
                    <a:gd name="connsiteX10" fmla="*/ 937847 w 4159873"/>
                    <a:gd name="connsiteY10" fmla="*/ 2222979 h 3596647"/>
                    <a:gd name="connsiteX11" fmla="*/ 204422 w 4159873"/>
                    <a:gd name="connsiteY11" fmla="*/ 2804004 h 3596647"/>
                    <a:gd name="connsiteX12" fmla="*/ 4397 w 4159873"/>
                    <a:gd name="connsiteY12" fmla="*/ 2584929 h 3596647"/>
                    <a:gd name="connsiteX13" fmla="*/ 342535 w 4159873"/>
                    <a:gd name="connsiteY13" fmla="*/ 1489554 h 3596647"/>
                    <a:gd name="connsiteX0" fmla="*/ 342535 w 4159873"/>
                    <a:gd name="connsiteY0" fmla="*/ 1508581 h 3615674"/>
                    <a:gd name="connsiteX1" fmla="*/ 794972 w 4159873"/>
                    <a:gd name="connsiteY1" fmla="*/ 622756 h 3615674"/>
                    <a:gd name="connsiteX2" fmla="*/ 1433147 w 4159873"/>
                    <a:gd name="connsiteY2" fmla="*/ 60781 h 3615674"/>
                    <a:gd name="connsiteX3" fmla="*/ 2211022 w 4159873"/>
                    <a:gd name="connsiteY3" fmla="*/ 92531 h 3615674"/>
                    <a:gd name="connsiteX4" fmla="*/ 2899997 w 4159873"/>
                    <a:gd name="connsiteY4" fmla="*/ 746581 h 3615674"/>
                    <a:gd name="connsiteX5" fmla="*/ 4014422 w 4159873"/>
                    <a:gd name="connsiteY5" fmla="*/ 2899231 h 3615674"/>
                    <a:gd name="connsiteX6" fmla="*/ 4109672 w 4159873"/>
                    <a:gd name="connsiteY6" fmla="*/ 3546931 h 3615674"/>
                    <a:gd name="connsiteX7" fmla="*/ 3671522 w 4159873"/>
                    <a:gd name="connsiteY7" fmla="*/ 3470731 h 3615674"/>
                    <a:gd name="connsiteX8" fmla="*/ 2706322 w 4159873"/>
                    <a:gd name="connsiteY8" fmla="*/ 2429331 h 3615674"/>
                    <a:gd name="connsiteX9" fmla="*/ 1747472 w 4159873"/>
                    <a:gd name="connsiteY9" fmla="*/ 1937206 h 3615674"/>
                    <a:gd name="connsiteX10" fmla="*/ 937847 w 4159873"/>
                    <a:gd name="connsiteY10" fmla="*/ 2242006 h 3615674"/>
                    <a:gd name="connsiteX11" fmla="*/ 204422 w 4159873"/>
                    <a:gd name="connsiteY11" fmla="*/ 2823031 h 3615674"/>
                    <a:gd name="connsiteX12" fmla="*/ 4397 w 4159873"/>
                    <a:gd name="connsiteY12" fmla="*/ 2603956 h 3615674"/>
                    <a:gd name="connsiteX13" fmla="*/ 342535 w 4159873"/>
                    <a:gd name="connsiteY13" fmla="*/ 1508581 h 3615674"/>
                    <a:gd name="connsiteX0" fmla="*/ 342535 w 4157405"/>
                    <a:gd name="connsiteY0" fmla="*/ 1519455 h 3626548"/>
                    <a:gd name="connsiteX1" fmla="*/ 794972 w 4157405"/>
                    <a:gd name="connsiteY1" fmla="*/ 633630 h 3626548"/>
                    <a:gd name="connsiteX2" fmla="*/ 1433147 w 4157405"/>
                    <a:gd name="connsiteY2" fmla="*/ 71655 h 3626548"/>
                    <a:gd name="connsiteX3" fmla="*/ 2211022 w 4157405"/>
                    <a:gd name="connsiteY3" fmla="*/ 103405 h 3626548"/>
                    <a:gd name="connsiteX4" fmla="*/ 2944447 w 4157405"/>
                    <a:gd name="connsiteY4" fmla="*/ 941605 h 3626548"/>
                    <a:gd name="connsiteX5" fmla="*/ 4014422 w 4157405"/>
                    <a:gd name="connsiteY5" fmla="*/ 2910105 h 3626548"/>
                    <a:gd name="connsiteX6" fmla="*/ 4109672 w 4157405"/>
                    <a:gd name="connsiteY6" fmla="*/ 3557805 h 3626548"/>
                    <a:gd name="connsiteX7" fmla="*/ 3671522 w 4157405"/>
                    <a:gd name="connsiteY7" fmla="*/ 3481605 h 3626548"/>
                    <a:gd name="connsiteX8" fmla="*/ 2706322 w 4157405"/>
                    <a:gd name="connsiteY8" fmla="*/ 2440205 h 3626548"/>
                    <a:gd name="connsiteX9" fmla="*/ 1747472 w 4157405"/>
                    <a:gd name="connsiteY9" fmla="*/ 1948080 h 3626548"/>
                    <a:gd name="connsiteX10" fmla="*/ 937847 w 4157405"/>
                    <a:gd name="connsiteY10" fmla="*/ 2252880 h 3626548"/>
                    <a:gd name="connsiteX11" fmla="*/ 204422 w 4157405"/>
                    <a:gd name="connsiteY11" fmla="*/ 2833905 h 3626548"/>
                    <a:gd name="connsiteX12" fmla="*/ 4397 w 4157405"/>
                    <a:gd name="connsiteY12" fmla="*/ 2614830 h 3626548"/>
                    <a:gd name="connsiteX13" fmla="*/ 342535 w 4157405"/>
                    <a:gd name="connsiteY13" fmla="*/ 1519455 h 36265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4157405" h="3626548">
                      <a:moveTo>
                        <a:pt x="342535" y="1519455"/>
                      </a:moveTo>
                      <a:cubicBezTo>
                        <a:pt x="474297" y="1189255"/>
                        <a:pt x="613203" y="874930"/>
                        <a:pt x="794972" y="633630"/>
                      </a:cubicBezTo>
                      <a:cubicBezTo>
                        <a:pt x="976741" y="392330"/>
                        <a:pt x="1197139" y="160026"/>
                        <a:pt x="1433147" y="71655"/>
                      </a:cubicBezTo>
                      <a:cubicBezTo>
                        <a:pt x="1669155" y="-16716"/>
                        <a:pt x="1959139" y="-41587"/>
                        <a:pt x="2211022" y="103405"/>
                      </a:cubicBezTo>
                      <a:cubicBezTo>
                        <a:pt x="2462905" y="248397"/>
                        <a:pt x="2643880" y="473822"/>
                        <a:pt x="2944447" y="941605"/>
                      </a:cubicBezTo>
                      <a:cubicBezTo>
                        <a:pt x="3245014" y="1409388"/>
                        <a:pt x="3820218" y="2474072"/>
                        <a:pt x="4014422" y="2910105"/>
                      </a:cubicBezTo>
                      <a:cubicBezTo>
                        <a:pt x="4208626" y="3346138"/>
                        <a:pt x="4166822" y="3462555"/>
                        <a:pt x="4109672" y="3557805"/>
                      </a:cubicBezTo>
                      <a:cubicBezTo>
                        <a:pt x="4052522" y="3653055"/>
                        <a:pt x="3905414" y="3667872"/>
                        <a:pt x="3671522" y="3481605"/>
                      </a:cubicBezTo>
                      <a:cubicBezTo>
                        <a:pt x="3437630" y="3295338"/>
                        <a:pt x="3026997" y="2695793"/>
                        <a:pt x="2706322" y="2440205"/>
                      </a:cubicBezTo>
                      <a:cubicBezTo>
                        <a:pt x="2385647" y="2184618"/>
                        <a:pt x="2042218" y="1979301"/>
                        <a:pt x="1747472" y="1948080"/>
                      </a:cubicBezTo>
                      <a:cubicBezTo>
                        <a:pt x="1452726" y="1916859"/>
                        <a:pt x="1195022" y="2105242"/>
                        <a:pt x="937847" y="2252880"/>
                      </a:cubicBezTo>
                      <a:cubicBezTo>
                        <a:pt x="680672" y="2400518"/>
                        <a:pt x="359997" y="2773580"/>
                        <a:pt x="204422" y="2833905"/>
                      </a:cubicBezTo>
                      <a:cubicBezTo>
                        <a:pt x="48847" y="2894230"/>
                        <a:pt x="-18622" y="2833905"/>
                        <a:pt x="4397" y="2614830"/>
                      </a:cubicBezTo>
                      <a:cubicBezTo>
                        <a:pt x="27416" y="2395755"/>
                        <a:pt x="210773" y="1849655"/>
                        <a:pt x="342535" y="1519455"/>
                      </a:cubicBezTo>
                      <a:close/>
                    </a:path>
                  </a:pathLst>
                </a:custGeom>
                <a:blipFill>
                  <a:blip r:embed="rId15"/>
                  <a:stretch>
                    <a:fillRect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267098B3-4873-4D0D-85A0-D3378750914B}"/>
                </a:ext>
              </a:extLst>
            </p:cNvPr>
            <p:cNvCxnSpPr>
              <a:cxnSpLocks/>
            </p:cNvCxnSpPr>
            <p:nvPr/>
          </p:nvCxnSpPr>
          <p:spPr>
            <a:xfrm>
              <a:off x="4353211" y="2079349"/>
              <a:ext cx="3176451" cy="215835"/>
            </a:xfrm>
            <a:prstGeom prst="straightConnector1">
              <a:avLst/>
            </a:prstGeom>
            <a:ln w="25400">
              <a:solidFill>
                <a:srgbClr val="5D1709"/>
              </a:solidFill>
              <a:prstDash val="solid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F11D59CD-5CCC-4D8F-9E65-61677C1A5DC5}"/>
                </a:ext>
              </a:extLst>
            </p:cNvPr>
            <p:cNvCxnSpPr>
              <a:cxnSpLocks/>
            </p:cNvCxnSpPr>
            <p:nvPr/>
          </p:nvCxnSpPr>
          <p:spPr>
            <a:xfrm>
              <a:off x="4356422" y="1547794"/>
              <a:ext cx="3173240" cy="1406693"/>
            </a:xfrm>
            <a:prstGeom prst="straightConnector1">
              <a:avLst/>
            </a:prstGeom>
            <a:ln w="25400">
              <a:solidFill>
                <a:srgbClr val="5D1709"/>
              </a:solidFill>
              <a:prstDash val="solid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113D22D7-8369-4211-8582-C6D65E5F5CA0}"/>
                    </a:ext>
                  </a:extLst>
                </p:cNvPr>
                <p:cNvSpPr txBox="1"/>
                <p:nvPr/>
              </p:nvSpPr>
              <p:spPr>
                <a:xfrm>
                  <a:off x="6877060" y="1721552"/>
                  <a:ext cx="652600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𝑔</m:t>
                        </m:r>
                        <m:d>
                          <m:d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zh-CN" alt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𝜆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113D22D7-8369-4211-8582-C6D65E5F5C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7060" y="1721552"/>
                  <a:ext cx="652600" cy="369332"/>
                </a:xfrm>
                <a:prstGeom prst="rect">
                  <a:avLst/>
                </a:prstGeom>
                <a:blipFill>
                  <a:blip r:embed="rId16"/>
                  <a:stretch>
                    <a:fillRect l="-9346"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B1A186CC-9E5C-4011-83D4-121764105C1F}"/>
                </a:ext>
              </a:extLst>
            </p:cNvPr>
            <p:cNvCxnSpPr>
              <a:cxnSpLocks/>
            </p:cNvCxnSpPr>
            <p:nvPr/>
          </p:nvCxnSpPr>
          <p:spPr>
            <a:xfrm>
              <a:off x="4353211" y="1693611"/>
              <a:ext cx="3177419" cy="652005"/>
            </a:xfrm>
            <a:prstGeom prst="straightConnector1">
              <a:avLst/>
            </a:prstGeom>
            <a:ln w="25400">
              <a:solidFill>
                <a:srgbClr val="D74514"/>
              </a:solidFill>
              <a:prstDash val="solid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20CD1944-9098-4034-BD2C-91A21916E746}"/>
                </a:ext>
              </a:extLst>
            </p:cNvPr>
            <p:cNvCxnSpPr>
              <a:cxnSpLocks/>
              <a:endCxn id="54" idx="1"/>
            </p:cNvCxnSpPr>
            <p:nvPr/>
          </p:nvCxnSpPr>
          <p:spPr>
            <a:xfrm flipV="1">
              <a:off x="6145721" y="1906218"/>
              <a:ext cx="731339" cy="147106"/>
            </a:xfrm>
            <a:prstGeom prst="straightConnector1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58E07A40-FC54-46EF-84B1-0D8CAA1C70A9}"/>
                    </a:ext>
                  </a:extLst>
                </p:cNvPr>
                <p:cNvSpPr txBox="1"/>
                <p:nvPr/>
              </p:nvSpPr>
              <p:spPr>
                <a:xfrm>
                  <a:off x="6838960" y="2272113"/>
                  <a:ext cx="690701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𝑔</m:t>
                        </m:r>
                        <m:d>
                          <m:d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zh-CN" alt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58E07A40-FC54-46EF-84B1-0D8CAA1C70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38960" y="2272113"/>
                  <a:ext cx="690701" cy="369332"/>
                </a:xfrm>
                <a:prstGeom prst="rect">
                  <a:avLst/>
                </a:prstGeom>
                <a:blipFill>
                  <a:blip r:embed="rId17"/>
                  <a:stretch>
                    <a:fillRect l="-7080" b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62870FBF-0C83-48B3-9134-643E1CEDDB52}"/>
                </a:ext>
              </a:extLst>
            </p:cNvPr>
            <p:cNvCxnSpPr>
              <a:cxnSpLocks/>
              <a:endCxn id="66" idx="1"/>
            </p:cNvCxnSpPr>
            <p:nvPr/>
          </p:nvCxnSpPr>
          <p:spPr>
            <a:xfrm>
              <a:off x="6145721" y="2203035"/>
              <a:ext cx="693239" cy="253744"/>
            </a:xfrm>
            <a:prstGeom prst="straightConnector1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370382D3-8647-4D15-ACE7-AD101530F68A}"/>
                    </a:ext>
                  </a:extLst>
                </p:cNvPr>
                <p:cNvSpPr txBox="1"/>
                <p:nvPr/>
              </p:nvSpPr>
              <p:spPr>
                <a:xfrm>
                  <a:off x="5031438" y="2264440"/>
                  <a:ext cx="515013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𝑔</m:t>
                        </m:r>
                        <m:d>
                          <m:d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zh-CN" alt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370382D3-8647-4D15-ACE7-AD101530F6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31438" y="2264440"/>
                  <a:ext cx="515013" cy="369332"/>
                </a:xfrm>
                <a:prstGeom prst="rect">
                  <a:avLst/>
                </a:prstGeom>
                <a:blipFill>
                  <a:blip r:embed="rId18"/>
                  <a:stretch>
                    <a:fillRect l="-27059"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3" name="直接箭头连接符 72">
              <a:extLst>
                <a:ext uri="{FF2B5EF4-FFF2-40B4-BE49-F238E27FC236}">
                  <a16:creationId xmlns:a16="http://schemas.microsoft.com/office/drawing/2014/main" id="{7DE289DD-B55A-4187-B0D2-24234E34BACE}"/>
                </a:ext>
              </a:extLst>
            </p:cNvPr>
            <p:cNvCxnSpPr>
              <a:cxnSpLocks/>
              <a:endCxn id="72" idx="3"/>
            </p:cNvCxnSpPr>
            <p:nvPr/>
          </p:nvCxnSpPr>
          <p:spPr>
            <a:xfrm flipH="1">
              <a:off x="5546451" y="2353259"/>
              <a:ext cx="598302" cy="95847"/>
            </a:xfrm>
            <a:prstGeom prst="straightConnector1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DC1FFED2-4888-44D8-B173-E71CB4799650}"/>
              </a:ext>
            </a:extLst>
          </p:cNvPr>
          <p:cNvGrpSpPr/>
          <p:nvPr/>
        </p:nvGrpSpPr>
        <p:grpSpPr>
          <a:xfrm>
            <a:off x="4451840" y="3365738"/>
            <a:ext cx="3465035" cy="2726889"/>
            <a:chOff x="4451840" y="3365738"/>
            <a:chExt cx="3465035" cy="2726889"/>
          </a:xfrm>
        </p:grpSpPr>
        <p:cxnSp>
          <p:nvCxnSpPr>
            <p:cNvPr id="77" name="直接箭头连接符 76">
              <a:extLst>
                <a:ext uri="{FF2B5EF4-FFF2-40B4-BE49-F238E27FC236}">
                  <a16:creationId xmlns:a16="http://schemas.microsoft.com/office/drawing/2014/main" id="{7B1410AB-7F25-43FE-92D7-2550C51DDBAF}"/>
                </a:ext>
              </a:extLst>
            </p:cNvPr>
            <p:cNvCxnSpPr>
              <a:cxnSpLocks/>
            </p:cNvCxnSpPr>
            <p:nvPr/>
          </p:nvCxnSpPr>
          <p:spPr>
            <a:xfrm>
              <a:off x="4451840" y="5891681"/>
              <a:ext cx="346503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箭头连接符 77">
              <a:extLst>
                <a:ext uri="{FF2B5EF4-FFF2-40B4-BE49-F238E27FC236}">
                  <a16:creationId xmlns:a16="http://schemas.microsoft.com/office/drawing/2014/main" id="{E84866C0-FEDD-448D-8A0D-50CF531EA2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5318" y="3365738"/>
              <a:ext cx="0" cy="272688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1B5627DB-DE35-4FAB-B160-78CF764BC1F0}"/>
                    </a:ext>
                  </a:extLst>
                </p:cNvPr>
                <p:cNvSpPr txBox="1"/>
                <p:nvPr/>
              </p:nvSpPr>
              <p:spPr>
                <a:xfrm>
                  <a:off x="7719915" y="5513744"/>
                  <a:ext cx="196959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𝑢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1B5627DB-DE35-4FAB-B160-78CF764BC1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19915" y="5513744"/>
                  <a:ext cx="196959" cy="370294"/>
                </a:xfrm>
                <a:prstGeom prst="rect">
                  <a:avLst/>
                </a:prstGeom>
                <a:blipFill>
                  <a:blip r:embed="rId19"/>
                  <a:stretch>
                    <a:fillRect l="-303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0A7E906D-88B5-4286-A4F5-74F2DB1D2795}"/>
                    </a:ext>
                  </a:extLst>
                </p:cNvPr>
                <p:cNvSpPr txBox="1"/>
                <p:nvPr/>
              </p:nvSpPr>
              <p:spPr>
                <a:xfrm>
                  <a:off x="6331979" y="3365738"/>
                  <a:ext cx="196959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𝑡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0A7E906D-88B5-4286-A4F5-74F2DB1D27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1979" y="3365738"/>
                  <a:ext cx="196959" cy="370294"/>
                </a:xfrm>
                <a:prstGeom prst="rect">
                  <a:avLst/>
                </a:prstGeom>
                <a:blipFill>
                  <a:blip r:embed="rId20"/>
                  <a:stretch>
                    <a:fillRect l="-312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4" name="直接箭头连接符 83">
              <a:extLst>
                <a:ext uri="{FF2B5EF4-FFF2-40B4-BE49-F238E27FC236}">
                  <a16:creationId xmlns:a16="http://schemas.microsoft.com/office/drawing/2014/main" id="{ADC67BFC-76D4-4979-8B84-887D41678D45}"/>
                </a:ext>
              </a:extLst>
            </p:cNvPr>
            <p:cNvCxnSpPr>
              <a:cxnSpLocks/>
            </p:cNvCxnSpPr>
            <p:nvPr/>
          </p:nvCxnSpPr>
          <p:spPr>
            <a:xfrm>
              <a:off x="4599343" y="5442559"/>
              <a:ext cx="3021943" cy="18650"/>
            </a:xfrm>
            <a:prstGeom prst="straightConnector1">
              <a:avLst/>
            </a:prstGeom>
            <a:ln w="25400">
              <a:solidFill>
                <a:srgbClr val="D74514"/>
              </a:solidFill>
              <a:prstDash val="solid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103F64B8-1933-4EDF-971B-C00E3B204C4E}"/>
                    </a:ext>
                  </a:extLst>
                </p:cNvPr>
                <p:cNvSpPr txBox="1"/>
                <p:nvPr/>
              </p:nvSpPr>
              <p:spPr>
                <a:xfrm>
                  <a:off x="6276662" y="5438157"/>
                  <a:ext cx="1264083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𝑝</m:t>
                            </m:r>
                          </m:e>
                          <m:sup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∗</m:t>
                            </m:r>
                          </m:sup>
                        </m:sSup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𝑔</m:t>
                        </m:r>
                        <m:d>
                          <m:d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zh-CN" alt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𝜆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103F64B8-1933-4EDF-971B-C00E3B204C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6662" y="5438157"/>
                  <a:ext cx="1264083" cy="369332"/>
                </a:xfrm>
                <a:prstGeom prst="rect">
                  <a:avLst/>
                </a:prstGeom>
                <a:blipFill>
                  <a:blip r:embed="rId21"/>
                  <a:stretch>
                    <a:fillRect l="-1449"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任意多边形: 形状 19">
                  <a:extLst>
                    <a:ext uri="{FF2B5EF4-FFF2-40B4-BE49-F238E27FC236}">
                      <a16:creationId xmlns:a16="http://schemas.microsoft.com/office/drawing/2014/main" id="{3336E5C3-1444-4EA3-BFDD-47A330B9BAF4}"/>
                    </a:ext>
                  </a:extLst>
                </p:cNvPr>
                <p:cNvSpPr/>
                <p:nvPr/>
              </p:nvSpPr>
              <p:spPr>
                <a:xfrm>
                  <a:off x="4834062" y="3796211"/>
                  <a:ext cx="2523876" cy="1664998"/>
                </a:xfrm>
                <a:custGeom>
                  <a:avLst/>
                  <a:gdLst>
                    <a:gd name="connsiteX0" fmla="*/ 390245 w 5210814"/>
                    <a:gd name="connsiteY0" fmla="*/ 463538 h 3437568"/>
                    <a:gd name="connsiteX1" fmla="*/ 1975205 w 5210814"/>
                    <a:gd name="connsiteY1" fmla="*/ 12434 h 3437568"/>
                    <a:gd name="connsiteX2" fmla="*/ 3889349 w 5210814"/>
                    <a:gd name="connsiteY2" fmla="*/ 195314 h 3437568"/>
                    <a:gd name="connsiteX3" fmla="*/ 5023205 w 5210814"/>
                    <a:gd name="connsiteY3" fmla="*/ 902450 h 3437568"/>
                    <a:gd name="connsiteX4" fmla="*/ 4974437 w 5210814"/>
                    <a:gd name="connsiteY4" fmla="*/ 1707122 h 3437568"/>
                    <a:gd name="connsiteX5" fmla="*/ 2743301 w 5210814"/>
                    <a:gd name="connsiteY5" fmla="*/ 3157970 h 3437568"/>
                    <a:gd name="connsiteX6" fmla="*/ 1585061 w 5210814"/>
                    <a:gd name="connsiteY6" fmla="*/ 3377426 h 3437568"/>
                    <a:gd name="connsiteX7" fmla="*/ 378053 w 5210814"/>
                    <a:gd name="connsiteY7" fmla="*/ 2414258 h 3437568"/>
                    <a:gd name="connsiteX8" fmla="*/ 101 w 5210814"/>
                    <a:gd name="connsiteY8" fmla="*/ 1195058 h 3437568"/>
                    <a:gd name="connsiteX9" fmla="*/ 390245 w 5210814"/>
                    <a:gd name="connsiteY9" fmla="*/ 463538 h 34375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5210814" h="3437568">
                      <a:moveTo>
                        <a:pt x="390245" y="463538"/>
                      </a:moveTo>
                      <a:cubicBezTo>
                        <a:pt x="719429" y="266434"/>
                        <a:pt x="1392021" y="57138"/>
                        <a:pt x="1975205" y="12434"/>
                      </a:cubicBezTo>
                      <a:cubicBezTo>
                        <a:pt x="2558389" y="-32270"/>
                        <a:pt x="3381349" y="46978"/>
                        <a:pt x="3889349" y="195314"/>
                      </a:cubicBezTo>
                      <a:cubicBezTo>
                        <a:pt x="4397349" y="343650"/>
                        <a:pt x="4842357" y="650482"/>
                        <a:pt x="5023205" y="902450"/>
                      </a:cubicBezTo>
                      <a:cubicBezTo>
                        <a:pt x="5204053" y="1154418"/>
                        <a:pt x="5354421" y="1331202"/>
                        <a:pt x="4974437" y="1707122"/>
                      </a:cubicBezTo>
                      <a:cubicBezTo>
                        <a:pt x="4594453" y="2083042"/>
                        <a:pt x="3308197" y="2879586"/>
                        <a:pt x="2743301" y="3157970"/>
                      </a:cubicBezTo>
                      <a:cubicBezTo>
                        <a:pt x="2178405" y="3436354"/>
                        <a:pt x="1979269" y="3501378"/>
                        <a:pt x="1585061" y="3377426"/>
                      </a:cubicBezTo>
                      <a:cubicBezTo>
                        <a:pt x="1190853" y="3253474"/>
                        <a:pt x="642213" y="2777986"/>
                        <a:pt x="378053" y="2414258"/>
                      </a:cubicBezTo>
                      <a:cubicBezTo>
                        <a:pt x="113893" y="2050530"/>
                        <a:pt x="-3963" y="1520178"/>
                        <a:pt x="101" y="1195058"/>
                      </a:cubicBezTo>
                      <a:cubicBezTo>
                        <a:pt x="4165" y="869938"/>
                        <a:pt x="61061" y="660642"/>
                        <a:pt x="390245" y="463538"/>
                      </a:cubicBezTo>
                      <a:close/>
                    </a:path>
                  </a:pathLst>
                </a:custGeom>
                <a:solidFill>
                  <a:srgbClr val="F8CCB9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oMath>
                    </m:oMathPara>
                  </a14:m>
                  <a:endParaRPr lang="zh-CN" altLang="en-US" b="1" dirty="0">
                    <a:solidFill>
                      <a:srgbClr val="D74514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任意多边形: 形状 19">
                  <a:extLst>
                    <a:ext uri="{FF2B5EF4-FFF2-40B4-BE49-F238E27FC236}">
                      <a16:creationId xmlns:a16="http://schemas.microsoft.com/office/drawing/2014/main" id="{3336E5C3-1444-4EA3-BFDD-47A330B9BAF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4062" y="3796211"/>
                  <a:ext cx="2523876" cy="1664998"/>
                </a:xfrm>
                <a:custGeom>
                  <a:avLst/>
                  <a:gdLst>
                    <a:gd name="connsiteX0" fmla="*/ 390245 w 5210814"/>
                    <a:gd name="connsiteY0" fmla="*/ 463538 h 3437568"/>
                    <a:gd name="connsiteX1" fmla="*/ 1975205 w 5210814"/>
                    <a:gd name="connsiteY1" fmla="*/ 12434 h 3437568"/>
                    <a:gd name="connsiteX2" fmla="*/ 3889349 w 5210814"/>
                    <a:gd name="connsiteY2" fmla="*/ 195314 h 3437568"/>
                    <a:gd name="connsiteX3" fmla="*/ 5023205 w 5210814"/>
                    <a:gd name="connsiteY3" fmla="*/ 902450 h 3437568"/>
                    <a:gd name="connsiteX4" fmla="*/ 4974437 w 5210814"/>
                    <a:gd name="connsiteY4" fmla="*/ 1707122 h 3437568"/>
                    <a:gd name="connsiteX5" fmla="*/ 2743301 w 5210814"/>
                    <a:gd name="connsiteY5" fmla="*/ 3157970 h 3437568"/>
                    <a:gd name="connsiteX6" fmla="*/ 1585061 w 5210814"/>
                    <a:gd name="connsiteY6" fmla="*/ 3377426 h 3437568"/>
                    <a:gd name="connsiteX7" fmla="*/ 378053 w 5210814"/>
                    <a:gd name="connsiteY7" fmla="*/ 2414258 h 3437568"/>
                    <a:gd name="connsiteX8" fmla="*/ 101 w 5210814"/>
                    <a:gd name="connsiteY8" fmla="*/ 1195058 h 3437568"/>
                    <a:gd name="connsiteX9" fmla="*/ 390245 w 5210814"/>
                    <a:gd name="connsiteY9" fmla="*/ 463538 h 34375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5210814" h="3437568">
                      <a:moveTo>
                        <a:pt x="390245" y="463538"/>
                      </a:moveTo>
                      <a:cubicBezTo>
                        <a:pt x="719429" y="266434"/>
                        <a:pt x="1392021" y="57138"/>
                        <a:pt x="1975205" y="12434"/>
                      </a:cubicBezTo>
                      <a:cubicBezTo>
                        <a:pt x="2558389" y="-32270"/>
                        <a:pt x="3381349" y="46978"/>
                        <a:pt x="3889349" y="195314"/>
                      </a:cubicBezTo>
                      <a:cubicBezTo>
                        <a:pt x="4397349" y="343650"/>
                        <a:pt x="4842357" y="650482"/>
                        <a:pt x="5023205" y="902450"/>
                      </a:cubicBezTo>
                      <a:cubicBezTo>
                        <a:pt x="5204053" y="1154418"/>
                        <a:pt x="5354421" y="1331202"/>
                        <a:pt x="4974437" y="1707122"/>
                      </a:cubicBezTo>
                      <a:cubicBezTo>
                        <a:pt x="4594453" y="2083042"/>
                        <a:pt x="3308197" y="2879586"/>
                        <a:pt x="2743301" y="3157970"/>
                      </a:cubicBezTo>
                      <a:cubicBezTo>
                        <a:pt x="2178405" y="3436354"/>
                        <a:pt x="1979269" y="3501378"/>
                        <a:pt x="1585061" y="3377426"/>
                      </a:cubicBezTo>
                      <a:cubicBezTo>
                        <a:pt x="1190853" y="3253474"/>
                        <a:pt x="642213" y="2777986"/>
                        <a:pt x="378053" y="2414258"/>
                      </a:cubicBezTo>
                      <a:cubicBezTo>
                        <a:pt x="113893" y="2050530"/>
                        <a:pt x="-3963" y="1520178"/>
                        <a:pt x="101" y="1195058"/>
                      </a:cubicBezTo>
                      <a:cubicBezTo>
                        <a:pt x="4165" y="869938"/>
                        <a:pt x="61061" y="660642"/>
                        <a:pt x="390245" y="463538"/>
                      </a:cubicBezTo>
                      <a:close/>
                    </a:path>
                  </a:pathLst>
                </a:custGeom>
                <a:blipFill>
                  <a:blip r:embed="rId22"/>
                  <a:stretch>
                    <a:fillRect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42DFBBAB-7C64-4A3B-8A96-11C335D9EF8F}"/>
              </a:ext>
            </a:extLst>
          </p:cNvPr>
          <p:cNvGrpSpPr/>
          <p:nvPr/>
        </p:nvGrpSpPr>
        <p:grpSpPr>
          <a:xfrm>
            <a:off x="8331806" y="1791324"/>
            <a:ext cx="3465035" cy="2726889"/>
            <a:chOff x="8331806" y="1791324"/>
            <a:chExt cx="3465035" cy="2726889"/>
          </a:xfrm>
        </p:grpSpPr>
        <p:cxnSp>
          <p:nvCxnSpPr>
            <p:cNvPr id="88" name="直接箭头连接符 87">
              <a:extLst>
                <a:ext uri="{FF2B5EF4-FFF2-40B4-BE49-F238E27FC236}">
                  <a16:creationId xmlns:a16="http://schemas.microsoft.com/office/drawing/2014/main" id="{CC48A98F-26E3-49D1-BCBB-CE43283EE812}"/>
                </a:ext>
              </a:extLst>
            </p:cNvPr>
            <p:cNvCxnSpPr>
              <a:cxnSpLocks/>
            </p:cNvCxnSpPr>
            <p:nvPr/>
          </p:nvCxnSpPr>
          <p:spPr>
            <a:xfrm>
              <a:off x="8331806" y="4317267"/>
              <a:ext cx="346503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箭头连接符 88">
              <a:extLst>
                <a:ext uri="{FF2B5EF4-FFF2-40B4-BE49-F238E27FC236}">
                  <a16:creationId xmlns:a16="http://schemas.microsoft.com/office/drawing/2014/main" id="{F3B98CE3-15E5-4175-A036-A47122A353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25284" y="1791324"/>
              <a:ext cx="0" cy="272688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12E9645A-374D-41B3-BF57-517E0313C546}"/>
                    </a:ext>
                  </a:extLst>
                </p:cNvPr>
                <p:cNvSpPr txBox="1"/>
                <p:nvPr/>
              </p:nvSpPr>
              <p:spPr>
                <a:xfrm>
                  <a:off x="11599881" y="3939330"/>
                  <a:ext cx="196959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𝑢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12E9645A-374D-41B3-BF57-517E0313C5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99881" y="3939330"/>
                  <a:ext cx="196959" cy="370294"/>
                </a:xfrm>
                <a:prstGeom prst="rect">
                  <a:avLst/>
                </a:prstGeom>
                <a:blipFill>
                  <a:blip r:embed="rId23"/>
                  <a:stretch>
                    <a:fillRect l="-3437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3571361A-9450-4A6F-B708-7F06658FC91D}"/>
                    </a:ext>
                  </a:extLst>
                </p:cNvPr>
                <p:cNvSpPr txBox="1"/>
                <p:nvPr/>
              </p:nvSpPr>
              <p:spPr>
                <a:xfrm>
                  <a:off x="10211945" y="1791324"/>
                  <a:ext cx="196959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𝑡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3571361A-9450-4A6F-B708-7F06658FC9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11945" y="1791324"/>
                  <a:ext cx="196959" cy="370294"/>
                </a:xfrm>
                <a:prstGeom prst="rect">
                  <a:avLst/>
                </a:prstGeom>
                <a:blipFill>
                  <a:blip r:embed="rId24"/>
                  <a:stretch>
                    <a:fillRect l="-312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2" name="直接箭头连接符 91">
              <a:extLst>
                <a:ext uri="{FF2B5EF4-FFF2-40B4-BE49-F238E27FC236}">
                  <a16:creationId xmlns:a16="http://schemas.microsoft.com/office/drawing/2014/main" id="{26220104-812C-42D3-BE08-CA40EDABAD12}"/>
                </a:ext>
              </a:extLst>
            </p:cNvPr>
            <p:cNvCxnSpPr>
              <a:cxnSpLocks/>
            </p:cNvCxnSpPr>
            <p:nvPr/>
          </p:nvCxnSpPr>
          <p:spPr>
            <a:xfrm>
              <a:off x="8479309" y="3868145"/>
              <a:ext cx="3021943" cy="18650"/>
            </a:xfrm>
            <a:prstGeom prst="straightConnector1">
              <a:avLst/>
            </a:prstGeom>
            <a:ln w="25400">
              <a:solidFill>
                <a:srgbClr val="D74514"/>
              </a:solidFill>
              <a:prstDash val="solid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DE921ECA-70A2-4018-8B77-B3E6B978BD4F}"/>
                    </a:ext>
                  </a:extLst>
                </p:cNvPr>
                <p:cNvSpPr txBox="1"/>
                <p:nvPr/>
              </p:nvSpPr>
              <p:spPr>
                <a:xfrm>
                  <a:off x="10156628" y="3863743"/>
                  <a:ext cx="1264083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𝑝</m:t>
                            </m:r>
                          </m:e>
                          <m:sup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∗</m:t>
                            </m:r>
                          </m:sup>
                        </m:sSup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𝑔</m:t>
                        </m:r>
                        <m:d>
                          <m:d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zh-CN" alt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𝜆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DE921ECA-70A2-4018-8B77-B3E6B978BD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6628" y="3863743"/>
                  <a:ext cx="1264083" cy="369332"/>
                </a:xfrm>
                <a:prstGeom prst="rect">
                  <a:avLst/>
                </a:prstGeom>
                <a:blipFill>
                  <a:blip r:embed="rId25"/>
                  <a:stretch>
                    <a:fillRect l="-966" b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任意多边形: 形状 20">
                  <a:extLst>
                    <a:ext uri="{FF2B5EF4-FFF2-40B4-BE49-F238E27FC236}">
                      <a16:creationId xmlns:a16="http://schemas.microsoft.com/office/drawing/2014/main" id="{5DFCF292-4D78-4996-BABB-C7F6083EE527}"/>
                    </a:ext>
                  </a:extLst>
                </p:cNvPr>
                <p:cNvSpPr/>
                <p:nvPr/>
              </p:nvSpPr>
              <p:spPr>
                <a:xfrm>
                  <a:off x="8713075" y="2149157"/>
                  <a:ext cx="2498346" cy="1727048"/>
                </a:xfrm>
                <a:custGeom>
                  <a:avLst/>
                  <a:gdLst>
                    <a:gd name="connsiteX0" fmla="*/ 68374 w 5264074"/>
                    <a:gd name="connsiteY0" fmla="*/ 786749 h 3692357"/>
                    <a:gd name="connsiteX1" fmla="*/ 836470 w 5264074"/>
                    <a:gd name="connsiteY1" fmla="*/ 2615549 h 3692357"/>
                    <a:gd name="connsiteX2" fmla="*/ 1507030 w 5264074"/>
                    <a:gd name="connsiteY2" fmla="*/ 3505565 h 3692357"/>
                    <a:gd name="connsiteX3" fmla="*/ 1994710 w 5264074"/>
                    <a:gd name="connsiteY3" fmla="*/ 3651869 h 3692357"/>
                    <a:gd name="connsiteX4" fmla="*/ 3226102 w 5264074"/>
                    <a:gd name="connsiteY4" fmla="*/ 2969117 h 3692357"/>
                    <a:gd name="connsiteX5" fmla="*/ 5140246 w 5264074"/>
                    <a:gd name="connsiteY5" fmla="*/ 1006205 h 3692357"/>
                    <a:gd name="connsiteX6" fmla="*/ 4932982 w 5264074"/>
                    <a:gd name="connsiteY6" fmla="*/ 201533 h 3692357"/>
                    <a:gd name="connsiteX7" fmla="*/ 3774742 w 5264074"/>
                    <a:gd name="connsiteY7" fmla="*/ 103997 h 3692357"/>
                    <a:gd name="connsiteX8" fmla="*/ 3116374 w 5264074"/>
                    <a:gd name="connsiteY8" fmla="*/ 1493885 h 3692357"/>
                    <a:gd name="connsiteX9" fmla="*/ 2494582 w 5264074"/>
                    <a:gd name="connsiteY9" fmla="*/ 2201021 h 3692357"/>
                    <a:gd name="connsiteX10" fmla="*/ 1616758 w 5264074"/>
                    <a:gd name="connsiteY10" fmla="*/ 1579229 h 3692357"/>
                    <a:gd name="connsiteX11" fmla="*/ 568246 w 5264074"/>
                    <a:gd name="connsiteY11" fmla="*/ 616061 h 3692357"/>
                    <a:gd name="connsiteX12" fmla="*/ 92758 w 5264074"/>
                    <a:gd name="connsiteY12" fmla="*/ 335645 h 3692357"/>
                    <a:gd name="connsiteX13" fmla="*/ 68374 w 5264074"/>
                    <a:gd name="connsiteY13" fmla="*/ 786749 h 3692357"/>
                    <a:gd name="connsiteX0" fmla="*/ 119755 w 5205727"/>
                    <a:gd name="connsiteY0" fmla="*/ 1128125 h 3692357"/>
                    <a:gd name="connsiteX1" fmla="*/ 778123 w 5205727"/>
                    <a:gd name="connsiteY1" fmla="*/ 2615549 h 3692357"/>
                    <a:gd name="connsiteX2" fmla="*/ 1448683 w 5205727"/>
                    <a:gd name="connsiteY2" fmla="*/ 3505565 h 3692357"/>
                    <a:gd name="connsiteX3" fmla="*/ 1936363 w 5205727"/>
                    <a:gd name="connsiteY3" fmla="*/ 3651869 h 3692357"/>
                    <a:gd name="connsiteX4" fmla="*/ 3167755 w 5205727"/>
                    <a:gd name="connsiteY4" fmla="*/ 2969117 h 3692357"/>
                    <a:gd name="connsiteX5" fmla="*/ 5081899 w 5205727"/>
                    <a:gd name="connsiteY5" fmla="*/ 1006205 h 3692357"/>
                    <a:gd name="connsiteX6" fmla="*/ 4874635 w 5205727"/>
                    <a:gd name="connsiteY6" fmla="*/ 201533 h 3692357"/>
                    <a:gd name="connsiteX7" fmla="*/ 3716395 w 5205727"/>
                    <a:gd name="connsiteY7" fmla="*/ 103997 h 3692357"/>
                    <a:gd name="connsiteX8" fmla="*/ 3058027 w 5205727"/>
                    <a:gd name="connsiteY8" fmla="*/ 1493885 h 3692357"/>
                    <a:gd name="connsiteX9" fmla="*/ 2436235 w 5205727"/>
                    <a:gd name="connsiteY9" fmla="*/ 2201021 h 3692357"/>
                    <a:gd name="connsiteX10" fmla="*/ 1558411 w 5205727"/>
                    <a:gd name="connsiteY10" fmla="*/ 1579229 h 3692357"/>
                    <a:gd name="connsiteX11" fmla="*/ 509899 w 5205727"/>
                    <a:gd name="connsiteY11" fmla="*/ 616061 h 3692357"/>
                    <a:gd name="connsiteX12" fmla="*/ 34411 w 5205727"/>
                    <a:gd name="connsiteY12" fmla="*/ 335645 h 3692357"/>
                    <a:gd name="connsiteX13" fmla="*/ 119755 w 5205727"/>
                    <a:gd name="connsiteY13" fmla="*/ 1128125 h 3692357"/>
                    <a:gd name="connsiteX0" fmla="*/ 119755 w 5205727"/>
                    <a:gd name="connsiteY0" fmla="*/ 1128125 h 3659964"/>
                    <a:gd name="connsiteX1" fmla="*/ 778123 w 5205727"/>
                    <a:gd name="connsiteY1" fmla="*/ 2615549 h 3659964"/>
                    <a:gd name="connsiteX2" fmla="*/ 1290187 w 5205727"/>
                    <a:gd name="connsiteY2" fmla="*/ 3298301 h 3659964"/>
                    <a:gd name="connsiteX3" fmla="*/ 1936363 w 5205727"/>
                    <a:gd name="connsiteY3" fmla="*/ 3651869 h 3659964"/>
                    <a:gd name="connsiteX4" fmla="*/ 3167755 w 5205727"/>
                    <a:gd name="connsiteY4" fmla="*/ 2969117 h 3659964"/>
                    <a:gd name="connsiteX5" fmla="*/ 5081899 w 5205727"/>
                    <a:gd name="connsiteY5" fmla="*/ 1006205 h 3659964"/>
                    <a:gd name="connsiteX6" fmla="*/ 4874635 w 5205727"/>
                    <a:gd name="connsiteY6" fmla="*/ 201533 h 3659964"/>
                    <a:gd name="connsiteX7" fmla="*/ 3716395 w 5205727"/>
                    <a:gd name="connsiteY7" fmla="*/ 103997 h 3659964"/>
                    <a:gd name="connsiteX8" fmla="*/ 3058027 w 5205727"/>
                    <a:gd name="connsiteY8" fmla="*/ 1493885 h 3659964"/>
                    <a:gd name="connsiteX9" fmla="*/ 2436235 w 5205727"/>
                    <a:gd name="connsiteY9" fmla="*/ 2201021 h 3659964"/>
                    <a:gd name="connsiteX10" fmla="*/ 1558411 w 5205727"/>
                    <a:gd name="connsiteY10" fmla="*/ 1579229 h 3659964"/>
                    <a:gd name="connsiteX11" fmla="*/ 509899 w 5205727"/>
                    <a:gd name="connsiteY11" fmla="*/ 616061 h 3659964"/>
                    <a:gd name="connsiteX12" fmla="*/ 34411 w 5205727"/>
                    <a:gd name="connsiteY12" fmla="*/ 335645 h 3659964"/>
                    <a:gd name="connsiteX13" fmla="*/ 119755 w 5205727"/>
                    <a:gd name="connsiteY13" fmla="*/ 1128125 h 3659964"/>
                    <a:gd name="connsiteX0" fmla="*/ 119755 w 5205727"/>
                    <a:gd name="connsiteY0" fmla="*/ 1128125 h 3530994"/>
                    <a:gd name="connsiteX1" fmla="*/ 778123 w 5205727"/>
                    <a:gd name="connsiteY1" fmla="*/ 2615549 h 3530994"/>
                    <a:gd name="connsiteX2" fmla="*/ 1290187 w 5205727"/>
                    <a:gd name="connsiteY2" fmla="*/ 3298301 h 3530994"/>
                    <a:gd name="connsiteX3" fmla="*/ 2216779 w 5205727"/>
                    <a:gd name="connsiteY3" fmla="*/ 3517757 h 3530994"/>
                    <a:gd name="connsiteX4" fmla="*/ 3167755 w 5205727"/>
                    <a:gd name="connsiteY4" fmla="*/ 2969117 h 3530994"/>
                    <a:gd name="connsiteX5" fmla="*/ 5081899 w 5205727"/>
                    <a:gd name="connsiteY5" fmla="*/ 1006205 h 3530994"/>
                    <a:gd name="connsiteX6" fmla="*/ 4874635 w 5205727"/>
                    <a:gd name="connsiteY6" fmla="*/ 201533 h 3530994"/>
                    <a:gd name="connsiteX7" fmla="*/ 3716395 w 5205727"/>
                    <a:gd name="connsiteY7" fmla="*/ 103997 h 3530994"/>
                    <a:gd name="connsiteX8" fmla="*/ 3058027 w 5205727"/>
                    <a:gd name="connsiteY8" fmla="*/ 1493885 h 3530994"/>
                    <a:gd name="connsiteX9" fmla="*/ 2436235 w 5205727"/>
                    <a:gd name="connsiteY9" fmla="*/ 2201021 h 3530994"/>
                    <a:gd name="connsiteX10" fmla="*/ 1558411 w 5205727"/>
                    <a:gd name="connsiteY10" fmla="*/ 1579229 h 3530994"/>
                    <a:gd name="connsiteX11" fmla="*/ 509899 w 5205727"/>
                    <a:gd name="connsiteY11" fmla="*/ 616061 h 3530994"/>
                    <a:gd name="connsiteX12" fmla="*/ 34411 w 5205727"/>
                    <a:gd name="connsiteY12" fmla="*/ 335645 h 3530994"/>
                    <a:gd name="connsiteX13" fmla="*/ 119755 w 5205727"/>
                    <a:gd name="connsiteY13" fmla="*/ 1128125 h 3530994"/>
                    <a:gd name="connsiteX0" fmla="*/ 119755 w 5158105"/>
                    <a:gd name="connsiteY0" fmla="*/ 1128125 h 3565677"/>
                    <a:gd name="connsiteX1" fmla="*/ 778123 w 5158105"/>
                    <a:gd name="connsiteY1" fmla="*/ 2615549 h 3565677"/>
                    <a:gd name="connsiteX2" fmla="*/ 1290187 w 5158105"/>
                    <a:gd name="connsiteY2" fmla="*/ 3298301 h 3565677"/>
                    <a:gd name="connsiteX3" fmla="*/ 2216779 w 5158105"/>
                    <a:gd name="connsiteY3" fmla="*/ 3517757 h 3565677"/>
                    <a:gd name="connsiteX4" fmla="*/ 3813931 w 5158105"/>
                    <a:gd name="connsiteY4" fmla="*/ 2432669 h 3565677"/>
                    <a:gd name="connsiteX5" fmla="*/ 5081899 w 5158105"/>
                    <a:gd name="connsiteY5" fmla="*/ 1006205 h 3565677"/>
                    <a:gd name="connsiteX6" fmla="*/ 4874635 w 5158105"/>
                    <a:gd name="connsiteY6" fmla="*/ 201533 h 3565677"/>
                    <a:gd name="connsiteX7" fmla="*/ 3716395 w 5158105"/>
                    <a:gd name="connsiteY7" fmla="*/ 103997 h 3565677"/>
                    <a:gd name="connsiteX8" fmla="*/ 3058027 w 5158105"/>
                    <a:gd name="connsiteY8" fmla="*/ 1493885 h 3565677"/>
                    <a:gd name="connsiteX9" fmla="*/ 2436235 w 5158105"/>
                    <a:gd name="connsiteY9" fmla="*/ 2201021 h 3565677"/>
                    <a:gd name="connsiteX10" fmla="*/ 1558411 w 5158105"/>
                    <a:gd name="connsiteY10" fmla="*/ 1579229 h 3565677"/>
                    <a:gd name="connsiteX11" fmla="*/ 509899 w 5158105"/>
                    <a:gd name="connsiteY11" fmla="*/ 616061 h 3565677"/>
                    <a:gd name="connsiteX12" fmla="*/ 34411 w 5158105"/>
                    <a:gd name="connsiteY12" fmla="*/ 335645 h 3565677"/>
                    <a:gd name="connsiteX13" fmla="*/ 119755 w 5158105"/>
                    <a:gd name="connsiteY13" fmla="*/ 1128125 h 3565677"/>
                    <a:gd name="connsiteX0" fmla="*/ 119755 w 5158105"/>
                    <a:gd name="connsiteY0" fmla="*/ 1128125 h 3565677"/>
                    <a:gd name="connsiteX1" fmla="*/ 778123 w 5158105"/>
                    <a:gd name="connsiteY1" fmla="*/ 2615549 h 3565677"/>
                    <a:gd name="connsiteX2" fmla="*/ 1290187 w 5158105"/>
                    <a:gd name="connsiteY2" fmla="*/ 3298301 h 3565677"/>
                    <a:gd name="connsiteX3" fmla="*/ 2216779 w 5158105"/>
                    <a:gd name="connsiteY3" fmla="*/ 3517757 h 3565677"/>
                    <a:gd name="connsiteX4" fmla="*/ 3813931 w 5158105"/>
                    <a:gd name="connsiteY4" fmla="*/ 2432669 h 3565677"/>
                    <a:gd name="connsiteX5" fmla="*/ 5081899 w 5158105"/>
                    <a:gd name="connsiteY5" fmla="*/ 1006205 h 3565677"/>
                    <a:gd name="connsiteX6" fmla="*/ 4874635 w 5158105"/>
                    <a:gd name="connsiteY6" fmla="*/ 201533 h 3565677"/>
                    <a:gd name="connsiteX7" fmla="*/ 3716395 w 5158105"/>
                    <a:gd name="connsiteY7" fmla="*/ 103997 h 3565677"/>
                    <a:gd name="connsiteX8" fmla="*/ 3058027 w 5158105"/>
                    <a:gd name="connsiteY8" fmla="*/ 1493885 h 3565677"/>
                    <a:gd name="connsiteX9" fmla="*/ 2387467 w 5158105"/>
                    <a:gd name="connsiteY9" fmla="*/ 2176637 h 3565677"/>
                    <a:gd name="connsiteX10" fmla="*/ 1558411 w 5158105"/>
                    <a:gd name="connsiteY10" fmla="*/ 1579229 h 3565677"/>
                    <a:gd name="connsiteX11" fmla="*/ 509899 w 5158105"/>
                    <a:gd name="connsiteY11" fmla="*/ 616061 h 3565677"/>
                    <a:gd name="connsiteX12" fmla="*/ 34411 w 5158105"/>
                    <a:gd name="connsiteY12" fmla="*/ 335645 h 3565677"/>
                    <a:gd name="connsiteX13" fmla="*/ 119755 w 5158105"/>
                    <a:gd name="connsiteY13" fmla="*/ 1128125 h 35656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5158105" h="3565677">
                      <a:moveTo>
                        <a:pt x="119755" y="1128125"/>
                      </a:moveTo>
                      <a:cubicBezTo>
                        <a:pt x="243707" y="1508109"/>
                        <a:pt x="583051" y="2253853"/>
                        <a:pt x="778123" y="2615549"/>
                      </a:cubicBezTo>
                      <a:cubicBezTo>
                        <a:pt x="973195" y="2977245"/>
                        <a:pt x="1050411" y="3147933"/>
                        <a:pt x="1290187" y="3298301"/>
                      </a:cubicBezTo>
                      <a:cubicBezTo>
                        <a:pt x="1529963" y="3448669"/>
                        <a:pt x="1796155" y="3662029"/>
                        <a:pt x="2216779" y="3517757"/>
                      </a:cubicBezTo>
                      <a:cubicBezTo>
                        <a:pt x="2637403" y="3373485"/>
                        <a:pt x="3336411" y="2851261"/>
                        <a:pt x="3813931" y="2432669"/>
                      </a:cubicBezTo>
                      <a:cubicBezTo>
                        <a:pt x="4291451" y="2014077"/>
                        <a:pt x="4905115" y="1378061"/>
                        <a:pt x="5081899" y="1006205"/>
                      </a:cubicBezTo>
                      <a:cubicBezTo>
                        <a:pt x="5258683" y="634349"/>
                        <a:pt x="5102219" y="351901"/>
                        <a:pt x="4874635" y="201533"/>
                      </a:cubicBezTo>
                      <a:cubicBezTo>
                        <a:pt x="4647051" y="51165"/>
                        <a:pt x="4019163" y="-111395"/>
                        <a:pt x="3716395" y="103997"/>
                      </a:cubicBezTo>
                      <a:cubicBezTo>
                        <a:pt x="3413627" y="319389"/>
                        <a:pt x="3279515" y="1148445"/>
                        <a:pt x="3058027" y="1493885"/>
                      </a:cubicBezTo>
                      <a:cubicBezTo>
                        <a:pt x="2836539" y="1839325"/>
                        <a:pt x="2637403" y="2162413"/>
                        <a:pt x="2387467" y="2176637"/>
                      </a:cubicBezTo>
                      <a:cubicBezTo>
                        <a:pt x="2137531" y="2190861"/>
                        <a:pt x="1871339" y="1839325"/>
                        <a:pt x="1558411" y="1579229"/>
                      </a:cubicBezTo>
                      <a:cubicBezTo>
                        <a:pt x="1245483" y="1319133"/>
                        <a:pt x="763899" y="823325"/>
                        <a:pt x="509899" y="616061"/>
                      </a:cubicBezTo>
                      <a:cubicBezTo>
                        <a:pt x="255899" y="408797"/>
                        <a:pt x="99435" y="250301"/>
                        <a:pt x="34411" y="335645"/>
                      </a:cubicBezTo>
                      <a:cubicBezTo>
                        <a:pt x="-30613" y="420989"/>
                        <a:pt x="-4197" y="748141"/>
                        <a:pt x="119755" y="1128125"/>
                      </a:cubicBezTo>
                      <a:close/>
                    </a:path>
                  </a:pathLst>
                </a:custGeom>
                <a:solidFill>
                  <a:srgbClr val="F8CCB9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zh-CN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D74514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𝑮</m:t>
                        </m:r>
                      </m:oMath>
                    </m:oMathPara>
                  </a14:m>
                  <a:endParaRPr kumimoji="0" lang="zh-CN" altLang="en-US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74514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  <a:p>
                  <a:pPr algn="ctr"/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21" name="任意多边形: 形状 20">
                  <a:extLst>
                    <a:ext uri="{FF2B5EF4-FFF2-40B4-BE49-F238E27FC236}">
                      <a16:creationId xmlns:a16="http://schemas.microsoft.com/office/drawing/2014/main" id="{5DFCF292-4D78-4996-BABB-C7F6083EE5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13075" y="2149157"/>
                  <a:ext cx="2498346" cy="1727048"/>
                </a:xfrm>
                <a:custGeom>
                  <a:avLst/>
                  <a:gdLst>
                    <a:gd name="connsiteX0" fmla="*/ 68374 w 5264074"/>
                    <a:gd name="connsiteY0" fmla="*/ 786749 h 3692357"/>
                    <a:gd name="connsiteX1" fmla="*/ 836470 w 5264074"/>
                    <a:gd name="connsiteY1" fmla="*/ 2615549 h 3692357"/>
                    <a:gd name="connsiteX2" fmla="*/ 1507030 w 5264074"/>
                    <a:gd name="connsiteY2" fmla="*/ 3505565 h 3692357"/>
                    <a:gd name="connsiteX3" fmla="*/ 1994710 w 5264074"/>
                    <a:gd name="connsiteY3" fmla="*/ 3651869 h 3692357"/>
                    <a:gd name="connsiteX4" fmla="*/ 3226102 w 5264074"/>
                    <a:gd name="connsiteY4" fmla="*/ 2969117 h 3692357"/>
                    <a:gd name="connsiteX5" fmla="*/ 5140246 w 5264074"/>
                    <a:gd name="connsiteY5" fmla="*/ 1006205 h 3692357"/>
                    <a:gd name="connsiteX6" fmla="*/ 4932982 w 5264074"/>
                    <a:gd name="connsiteY6" fmla="*/ 201533 h 3692357"/>
                    <a:gd name="connsiteX7" fmla="*/ 3774742 w 5264074"/>
                    <a:gd name="connsiteY7" fmla="*/ 103997 h 3692357"/>
                    <a:gd name="connsiteX8" fmla="*/ 3116374 w 5264074"/>
                    <a:gd name="connsiteY8" fmla="*/ 1493885 h 3692357"/>
                    <a:gd name="connsiteX9" fmla="*/ 2494582 w 5264074"/>
                    <a:gd name="connsiteY9" fmla="*/ 2201021 h 3692357"/>
                    <a:gd name="connsiteX10" fmla="*/ 1616758 w 5264074"/>
                    <a:gd name="connsiteY10" fmla="*/ 1579229 h 3692357"/>
                    <a:gd name="connsiteX11" fmla="*/ 568246 w 5264074"/>
                    <a:gd name="connsiteY11" fmla="*/ 616061 h 3692357"/>
                    <a:gd name="connsiteX12" fmla="*/ 92758 w 5264074"/>
                    <a:gd name="connsiteY12" fmla="*/ 335645 h 3692357"/>
                    <a:gd name="connsiteX13" fmla="*/ 68374 w 5264074"/>
                    <a:gd name="connsiteY13" fmla="*/ 786749 h 3692357"/>
                    <a:gd name="connsiteX0" fmla="*/ 119755 w 5205727"/>
                    <a:gd name="connsiteY0" fmla="*/ 1128125 h 3692357"/>
                    <a:gd name="connsiteX1" fmla="*/ 778123 w 5205727"/>
                    <a:gd name="connsiteY1" fmla="*/ 2615549 h 3692357"/>
                    <a:gd name="connsiteX2" fmla="*/ 1448683 w 5205727"/>
                    <a:gd name="connsiteY2" fmla="*/ 3505565 h 3692357"/>
                    <a:gd name="connsiteX3" fmla="*/ 1936363 w 5205727"/>
                    <a:gd name="connsiteY3" fmla="*/ 3651869 h 3692357"/>
                    <a:gd name="connsiteX4" fmla="*/ 3167755 w 5205727"/>
                    <a:gd name="connsiteY4" fmla="*/ 2969117 h 3692357"/>
                    <a:gd name="connsiteX5" fmla="*/ 5081899 w 5205727"/>
                    <a:gd name="connsiteY5" fmla="*/ 1006205 h 3692357"/>
                    <a:gd name="connsiteX6" fmla="*/ 4874635 w 5205727"/>
                    <a:gd name="connsiteY6" fmla="*/ 201533 h 3692357"/>
                    <a:gd name="connsiteX7" fmla="*/ 3716395 w 5205727"/>
                    <a:gd name="connsiteY7" fmla="*/ 103997 h 3692357"/>
                    <a:gd name="connsiteX8" fmla="*/ 3058027 w 5205727"/>
                    <a:gd name="connsiteY8" fmla="*/ 1493885 h 3692357"/>
                    <a:gd name="connsiteX9" fmla="*/ 2436235 w 5205727"/>
                    <a:gd name="connsiteY9" fmla="*/ 2201021 h 3692357"/>
                    <a:gd name="connsiteX10" fmla="*/ 1558411 w 5205727"/>
                    <a:gd name="connsiteY10" fmla="*/ 1579229 h 3692357"/>
                    <a:gd name="connsiteX11" fmla="*/ 509899 w 5205727"/>
                    <a:gd name="connsiteY11" fmla="*/ 616061 h 3692357"/>
                    <a:gd name="connsiteX12" fmla="*/ 34411 w 5205727"/>
                    <a:gd name="connsiteY12" fmla="*/ 335645 h 3692357"/>
                    <a:gd name="connsiteX13" fmla="*/ 119755 w 5205727"/>
                    <a:gd name="connsiteY13" fmla="*/ 1128125 h 3692357"/>
                    <a:gd name="connsiteX0" fmla="*/ 119755 w 5205727"/>
                    <a:gd name="connsiteY0" fmla="*/ 1128125 h 3659964"/>
                    <a:gd name="connsiteX1" fmla="*/ 778123 w 5205727"/>
                    <a:gd name="connsiteY1" fmla="*/ 2615549 h 3659964"/>
                    <a:gd name="connsiteX2" fmla="*/ 1290187 w 5205727"/>
                    <a:gd name="connsiteY2" fmla="*/ 3298301 h 3659964"/>
                    <a:gd name="connsiteX3" fmla="*/ 1936363 w 5205727"/>
                    <a:gd name="connsiteY3" fmla="*/ 3651869 h 3659964"/>
                    <a:gd name="connsiteX4" fmla="*/ 3167755 w 5205727"/>
                    <a:gd name="connsiteY4" fmla="*/ 2969117 h 3659964"/>
                    <a:gd name="connsiteX5" fmla="*/ 5081899 w 5205727"/>
                    <a:gd name="connsiteY5" fmla="*/ 1006205 h 3659964"/>
                    <a:gd name="connsiteX6" fmla="*/ 4874635 w 5205727"/>
                    <a:gd name="connsiteY6" fmla="*/ 201533 h 3659964"/>
                    <a:gd name="connsiteX7" fmla="*/ 3716395 w 5205727"/>
                    <a:gd name="connsiteY7" fmla="*/ 103997 h 3659964"/>
                    <a:gd name="connsiteX8" fmla="*/ 3058027 w 5205727"/>
                    <a:gd name="connsiteY8" fmla="*/ 1493885 h 3659964"/>
                    <a:gd name="connsiteX9" fmla="*/ 2436235 w 5205727"/>
                    <a:gd name="connsiteY9" fmla="*/ 2201021 h 3659964"/>
                    <a:gd name="connsiteX10" fmla="*/ 1558411 w 5205727"/>
                    <a:gd name="connsiteY10" fmla="*/ 1579229 h 3659964"/>
                    <a:gd name="connsiteX11" fmla="*/ 509899 w 5205727"/>
                    <a:gd name="connsiteY11" fmla="*/ 616061 h 3659964"/>
                    <a:gd name="connsiteX12" fmla="*/ 34411 w 5205727"/>
                    <a:gd name="connsiteY12" fmla="*/ 335645 h 3659964"/>
                    <a:gd name="connsiteX13" fmla="*/ 119755 w 5205727"/>
                    <a:gd name="connsiteY13" fmla="*/ 1128125 h 3659964"/>
                    <a:gd name="connsiteX0" fmla="*/ 119755 w 5205727"/>
                    <a:gd name="connsiteY0" fmla="*/ 1128125 h 3530994"/>
                    <a:gd name="connsiteX1" fmla="*/ 778123 w 5205727"/>
                    <a:gd name="connsiteY1" fmla="*/ 2615549 h 3530994"/>
                    <a:gd name="connsiteX2" fmla="*/ 1290187 w 5205727"/>
                    <a:gd name="connsiteY2" fmla="*/ 3298301 h 3530994"/>
                    <a:gd name="connsiteX3" fmla="*/ 2216779 w 5205727"/>
                    <a:gd name="connsiteY3" fmla="*/ 3517757 h 3530994"/>
                    <a:gd name="connsiteX4" fmla="*/ 3167755 w 5205727"/>
                    <a:gd name="connsiteY4" fmla="*/ 2969117 h 3530994"/>
                    <a:gd name="connsiteX5" fmla="*/ 5081899 w 5205727"/>
                    <a:gd name="connsiteY5" fmla="*/ 1006205 h 3530994"/>
                    <a:gd name="connsiteX6" fmla="*/ 4874635 w 5205727"/>
                    <a:gd name="connsiteY6" fmla="*/ 201533 h 3530994"/>
                    <a:gd name="connsiteX7" fmla="*/ 3716395 w 5205727"/>
                    <a:gd name="connsiteY7" fmla="*/ 103997 h 3530994"/>
                    <a:gd name="connsiteX8" fmla="*/ 3058027 w 5205727"/>
                    <a:gd name="connsiteY8" fmla="*/ 1493885 h 3530994"/>
                    <a:gd name="connsiteX9" fmla="*/ 2436235 w 5205727"/>
                    <a:gd name="connsiteY9" fmla="*/ 2201021 h 3530994"/>
                    <a:gd name="connsiteX10" fmla="*/ 1558411 w 5205727"/>
                    <a:gd name="connsiteY10" fmla="*/ 1579229 h 3530994"/>
                    <a:gd name="connsiteX11" fmla="*/ 509899 w 5205727"/>
                    <a:gd name="connsiteY11" fmla="*/ 616061 h 3530994"/>
                    <a:gd name="connsiteX12" fmla="*/ 34411 w 5205727"/>
                    <a:gd name="connsiteY12" fmla="*/ 335645 h 3530994"/>
                    <a:gd name="connsiteX13" fmla="*/ 119755 w 5205727"/>
                    <a:gd name="connsiteY13" fmla="*/ 1128125 h 3530994"/>
                    <a:gd name="connsiteX0" fmla="*/ 119755 w 5158105"/>
                    <a:gd name="connsiteY0" fmla="*/ 1128125 h 3565677"/>
                    <a:gd name="connsiteX1" fmla="*/ 778123 w 5158105"/>
                    <a:gd name="connsiteY1" fmla="*/ 2615549 h 3565677"/>
                    <a:gd name="connsiteX2" fmla="*/ 1290187 w 5158105"/>
                    <a:gd name="connsiteY2" fmla="*/ 3298301 h 3565677"/>
                    <a:gd name="connsiteX3" fmla="*/ 2216779 w 5158105"/>
                    <a:gd name="connsiteY3" fmla="*/ 3517757 h 3565677"/>
                    <a:gd name="connsiteX4" fmla="*/ 3813931 w 5158105"/>
                    <a:gd name="connsiteY4" fmla="*/ 2432669 h 3565677"/>
                    <a:gd name="connsiteX5" fmla="*/ 5081899 w 5158105"/>
                    <a:gd name="connsiteY5" fmla="*/ 1006205 h 3565677"/>
                    <a:gd name="connsiteX6" fmla="*/ 4874635 w 5158105"/>
                    <a:gd name="connsiteY6" fmla="*/ 201533 h 3565677"/>
                    <a:gd name="connsiteX7" fmla="*/ 3716395 w 5158105"/>
                    <a:gd name="connsiteY7" fmla="*/ 103997 h 3565677"/>
                    <a:gd name="connsiteX8" fmla="*/ 3058027 w 5158105"/>
                    <a:gd name="connsiteY8" fmla="*/ 1493885 h 3565677"/>
                    <a:gd name="connsiteX9" fmla="*/ 2436235 w 5158105"/>
                    <a:gd name="connsiteY9" fmla="*/ 2201021 h 3565677"/>
                    <a:gd name="connsiteX10" fmla="*/ 1558411 w 5158105"/>
                    <a:gd name="connsiteY10" fmla="*/ 1579229 h 3565677"/>
                    <a:gd name="connsiteX11" fmla="*/ 509899 w 5158105"/>
                    <a:gd name="connsiteY11" fmla="*/ 616061 h 3565677"/>
                    <a:gd name="connsiteX12" fmla="*/ 34411 w 5158105"/>
                    <a:gd name="connsiteY12" fmla="*/ 335645 h 3565677"/>
                    <a:gd name="connsiteX13" fmla="*/ 119755 w 5158105"/>
                    <a:gd name="connsiteY13" fmla="*/ 1128125 h 3565677"/>
                    <a:gd name="connsiteX0" fmla="*/ 119755 w 5158105"/>
                    <a:gd name="connsiteY0" fmla="*/ 1128125 h 3565677"/>
                    <a:gd name="connsiteX1" fmla="*/ 778123 w 5158105"/>
                    <a:gd name="connsiteY1" fmla="*/ 2615549 h 3565677"/>
                    <a:gd name="connsiteX2" fmla="*/ 1290187 w 5158105"/>
                    <a:gd name="connsiteY2" fmla="*/ 3298301 h 3565677"/>
                    <a:gd name="connsiteX3" fmla="*/ 2216779 w 5158105"/>
                    <a:gd name="connsiteY3" fmla="*/ 3517757 h 3565677"/>
                    <a:gd name="connsiteX4" fmla="*/ 3813931 w 5158105"/>
                    <a:gd name="connsiteY4" fmla="*/ 2432669 h 3565677"/>
                    <a:gd name="connsiteX5" fmla="*/ 5081899 w 5158105"/>
                    <a:gd name="connsiteY5" fmla="*/ 1006205 h 3565677"/>
                    <a:gd name="connsiteX6" fmla="*/ 4874635 w 5158105"/>
                    <a:gd name="connsiteY6" fmla="*/ 201533 h 3565677"/>
                    <a:gd name="connsiteX7" fmla="*/ 3716395 w 5158105"/>
                    <a:gd name="connsiteY7" fmla="*/ 103997 h 3565677"/>
                    <a:gd name="connsiteX8" fmla="*/ 3058027 w 5158105"/>
                    <a:gd name="connsiteY8" fmla="*/ 1493885 h 3565677"/>
                    <a:gd name="connsiteX9" fmla="*/ 2387467 w 5158105"/>
                    <a:gd name="connsiteY9" fmla="*/ 2176637 h 3565677"/>
                    <a:gd name="connsiteX10" fmla="*/ 1558411 w 5158105"/>
                    <a:gd name="connsiteY10" fmla="*/ 1579229 h 3565677"/>
                    <a:gd name="connsiteX11" fmla="*/ 509899 w 5158105"/>
                    <a:gd name="connsiteY11" fmla="*/ 616061 h 3565677"/>
                    <a:gd name="connsiteX12" fmla="*/ 34411 w 5158105"/>
                    <a:gd name="connsiteY12" fmla="*/ 335645 h 3565677"/>
                    <a:gd name="connsiteX13" fmla="*/ 119755 w 5158105"/>
                    <a:gd name="connsiteY13" fmla="*/ 1128125 h 35656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5158105" h="3565677">
                      <a:moveTo>
                        <a:pt x="119755" y="1128125"/>
                      </a:moveTo>
                      <a:cubicBezTo>
                        <a:pt x="243707" y="1508109"/>
                        <a:pt x="583051" y="2253853"/>
                        <a:pt x="778123" y="2615549"/>
                      </a:cubicBezTo>
                      <a:cubicBezTo>
                        <a:pt x="973195" y="2977245"/>
                        <a:pt x="1050411" y="3147933"/>
                        <a:pt x="1290187" y="3298301"/>
                      </a:cubicBezTo>
                      <a:cubicBezTo>
                        <a:pt x="1529963" y="3448669"/>
                        <a:pt x="1796155" y="3662029"/>
                        <a:pt x="2216779" y="3517757"/>
                      </a:cubicBezTo>
                      <a:cubicBezTo>
                        <a:pt x="2637403" y="3373485"/>
                        <a:pt x="3336411" y="2851261"/>
                        <a:pt x="3813931" y="2432669"/>
                      </a:cubicBezTo>
                      <a:cubicBezTo>
                        <a:pt x="4291451" y="2014077"/>
                        <a:pt x="4905115" y="1378061"/>
                        <a:pt x="5081899" y="1006205"/>
                      </a:cubicBezTo>
                      <a:cubicBezTo>
                        <a:pt x="5258683" y="634349"/>
                        <a:pt x="5102219" y="351901"/>
                        <a:pt x="4874635" y="201533"/>
                      </a:cubicBezTo>
                      <a:cubicBezTo>
                        <a:pt x="4647051" y="51165"/>
                        <a:pt x="4019163" y="-111395"/>
                        <a:pt x="3716395" y="103997"/>
                      </a:cubicBezTo>
                      <a:cubicBezTo>
                        <a:pt x="3413627" y="319389"/>
                        <a:pt x="3279515" y="1148445"/>
                        <a:pt x="3058027" y="1493885"/>
                      </a:cubicBezTo>
                      <a:cubicBezTo>
                        <a:pt x="2836539" y="1839325"/>
                        <a:pt x="2637403" y="2162413"/>
                        <a:pt x="2387467" y="2176637"/>
                      </a:cubicBezTo>
                      <a:cubicBezTo>
                        <a:pt x="2137531" y="2190861"/>
                        <a:pt x="1871339" y="1839325"/>
                        <a:pt x="1558411" y="1579229"/>
                      </a:cubicBezTo>
                      <a:cubicBezTo>
                        <a:pt x="1245483" y="1319133"/>
                        <a:pt x="763899" y="823325"/>
                        <a:pt x="509899" y="616061"/>
                      </a:cubicBezTo>
                      <a:cubicBezTo>
                        <a:pt x="255899" y="408797"/>
                        <a:pt x="99435" y="250301"/>
                        <a:pt x="34411" y="335645"/>
                      </a:cubicBezTo>
                      <a:cubicBezTo>
                        <a:pt x="-30613" y="420989"/>
                        <a:pt x="-4197" y="748141"/>
                        <a:pt x="119755" y="1128125"/>
                      </a:cubicBezTo>
                      <a:close/>
                    </a:path>
                  </a:pathLst>
                </a:custGeom>
                <a:blipFill>
                  <a:blip r:embed="rId26"/>
                  <a:stretch>
                    <a:fillRect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3049789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C9F46EF2-4FC1-402A-AE28-78C1F7B7D444}"/>
              </a:ext>
            </a:extLst>
          </p:cNvPr>
          <p:cNvGrpSpPr/>
          <p:nvPr/>
        </p:nvGrpSpPr>
        <p:grpSpPr>
          <a:xfrm rot="20635856">
            <a:off x="952498" y="650241"/>
            <a:ext cx="2806700" cy="1561303"/>
            <a:chOff x="2743200" y="2032000"/>
            <a:chExt cx="2806700" cy="1561303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02D90CBA-DA83-44E2-969F-BA8251166A13}"/>
                </a:ext>
              </a:extLst>
            </p:cNvPr>
            <p:cNvSpPr/>
            <p:nvPr/>
          </p:nvSpPr>
          <p:spPr>
            <a:xfrm>
              <a:off x="2743200" y="2032000"/>
              <a:ext cx="2806700" cy="156130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8F13EECE-4854-412A-A352-9E8C0B0C6749}"/>
                </a:ext>
              </a:extLst>
            </p:cNvPr>
            <p:cNvSpPr/>
            <p:nvPr/>
          </p:nvSpPr>
          <p:spPr>
            <a:xfrm>
              <a:off x="3089275" y="2224514"/>
              <a:ext cx="2114550" cy="117627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77F59B07-B00B-4CB9-B8AB-CD899FDBEB29}"/>
                </a:ext>
              </a:extLst>
            </p:cNvPr>
            <p:cNvSpPr/>
            <p:nvPr/>
          </p:nvSpPr>
          <p:spPr>
            <a:xfrm>
              <a:off x="3470275" y="2436821"/>
              <a:ext cx="1352550" cy="752392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3FB1DD22-0CAE-49D2-BE86-F5528AFFF704}"/>
                </a:ext>
              </a:extLst>
            </p:cNvPr>
            <p:cNvSpPr/>
            <p:nvPr/>
          </p:nvSpPr>
          <p:spPr>
            <a:xfrm>
              <a:off x="4092575" y="2755900"/>
              <a:ext cx="111125" cy="111125"/>
            </a:xfrm>
            <a:prstGeom prst="ellipse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B8C19E21-D372-4A7E-B0A9-A18230EF1FF1}"/>
              </a:ext>
            </a:extLst>
          </p:cNvPr>
          <p:cNvGrpSpPr/>
          <p:nvPr/>
        </p:nvGrpSpPr>
        <p:grpSpPr>
          <a:xfrm>
            <a:off x="904875" y="3328838"/>
            <a:ext cx="4033084" cy="2444032"/>
            <a:chOff x="904875" y="3328838"/>
            <a:chExt cx="4033084" cy="2444032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4CAB7C1C-BF2D-4D24-8AB4-7738B1C867E0}"/>
                </a:ext>
              </a:extLst>
            </p:cNvPr>
            <p:cNvGrpSpPr/>
            <p:nvPr/>
          </p:nvGrpSpPr>
          <p:grpSpPr>
            <a:xfrm rot="20635856">
              <a:off x="2131259" y="3606319"/>
              <a:ext cx="2806700" cy="1561303"/>
              <a:chOff x="2743200" y="2032000"/>
              <a:chExt cx="2806700" cy="1561303"/>
            </a:xfrm>
          </p:grpSpPr>
          <p:sp>
            <p:nvSpPr>
              <p:cNvPr id="8" name="椭圆 7">
                <a:extLst>
                  <a:ext uri="{FF2B5EF4-FFF2-40B4-BE49-F238E27FC236}">
                    <a16:creationId xmlns:a16="http://schemas.microsoft.com/office/drawing/2014/main" id="{4B05F0DF-B79C-4B95-8538-D5F3FA531194}"/>
                  </a:ext>
                </a:extLst>
              </p:cNvPr>
              <p:cNvSpPr/>
              <p:nvPr/>
            </p:nvSpPr>
            <p:spPr>
              <a:xfrm>
                <a:off x="2743200" y="2032000"/>
                <a:ext cx="2806700" cy="1561303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椭圆 8">
                <a:extLst>
                  <a:ext uri="{FF2B5EF4-FFF2-40B4-BE49-F238E27FC236}">
                    <a16:creationId xmlns:a16="http://schemas.microsoft.com/office/drawing/2014/main" id="{CEB48C49-E932-47F7-8FE0-CC89D4671CB3}"/>
                  </a:ext>
                </a:extLst>
              </p:cNvPr>
              <p:cNvSpPr/>
              <p:nvPr/>
            </p:nvSpPr>
            <p:spPr>
              <a:xfrm>
                <a:off x="3089275" y="2224514"/>
                <a:ext cx="2114550" cy="117627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椭圆 9">
                <a:extLst>
                  <a:ext uri="{FF2B5EF4-FFF2-40B4-BE49-F238E27FC236}">
                    <a16:creationId xmlns:a16="http://schemas.microsoft.com/office/drawing/2014/main" id="{4BE34325-A27C-424E-BE0E-C5AED7617818}"/>
                  </a:ext>
                </a:extLst>
              </p:cNvPr>
              <p:cNvSpPr/>
              <p:nvPr/>
            </p:nvSpPr>
            <p:spPr>
              <a:xfrm>
                <a:off x="3470275" y="2436821"/>
                <a:ext cx="1352550" cy="752392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871CDE93-F81D-4A65-82F2-5ECA64AEB042}"/>
                  </a:ext>
                </a:extLst>
              </p:cNvPr>
              <p:cNvSpPr/>
              <p:nvPr/>
            </p:nvSpPr>
            <p:spPr>
              <a:xfrm>
                <a:off x="4092575" y="2755900"/>
                <a:ext cx="111125" cy="111125"/>
              </a:xfrm>
              <a:prstGeom prst="ellipse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6D68EDAB-E883-4705-A102-A0E6BFDA8101}"/>
                </a:ext>
              </a:extLst>
            </p:cNvPr>
            <p:cNvSpPr/>
            <p:nvPr/>
          </p:nvSpPr>
          <p:spPr>
            <a:xfrm>
              <a:off x="2025727" y="3328838"/>
              <a:ext cx="800178" cy="2444032"/>
            </a:xfrm>
            <a:custGeom>
              <a:avLst/>
              <a:gdLst>
                <a:gd name="connsiteX0" fmla="*/ 1181100 w 1181100"/>
                <a:gd name="connsiteY0" fmla="*/ 0 h 3517900"/>
                <a:gd name="connsiteX1" fmla="*/ 215900 w 1181100"/>
                <a:gd name="connsiteY1" fmla="*/ 723900 h 3517900"/>
                <a:gd name="connsiteX2" fmla="*/ 0 w 1181100"/>
                <a:gd name="connsiteY2" fmla="*/ 1638300 h 3517900"/>
                <a:gd name="connsiteX3" fmla="*/ 215900 w 1181100"/>
                <a:gd name="connsiteY3" fmla="*/ 2159000 h 3517900"/>
                <a:gd name="connsiteX4" fmla="*/ 520700 w 1181100"/>
                <a:gd name="connsiteY4" fmla="*/ 2552700 h 3517900"/>
                <a:gd name="connsiteX5" fmla="*/ 622300 w 1181100"/>
                <a:gd name="connsiteY5" fmla="*/ 2997200 h 3517900"/>
                <a:gd name="connsiteX6" fmla="*/ 330200 w 1181100"/>
                <a:gd name="connsiteY6" fmla="*/ 3517900 h 3517900"/>
                <a:gd name="connsiteX0" fmla="*/ 1181127 w 1181127"/>
                <a:gd name="connsiteY0" fmla="*/ 0 h 3517900"/>
                <a:gd name="connsiteX1" fmla="*/ 215927 w 1181127"/>
                <a:gd name="connsiteY1" fmla="*/ 723900 h 3517900"/>
                <a:gd name="connsiteX2" fmla="*/ 27 w 1181127"/>
                <a:gd name="connsiteY2" fmla="*/ 1638300 h 3517900"/>
                <a:gd name="connsiteX3" fmla="*/ 203227 w 1181127"/>
                <a:gd name="connsiteY3" fmla="*/ 2152650 h 3517900"/>
                <a:gd name="connsiteX4" fmla="*/ 520727 w 1181127"/>
                <a:gd name="connsiteY4" fmla="*/ 2552700 h 3517900"/>
                <a:gd name="connsiteX5" fmla="*/ 622327 w 1181127"/>
                <a:gd name="connsiteY5" fmla="*/ 2997200 h 3517900"/>
                <a:gd name="connsiteX6" fmla="*/ 330227 w 1181127"/>
                <a:gd name="connsiteY6" fmla="*/ 3517900 h 3517900"/>
                <a:gd name="connsiteX0" fmla="*/ 1181128 w 1181128"/>
                <a:gd name="connsiteY0" fmla="*/ 0 h 3517900"/>
                <a:gd name="connsiteX1" fmla="*/ 215928 w 1181128"/>
                <a:gd name="connsiteY1" fmla="*/ 723900 h 3517900"/>
                <a:gd name="connsiteX2" fmla="*/ 28 w 1181128"/>
                <a:gd name="connsiteY2" fmla="*/ 1638300 h 3517900"/>
                <a:gd name="connsiteX3" fmla="*/ 203228 w 1181128"/>
                <a:gd name="connsiteY3" fmla="*/ 2152650 h 3517900"/>
                <a:gd name="connsiteX4" fmla="*/ 533428 w 1181128"/>
                <a:gd name="connsiteY4" fmla="*/ 2628900 h 3517900"/>
                <a:gd name="connsiteX5" fmla="*/ 622328 w 1181128"/>
                <a:gd name="connsiteY5" fmla="*/ 2997200 h 3517900"/>
                <a:gd name="connsiteX6" fmla="*/ 330228 w 1181128"/>
                <a:gd name="connsiteY6" fmla="*/ 3517900 h 3517900"/>
                <a:gd name="connsiteX0" fmla="*/ 1181128 w 1181128"/>
                <a:gd name="connsiteY0" fmla="*/ 0 h 3517900"/>
                <a:gd name="connsiteX1" fmla="*/ 215928 w 1181128"/>
                <a:gd name="connsiteY1" fmla="*/ 723900 h 3517900"/>
                <a:gd name="connsiteX2" fmla="*/ 28 w 1181128"/>
                <a:gd name="connsiteY2" fmla="*/ 1638300 h 3517900"/>
                <a:gd name="connsiteX3" fmla="*/ 203228 w 1181128"/>
                <a:gd name="connsiteY3" fmla="*/ 2152650 h 3517900"/>
                <a:gd name="connsiteX4" fmla="*/ 533428 w 1181128"/>
                <a:gd name="connsiteY4" fmla="*/ 2628900 h 3517900"/>
                <a:gd name="connsiteX5" fmla="*/ 577878 w 1181128"/>
                <a:gd name="connsiteY5" fmla="*/ 3035300 h 3517900"/>
                <a:gd name="connsiteX6" fmla="*/ 330228 w 1181128"/>
                <a:gd name="connsiteY6" fmla="*/ 3517900 h 3517900"/>
                <a:gd name="connsiteX0" fmla="*/ 1181128 w 1181128"/>
                <a:gd name="connsiteY0" fmla="*/ 0 h 3517900"/>
                <a:gd name="connsiteX1" fmla="*/ 215928 w 1181128"/>
                <a:gd name="connsiteY1" fmla="*/ 723900 h 3517900"/>
                <a:gd name="connsiteX2" fmla="*/ 28 w 1181128"/>
                <a:gd name="connsiteY2" fmla="*/ 1447800 h 3517900"/>
                <a:gd name="connsiteX3" fmla="*/ 203228 w 1181128"/>
                <a:gd name="connsiteY3" fmla="*/ 2152650 h 3517900"/>
                <a:gd name="connsiteX4" fmla="*/ 533428 w 1181128"/>
                <a:gd name="connsiteY4" fmla="*/ 2628900 h 3517900"/>
                <a:gd name="connsiteX5" fmla="*/ 577878 w 1181128"/>
                <a:gd name="connsiteY5" fmla="*/ 3035300 h 3517900"/>
                <a:gd name="connsiteX6" fmla="*/ 330228 w 1181128"/>
                <a:gd name="connsiteY6" fmla="*/ 3517900 h 3517900"/>
                <a:gd name="connsiteX0" fmla="*/ 1182589 w 1182589"/>
                <a:gd name="connsiteY0" fmla="*/ 0 h 3517900"/>
                <a:gd name="connsiteX1" fmla="*/ 306289 w 1182589"/>
                <a:gd name="connsiteY1" fmla="*/ 711200 h 3517900"/>
                <a:gd name="connsiteX2" fmla="*/ 1489 w 1182589"/>
                <a:gd name="connsiteY2" fmla="*/ 1447800 h 3517900"/>
                <a:gd name="connsiteX3" fmla="*/ 204689 w 1182589"/>
                <a:gd name="connsiteY3" fmla="*/ 2152650 h 3517900"/>
                <a:gd name="connsiteX4" fmla="*/ 534889 w 1182589"/>
                <a:gd name="connsiteY4" fmla="*/ 2628900 h 3517900"/>
                <a:gd name="connsiteX5" fmla="*/ 579339 w 1182589"/>
                <a:gd name="connsiteY5" fmla="*/ 3035300 h 3517900"/>
                <a:gd name="connsiteX6" fmla="*/ 331689 w 1182589"/>
                <a:gd name="connsiteY6" fmla="*/ 3517900 h 3517900"/>
                <a:gd name="connsiteX0" fmla="*/ 1182833 w 1182833"/>
                <a:gd name="connsiteY0" fmla="*/ 0 h 3517900"/>
                <a:gd name="connsiteX1" fmla="*/ 306533 w 1182833"/>
                <a:gd name="connsiteY1" fmla="*/ 711200 h 3517900"/>
                <a:gd name="connsiteX2" fmla="*/ 1733 w 1182833"/>
                <a:gd name="connsiteY2" fmla="*/ 1447800 h 3517900"/>
                <a:gd name="connsiteX3" fmla="*/ 198583 w 1182833"/>
                <a:gd name="connsiteY3" fmla="*/ 2077302 h 3517900"/>
                <a:gd name="connsiteX4" fmla="*/ 535133 w 1182833"/>
                <a:gd name="connsiteY4" fmla="*/ 2628900 h 3517900"/>
                <a:gd name="connsiteX5" fmla="*/ 579583 w 1182833"/>
                <a:gd name="connsiteY5" fmla="*/ 3035300 h 3517900"/>
                <a:gd name="connsiteX6" fmla="*/ 331933 w 1182833"/>
                <a:gd name="connsiteY6" fmla="*/ 3517900 h 3517900"/>
                <a:gd name="connsiteX0" fmla="*/ 1182773 w 1182773"/>
                <a:gd name="connsiteY0" fmla="*/ 0 h 3517900"/>
                <a:gd name="connsiteX1" fmla="*/ 306473 w 1182773"/>
                <a:gd name="connsiteY1" fmla="*/ 711200 h 3517900"/>
                <a:gd name="connsiteX2" fmla="*/ 1673 w 1182773"/>
                <a:gd name="connsiteY2" fmla="*/ 1447800 h 3517900"/>
                <a:gd name="connsiteX3" fmla="*/ 198523 w 1182773"/>
                <a:gd name="connsiteY3" fmla="*/ 2077302 h 3517900"/>
                <a:gd name="connsiteX4" fmla="*/ 503323 w 1182773"/>
                <a:gd name="connsiteY4" fmla="*/ 2606296 h 3517900"/>
                <a:gd name="connsiteX5" fmla="*/ 579523 w 1182773"/>
                <a:gd name="connsiteY5" fmla="*/ 3035300 h 3517900"/>
                <a:gd name="connsiteX6" fmla="*/ 331873 w 1182773"/>
                <a:gd name="connsiteY6" fmla="*/ 3517900 h 3517900"/>
                <a:gd name="connsiteX0" fmla="*/ 1182773 w 1182773"/>
                <a:gd name="connsiteY0" fmla="*/ 0 h 3517900"/>
                <a:gd name="connsiteX1" fmla="*/ 306473 w 1182773"/>
                <a:gd name="connsiteY1" fmla="*/ 711200 h 3517900"/>
                <a:gd name="connsiteX2" fmla="*/ 1673 w 1182773"/>
                <a:gd name="connsiteY2" fmla="*/ 1447800 h 3517900"/>
                <a:gd name="connsiteX3" fmla="*/ 198523 w 1182773"/>
                <a:gd name="connsiteY3" fmla="*/ 2077302 h 3517900"/>
                <a:gd name="connsiteX4" fmla="*/ 503323 w 1182773"/>
                <a:gd name="connsiteY4" fmla="*/ 2606296 h 3517900"/>
                <a:gd name="connsiteX5" fmla="*/ 547773 w 1182773"/>
                <a:gd name="connsiteY5" fmla="*/ 3012696 h 3517900"/>
                <a:gd name="connsiteX6" fmla="*/ 331873 w 1182773"/>
                <a:gd name="connsiteY6" fmla="*/ 3517900 h 3517900"/>
                <a:gd name="connsiteX0" fmla="*/ 1182604 w 1182604"/>
                <a:gd name="connsiteY0" fmla="*/ 0 h 3517900"/>
                <a:gd name="connsiteX1" fmla="*/ 306304 w 1182604"/>
                <a:gd name="connsiteY1" fmla="*/ 711200 h 3517900"/>
                <a:gd name="connsiteX2" fmla="*/ 1504 w 1182604"/>
                <a:gd name="connsiteY2" fmla="*/ 1447800 h 3517900"/>
                <a:gd name="connsiteX3" fmla="*/ 198354 w 1182604"/>
                <a:gd name="connsiteY3" fmla="*/ 2077302 h 3517900"/>
                <a:gd name="connsiteX4" fmla="*/ 401554 w 1182604"/>
                <a:gd name="connsiteY4" fmla="*/ 2432995 h 3517900"/>
                <a:gd name="connsiteX5" fmla="*/ 547604 w 1182604"/>
                <a:gd name="connsiteY5" fmla="*/ 3012696 h 3517900"/>
                <a:gd name="connsiteX6" fmla="*/ 331704 w 1182604"/>
                <a:gd name="connsiteY6" fmla="*/ 3517900 h 3517900"/>
                <a:gd name="connsiteX0" fmla="*/ 1182604 w 1182604"/>
                <a:gd name="connsiteY0" fmla="*/ 0 h 3517900"/>
                <a:gd name="connsiteX1" fmla="*/ 306304 w 1182604"/>
                <a:gd name="connsiteY1" fmla="*/ 711200 h 3517900"/>
                <a:gd name="connsiteX2" fmla="*/ 1504 w 1182604"/>
                <a:gd name="connsiteY2" fmla="*/ 1447800 h 3517900"/>
                <a:gd name="connsiteX3" fmla="*/ 198354 w 1182604"/>
                <a:gd name="connsiteY3" fmla="*/ 2077302 h 3517900"/>
                <a:gd name="connsiteX4" fmla="*/ 401554 w 1182604"/>
                <a:gd name="connsiteY4" fmla="*/ 2432995 h 3517900"/>
                <a:gd name="connsiteX5" fmla="*/ 458704 w 1182604"/>
                <a:gd name="connsiteY5" fmla="*/ 2801721 h 3517900"/>
                <a:gd name="connsiteX6" fmla="*/ 331704 w 1182604"/>
                <a:gd name="connsiteY6" fmla="*/ 3517900 h 3517900"/>
                <a:gd name="connsiteX0" fmla="*/ 1182604 w 1182604"/>
                <a:gd name="connsiteY0" fmla="*/ 0 h 3133625"/>
                <a:gd name="connsiteX1" fmla="*/ 306304 w 1182604"/>
                <a:gd name="connsiteY1" fmla="*/ 711200 h 3133625"/>
                <a:gd name="connsiteX2" fmla="*/ 1504 w 1182604"/>
                <a:gd name="connsiteY2" fmla="*/ 1447800 h 3133625"/>
                <a:gd name="connsiteX3" fmla="*/ 198354 w 1182604"/>
                <a:gd name="connsiteY3" fmla="*/ 2077302 h 3133625"/>
                <a:gd name="connsiteX4" fmla="*/ 401554 w 1182604"/>
                <a:gd name="connsiteY4" fmla="*/ 2432995 h 3133625"/>
                <a:gd name="connsiteX5" fmla="*/ 458704 w 1182604"/>
                <a:gd name="connsiteY5" fmla="*/ 2801721 h 3133625"/>
                <a:gd name="connsiteX6" fmla="*/ 274554 w 1182604"/>
                <a:gd name="connsiteY6" fmla="*/ 3133625 h 3133625"/>
                <a:gd name="connsiteX0" fmla="*/ 801604 w 801604"/>
                <a:gd name="connsiteY0" fmla="*/ 0 h 2900046"/>
                <a:gd name="connsiteX1" fmla="*/ 306304 w 801604"/>
                <a:gd name="connsiteY1" fmla="*/ 477621 h 2900046"/>
                <a:gd name="connsiteX2" fmla="*/ 1504 w 801604"/>
                <a:gd name="connsiteY2" fmla="*/ 1214221 h 2900046"/>
                <a:gd name="connsiteX3" fmla="*/ 198354 w 801604"/>
                <a:gd name="connsiteY3" fmla="*/ 1843723 h 2900046"/>
                <a:gd name="connsiteX4" fmla="*/ 401554 w 801604"/>
                <a:gd name="connsiteY4" fmla="*/ 2199416 h 2900046"/>
                <a:gd name="connsiteX5" fmla="*/ 458704 w 801604"/>
                <a:gd name="connsiteY5" fmla="*/ 2568142 h 2900046"/>
                <a:gd name="connsiteX6" fmla="*/ 274554 w 801604"/>
                <a:gd name="connsiteY6" fmla="*/ 2900046 h 2900046"/>
                <a:gd name="connsiteX0" fmla="*/ 800248 w 800248"/>
                <a:gd name="connsiteY0" fmla="*/ 0 h 2900046"/>
                <a:gd name="connsiteX1" fmla="*/ 177948 w 800248"/>
                <a:gd name="connsiteY1" fmla="*/ 681060 h 2900046"/>
                <a:gd name="connsiteX2" fmla="*/ 148 w 800248"/>
                <a:gd name="connsiteY2" fmla="*/ 1214221 h 2900046"/>
                <a:gd name="connsiteX3" fmla="*/ 196998 w 800248"/>
                <a:gd name="connsiteY3" fmla="*/ 1843723 h 2900046"/>
                <a:gd name="connsiteX4" fmla="*/ 400198 w 800248"/>
                <a:gd name="connsiteY4" fmla="*/ 2199416 h 2900046"/>
                <a:gd name="connsiteX5" fmla="*/ 457348 w 800248"/>
                <a:gd name="connsiteY5" fmla="*/ 2568142 h 2900046"/>
                <a:gd name="connsiteX6" fmla="*/ 273198 w 800248"/>
                <a:gd name="connsiteY6" fmla="*/ 2900046 h 2900046"/>
                <a:gd name="connsiteX0" fmla="*/ 800178 w 800178"/>
                <a:gd name="connsiteY0" fmla="*/ 0 h 2900046"/>
                <a:gd name="connsiteX1" fmla="*/ 177878 w 800178"/>
                <a:gd name="connsiteY1" fmla="*/ 681060 h 2900046"/>
                <a:gd name="connsiteX2" fmla="*/ 78 w 800178"/>
                <a:gd name="connsiteY2" fmla="*/ 1214221 h 2900046"/>
                <a:gd name="connsiteX3" fmla="*/ 158828 w 800178"/>
                <a:gd name="connsiteY3" fmla="*/ 1768375 h 2900046"/>
                <a:gd name="connsiteX4" fmla="*/ 400128 w 800178"/>
                <a:gd name="connsiteY4" fmla="*/ 2199416 h 2900046"/>
                <a:gd name="connsiteX5" fmla="*/ 457278 w 800178"/>
                <a:gd name="connsiteY5" fmla="*/ 2568142 h 2900046"/>
                <a:gd name="connsiteX6" fmla="*/ 273128 w 800178"/>
                <a:gd name="connsiteY6" fmla="*/ 2900046 h 2900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0178" h="2900046">
                  <a:moveTo>
                    <a:pt x="800178" y="0"/>
                  </a:moveTo>
                  <a:cubicBezTo>
                    <a:pt x="416003" y="225425"/>
                    <a:pt x="311228" y="478690"/>
                    <a:pt x="177878" y="681060"/>
                  </a:cubicBezTo>
                  <a:cubicBezTo>
                    <a:pt x="44528" y="883430"/>
                    <a:pt x="3253" y="1033002"/>
                    <a:pt x="78" y="1214221"/>
                  </a:cubicBezTo>
                  <a:cubicBezTo>
                    <a:pt x="-3097" y="1395440"/>
                    <a:pt x="92153" y="1604176"/>
                    <a:pt x="158828" y="1768375"/>
                  </a:cubicBezTo>
                  <a:cubicBezTo>
                    <a:pt x="225503" y="1932574"/>
                    <a:pt x="350386" y="2066122"/>
                    <a:pt x="400128" y="2199416"/>
                  </a:cubicBezTo>
                  <a:cubicBezTo>
                    <a:pt x="449870" y="2332710"/>
                    <a:pt x="489028" y="2407275"/>
                    <a:pt x="457278" y="2568142"/>
                  </a:cubicBezTo>
                  <a:cubicBezTo>
                    <a:pt x="425528" y="2729009"/>
                    <a:pt x="403303" y="2720129"/>
                    <a:pt x="273128" y="2900046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B7422C45-EC67-4D6A-835A-327C02FA70F1}"/>
                </a:ext>
              </a:extLst>
            </p:cNvPr>
            <p:cNvCxnSpPr>
              <a:cxnSpLocks/>
              <a:stCxn id="12" idx="3"/>
            </p:cNvCxnSpPr>
            <p:nvPr/>
          </p:nvCxnSpPr>
          <p:spPr>
            <a:xfrm flipH="1">
              <a:off x="904875" y="4819147"/>
              <a:ext cx="1279680" cy="425633"/>
            </a:xfrm>
            <a:prstGeom prst="straightConnector1">
              <a:avLst/>
            </a:prstGeom>
            <a:ln w="25400">
              <a:solidFill>
                <a:srgbClr val="D7451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BAC2B895-E5F7-4BCA-A12F-BEC418DDA81D}"/>
                    </a:ext>
                  </a:extLst>
                </p:cNvPr>
                <p:cNvSpPr txBox="1"/>
                <p:nvPr/>
              </p:nvSpPr>
              <p:spPr>
                <a:xfrm>
                  <a:off x="904875" y="5340897"/>
                  <a:ext cx="897731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𝛁</m:t>
                        </m:r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𝒇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b="1" i="1" smtClean="0">
                                    <a:solidFill>
                                      <a:srgbClr val="D74514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 i="1" smtClean="0">
                                    <a:solidFill>
                                      <a:srgbClr val="D74514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zh-CN" b="1" i="1" smtClean="0">
                                    <a:solidFill>
                                      <a:srgbClr val="D74514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BAC2B895-E5F7-4BCA-A12F-BEC418DDA8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4875" y="5340897"/>
                  <a:ext cx="897731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6757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C9BBF852-4C36-4F6A-92E5-4A43F2690751}"/>
                    </a:ext>
                  </a:extLst>
                </p:cNvPr>
                <p:cNvSpPr txBox="1"/>
                <p:nvPr/>
              </p:nvSpPr>
              <p:spPr>
                <a:xfrm>
                  <a:off x="909438" y="3369299"/>
                  <a:ext cx="1165380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altLang="zh-CN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C9BBF852-4C36-4F6A-92E5-4A43F26907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9438" y="3369299"/>
                  <a:ext cx="1165380" cy="370294"/>
                </a:xfrm>
                <a:prstGeom prst="rect">
                  <a:avLst/>
                </a:prstGeom>
                <a:blipFill>
                  <a:blip r:embed="rId3"/>
                  <a:stretch>
                    <a:fillRect l="-2094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F66FBF24-AEB7-44D5-8190-FD33389BB6E0}"/>
              </a:ext>
            </a:extLst>
          </p:cNvPr>
          <p:cNvGrpSpPr/>
          <p:nvPr/>
        </p:nvGrpSpPr>
        <p:grpSpPr>
          <a:xfrm>
            <a:off x="5491163" y="151694"/>
            <a:ext cx="4418846" cy="2665099"/>
            <a:chOff x="5491163" y="151694"/>
            <a:chExt cx="4418846" cy="2665099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C6C0740C-9BC0-4377-BC65-E3C7535C0520}"/>
                </a:ext>
              </a:extLst>
            </p:cNvPr>
            <p:cNvGrpSpPr/>
            <p:nvPr/>
          </p:nvGrpSpPr>
          <p:grpSpPr>
            <a:xfrm rot="20635856">
              <a:off x="7103309" y="650242"/>
              <a:ext cx="2806700" cy="1561303"/>
              <a:chOff x="2743200" y="2032000"/>
              <a:chExt cx="2806700" cy="1561303"/>
            </a:xfrm>
          </p:grpSpPr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865B646A-18C3-4B54-AF73-FF833E58BF30}"/>
                  </a:ext>
                </a:extLst>
              </p:cNvPr>
              <p:cNvSpPr/>
              <p:nvPr/>
            </p:nvSpPr>
            <p:spPr>
              <a:xfrm>
                <a:off x="2743200" y="2032000"/>
                <a:ext cx="2806700" cy="1561303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3468C70F-3908-4BC9-8EF8-576FD9F3BA86}"/>
                  </a:ext>
                </a:extLst>
              </p:cNvPr>
              <p:cNvSpPr/>
              <p:nvPr/>
            </p:nvSpPr>
            <p:spPr>
              <a:xfrm>
                <a:off x="3089275" y="2224514"/>
                <a:ext cx="2114550" cy="117627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44544679-CE1F-4D47-9CEB-29D902F063FF}"/>
                  </a:ext>
                </a:extLst>
              </p:cNvPr>
              <p:cNvSpPr/>
              <p:nvPr/>
            </p:nvSpPr>
            <p:spPr>
              <a:xfrm>
                <a:off x="3470275" y="2436821"/>
                <a:ext cx="1352550" cy="752392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B8EFA7BF-8E2D-41CA-A68D-528AB65A24DF}"/>
                  </a:ext>
                </a:extLst>
              </p:cNvPr>
              <p:cNvSpPr/>
              <p:nvPr/>
            </p:nvSpPr>
            <p:spPr>
              <a:xfrm>
                <a:off x="4092575" y="2755900"/>
                <a:ext cx="111125" cy="111125"/>
              </a:xfrm>
              <a:prstGeom prst="ellipse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2F2C866D-1328-410B-AD1D-311C1EE2C977}"/>
                </a:ext>
              </a:extLst>
            </p:cNvPr>
            <p:cNvSpPr/>
            <p:nvPr/>
          </p:nvSpPr>
          <p:spPr>
            <a:xfrm>
              <a:off x="6997777" y="372761"/>
              <a:ext cx="800178" cy="2444032"/>
            </a:xfrm>
            <a:custGeom>
              <a:avLst/>
              <a:gdLst>
                <a:gd name="connsiteX0" fmla="*/ 1181100 w 1181100"/>
                <a:gd name="connsiteY0" fmla="*/ 0 h 3517900"/>
                <a:gd name="connsiteX1" fmla="*/ 215900 w 1181100"/>
                <a:gd name="connsiteY1" fmla="*/ 723900 h 3517900"/>
                <a:gd name="connsiteX2" fmla="*/ 0 w 1181100"/>
                <a:gd name="connsiteY2" fmla="*/ 1638300 h 3517900"/>
                <a:gd name="connsiteX3" fmla="*/ 215900 w 1181100"/>
                <a:gd name="connsiteY3" fmla="*/ 2159000 h 3517900"/>
                <a:gd name="connsiteX4" fmla="*/ 520700 w 1181100"/>
                <a:gd name="connsiteY4" fmla="*/ 2552700 h 3517900"/>
                <a:gd name="connsiteX5" fmla="*/ 622300 w 1181100"/>
                <a:gd name="connsiteY5" fmla="*/ 2997200 h 3517900"/>
                <a:gd name="connsiteX6" fmla="*/ 330200 w 1181100"/>
                <a:gd name="connsiteY6" fmla="*/ 3517900 h 3517900"/>
                <a:gd name="connsiteX0" fmla="*/ 1181127 w 1181127"/>
                <a:gd name="connsiteY0" fmla="*/ 0 h 3517900"/>
                <a:gd name="connsiteX1" fmla="*/ 215927 w 1181127"/>
                <a:gd name="connsiteY1" fmla="*/ 723900 h 3517900"/>
                <a:gd name="connsiteX2" fmla="*/ 27 w 1181127"/>
                <a:gd name="connsiteY2" fmla="*/ 1638300 h 3517900"/>
                <a:gd name="connsiteX3" fmla="*/ 203227 w 1181127"/>
                <a:gd name="connsiteY3" fmla="*/ 2152650 h 3517900"/>
                <a:gd name="connsiteX4" fmla="*/ 520727 w 1181127"/>
                <a:gd name="connsiteY4" fmla="*/ 2552700 h 3517900"/>
                <a:gd name="connsiteX5" fmla="*/ 622327 w 1181127"/>
                <a:gd name="connsiteY5" fmla="*/ 2997200 h 3517900"/>
                <a:gd name="connsiteX6" fmla="*/ 330227 w 1181127"/>
                <a:gd name="connsiteY6" fmla="*/ 3517900 h 3517900"/>
                <a:gd name="connsiteX0" fmla="*/ 1181128 w 1181128"/>
                <a:gd name="connsiteY0" fmla="*/ 0 h 3517900"/>
                <a:gd name="connsiteX1" fmla="*/ 215928 w 1181128"/>
                <a:gd name="connsiteY1" fmla="*/ 723900 h 3517900"/>
                <a:gd name="connsiteX2" fmla="*/ 28 w 1181128"/>
                <a:gd name="connsiteY2" fmla="*/ 1638300 h 3517900"/>
                <a:gd name="connsiteX3" fmla="*/ 203228 w 1181128"/>
                <a:gd name="connsiteY3" fmla="*/ 2152650 h 3517900"/>
                <a:gd name="connsiteX4" fmla="*/ 533428 w 1181128"/>
                <a:gd name="connsiteY4" fmla="*/ 2628900 h 3517900"/>
                <a:gd name="connsiteX5" fmla="*/ 622328 w 1181128"/>
                <a:gd name="connsiteY5" fmla="*/ 2997200 h 3517900"/>
                <a:gd name="connsiteX6" fmla="*/ 330228 w 1181128"/>
                <a:gd name="connsiteY6" fmla="*/ 3517900 h 3517900"/>
                <a:gd name="connsiteX0" fmla="*/ 1181128 w 1181128"/>
                <a:gd name="connsiteY0" fmla="*/ 0 h 3517900"/>
                <a:gd name="connsiteX1" fmla="*/ 215928 w 1181128"/>
                <a:gd name="connsiteY1" fmla="*/ 723900 h 3517900"/>
                <a:gd name="connsiteX2" fmla="*/ 28 w 1181128"/>
                <a:gd name="connsiteY2" fmla="*/ 1638300 h 3517900"/>
                <a:gd name="connsiteX3" fmla="*/ 203228 w 1181128"/>
                <a:gd name="connsiteY3" fmla="*/ 2152650 h 3517900"/>
                <a:gd name="connsiteX4" fmla="*/ 533428 w 1181128"/>
                <a:gd name="connsiteY4" fmla="*/ 2628900 h 3517900"/>
                <a:gd name="connsiteX5" fmla="*/ 577878 w 1181128"/>
                <a:gd name="connsiteY5" fmla="*/ 3035300 h 3517900"/>
                <a:gd name="connsiteX6" fmla="*/ 330228 w 1181128"/>
                <a:gd name="connsiteY6" fmla="*/ 3517900 h 3517900"/>
                <a:gd name="connsiteX0" fmla="*/ 1181128 w 1181128"/>
                <a:gd name="connsiteY0" fmla="*/ 0 h 3517900"/>
                <a:gd name="connsiteX1" fmla="*/ 215928 w 1181128"/>
                <a:gd name="connsiteY1" fmla="*/ 723900 h 3517900"/>
                <a:gd name="connsiteX2" fmla="*/ 28 w 1181128"/>
                <a:gd name="connsiteY2" fmla="*/ 1447800 h 3517900"/>
                <a:gd name="connsiteX3" fmla="*/ 203228 w 1181128"/>
                <a:gd name="connsiteY3" fmla="*/ 2152650 h 3517900"/>
                <a:gd name="connsiteX4" fmla="*/ 533428 w 1181128"/>
                <a:gd name="connsiteY4" fmla="*/ 2628900 h 3517900"/>
                <a:gd name="connsiteX5" fmla="*/ 577878 w 1181128"/>
                <a:gd name="connsiteY5" fmla="*/ 3035300 h 3517900"/>
                <a:gd name="connsiteX6" fmla="*/ 330228 w 1181128"/>
                <a:gd name="connsiteY6" fmla="*/ 3517900 h 3517900"/>
                <a:gd name="connsiteX0" fmla="*/ 1182589 w 1182589"/>
                <a:gd name="connsiteY0" fmla="*/ 0 h 3517900"/>
                <a:gd name="connsiteX1" fmla="*/ 306289 w 1182589"/>
                <a:gd name="connsiteY1" fmla="*/ 711200 h 3517900"/>
                <a:gd name="connsiteX2" fmla="*/ 1489 w 1182589"/>
                <a:gd name="connsiteY2" fmla="*/ 1447800 h 3517900"/>
                <a:gd name="connsiteX3" fmla="*/ 204689 w 1182589"/>
                <a:gd name="connsiteY3" fmla="*/ 2152650 h 3517900"/>
                <a:gd name="connsiteX4" fmla="*/ 534889 w 1182589"/>
                <a:gd name="connsiteY4" fmla="*/ 2628900 h 3517900"/>
                <a:gd name="connsiteX5" fmla="*/ 579339 w 1182589"/>
                <a:gd name="connsiteY5" fmla="*/ 3035300 h 3517900"/>
                <a:gd name="connsiteX6" fmla="*/ 331689 w 1182589"/>
                <a:gd name="connsiteY6" fmla="*/ 3517900 h 3517900"/>
                <a:gd name="connsiteX0" fmla="*/ 1182833 w 1182833"/>
                <a:gd name="connsiteY0" fmla="*/ 0 h 3517900"/>
                <a:gd name="connsiteX1" fmla="*/ 306533 w 1182833"/>
                <a:gd name="connsiteY1" fmla="*/ 711200 h 3517900"/>
                <a:gd name="connsiteX2" fmla="*/ 1733 w 1182833"/>
                <a:gd name="connsiteY2" fmla="*/ 1447800 h 3517900"/>
                <a:gd name="connsiteX3" fmla="*/ 198583 w 1182833"/>
                <a:gd name="connsiteY3" fmla="*/ 2077302 h 3517900"/>
                <a:gd name="connsiteX4" fmla="*/ 535133 w 1182833"/>
                <a:gd name="connsiteY4" fmla="*/ 2628900 h 3517900"/>
                <a:gd name="connsiteX5" fmla="*/ 579583 w 1182833"/>
                <a:gd name="connsiteY5" fmla="*/ 3035300 h 3517900"/>
                <a:gd name="connsiteX6" fmla="*/ 331933 w 1182833"/>
                <a:gd name="connsiteY6" fmla="*/ 3517900 h 3517900"/>
                <a:gd name="connsiteX0" fmla="*/ 1182773 w 1182773"/>
                <a:gd name="connsiteY0" fmla="*/ 0 h 3517900"/>
                <a:gd name="connsiteX1" fmla="*/ 306473 w 1182773"/>
                <a:gd name="connsiteY1" fmla="*/ 711200 h 3517900"/>
                <a:gd name="connsiteX2" fmla="*/ 1673 w 1182773"/>
                <a:gd name="connsiteY2" fmla="*/ 1447800 h 3517900"/>
                <a:gd name="connsiteX3" fmla="*/ 198523 w 1182773"/>
                <a:gd name="connsiteY3" fmla="*/ 2077302 h 3517900"/>
                <a:gd name="connsiteX4" fmla="*/ 503323 w 1182773"/>
                <a:gd name="connsiteY4" fmla="*/ 2606296 h 3517900"/>
                <a:gd name="connsiteX5" fmla="*/ 579523 w 1182773"/>
                <a:gd name="connsiteY5" fmla="*/ 3035300 h 3517900"/>
                <a:gd name="connsiteX6" fmla="*/ 331873 w 1182773"/>
                <a:gd name="connsiteY6" fmla="*/ 3517900 h 3517900"/>
                <a:gd name="connsiteX0" fmla="*/ 1182773 w 1182773"/>
                <a:gd name="connsiteY0" fmla="*/ 0 h 3517900"/>
                <a:gd name="connsiteX1" fmla="*/ 306473 w 1182773"/>
                <a:gd name="connsiteY1" fmla="*/ 711200 h 3517900"/>
                <a:gd name="connsiteX2" fmla="*/ 1673 w 1182773"/>
                <a:gd name="connsiteY2" fmla="*/ 1447800 h 3517900"/>
                <a:gd name="connsiteX3" fmla="*/ 198523 w 1182773"/>
                <a:gd name="connsiteY3" fmla="*/ 2077302 h 3517900"/>
                <a:gd name="connsiteX4" fmla="*/ 503323 w 1182773"/>
                <a:gd name="connsiteY4" fmla="*/ 2606296 h 3517900"/>
                <a:gd name="connsiteX5" fmla="*/ 547773 w 1182773"/>
                <a:gd name="connsiteY5" fmla="*/ 3012696 h 3517900"/>
                <a:gd name="connsiteX6" fmla="*/ 331873 w 1182773"/>
                <a:gd name="connsiteY6" fmla="*/ 3517900 h 3517900"/>
                <a:gd name="connsiteX0" fmla="*/ 1182604 w 1182604"/>
                <a:gd name="connsiteY0" fmla="*/ 0 h 3517900"/>
                <a:gd name="connsiteX1" fmla="*/ 306304 w 1182604"/>
                <a:gd name="connsiteY1" fmla="*/ 711200 h 3517900"/>
                <a:gd name="connsiteX2" fmla="*/ 1504 w 1182604"/>
                <a:gd name="connsiteY2" fmla="*/ 1447800 h 3517900"/>
                <a:gd name="connsiteX3" fmla="*/ 198354 w 1182604"/>
                <a:gd name="connsiteY3" fmla="*/ 2077302 h 3517900"/>
                <a:gd name="connsiteX4" fmla="*/ 401554 w 1182604"/>
                <a:gd name="connsiteY4" fmla="*/ 2432995 h 3517900"/>
                <a:gd name="connsiteX5" fmla="*/ 547604 w 1182604"/>
                <a:gd name="connsiteY5" fmla="*/ 3012696 h 3517900"/>
                <a:gd name="connsiteX6" fmla="*/ 331704 w 1182604"/>
                <a:gd name="connsiteY6" fmla="*/ 3517900 h 3517900"/>
                <a:gd name="connsiteX0" fmla="*/ 1182604 w 1182604"/>
                <a:gd name="connsiteY0" fmla="*/ 0 h 3517900"/>
                <a:gd name="connsiteX1" fmla="*/ 306304 w 1182604"/>
                <a:gd name="connsiteY1" fmla="*/ 711200 h 3517900"/>
                <a:gd name="connsiteX2" fmla="*/ 1504 w 1182604"/>
                <a:gd name="connsiteY2" fmla="*/ 1447800 h 3517900"/>
                <a:gd name="connsiteX3" fmla="*/ 198354 w 1182604"/>
                <a:gd name="connsiteY3" fmla="*/ 2077302 h 3517900"/>
                <a:gd name="connsiteX4" fmla="*/ 401554 w 1182604"/>
                <a:gd name="connsiteY4" fmla="*/ 2432995 h 3517900"/>
                <a:gd name="connsiteX5" fmla="*/ 458704 w 1182604"/>
                <a:gd name="connsiteY5" fmla="*/ 2801721 h 3517900"/>
                <a:gd name="connsiteX6" fmla="*/ 331704 w 1182604"/>
                <a:gd name="connsiteY6" fmla="*/ 3517900 h 3517900"/>
                <a:gd name="connsiteX0" fmla="*/ 1182604 w 1182604"/>
                <a:gd name="connsiteY0" fmla="*/ 0 h 3133625"/>
                <a:gd name="connsiteX1" fmla="*/ 306304 w 1182604"/>
                <a:gd name="connsiteY1" fmla="*/ 711200 h 3133625"/>
                <a:gd name="connsiteX2" fmla="*/ 1504 w 1182604"/>
                <a:gd name="connsiteY2" fmla="*/ 1447800 h 3133625"/>
                <a:gd name="connsiteX3" fmla="*/ 198354 w 1182604"/>
                <a:gd name="connsiteY3" fmla="*/ 2077302 h 3133625"/>
                <a:gd name="connsiteX4" fmla="*/ 401554 w 1182604"/>
                <a:gd name="connsiteY4" fmla="*/ 2432995 h 3133625"/>
                <a:gd name="connsiteX5" fmla="*/ 458704 w 1182604"/>
                <a:gd name="connsiteY5" fmla="*/ 2801721 h 3133625"/>
                <a:gd name="connsiteX6" fmla="*/ 274554 w 1182604"/>
                <a:gd name="connsiteY6" fmla="*/ 3133625 h 3133625"/>
                <a:gd name="connsiteX0" fmla="*/ 801604 w 801604"/>
                <a:gd name="connsiteY0" fmla="*/ 0 h 2900046"/>
                <a:gd name="connsiteX1" fmla="*/ 306304 w 801604"/>
                <a:gd name="connsiteY1" fmla="*/ 477621 h 2900046"/>
                <a:gd name="connsiteX2" fmla="*/ 1504 w 801604"/>
                <a:gd name="connsiteY2" fmla="*/ 1214221 h 2900046"/>
                <a:gd name="connsiteX3" fmla="*/ 198354 w 801604"/>
                <a:gd name="connsiteY3" fmla="*/ 1843723 h 2900046"/>
                <a:gd name="connsiteX4" fmla="*/ 401554 w 801604"/>
                <a:gd name="connsiteY4" fmla="*/ 2199416 h 2900046"/>
                <a:gd name="connsiteX5" fmla="*/ 458704 w 801604"/>
                <a:gd name="connsiteY5" fmla="*/ 2568142 h 2900046"/>
                <a:gd name="connsiteX6" fmla="*/ 274554 w 801604"/>
                <a:gd name="connsiteY6" fmla="*/ 2900046 h 2900046"/>
                <a:gd name="connsiteX0" fmla="*/ 800248 w 800248"/>
                <a:gd name="connsiteY0" fmla="*/ 0 h 2900046"/>
                <a:gd name="connsiteX1" fmla="*/ 177948 w 800248"/>
                <a:gd name="connsiteY1" fmla="*/ 681060 h 2900046"/>
                <a:gd name="connsiteX2" fmla="*/ 148 w 800248"/>
                <a:gd name="connsiteY2" fmla="*/ 1214221 h 2900046"/>
                <a:gd name="connsiteX3" fmla="*/ 196998 w 800248"/>
                <a:gd name="connsiteY3" fmla="*/ 1843723 h 2900046"/>
                <a:gd name="connsiteX4" fmla="*/ 400198 w 800248"/>
                <a:gd name="connsiteY4" fmla="*/ 2199416 h 2900046"/>
                <a:gd name="connsiteX5" fmla="*/ 457348 w 800248"/>
                <a:gd name="connsiteY5" fmla="*/ 2568142 h 2900046"/>
                <a:gd name="connsiteX6" fmla="*/ 273198 w 800248"/>
                <a:gd name="connsiteY6" fmla="*/ 2900046 h 2900046"/>
                <a:gd name="connsiteX0" fmla="*/ 800178 w 800178"/>
                <a:gd name="connsiteY0" fmla="*/ 0 h 2900046"/>
                <a:gd name="connsiteX1" fmla="*/ 177878 w 800178"/>
                <a:gd name="connsiteY1" fmla="*/ 681060 h 2900046"/>
                <a:gd name="connsiteX2" fmla="*/ 78 w 800178"/>
                <a:gd name="connsiteY2" fmla="*/ 1214221 h 2900046"/>
                <a:gd name="connsiteX3" fmla="*/ 158828 w 800178"/>
                <a:gd name="connsiteY3" fmla="*/ 1768375 h 2900046"/>
                <a:gd name="connsiteX4" fmla="*/ 400128 w 800178"/>
                <a:gd name="connsiteY4" fmla="*/ 2199416 h 2900046"/>
                <a:gd name="connsiteX5" fmla="*/ 457278 w 800178"/>
                <a:gd name="connsiteY5" fmla="*/ 2568142 h 2900046"/>
                <a:gd name="connsiteX6" fmla="*/ 273128 w 800178"/>
                <a:gd name="connsiteY6" fmla="*/ 2900046 h 2900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0178" h="2900046">
                  <a:moveTo>
                    <a:pt x="800178" y="0"/>
                  </a:moveTo>
                  <a:cubicBezTo>
                    <a:pt x="416003" y="225425"/>
                    <a:pt x="311228" y="478690"/>
                    <a:pt x="177878" y="681060"/>
                  </a:cubicBezTo>
                  <a:cubicBezTo>
                    <a:pt x="44528" y="883430"/>
                    <a:pt x="3253" y="1033002"/>
                    <a:pt x="78" y="1214221"/>
                  </a:cubicBezTo>
                  <a:cubicBezTo>
                    <a:pt x="-3097" y="1395440"/>
                    <a:pt x="92153" y="1604176"/>
                    <a:pt x="158828" y="1768375"/>
                  </a:cubicBezTo>
                  <a:cubicBezTo>
                    <a:pt x="225503" y="1932574"/>
                    <a:pt x="350386" y="2066122"/>
                    <a:pt x="400128" y="2199416"/>
                  </a:cubicBezTo>
                  <a:cubicBezTo>
                    <a:pt x="449870" y="2332710"/>
                    <a:pt x="489028" y="2407275"/>
                    <a:pt x="457278" y="2568142"/>
                  </a:cubicBezTo>
                  <a:cubicBezTo>
                    <a:pt x="425528" y="2729009"/>
                    <a:pt x="403303" y="2720129"/>
                    <a:pt x="273128" y="2900046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0CCD5661-6D56-4086-9FB0-D35C54264B1D}"/>
                </a:ext>
              </a:extLst>
            </p:cNvPr>
            <p:cNvCxnSpPr>
              <a:cxnSpLocks/>
              <a:stCxn id="23" idx="3"/>
            </p:cNvCxnSpPr>
            <p:nvPr/>
          </p:nvCxnSpPr>
          <p:spPr>
            <a:xfrm flipH="1">
              <a:off x="5876925" y="1863070"/>
              <a:ext cx="1279680" cy="425633"/>
            </a:xfrm>
            <a:prstGeom prst="straightConnector1">
              <a:avLst/>
            </a:prstGeom>
            <a:ln w="25400">
              <a:solidFill>
                <a:srgbClr val="F0835C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80CEDABD-BFC5-4583-B562-2FD36DE497EA}"/>
                    </a:ext>
                  </a:extLst>
                </p:cNvPr>
                <p:cNvSpPr txBox="1"/>
                <p:nvPr/>
              </p:nvSpPr>
              <p:spPr>
                <a:xfrm>
                  <a:off x="5876925" y="2384820"/>
                  <a:ext cx="897731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 smtClean="0">
                            <a:solidFill>
                              <a:srgbClr val="F0835C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𝛻</m:t>
                        </m:r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rgbClr val="F0835C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F0835C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0835C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smtClean="0">
                                <a:solidFill>
                                  <a:srgbClr val="F0835C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i="1" smtClean="0">
                                    <a:solidFill>
                                      <a:srgbClr val="F0835C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solidFill>
                                      <a:srgbClr val="F0835C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solidFill>
                                      <a:srgbClr val="F0835C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altLang="zh-CN" dirty="0">
                    <a:solidFill>
                      <a:srgbClr val="F083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80CEDABD-BFC5-4583-B562-2FD36DE497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76925" y="2384820"/>
                  <a:ext cx="897731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4762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8B412286-238C-49C1-9233-DCBE816B2EB4}"/>
                    </a:ext>
                  </a:extLst>
                </p:cNvPr>
                <p:cNvSpPr txBox="1"/>
                <p:nvPr/>
              </p:nvSpPr>
              <p:spPr>
                <a:xfrm>
                  <a:off x="5804538" y="151694"/>
                  <a:ext cx="1165380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altLang="zh-CN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8B412286-238C-49C1-9233-DCBE816B2E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04538" y="151694"/>
                  <a:ext cx="1165380" cy="370294"/>
                </a:xfrm>
                <a:prstGeom prst="rect">
                  <a:avLst/>
                </a:prstGeom>
                <a:blipFill>
                  <a:blip r:embed="rId5"/>
                  <a:stretch>
                    <a:fillRect l="-2094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D64EB22A-2745-44B3-A041-512341952961}"/>
                </a:ext>
              </a:extLst>
            </p:cNvPr>
            <p:cNvSpPr/>
            <p:nvPr/>
          </p:nvSpPr>
          <p:spPr>
            <a:xfrm>
              <a:off x="5829300" y="692150"/>
              <a:ext cx="3892550" cy="1411438"/>
            </a:xfrm>
            <a:custGeom>
              <a:avLst/>
              <a:gdLst>
                <a:gd name="connsiteX0" fmla="*/ 0 w 3892550"/>
                <a:gd name="connsiteY0" fmla="*/ 0 h 1411438"/>
                <a:gd name="connsiteX1" fmla="*/ 298450 w 3892550"/>
                <a:gd name="connsiteY1" fmla="*/ 723900 h 1411438"/>
                <a:gd name="connsiteX2" fmla="*/ 635000 w 3892550"/>
                <a:gd name="connsiteY2" fmla="*/ 1282700 h 1411438"/>
                <a:gd name="connsiteX3" fmla="*/ 1047750 w 3892550"/>
                <a:gd name="connsiteY3" fmla="*/ 1397000 h 1411438"/>
                <a:gd name="connsiteX4" fmla="*/ 1441450 w 3892550"/>
                <a:gd name="connsiteY4" fmla="*/ 1047750 h 1411438"/>
                <a:gd name="connsiteX5" fmla="*/ 1936750 w 3892550"/>
                <a:gd name="connsiteY5" fmla="*/ 501650 h 1411438"/>
                <a:gd name="connsiteX6" fmla="*/ 2406650 w 3892550"/>
                <a:gd name="connsiteY6" fmla="*/ 361950 h 1411438"/>
                <a:gd name="connsiteX7" fmla="*/ 3048000 w 3892550"/>
                <a:gd name="connsiteY7" fmla="*/ 539750 h 1411438"/>
                <a:gd name="connsiteX8" fmla="*/ 3892550 w 3892550"/>
                <a:gd name="connsiteY8" fmla="*/ 1143000 h 1411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2550" h="1411438">
                  <a:moveTo>
                    <a:pt x="0" y="0"/>
                  </a:moveTo>
                  <a:cubicBezTo>
                    <a:pt x="96308" y="255058"/>
                    <a:pt x="192617" y="510117"/>
                    <a:pt x="298450" y="723900"/>
                  </a:cubicBezTo>
                  <a:cubicBezTo>
                    <a:pt x="404283" y="937683"/>
                    <a:pt x="510117" y="1170517"/>
                    <a:pt x="635000" y="1282700"/>
                  </a:cubicBezTo>
                  <a:cubicBezTo>
                    <a:pt x="759883" y="1394883"/>
                    <a:pt x="913342" y="1436158"/>
                    <a:pt x="1047750" y="1397000"/>
                  </a:cubicBezTo>
                  <a:cubicBezTo>
                    <a:pt x="1182158" y="1357842"/>
                    <a:pt x="1293283" y="1196975"/>
                    <a:pt x="1441450" y="1047750"/>
                  </a:cubicBezTo>
                  <a:cubicBezTo>
                    <a:pt x="1589617" y="898525"/>
                    <a:pt x="1775883" y="615950"/>
                    <a:pt x="1936750" y="501650"/>
                  </a:cubicBezTo>
                  <a:cubicBezTo>
                    <a:pt x="2097617" y="387350"/>
                    <a:pt x="2221442" y="355600"/>
                    <a:pt x="2406650" y="361950"/>
                  </a:cubicBezTo>
                  <a:cubicBezTo>
                    <a:pt x="2591858" y="368300"/>
                    <a:pt x="2800350" y="409575"/>
                    <a:pt x="3048000" y="539750"/>
                  </a:cubicBezTo>
                  <a:cubicBezTo>
                    <a:pt x="3295650" y="669925"/>
                    <a:pt x="3594100" y="906462"/>
                    <a:pt x="3892550" y="114300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A8815BA3-7C68-4D62-9DE2-DB923C1ADD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23505" y="971550"/>
              <a:ext cx="831244" cy="891520"/>
            </a:xfrm>
            <a:prstGeom prst="straightConnector1">
              <a:avLst/>
            </a:prstGeom>
            <a:ln w="25400">
              <a:solidFill>
                <a:srgbClr val="F0835C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D4677156-3D32-485A-A353-B4D2B4258EDF}"/>
                    </a:ext>
                  </a:extLst>
                </p:cNvPr>
                <p:cNvSpPr txBox="1"/>
                <p:nvPr/>
              </p:nvSpPr>
              <p:spPr>
                <a:xfrm>
                  <a:off x="6545770" y="769295"/>
                  <a:ext cx="897731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 smtClean="0">
                            <a:solidFill>
                              <a:srgbClr val="F0835C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𝛻</m:t>
                        </m:r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rgbClr val="F0835C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F0835C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0835C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smtClean="0">
                                <a:solidFill>
                                  <a:srgbClr val="F0835C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i="1" smtClean="0">
                                    <a:solidFill>
                                      <a:srgbClr val="F0835C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solidFill>
                                      <a:srgbClr val="F0835C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solidFill>
                                      <a:srgbClr val="F0835C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altLang="zh-CN" dirty="0">
                    <a:solidFill>
                      <a:srgbClr val="F083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D4677156-3D32-485A-A353-B4D2B4258E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5770" y="769295"/>
                  <a:ext cx="897731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5442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3659D52A-F06A-47B8-9DB8-69CF803FDF5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91163" y="1800225"/>
              <a:ext cx="1663586" cy="62845"/>
            </a:xfrm>
            <a:prstGeom prst="straightConnector1">
              <a:avLst/>
            </a:prstGeom>
            <a:ln w="25400">
              <a:solidFill>
                <a:srgbClr val="D7451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002E5ED0-400D-4033-AFC6-080A9C2072AC}"/>
                    </a:ext>
                  </a:extLst>
                </p:cNvPr>
                <p:cNvSpPr txBox="1"/>
                <p:nvPr/>
              </p:nvSpPr>
              <p:spPr>
                <a:xfrm>
                  <a:off x="5499637" y="1371361"/>
                  <a:ext cx="897731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1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𝛁</m:t>
                        </m:r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𝒇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b="1" i="1" smtClean="0">
                                <a:solidFill>
                                  <a:srgbClr val="D74514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b="1" i="1" smtClean="0">
                                    <a:solidFill>
                                      <a:srgbClr val="D74514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 i="1" smtClean="0">
                                    <a:solidFill>
                                      <a:srgbClr val="D74514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zh-CN" b="1" i="1" smtClean="0">
                                    <a:solidFill>
                                      <a:srgbClr val="D74514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altLang="zh-CN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002E5ED0-400D-4033-AFC6-080A9C2072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9637" y="1371361"/>
                  <a:ext cx="897731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7483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C276952F-18FE-4824-AD4F-41EECC4A4531}"/>
                    </a:ext>
                  </a:extLst>
                </p:cNvPr>
                <p:cNvSpPr txBox="1"/>
                <p:nvPr/>
              </p:nvSpPr>
              <p:spPr>
                <a:xfrm>
                  <a:off x="5835037" y="414467"/>
                  <a:ext cx="1165380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altLang="zh-CN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C276952F-18FE-4824-AD4F-41EECC4A45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35037" y="414467"/>
                  <a:ext cx="1165380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2618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2961996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E492B8B5-D800-4731-9799-B77EC3A9F7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237048"/>
              </p:ext>
            </p:extLst>
          </p:nvPr>
        </p:nvGraphicFramePr>
        <p:xfrm>
          <a:off x="4042537" y="-2068111"/>
          <a:ext cx="31877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7700">
                  <a:extLst>
                    <a:ext uri="{9D8B030D-6E8A-4147-A177-3AD203B41FA5}">
                      <a16:colId xmlns:a16="http://schemas.microsoft.com/office/drawing/2014/main" val="13778199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730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6224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Address of 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" panose="020B0503020204020204" pitchFamily="34" charset="-122"/>
                          <a:cs typeface="Courier New" panose="02070309020205020404" pitchFamily="49" charset="0"/>
                        </a:rPr>
                        <a:t>c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" panose="020B0503020204020204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8359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Value of 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" panose="020B0503020204020204" pitchFamily="34" charset="-122"/>
                          <a:cs typeface="Courier New" panose="02070309020205020404" pitchFamily="49" charset="0"/>
                        </a:rPr>
                        <a:t>b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" panose="020B0503020204020204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763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Value of 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" panose="020B0503020204020204" pitchFamily="34" charset="-122"/>
                          <a:cs typeface="Courier New" panose="02070309020205020404" pitchFamily="49" charset="0"/>
                        </a:rPr>
                        <a:t>a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" panose="020B0503020204020204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00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Address of format string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C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5105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2023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4204004"/>
                  </a:ext>
                </a:extLst>
              </a:tr>
            </a:tbl>
          </a:graphicData>
        </a:graphic>
      </p:graphicFrame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5824DB39-4CA0-49D3-AD32-634246D96404}"/>
              </a:ext>
            </a:extLst>
          </p:cNvPr>
          <p:cNvCxnSpPr>
            <a:cxnSpLocks/>
          </p:cNvCxnSpPr>
          <p:nvPr/>
        </p:nvCxnSpPr>
        <p:spPr>
          <a:xfrm>
            <a:off x="7465187" y="-2068111"/>
            <a:ext cx="0" cy="296672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D577ABAE-96D8-4EF6-A1D2-56F371F85A3C}"/>
              </a:ext>
            </a:extLst>
          </p:cNvPr>
          <p:cNvSpPr txBox="1"/>
          <p:nvPr/>
        </p:nvSpPr>
        <p:spPr>
          <a:xfrm>
            <a:off x="1962912" y="-747120"/>
            <a:ext cx="161925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zh-CN" dirty="0" err="1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p</a:t>
            </a:r>
            <a:r>
              <a:rPr lang="en-US" altLang="zh-CN" dirty="0" err="1">
                <a:solidFill>
                  <a:schemeClr val="tx1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rintf</a:t>
            </a:r>
            <a:r>
              <a:rPr lang="en-US" altLang="zh-CN" dirty="0">
                <a:solidFill>
                  <a:schemeClr val="tx1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()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’s</a:t>
            </a:r>
          </a:p>
          <a:p>
            <a:pPr algn="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internal pointer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4801E3E1-BBF5-43F1-B6DE-5FA67E875E13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3582162" y="-423955"/>
            <a:ext cx="460375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878E4FD-A10A-4DC6-939B-C79C4E8D297C}"/>
              </a:ext>
            </a:extLst>
          </p:cNvPr>
          <p:cNvSpPr txBox="1"/>
          <p:nvPr/>
        </p:nvSpPr>
        <p:spPr>
          <a:xfrm>
            <a:off x="7531862" y="-907917"/>
            <a:ext cx="161925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tack grows</a:t>
            </a:r>
          </a:p>
          <a:p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 this direction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3BC7ED7-29E0-44FA-8980-1942E576F3E4}"/>
              </a:ext>
            </a:extLst>
          </p:cNvPr>
          <p:cNvSpPr txBox="1"/>
          <p:nvPr/>
        </p:nvSpPr>
        <p:spPr>
          <a:xfrm>
            <a:off x="940149" y="-2569034"/>
            <a:ext cx="9392475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 err="1">
                <a:solidFill>
                  <a:srgbClr val="0070C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printf</a:t>
            </a:r>
            <a:r>
              <a:rPr lang="en-US" altLang="zh-CN" sz="16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(</a:t>
            </a:r>
            <a:r>
              <a:rPr lang="en-US" altLang="zh-CN" sz="1600" dirty="0">
                <a:solidFill>
                  <a:srgbClr val="7030A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“a has value </a:t>
            </a:r>
            <a:r>
              <a:rPr lang="en-US" altLang="zh-CN" sz="1600" b="1" dirty="0">
                <a:solidFill>
                  <a:srgbClr val="7030A0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%d</a:t>
            </a:r>
            <a:r>
              <a:rPr lang="en-US" altLang="zh-CN" sz="1600" dirty="0">
                <a:solidFill>
                  <a:srgbClr val="7030A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, b has value </a:t>
            </a:r>
            <a:r>
              <a:rPr lang="en-US" altLang="zh-CN" sz="1600" b="1" dirty="0">
                <a:solidFill>
                  <a:srgbClr val="7030A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%d</a:t>
            </a:r>
            <a:r>
              <a:rPr lang="en-US" altLang="zh-CN" sz="1600" dirty="0">
                <a:solidFill>
                  <a:srgbClr val="7030A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, c is at address: </a:t>
            </a:r>
            <a:r>
              <a:rPr lang="en-US" altLang="zh-CN" sz="1600" b="1" dirty="0">
                <a:solidFill>
                  <a:srgbClr val="7030A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%08x</a:t>
            </a:r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\n</a:t>
            </a:r>
            <a:r>
              <a:rPr lang="en-US" altLang="zh-CN" sz="1600" dirty="0">
                <a:solidFill>
                  <a:srgbClr val="7030A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”</a:t>
            </a:r>
            <a:r>
              <a:rPr lang="en-US" altLang="zh-CN" sz="16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, a, b, </a:t>
            </a:r>
            <a:r>
              <a:rPr lang="en-US" altLang="zh-CN" sz="1600" dirty="0">
                <a:solidFill>
                  <a:srgbClr val="C0000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&amp;</a:t>
            </a:r>
            <a:r>
              <a:rPr lang="en-US" altLang="zh-CN" sz="16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c);</a:t>
            </a:r>
            <a:endParaRPr lang="en-US" altLang="zh-CN" sz="1600" dirty="0">
              <a:solidFill>
                <a:schemeClr val="tx1"/>
              </a:solidFill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graphicFrame>
        <p:nvGraphicFramePr>
          <p:cNvPr id="12" name="表格 2">
            <a:extLst>
              <a:ext uri="{FF2B5EF4-FFF2-40B4-BE49-F238E27FC236}">
                <a16:creationId xmlns:a16="http://schemas.microsoft.com/office/drawing/2014/main" id="{677375F0-80EE-4926-BB56-EB47DB79EC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1400831"/>
              </p:ext>
            </p:extLst>
          </p:nvPr>
        </p:nvGraphicFramePr>
        <p:xfrm>
          <a:off x="4042537" y="1721125"/>
          <a:ext cx="31877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7700">
                  <a:extLst>
                    <a:ext uri="{9D8B030D-6E8A-4147-A177-3AD203B41FA5}">
                      <a16:colId xmlns:a16="http://schemas.microsoft.com/office/drawing/2014/main" val="13778199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730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6224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Address of 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" panose="020B0503020204020204" pitchFamily="34" charset="-122"/>
                          <a:cs typeface="Courier New" panose="02070309020205020404" pitchFamily="49" charset="0"/>
                        </a:rPr>
                        <a:t>c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" panose="020B0503020204020204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8359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Value of 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" panose="020B0503020204020204" pitchFamily="34" charset="-122"/>
                          <a:cs typeface="Courier New" panose="02070309020205020404" pitchFamily="49" charset="0"/>
                        </a:rPr>
                        <a:t>b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" panose="020B0503020204020204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763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Value of 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" panose="020B0503020204020204" pitchFamily="34" charset="-122"/>
                          <a:cs typeface="Courier New" panose="02070309020205020404" pitchFamily="49" charset="0"/>
                        </a:rPr>
                        <a:t>a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" panose="020B0503020204020204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00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Address of format string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C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5105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2023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4204004"/>
                  </a:ext>
                </a:extLst>
              </a:tr>
            </a:tbl>
          </a:graphicData>
        </a:graphic>
      </p:graphicFrame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0B220E0D-653E-44F6-8976-352E441611E8}"/>
              </a:ext>
            </a:extLst>
          </p:cNvPr>
          <p:cNvCxnSpPr>
            <a:cxnSpLocks/>
          </p:cNvCxnSpPr>
          <p:nvPr/>
        </p:nvCxnSpPr>
        <p:spPr>
          <a:xfrm>
            <a:off x="7465187" y="1721125"/>
            <a:ext cx="0" cy="296672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4E41089E-49ED-4F7F-8860-0BEDC8FE0CB3}"/>
              </a:ext>
            </a:extLst>
          </p:cNvPr>
          <p:cNvSpPr txBox="1"/>
          <p:nvPr/>
        </p:nvSpPr>
        <p:spPr>
          <a:xfrm>
            <a:off x="1962912" y="2700740"/>
            <a:ext cx="161925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zh-CN" dirty="0" err="1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p</a:t>
            </a:r>
            <a:r>
              <a:rPr lang="en-US" altLang="zh-CN" dirty="0" err="1">
                <a:solidFill>
                  <a:schemeClr val="tx1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rintf</a:t>
            </a:r>
            <a:r>
              <a:rPr lang="en-US" altLang="zh-CN" dirty="0">
                <a:solidFill>
                  <a:schemeClr val="tx1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()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’s</a:t>
            </a:r>
          </a:p>
          <a:p>
            <a:pPr algn="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internal pointer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D86AA3AE-BB5F-475F-A495-BBE1370E1E85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3582162" y="3023905"/>
            <a:ext cx="460375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981CFC0C-0D8F-40EB-B55A-404F49D7F185}"/>
              </a:ext>
            </a:extLst>
          </p:cNvPr>
          <p:cNvSpPr txBox="1"/>
          <p:nvPr/>
        </p:nvSpPr>
        <p:spPr>
          <a:xfrm>
            <a:off x="7531862" y="2881319"/>
            <a:ext cx="161925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tack grows</a:t>
            </a:r>
          </a:p>
          <a:p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 this direction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A600981-2B7B-4A15-A3F7-7B9E18BD575E}"/>
              </a:ext>
            </a:extLst>
          </p:cNvPr>
          <p:cNvSpPr txBox="1"/>
          <p:nvPr/>
        </p:nvSpPr>
        <p:spPr>
          <a:xfrm>
            <a:off x="940149" y="1220202"/>
            <a:ext cx="9392475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 err="1">
                <a:solidFill>
                  <a:srgbClr val="0070C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printf</a:t>
            </a:r>
            <a:r>
              <a:rPr lang="en-US" altLang="zh-CN" sz="16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(</a:t>
            </a:r>
            <a:r>
              <a:rPr lang="en-US" altLang="zh-CN" sz="1600" dirty="0">
                <a:solidFill>
                  <a:srgbClr val="7030A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“a has value </a:t>
            </a:r>
            <a:r>
              <a:rPr lang="en-US" altLang="zh-CN" sz="1600" b="1" dirty="0">
                <a:solidFill>
                  <a:srgbClr val="7030A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%d</a:t>
            </a:r>
            <a:r>
              <a:rPr lang="en-US" altLang="zh-CN" sz="1600" dirty="0">
                <a:solidFill>
                  <a:srgbClr val="7030A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, b has value </a:t>
            </a:r>
            <a:r>
              <a:rPr lang="en-US" altLang="zh-CN" sz="1600" b="1" dirty="0">
                <a:solidFill>
                  <a:srgbClr val="7030A0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%d</a:t>
            </a:r>
            <a:r>
              <a:rPr lang="en-US" altLang="zh-CN" sz="1600" dirty="0">
                <a:solidFill>
                  <a:srgbClr val="7030A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, c is at address: </a:t>
            </a:r>
            <a:r>
              <a:rPr lang="en-US" altLang="zh-CN" sz="1600" b="1" dirty="0">
                <a:solidFill>
                  <a:srgbClr val="7030A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%08x</a:t>
            </a:r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\n</a:t>
            </a:r>
            <a:r>
              <a:rPr lang="en-US" altLang="zh-CN" sz="1600" dirty="0">
                <a:solidFill>
                  <a:srgbClr val="7030A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”</a:t>
            </a:r>
            <a:r>
              <a:rPr lang="en-US" altLang="zh-CN" sz="16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, a, b, </a:t>
            </a:r>
            <a:r>
              <a:rPr lang="en-US" altLang="zh-CN" sz="1600" dirty="0">
                <a:solidFill>
                  <a:srgbClr val="C0000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&amp;</a:t>
            </a:r>
            <a:r>
              <a:rPr lang="en-US" altLang="zh-CN" sz="16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c);</a:t>
            </a:r>
            <a:endParaRPr lang="en-US" altLang="zh-CN" sz="1600" dirty="0">
              <a:solidFill>
                <a:schemeClr val="tx1"/>
              </a:solidFill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graphicFrame>
        <p:nvGraphicFramePr>
          <p:cNvPr id="18" name="表格 2">
            <a:extLst>
              <a:ext uri="{FF2B5EF4-FFF2-40B4-BE49-F238E27FC236}">
                <a16:creationId xmlns:a16="http://schemas.microsoft.com/office/drawing/2014/main" id="{77881ECE-4389-4D10-8B96-F565922F3F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031917"/>
              </p:ext>
            </p:extLst>
          </p:nvPr>
        </p:nvGraphicFramePr>
        <p:xfrm>
          <a:off x="4042537" y="5637798"/>
          <a:ext cx="31877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7700">
                  <a:extLst>
                    <a:ext uri="{9D8B030D-6E8A-4147-A177-3AD203B41FA5}">
                      <a16:colId xmlns:a16="http://schemas.microsoft.com/office/drawing/2014/main" val="13778199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730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6224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Address of 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" panose="020B0503020204020204" pitchFamily="34" charset="-122"/>
                          <a:cs typeface="Courier New" panose="02070309020205020404" pitchFamily="49" charset="0"/>
                        </a:rPr>
                        <a:t>c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" panose="020B0503020204020204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8359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Value of 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" panose="020B0503020204020204" pitchFamily="34" charset="-122"/>
                          <a:cs typeface="Courier New" panose="02070309020205020404" pitchFamily="49" charset="0"/>
                        </a:rPr>
                        <a:t>b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" panose="020B0503020204020204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763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Value of 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" panose="020B0503020204020204" pitchFamily="34" charset="-122"/>
                          <a:cs typeface="Courier New" panose="02070309020205020404" pitchFamily="49" charset="0"/>
                        </a:rPr>
                        <a:t>a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" panose="020B0503020204020204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00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Address of format string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C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5105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2023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4204004"/>
                  </a:ext>
                </a:extLst>
              </a:tr>
            </a:tbl>
          </a:graphicData>
        </a:graphic>
      </p:graphicFrame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62A1EF96-0033-48D6-AE80-DBBC3E1B4D11}"/>
              </a:ext>
            </a:extLst>
          </p:cNvPr>
          <p:cNvCxnSpPr>
            <a:cxnSpLocks/>
          </p:cNvCxnSpPr>
          <p:nvPr/>
        </p:nvCxnSpPr>
        <p:spPr>
          <a:xfrm>
            <a:off x="7465187" y="5637798"/>
            <a:ext cx="0" cy="296672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D5EBCAC7-354C-4837-A25C-C74725F054A1}"/>
              </a:ext>
            </a:extLst>
          </p:cNvPr>
          <p:cNvSpPr txBox="1"/>
          <p:nvPr/>
        </p:nvSpPr>
        <p:spPr>
          <a:xfrm>
            <a:off x="1962912" y="6251653"/>
            <a:ext cx="161925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zh-CN" dirty="0" err="1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p</a:t>
            </a:r>
            <a:r>
              <a:rPr lang="en-US" altLang="zh-CN" dirty="0" err="1">
                <a:solidFill>
                  <a:schemeClr val="tx1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rintf</a:t>
            </a:r>
            <a:r>
              <a:rPr lang="en-US" altLang="zh-CN" dirty="0">
                <a:solidFill>
                  <a:schemeClr val="tx1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()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’s</a:t>
            </a:r>
          </a:p>
          <a:p>
            <a:pPr algn="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internal pointer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E51DFD8C-E78D-4D3A-A577-EB7A0828C6BF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3582162" y="6574818"/>
            <a:ext cx="460375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3097732D-4855-4A3B-BB43-74783830D3E5}"/>
              </a:ext>
            </a:extLst>
          </p:cNvPr>
          <p:cNvSpPr txBox="1"/>
          <p:nvPr/>
        </p:nvSpPr>
        <p:spPr>
          <a:xfrm>
            <a:off x="7531862" y="6797992"/>
            <a:ext cx="161925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tack grows</a:t>
            </a:r>
          </a:p>
          <a:p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 this direction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582C404-76E1-460D-869E-10B3412B7611}"/>
              </a:ext>
            </a:extLst>
          </p:cNvPr>
          <p:cNvSpPr txBox="1"/>
          <p:nvPr/>
        </p:nvSpPr>
        <p:spPr>
          <a:xfrm>
            <a:off x="940149" y="5136875"/>
            <a:ext cx="9392475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 err="1">
                <a:solidFill>
                  <a:srgbClr val="0070C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printf</a:t>
            </a:r>
            <a:r>
              <a:rPr lang="en-US" altLang="zh-CN" sz="16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(</a:t>
            </a:r>
            <a:r>
              <a:rPr lang="en-US" altLang="zh-CN" sz="1600" dirty="0">
                <a:solidFill>
                  <a:srgbClr val="7030A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“a has value </a:t>
            </a:r>
            <a:r>
              <a:rPr lang="en-US" altLang="zh-CN" sz="1600" b="1" dirty="0">
                <a:solidFill>
                  <a:srgbClr val="7030A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%d</a:t>
            </a:r>
            <a:r>
              <a:rPr lang="en-US" altLang="zh-CN" sz="1600" dirty="0">
                <a:solidFill>
                  <a:srgbClr val="7030A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, b has value </a:t>
            </a:r>
            <a:r>
              <a:rPr lang="en-US" altLang="zh-CN" sz="1600" b="1" dirty="0">
                <a:solidFill>
                  <a:srgbClr val="7030A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%d</a:t>
            </a:r>
            <a:r>
              <a:rPr lang="en-US" altLang="zh-CN" sz="1600" dirty="0">
                <a:solidFill>
                  <a:srgbClr val="7030A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, c is at address: </a:t>
            </a:r>
            <a:r>
              <a:rPr lang="en-US" altLang="zh-CN" sz="1600" b="1" dirty="0">
                <a:solidFill>
                  <a:srgbClr val="7030A0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%08x</a:t>
            </a:r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\n</a:t>
            </a:r>
            <a:r>
              <a:rPr lang="en-US" altLang="zh-CN" sz="1600" dirty="0">
                <a:solidFill>
                  <a:srgbClr val="7030A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”</a:t>
            </a:r>
            <a:r>
              <a:rPr lang="en-US" altLang="zh-CN" sz="16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, a, b, </a:t>
            </a:r>
            <a:r>
              <a:rPr lang="en-US" altLang="zh-CN" sz="1600" dirty="0">
                <a:solidFill>
                  <a:srgbClr val="C0000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&amp;</a:t>
            </a:r>
            <a:r>
              <a:rPr lang="en-US" altLang="zh-CN" sz="16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c);</a:t>
            </a:r>
            <a:endParaRPr lang="en-US" altLang="zh-CN" sz="1600" dirty="0">
              <a:solidFill>
                <a:schemeClr val="tx1"/>
              </a:solidFill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362668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A15F8A1F-06BB-4D34-9F03-7E6706BCF7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1181792"/>
              </p:ext>
            </p:extLst>
          </p:nvPr>
        </p:nvGraphicFramePr>
        <p:xfrm>
          <a:off x="4274185" y="1321830"/>
          <a:ext cx="31877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7700">
                  <a:extLst>
                    <a:ext uri="{9D8B030D-6E8A-4147-A177-3AD203B41FA5}">
                      <a16:colId xmlns:a16="http://schemas.microsoft.com/office/drawing/2014/main" val="13778199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730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6224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ea typeface="微软雅黑" panose="020B0503020204020204" pitchFamily="34" charset="-122"/>
                          <a:cs typeface="Courier New" panose="02070309020205020404" pitchFamily="49" charset="0"/>
                        </a:rPr>
                        <a:t>#?6^#$gf(*</a:t>
                      </a:r>
                      <a:endParaRPr lang="zh-CN" altLang="en-US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ea typeface="微软雅黑" panose="020B0503020204020204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45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8359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Value of 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" panose="020B0503020204020204" pitchFamily="34" charset="-122"/>
                          <a:cs typeface="Courier New" panose="02070309020205020404" pitchFamily="49" charset="0"/>
                        </a:rPr>
                        <a:t>b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" panose="020B0503020204020204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763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Value of 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" panose="020B0503020204020204" pitchFamily="34" charset="-122"/>
                          <a:cs typeface="Courier New" panose="02070309020205020404" pitchFamily="49" charset="0"/>
                        </a:rPr>
                        <a:t>a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" panose="020B0503020204020204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00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Address of format string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C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5105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2023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4204004"/>
                  </a:ext>
                </a:extLst>
              </a:tr>
            </a:tbl>
          </a:graphicData>
        </a:graphic>
      </p:graphicFrame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FE8470E6-CFFD-46B0-B5C8-A6E5E87322CC}"/>
              </a:ext>
            </a:extLst>
          </p:cNvPr>
          <p:cNvCxnSpPr>
            <a:cxnSpLocks/>
          </p:cNvCxnSpPr>
          <p:nvPr/>
        </p:nvCxnSpPr>
        <p:spPr>
          <a:xfrm>
            <a:off x="7696835" y="1321830"/>
            <a:ext cx="0" cy="296672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F725E78C-FC40-4583-B5BA-B4BB8615FB21}"/>
              </a:ext>
            </a:extLst>
          </p:cNvPr>
          <p:cNvSpPr txBox="1"/>
          <p:nvPr/>
        </p:nvSpPr>
        <p:spPr>
          <a:xfrm>
            <a:off x="2194560" y="1935685"/>
            <a:ext cx="161925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zh-CN" dirty="0" err="1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p</a:t>
            </a:r>
            <a:r>
              <a:rPr lang="en-US" altLang="zh-CN" dirty="0" err="1">
                <a:solidFill>
                  <a:schemeClr val="tx1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rintf</a:t>
            </a:r>
            <a:r>
              <a:rPr lang="en-US" altLang="zh-CN" dirty="0">
                <a:solidFill>
                  <a:schemeClr val="tx1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()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’s</a:t>
            </a:r>
          </a:p>
          <a:p>
            <a:pPr algn="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internal pointer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4054F9C3-3DCE-42B7-A937-59AB20941DF8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3813810" y="2258850"/>
            <a:ext cx="460375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28F3D1C3-9DC8-437E-8B03-D5B44C05856D}"/>
              </a:ext>
            </a:extLst>
          </p:cNvPr>
          <p:cNvSpPr txBox="1"/>
          <p:nvPr/>
        </p:nvSpPr>
        <p:spPr>
          <a:xfrm>
            <a:off x="7763510" y="2482024"/>
            <a:ext cx="161925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tack grows</a:t>
            </a:r>
          </a:p>
          <a:p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 this direction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0D5E3B-0741-4B43-A27F-A341BBE45662}"/>
              </a:ext>
            </a:extLst>
          </p:cNvPr>
          <p:cNvSpPr txBox="1"/>
          <p:nvPr/>
        </p:nvSpPr>
        <p:spPr>
          <a:xfrm>
            <a:off x="1372869" y="820907"/>
            <a:ext cx="899033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 err="1">
                <a:solidFill>
                  <a:srgbClr val="0070C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printf</a:t>
            </a:r>
            <a:r>
              <a:rPr lang="en-US" altLang="zh-CN" sz="16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(</a:t>
            </a:r>
            <a:r>
              <a:rPr lang="en-US" altLang="zh-CN" sz="1600" dirty="0">
                <a:solidFill>
                  <a:srgbClr val="7030A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“a has value </a:t>
            </a:r>
            <a:r>
              <a:rPr lang="en-US" altLang="zh-CN" sz="1600" b="1" dirty="0">
                <a:solidFill>
                  <a:srgbClr val="7030A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%d</a:t>
            </a:r>
            <a:r>
              <a:rPr lang="en-US" altLang="zh-CN" sz="1600" dirty="0">
                <a:solidFill>
                  <a:srgbClr val="7030A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, b has value </a:t>
            </a:r>
            <a:r>
              <a:rPr lang="en-US" altLang="zh-CN" sz="1600" b="1" dirty="0">
                <a:solidFill>
                  <a:srgbClr val="7030A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%d</a:t>
            </a:r>
            <a:r>
              <a:rPr lang="en-US" altLang="zh-CN" sz="1600" dirty="0">
                <a:solidFill>
                  <a:srgbClr val="7030A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, c is at address: </a:t>
            </a:r>
            <a:r>
              <a:rPr lang="en-US" altLang="zh-CN" sz="1600" b="1" dirty="0">
                <a:solidFill>
                  <a:srgbClr val="7030A0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%08x</a:t>
            </a:r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\n</a:t>
            </a:r>
            <a:r>
              <a:rPr lang="en-US" altLang="zh-CN" sz="1600" dirty="0">
                <a:solidFill>
                  <a:srgbClr val="7030A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”</a:t>
            </a:r>
            <a:r>
              <a:rPr lang="en-US" altLang="zh-CN" sz="16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, a, b);</a:t>
            </a:r>
            <a:endParaRPr lang="en-US" altLang="zh-CN" sz="1600" dirty="0">
              <a:solidFill>
                <a:schemeClr val="tx1"/>
              </a:solidFill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436475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A611DCF6-B782-4CF6-89B8-B416ED7995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787871"/>
              </p:ext>
            </p:extLst>
          </p:nvPr>
        </p:nvGraphicFramePr>
        <p:xfrm>
          <a:off x="4274185" y="1321830"/>
          <a:ext cx="3187700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7700">
                  <a:extLst>
                    <a:ext uri="{9D8B030D-6E8A-4147-A177-3AD203B41FA5}">
                      <a16:colId xmlns:a16="http://schemas.microsoft.com/office/drawing/2014/main" val="13778199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730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" panose="020B0503020204020204" pitchFamily="34" charset="-122"/>
                          <a:cs typeface="Courier New" panose="02070309020205020404" pitchFamily="49" charset="0"/>
                        </a:rPr>
                        <a:t>%s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" panose="020B0503020204020204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6224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" panose="020B0503020204020204" pitchFamily="34" charset="-122"/>
                          <a:cs typeface="Courier New" panose="02070309020205020404" pitchFamily="49" charset="0"/>
                        </a:rPr>
                        <a:t>%x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" panose="020B0503020204020204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8359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" panose="020B0503020204020204" pitchFamily="34" charset="-122"/>
                          <a:cs typeface="Courier New" panose="02070309020205020404" pitchFamily="49" charset="0"/>
                        </a:rPr>
                        <a:t>%x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" panose="020B0503020204020204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763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" panose="020B0503020204020204" pitchFamily="34" charset="-122"/>
                          <a:cs typeface="Courier New" panose="02070309020205020404" pitchFamily="49" charset="0"/>
                        </a:rPr>
                        <a:t>%x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" panose="020B0503020204020204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00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" panose="020B0503020204020204" pitchFamily="34" charset="-122"/>
                          <a:cs typeface="Courier New" panose="02070309020205020404" pitchFamily="49" charset="0"/>
                        </a:rPr>
                        <a:t>%x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" panose="020B0503020204020204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5105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" panose="020B0503020204020204" pitchFamily="34" charset="-122"/>
                          <a:cs typeface="Courier New" panose="02070309020205020404" pitchFamily="49" charset="0"/>
                        </a:rPr>
                        <a:t>0x11451400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" panose="020B0503020204020204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C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023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4742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6751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1482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4871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Address of </a:t>
                      </a:r>
                      <a:r>
                        <a:rPr lang="en-US" altLang="zh-CN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ea typeface="微软雅黑" panose="020B0503020204020204" pitchFamily="34" charset="-122"/>
                          <a:cs typeface="Courier New" panose="02070309020205020404" pitchFamily="49" charset="0"/>
                        </a:rPr>
                        <a:t>user_input</a:t>
                      </a:r>
                      <a:r>
                        <a:rPr lang="en-US" altLang="zh-CN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ea typeface="微软雅黑" panose="020B0503020204020204" pitchFamily="34" charset="-122"/>
                          <a:cs typeface="Courier New" panose="02070309020205020404" pitchFamily="49" charset="0"/>
                        </a:rPr>
                        <a:t>[]</a:t>
                      </a:r>
                      <a:endParaRPr lang="zh-CN" altLang="en-US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ea typeface="微软雅黑" panose="020B0503020204020204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45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700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4204004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2C136FFB-F90A-4AFB-A8BF-11D4167C1DD1}"/>
              </a:ext>
            </a:extLst>
          </p:cNvPr>
          <p:cNvSpPr txBox="1"/>
          <p:nvPr/>
        </p:nvSpPr>
        <p:spPr>
          <a:xfrm>
            <a:off x="1372869" y="5028338"/>
            <a:ext cx="245554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 this for the 1</a:t>
            </a:r>
            <a:r>
              <a:rPr lang="en-US" altLang="zh-CN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%x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A5804448-6361-4AEB-9880-72C0137C778E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828415" y="5213004"/>
            <a:ext cx="460375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F27691B7-C0E3-42A7-9A68-5E232B5B108D}"/>
              </a:ext>
            </a:extLst>
          </p:cNvPr>
          <p:cNvSpPr txBox="1"/>
          <p:nvPr/>
        </p:nvSpPr>
        <p:spPr>
          <a:xfrm>
            <a:off x="7782559" y="2620523"/>
            <a:ext cx="173291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 err="1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user_input</a:t>
            </a:r>
            <a:r>
              <a:rPr lang="en-US" altLang="zh-CN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[]</a:t>
            </a:r>
            <a:endParaRPr lang="en-US" altLang="zh-CN" dirty="0">
              <a:solidFill>
                <a:schemeClr val="tx1"/>
              </a:solidFill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0DEEFB9-F691-479A-B414-B0F9501463C4}"/>
              </a:ext>
            </a:extLst>
          </p:cNvPr>
          <p:cNvSpPr txBox="1"/>
          <p:nvPr/>
        </p:nvSpPr>
        <p:spPr>
          <a:xfrm>
            <a:off x="3100070" y="820907"/>
            <a:ext cx="553593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 err="1">
                <a:solidFill>
                  <a:srgbClr val="0070C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printf</a:t>
            </a:r>
            <a:r>
              <a:rPr lang="en-US" altLang="zh-CN" sz="16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(</a:t>
            </a:r>
            <a:r>
              <a:rPr lang="en-US" altLang="zh-CN" sz="1600" dirty="0">
                <a:solidFill>
                  <a:srgbClr val="7030A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“</a:t>
            </a:r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\x11\x45\x14\x00</a:t>
            </a:r>
            <a:r>
              <a:rPr lang="en-US" altLang="zh-CN" sz="1600" dirty="0">
                <a:solidFill>
                  <a:srgbClr val="7030A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sz="1600" b="1" dirty="0">
                <a:solidFill>
                  <a:srgbClr val="7030A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%x</a:t>
            </a:r>
            <a:r>
              <a:rPr lang="en-US" altLang="zh-CN" sz="1600" dirty="0">
                <a:solidFill>
                  <a:srgbClr val="7030A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sz="1600" b="1" dirty="0">
                <a:solidFill>
                  <a:srgbClr val="7030A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%x</a:t>
            </a:r>
            <a:r>
              <a:rPr lang="en-US" altLang="zh-CN" sz="1600" dirty="0">
                <a:solidFill>
                  <a:srgbClr val="7030A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sz="1600" b="1" dirty="0">
                <a:solidFill>
                  <a:srgbClr val="7030A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%x</a:t>
            </a:r>
            <a:r>
              <a:rPr lang="en-US" altLang="zh-CN" sz="1600" dirty="0">
                <a:solidFill>
                  <a:srgbClr val="7030A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sz="1600" b="1" dirty="0">
                <a:solidFill>
                  <a:srgbClr val="7030A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%x</a:t>
            </a:r>
            <a:r>
              <a:rPr lang="en-US" altLang="zh-CN" sz="1600" dirty="0">
                <a:solidFill>
                  <a:srgbClr val="7030A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sz="1600" b="1" dirty="0">
                <a:solidFill>
                  <a:srgbClr val="7030A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%s</a:t>
            </a:r>
            <a:r>
              <a:rPr lang="en-US" altLang="zh-CN" sz="16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);</a:t>
            </a:r>
            <a:endParaRPr lang="en-US" altLang="zh-CN" sz="1600" dirty="0">
              <a:solidFill>
                <a:schemeClr val="tx1"/>
              </a:solidFill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8" name="右大括号 7">
            <a:extLst>
              <a:ext uri="{FF2B5EF4-FFF2-40B4-BE49-F238E27FC236}">
                <a16:creationId xmlns:a16="http://schemas.microsoft.com/office/drawing/2014/main" id="{5F72B1F9-CC30-40D9-8820-8AE611CDA31A}"/>
              </a:ext>
            </a:extLst>
          </p:cNvPr>
          <p:cNvSpPr/>
          <p:nvPr/>
        </p:nvSpPr>
        <p:spPr>
          <a:xfrm>
            <a:off x="7461885" y="1684860"/>
            <a:ext cx="228282" cy="2231132"/>
          </a:xfrm>
          <a:prstGeom prst="rightBrace">
            <a:avLst>
              <a:gd name="adj1" fmla="val 0"/>
              <a:gd name="adj2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025FDDB-A792-4B82-8C59-DFF2C01456E6}"/>
              </a:ext>
            </a:extLst>
          </p:cNvPr>
          <p:cNvSpPr/>
          <p:nvPr/>
        </p:nvSpPr>
        <p:spPr>
          <a:xfrm>
            <a:off x="7236583" y="5488756"/>
            <a:ext cx="225302" cy="2238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8DF9874-1DAC-4F78-87D9-9DA58B03242D}"/>
              </a:ext>
            </a:extLst>
          </p:cNvPr>
          <p:cNvSpPr/>
          <p:nvPr/>
        </p:nvSpPr>
        <p:spPr>
          <a:xfrm>
            <a:off x="7236583" y="3620346"/>
            <a:ext cx="225302" cy="2238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7948C940-1080-499E-BC02-77219953532E}"/>
              </a:ext>
            </a:extLst>
          </p:cNvPr>
          <p:cNvCxnSpPr>
            <a:cxnSpLocks/>
            <a:stCxn id="9" idx="3"/>
            <a:endCxn id="10" idx="3"/>
          </p:cNvCxnSpPr>
          <p:nvPr/>
        </p:nvCxnSpPr>
        <p:spPr>
          <a:xfrm flipV="1">
            <a:off x="7461885" y="3732290"/>
            <a:ext cx="12700" cy="1868410"/>
          </a:xfrm>
          <a:prstGeom prst="bentConnector3">
            <a:avLst>
              <a:gd name="adj1" fmla="val 3412504"/>
            </a:avLst>
          </a:prstGeom>
          <a:ln w="25400">
            <a:solidFill>
              <a:srgbClr val="D7451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074CEDEB-6784-4BEC-967A-07F49486AEA8}"/>
              </a:ext>
            </a:extLst>
          </p:cNvPr>
          <p:cNvSpPr txBox="1"/>
          <p:nvPr/>
        </p:nvSpPr>
        <p:spPr>
          <a:xfrm>
            <a:off x="1372869" y="4659006"/>
            <a:ext cx="245554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 this for the 2</a:t>
            </a:r>
            <a:r>
              <a:rPr lang="en-US" altLang="zh-CN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nd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%x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E28C7576-8044-47AF-8230-F5BB11F2AF7E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3828415" y="4843672"/>
            <a:ext cx="460375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53456A95-6EB7-4AAA-8B63-AED840D602D3}"/>
              </a:ext>
            </a:extLst>
          </p:cNvPr>
          <p:cNvSpPr txBox="1"/>
          <p:nvPr/>
        </p:nvSpPr>
        <p:spPr>
          <a:xfrm>
            <a:off x="1372869" y="4289674"/>
            <a:ext cx="245554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 this for the 3</a:t>
            </a:r>
            <a:r>
              <a:rPr lang="en-US" altLang="zh-CN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%x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B2DB74A7-2056-42A4-A51D-38D7F834E61A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3828415" y="4474340"/>
            <a:ext cx="460375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66C3B3E0-9650-48C4-BEB0-240431A7FCD4}"/>
              </a:ext>
            </a:extLst>
          </p:cNvPr>
          <p:cNvSpPr txBox="1"/>
          <p:nvPr/>
        </p:nvSpPr>
        <p:spPr>
          <a:xfrm>
            <a:off x="1365567" y="3922487"/>
            <a:ext cx="245554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 this for the 4</a:t>
            </a:r>
            <a:r>
              <a:rPr lang="en-US" altLang="zh-CN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th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%x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C505E17C-78F9-4581-8E03-2F07E934F688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3821113" y="4107153"/>
            <a:ext cx="460375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EFFE7CF9-67C2-4D68-AEFA-DCF293ACFE12}"/>
              </a:ext>
            </a:extLst>
          </p:cNvPr>
          <p:cNvSpPr txBox="1"/>
          <p:nvPr/>
        </p:nvSpPr>
        <p:spPr>
          <a:xfrm>
            <a:off x="819150" y="3544595"/>
            <a:ext cx="299831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 the string of this address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1F8EC8C3-44CE-4C3B-90E9-A50EB1616CB4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3817462" y="3729261"/>
            <a:ext cx="460375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516324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>
            <a:extLst>
              <a:ext uri="{FF2B5EF4-FFF2-40B4-BE49-F238E27FC236}">
                <a16:creationId xmlns:a16="http://schemas.microsoft.com/office/drawing/2014/main" id="{A22A85F5-6141-4FE4-BF81-215262089B90}"/>
              </a:ext>
            </a:extLst>
          </p:cNvPr>
          <p:cNvGrpSpPr/>
          <p:nvPr/>
        </p:nvGrpSpPr>
        <p:grpSpPr>
          <a:xfrm>
            <a:off x="960872" y="3185652"/>
            <a:ext cx="5135128" cy="1045586"/>
            <a:chOff x="960872" y="3185652"/>
            <a:chExt cx="5135128" cy="1045586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17B6EE1E-D578-42BA-B400-360BFB0286CE}"/>
                </a:ext>
              </a:extLst>
            </p:cNvPr>
            <p:cNvGrpSpPr/>
            <p:nvPr/>
          </p:nvGrpSpPr>
          <p:grpSpPr>
            <a:xfrm>
              <a:off x="960872" y="3185652"/>
              <a:ext cx="1192394" cy="1045586"/>
              <a:chOff x="960872" y="3185652"/>
              <a:chExt cx="1192394" cy="1045586"/>
            </a:xfrm>
          </p:grpSpPr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3604DB59-2C71-48D9-8416-1C440738CAE8}"/>
                  </a:ext>
                </a:extLst>
              </p:cNvPr>
              <p:cNvSpPr/>
              <p:nvPr/>
            </p:nvSpPr>
            <p:spPr>
              <a:xfrm>
                <a:off x="960872" y="3185652"/>
                <a:ext cx="1192394" cy="1045586"/>
              </a:xfrm>
              <a:prstGeom prst="rect">
                <a:avLst/>
              </a:prstGeom>
              <a:solidFill>
                <a:srgbClr val="F8CCB9"/>
              </a:solidFill>
              <a:ln w="17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CAA635E5-C81D-479B-9370-BE500A189564}"/>
                  </a:ext>
                </a:extLst>
              </p:cNvPr>
              <p:cNvSpPr/>
              <p:nvPr/>
            </p:nvSpPr>
            <p:spPr>
              <a:xfrm>
                <a:off x="1077618" y="3764412"/>
                <a:ext cx="951653" cy="357242"/>
              </a:xfrm>
              <a:prstGeom prst="rect">
                <a:avLst/>
              </a:prstGeom>
              <a:solidFill>
                <a:srgbClr val="D74514"/>
              </a:solidFill>
              <a:ln w="17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r>
                  <a: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账本</a:t>
                </a:r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20092013-A04C-46BB-894D-2C1800348AE9}"/>
                  </a:ext>
                </a:extLst>
              </p:cNvPr>
              <p:cNvSpPr/>
              <p:nvPr/>
            </p:nvSpPr>
            <p:spPr>
              <a:xfrm>
                <a:off x="1078602" y="3318140"/>
                <a:ext cx="946843" cy="357242"/>
              </a:xfrm>
              <a:prstGeom prst="rect">
                <a:avLst/>
              </a:prstGeom>
              <a:solidFill>
                <a:srgbClr val="D74514"/>
              </a:solidFill>
              <a:ln w="17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r>
                  <a: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哈希值</a:t>
                </a:r>
              </a:p>
            </p:txBody>
          </p:sp>
        </p:grp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808E1EC9-A39A-46B4-A189-A04F46238AA1}"/>
                </a:ext>
              </a:extLst>
            </p:cNvPr>
            <p:cNvGrpSpPr/>
            <p:nvPr/>
          </p:nvGrpSpPr>
          <p:grpSpPr>
            <a:xfrm>
              <a:off x="2499620" y="3185652"/>
              <a:ext cx="1192394" cy="1045586"/>
              <a:chOff x="960872" y="3185652"/>
              <a:chExt cx="1192394" cy="1045586"/>
            </a:xfrm>
          </p:grpSpPr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40F5B04F-6D77-4930-9346-3213C2F01DF6}"/>
                  </a:ext>
                </a:extLst>
              </p:cNvPr>
              <p:cNvSpPr/>
              <p:nvPr/>
            </p:nvSpPr>
            <p:spPr>
              <a:xfrm>
                <a:off x="960872" y="3185652"/>
                <a:ext cx="1192394" cy="1045586"/>
              </a:xfrm>
              <a:prstGeom prst="rect">
                <a:avLst/>
              </a:prstGeom>
              <a:solidFill>
                <a:srgbClr val="F8CCB9"/>
              </a:solidFill>
              <a:ln w="17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EC43CF4B-B3D2-4658-82A0-5273507528FD}"/>
                  </a:ext>
                </a:extLst>
              </p:cNvPr>
              <p:cNvSpPr/>
              <p:nvPr/>
            </p:nvSpPr>
            <p:spPr>
              <a:xfrm>
                <a:off x="1077618" y="3764412"/>
                <a:ext cx="951653" cy="357242"/>
              </a:xfrm>
              <a:prstGeom prst="rect">
                <a:avLst/>
              </a:prstGeom>
              <a:solidFill>
                <a:srgbClr val="D74514"/>
              </a:solidFill>
              <a:ln w="17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r>
                  <a: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账本</a:t>
                </a:r>
              </a:p>
            </p:txBody>
          </p:sp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DB41CCD4-3728-4C25-93CA-A3481E2B2B91}"/>
                  </a:ext>
                </a:extLst>
              </p:cNvPr>
              <p:cNvSpPr/>
              <p:nvPr/>
            </p:nvSpPr>
            <p:spPr>
              <a:xfrm>
                <a:off x="1078602" y="3318140"/>
                <a:ext cx="946843" cy="357242"/>
              </a:xfrm>
              <a:prstGeom prst="rect">
                <a:avLst/>
              </a:prstGeom>
              <a:solidFill>
                <a:srgbClr val="D74514"/>
              </a:solidFill>
              <a:ln w="17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r>
                  <a: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哈希值</a:t>
                </a:r>
              </a:p>
            </p:txBody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5A9D6382-29BB-4FAC-A0C5-A6F586DC948D}"/>
                </a:ext>
              </a:extLst>
            </p:cNvPr>
            <p:cNvGrpSpPr/>
            <p:nvPr/>
          </p:nvGrpSpPr>
          <p:grpSpPr>
            <a:xfrm>
              <a:off x="4038368" y="3185652"/>
              <a:ext cx="1192394" cy="1045586"/>
              <a:chOff x="960872" y="3185652"/>
              <a:chExt cx="1192394" cy="1045586"/>
            </a:xfrm>
          </p:grpSpPr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A44B4341-569B-4E2E-86C3-A968EFF46100}"/>
                  </a:ext>
                </a:extLst>
              </p:cNvPr>
              <p:cNvSpPr/>
              <p:nvPr/>
            </p:nvSpPr>
            <p:spPr>
              <a:xfrm>
                <a:off x="960872" y="3185652"/>
                <a:ext cx="1192394" cy="1045586"/>
              </a:xfrm>
              <a:prstGeom prst="rect">
                <a:avLst/>
              </a:prstGeom>
              <a:solidFill>
                <a:srgbClr val="F8CCB9"/>
              </a:solidFill>
              <a:ln w="17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2B91382C-7D06-4BC8-8FA7-C05DF4FCE241}"/>
                  </a:ext>
                </a:extLst>
              </p:cNvPr>
              <p:cNvSpPr/>
              <p:nvPr/>
            </p:nvSpPr>
            <p:spPr>
              <a:xfrm>
                <a:off x="1077618" y="3764412"/>
                <a:ext cx="951653" cy="357242"/>
              </a:xfrm>
              <a:prstGeom prst="rect">
                <a:avLst/>
              </a:prstGeom>
              <a:solidFill>
                <a:srgbClr val="D74514"/>
              </a:solidFill>
              <a:ln w="17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r>
                  <a: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账本</a:t>
                </a:r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1FECAEEB-BB0F-4446-9C45-4F7AE9D10746}"/>
                  </a:ext>
                </a:extLst>
              </p:cNvPr>
              <p:cNvSpPr/>
              <p:nvPr/>
            </p:nvSpPr>
            <p:spPr>
              <a:xfrm>
                <a:off x="1078602" y="3318140"/>
                <a:ext cx="946843" cy="357242"/>
              </a:xfrm>
              <a:prstGeom prst="rect">
                <a:avLst/>
              </a:prstGeom>
              <a:solidFill>
                <a:srgbClr val="D74514"/>
              </a:solidFill>
              <a:ln w="17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r>
                  <a: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哈希值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09468A41-3CAF-43F4-B17F-AAE3557839FE}"/>
                    </a:ext>
                  </a:extLst>
                </p:cNvPr>
                <p:cNvSpPr txBox="1"/>
                <p:nvPr/>
              </p:nvSpPr>
              <p:spPr>
                <a:xfrm>
                  <a:off x="5689600" y="3244334"/>
                  <a:ext cx="406400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⋯</m:t>
                        </m:r>
                      </m:oMath>
                    </m:oMathPara>
                  </a14:m>
                  <a:endParaRPr lang="en-US" altLang="zh-CN" b="0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09468A41-3CAF-43F4-B17F-AAE3557839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9600" y="3244334"/>
                  <a:ext cx="406400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连接符: 肘形 12">
              <a:extLst>
                <a:ext uri="{FF2B5EF4-FFF2-40B4-BE49-F238E27FC236}">
                  <a16:creationId xmlns:a16="http://schemas.microsoft.com/office/drawing/2014/main" id="{8CCA0AA0-CFFC-4A71-84E0-37D0C72FAD26}"/>
                </a:ext>
              </a:extLst>
            </p:cNvPr>
            <p:cNvCxnSpPr>
              <a:cxnSpLocks/>
              <a:stCxn id="7" idx="3"/>
              <a:endCxn id="24" idx="1"/>
            </p:cNvCxnSpPr>
            <p:nvPr/>
          </p:nvCxnSpPr>
          <p:spPr>
            <a:xfrm flipV="1">
              <a:off x="2153266" y="3496761"/>
              <a:ext cx="464084" cy="211684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连接符: 肘形 32">
              <a:extLst>
                <a:ext uri="{FF2B5EF4-FFF2-40B4-BE49-F238E27FC236}">
                  <a16:creationId xmlns:a16="http://schemas.microsoft.com/office/drawing/2014/main" id="{44BE37F3-2247-4D21-9B80-E9CF0AD96F50}"/>
                </a:ext>
              </a:extLst>
            </p:cNvPr>
            <p:cNvCxnSpPr>
              <a:cxnSpLocks/>
              <a:stCxn id="22" idx="3"/>
              <a:endCxn id="28" idx="1"/>
            </p:cNvCxnSpPr>
            <p:nvPr/>
          </p:nvCxnSpPr>
          <p:spPr>
            <a:xfrm flipV="1">
              <a:off x="3692014" y="3496761"/>
              <a:ext cx="464084" cy="211684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连接符: 肘形 35">
              <a:extLst>
                <a:ext uri="{FF2B5EF4-FFF2-40B4-BE49-F238E27FC236}">
                  <a16:creationId xmlns:a16="http://schemas.microsoft.com/office/drawing/2014/main" id="{643B70E1-7FEC-47B2-9530-C0C05E329471}"/>
                </a:ext>
              </a:extLst>
            </p:cNvPr>
            <p:cNvCxnSpPr>
              <a:cxnSpLocks/>
              <a:stCxn id="26" idx="3"/>
              <a:endCxn id="29" idx="1"/>
            </p:cNvCxnSpPr>
            <p:nvPr/>
          </p:nvCxnSpPr>
          <p:spPr>
            <a:xfrm flipV="1">
              <a:off x="5230762" y="3429000"/>
              <a:ext cx="458838" cy="279445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1298748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" name="组合 214">
            <a:extLst>
              <a:ext uri="{FF2B5EF4-FFF2-40B4-BE49-F238E27FC236}">
                <a16:creationId xmlns:a16="http://schemas.microsoft.com/office/drawing/2014/main" id="{E7E0F41D-2280-4298-8047-94877A561CCD}"/>
              </a:ext>
            </a:extLst>
          </p:cNvPr>
          <p:cNvGrpSpPr/>
          <p:nvPr/>
        </p:nvGrpSpPr>
        <p:grpSpPr>
          <a:xfrm>
            <a:off x="922305" y="1572768"/>
            <a:ext cx="10651713" cy="2377438"/>
            <a:chOff x="922305" y="1572768"/>
            <a:chExt cx="10651713" cy="2377438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414B4B6C-C015-4205-8BAE-0DE512710796}"/>
                </a:ext>
              </a:extLst>
            </p:cNvPr>
            <p:cNvGrpSpPr/>
            <p:nvPr/>
          </p:nvGrpSpPr>
          <p:grpSpPr>
            <a:xfrm>
              <a:off x="1048512" y="1572768"/>
              <a:ext cx="913638" cy="475488"/>
              <a:chOff x="1048512" y="1572768"/>
              <a:chExt cx="913638" cy="475488"/>
            </a:xfrm>
          </p:grpSpPr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0A4D571E-1538-4E4B-82AB-9FDC3FE9A841}"/>
                  </a:ext>
                </a:extLst>
              </p:cNvPr>
              <p:cNvSpPr/>
              <p:nvPr/>
            </p:nvSpPr>
            <p:spPr>
              <a:xfrm>
                <a:off x="1048512" y="1572768"/>
                <a:ext cx="475488" cy="475488"/>
              </a:xfrm>
              <a:prstGeom prst="rect">
                <a:avLst/>
              </a:prstGeom>
              <a:solidFill>
                <a:srgbClr val="FDEFE8"/>
              </a:solidFill>
              <a:ln w="254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" name="椭圆 2">
                <a:extLst>
                  <a:ext uri="{FF2B5EF4-FFF2-40B4-BE49-F238E27FC236}">
                    <a16:creationId xmlns:a16="http://schemas.microsoft.com/office/drawing/2014/main" id="{B3B4ECE1-5208-4224-9F25-D7CCAF2F7E3F}"/>
                  </a:ext>
                </a:extLst>
              </p:cNvPr>
              <p:cNvSpPr/>
              <p:nvPr/>
            </p:nvSpPr>
            <p:spPr>
              <a:xfrm>
                <a:off x="1222375" y="1743837"/>
                <a:ext cx="133350" cy="133350"/>
              </a:xfrm>
              <a:prstGeom prst="ellipse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4" name="直接箭头连接符 3">
                <a:extLst>
                  <a:ext uri="{FF2B5EF4-FFF2-40B4-BE49-F238E27FC236}">
                    <a16:creationId xmlns:a16="http://schemas.microsoft.com/office/drawing/2014/main" id="{4CF18E19-A962-4F99-99E2-3C8C72A3A087}"/>
                  </a:ext>
                </a:extLst>
              </p:cNvPr>
              <p:cNvCxnSpPr>
                <a:cxnSpLocks/>
                <a:stCxn id="3" idx="6"/>
              </p:cNvCxnSpPr>
              <p:nvPr/>
            </p:nvCxnSpPr>
            <p:spPr>
              <a:xfrm>
                <a:off x="1355725" y="1810512"/>
                <a:ext cx="606425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5AA06E65-1E9C-4FFE-8328-73B55FFBDBCA}"/>
                </a:ext>
              </a:extLst>
            </p:cNvPr>
            <p:cNvGrpSpPr/>
            <p:nvPr/>
          </p:nvGrpSpPr>
          <p:grpSpPr>
            <a:xfrm>
              <a:off x="1048512" y="2048256"/>
              <a:ext cx="913638" cy="475488"/>
              <a:chOff x="1048512" y="1572768"/>
              <a:chExt cx="913638" cy="475488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C68060F6-2F5A-4DFB-B01D-CDD1F893BDCC}"/>
                  </a:ext>
                </a:extLst>
              </p:cNvPr>
              <p:cNvSpPr/>
              <p:nvPr/>
            </p:nvSpPr>
            <p:spPr>
              <a:xfrm>
                <a:off x="1048512" y="1572768"/>
                <a:ext cx="475488" cy="475488"/>
              </a:xfrm>
              <a:prstGeom prst="rect">
                <a:avLst/>
              </a:prstGeom>
              <a:solidFill>
                <a:srgbClr val="FDEFE8"/>
              </a:solidFill>
              <a:ln w="254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椭圆 9">
                <a:extLst>
                  <a:ext uri="{FF2B5EF4-FFF2-40B4-BE49-F238E27FC236}">
                    <a16:creationId xmlns:a16="http://schemas.microsoft.com/office/drawing/2014/main" id="{E54F61FC-C845-4351-BF19-46B5B4DD5978}"/>
                  </a:ext>
                </a:extLst>
              </p:cNvPr>
              <p:cNvSpPr/>
              <p:nvPr/>
            </p:nvSpPr>
            <p:spPr>
              <a:xfrm>
                <a:off x="1222375" y="1743837"/>
                <a:ext cx="133350" cy="133350"/>
              </a:xfrm>
              <a:prstGeom prst="ellipse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1" name="直接箭头连接符 10">
                <a:extLst>
                  <a:ext uri="{FF2B5EF4-FFF2-40B4-BE49-F238E27FC236}">
                    <a16:creationId xmlns:a16="http://schemas.microsoft.com/office/drawing/2014/main" id="{7EFFF150-D301-4581-8EAA-AD0EDAE71688}"/>
                  </a:ext>
                </a:extLst>
              </p:cNvPr>
              <p:cNvCxnSpPr>
                <a:cxnSpLocks/>
                <a:stCxn id="10" idx="6"/>
              </p:cNvCxnSpPr>
              <p:nvPr/>
            </p:nvCxnSpPr>
            <p:spPr>
              <a:xfrm>
                <a:off x="1355725" y="1810512"/>
                <a:ext cx="606425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22E1C194-736C-41C7-8EA4-70E5C47671B6}"/>
                </a:ext>
              </a:extLst>
            </p:cNvPr>
            <p:cNvGrpSpPr/>
            <p:nvPr/>
          </p:nvGrpSpPr>
          <p:grpSpPr>
            <a:xfrm>
              <a:off x="1048512" y="2523743"/>
              <a:ext cx="913638" cy="475488"/>
              <a:chOff x="1048512" y="1572768"/>
              <a:chExt cx="913638" cy="475488"/>
            </a:xfrm>
          </p:grpSpPr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A3E1FAB7-72CA-4358-B7C6-F88DD8A26F77}"/>
                  </a:ext>
                </a:extLst>
              </p:cNvPr>
              <p:cNvSpPr/>
              <p:nvPr/>
            </p:nvSpPr>
            <p:spPr>
              <a:xfrm>
                <a:off x="1048512" y="1572768"/>
                <a:ext cx="475488" cy="475488"/>
              </a:xfrm>
              <a:prstGeom prst="rect">
                <a:avLst/>
              </a:prstGeom>
              <a:solidFill>
                <a:srgbClr val="FDEFE8"/>
              </a:solidFill>
              <a:ln w="254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椭圆 13">
                <a:extLst>
                  <a:ext uri="{FF2B5EF4-FFF2-40B4-BE49-F238E27FC236}">
                    <a16:creationId xmlns:a16="http://schemas.microsoft.com/office/drawing/2014/main" id="{87805B81-B502-471F-BA6B-ACA9EFF312C5}"/>
                  </a:ext>
                </a:extLst>
              </p:cNvPr>
              <p:cNvSpPr/>
              <p:nvPr/>
            </p:nvSpPr>
            <p:spPr>
              <a:xfrm>
                <a:off x="1222375" y="1743837"/>
                <a:ext cx="133350" cy="133350"/>
              </a:xfrm>
              <a:prstGeom prst="ellipse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5" name="直接箭头连接符 14">
                <a:extLst>
                  <a:ext uri="{FF2B5EF4-FFF2-40B4-BE49-F238E27FC236}">
                    <a16:creationId xmlns:a16="http://schemas.microsoft.com/office/drawing/2014/main" id="{2524C6B3-F9CA-4DB8-8040-22BAE24C1928}"/>
                  </a:ext>
                </a:extLst>
              </p:cNvPr>
              <p:cNvCxnSpPr>
                <a:cxnSpLocks/>
                <a:stCxn id="14" idx="6"/>
              </p:cNvCxnSpPr>
              <p:nvPr/>
            </p:nvCxnSpPr>
            <p:spPr>
              <a:xfrm>
                <a:off x="1355725" y="1810512"/>
                <a:ext cx="606425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76BE0150-1167-40B7-9F3D-98B8758F9802}"/>
                </a:ext>
              </a:extLst>
            </p:cNvPr>
            <p:cNvGrpSpPr/>
            <p:nvPr/>
          </p:nvGrpSpPr>
          <p:grpSpPr>
            <a:xfrm>
              <a:off x="1048512" y="2999231"/>
              <a:ext cx="913638" cy="475488"/>
              <a:chOff x="1048512" y="1572768"/>
              <a:chExt cx="913638" cy="475488"/>
            </a:xfrm>
          </p:grpSpPr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EC160676-B931-4F8B-A760-042BB26E92AC}"/>
                  </a:ext>
                </a:extLst>
              </p:cNvPr>
              <p:cNvSpPr/>
              <p:nvPr/>
            </p:nvSpPr>
            <p:spPr>
              <a:xfrm>
                <a:off x="1048512" y="1572768"/>
                <a:ext cx="475488" cy="475488"/>
              </a:xfrm>
              <a:prstGeom prst="rect">
                <a:avLst/>
              </a:prstGeom>
              <a:solidFill>
                <a:srgbClr val="FDEFE8"/>
              </a:solidFill>
              <a:ln w="254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20621EAF-879E-4011-B2F5-3C93B52F3C1F}"/>
                  </a:ext>
                </a:extLst>
              </p:cNvPr>
              <p:cNvSpPr/>
              <p:nvPr/>
            </p:nvSpPr>
            <p:spPr>
              <a:xfrm>
                <a:off x="1222375" y="1743837"/>
                <a:ext cx="133350" cy="133350"/>
              </a:xfrm>
              <a:prstGeom prst="ellipse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9" name="直接箭头连接符 18">
                <a:extLst>
                  <a:ext uri="{FF2B5EF4-FFF2-40B4-BE49-F238E27FC236}">
                    <a16:creationId xmlns:a16="http://schemas.microsoft.com/office/drawing/2014/main" id="{663C8926-5C26-4FAC-9B8D-A297CB3C3206}"/>
                  </a:ext>
                </a:extLst>
              </p:cNvPr>
              <p:cNvCxnSpPr>
                <a:cxnSpLocks/>
                <a:stCxn id="18" idx="6"/>
              </p:cNvCxnSpPr>
              <p:nvPr/>
            </p:nvCxnSpPr>
            <p:spPr>
              <a:xfrm>
                <a:off x="1355725" y="1810512"/>
                <a:ext cx="606425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F8D3BD93-1174-436F-8A47-98E7D4F0F845}"/>
                </a:ext>
              </a:extLst>
            </p:cNvPr>
            <p:cNvGrpSpPr/>
            <p:nvPr/>
          </p:nvGrpSpPr>
          <p:grpSpPr>
            <a:xfrm>
              <a:off x="1962150" y="1572768"/>
              <a:ext cx="9136380" cy="475488"/>
              <a:chOff x="1048512" y="1572768"/>
              <a:chExt cx="9136380" cy="475488"/>
            </a:xfrm>
          </p:grpSpPr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546673C2-A656-4B5E-AC37-95CEB653A6BB}"/>
                  </a:ext>
                </a:extLst>
              </p:cNvPr>
              <p:cNvSpPr/>
              <p:nvPr/>
            </p:nvSpPr>
            <p:spPr>
              <a:xfrm>
                <a:off x="1048512" y="1572768"/>
                <a:ext cx="475488" cy="475488"/>
              </a:xfrm>
              <a:prstGeom prst="rect">
                <a:avLst/>
              </a:prstGeom>
              <a:solidFill>
                <a:srgbClr val="FDEFE8"/>
              </a:solidFill>
              <a:ln w="254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3C54DEF0-57D6-44DE-B2AD-60FACB313760}"/>
                  </a:ext>
                </a:extLst>
              </p:cNvPr>
              <p:cNvSpPr/>
              <p:nvPr/>
            </p:nvSpPr>
            <p:spPr>
              <a:xfrm>
                <a:off x="1222375" y="1743837"/>
                <a:ext cx="133350" cy="133350"/>
              </a:xfrm>
              <a:prstGeom prst="ellipse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3" name="直接箭头连接符 22">
                <a:extLst>
                  <a:ext uri="{FF2B5EF4-FFF2-40B4-BE49-F238E27FC236}">
                    <a16:creationId xmlns:a16="http://schemas.microsoft.com/office/drawing/2014/main" id="{7C7CD13E-1C22-4C05-ABD1-0C0828AB90CB}"/>
                  </a:ext>
                </a:extLst>
              </p:cNvPr>
              <p:cNvCxnSpPr>
                <a:cxnSpLocks/>
                <a:stCxn id="22" idx="6"/>
                <a:endCxn id="181" idx="1"/>
              </p:cNvCxnSpPr>
              <p:nvPr/>
            </p:nvCxnSpPr>
            <p:spPr>
              <a:xfrm>
                <a:off x="1355725" y="1810512"/>
                <a:ext cx="8829167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DEE14199-684A-438B-966B-81A7B668BD7B}"/>
                </a:ext>
              </a:extLst>
            </p:cNvPr>
            <p:cNvGrpSpPr/>
            <p:nvPr/>
          </p:nvGrpSpPr>
          <p:grpSpPr>
            <a:xfrm>
              <a:off x="1962150" y="2048256"/>
              <a:ext cx="2740914" cy="475488"/>
              <a:chOff x="1048512" y="1572768"/>
              <a:chExt cx="2740914" cy="475488"/>
            </a:xfrm>
          </p:grpSpPr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6C24D11E-4F16-4E72-8B22-9127851F5127}"/>
                  </a:ext>
                </a:extLst>
              </p:cNvPr>
              <p:cNvSpPr/>
              <p:nvPr/>
            </p:nvSpPr>
            <p:spPr>
              <a:xfrm>
                <a:off x="1048512" y="1572768"/>
                <a:ext cx="475488" cy="475488"/>
              </a:xfrm>
              <a:prstGeom prst="rect">
                <a:avLst/>
              </a:prstGeom>
              <a:solidFill>
                <a:srgbClr val="FDEFE8"/>
              </a:solidFill>
              <a:ln w="254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469F3BF9-7B68-44E0-8408-22C571B89ADE}"/>
                  </a:ext>
                </a:extLst>
              </p:cNvPr>
              <p:cNvSpPr/>
              <p:nvPr/>
            </p:nvSpPr>
            <p:spPr>
              <a:xfrm>
                <a:off x="1222375" y="1743837"/>
                <a:ext cx="133350" cy="133350"/>
              </a:xfrm>
              <a:prstGeom prst="ellipse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7" name="直接箭头连接符 26">
                <a:extLst>
                  <a:ext uri="{FF2B5EF4-FFF2-40B4-BE49-F238E27FC236}">
                    <a16:creationId xmlns:a16="http://schemas.microsoft.com/office/drawing/2014/main" id="{875320F4-7D0C-4719-9EDB-61D76111BC3F}"/>
                  </a:ext>
                </a:extLst>
              </p:cNvPr>
              <p:cNvCxnSpPr>
                <a:cxnSpLocks/>
                <a:stCxn id="26" idx="6"/>
                <a:endCxn id="73" idx="1"/>
              </p:cNvCxnSpPr>
              <p:nvPr/>
            </p:nvCxnSpPr>
            <p:spPr>
              <a:xfrm>
                <a:off x="1355725" y="1810512"/>
                <a:ext cx="2433701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745EEC3D-527D-4242-8644-BE4DB9A35E86}"/>
                </a:ext>
              </a:extLst>
            </p:cNvPr>
            <p:cNvGrpSpPr/>
            <p:nvPr/>
          </p:nvGrpSpPr>
          <p:grpSpPr>
            <a:xfrm>
              <a:off x="1962150" y="2523743"/>
              <a:ext cx="1827276" cy="475488"/>
              <a:chOff x="1048512" y="1572768"/>
              <a:chExt cx="1827276" cy="475488"/>
            </a:xfrm>
          </p:grpSpPr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634E3D8E-8964-4A2E-9541-A1B47AF6ACC5}"/>
                  </a:ext>
                </a:extLst>
              </p:cNvPr>
              <p:cNvSpPr/>
              <p:nvPr/>
            </p:nvSpPr>
            <p:spPr>
              <a:xfrm>
                <a:off x="1048512" y="1572768"/>
                <a:ext cx="475488" cy="475488"/>
              </a:xfrm>
              <a:prstGeom prst="rect">
                <a:avLst/>
              </a:prstGeom>
              <a:solidFill>
                <a:srgbClr val="FDEFE8"/>
              </a:solidFill>
              <a:ln w="254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椭圆 29">
                <a:extLst>
                  <a:ext uri="{FF2B5EF4-FFF2-40B4-BE49-F238E27FC236}">
                    <a16:creationId xmlns:a16="http://schemas.microsoft.com/office/drawing/2014/main" id="{AA9CA15F-F790-4F63-BFA0-21451559295C}"/>
                  </a:ext>
                </a:extLst>
              </p:cNvPr>
              <p:cNvSpPr/>
              <p:nvPr/>
            </p:nvSpPr>
            <p:spPr>
              <a:xfrm>
                <a:off x="1222375" y="1743837"/>
                <a:ext cx="133350" cy="133350"/>
              </a:xfrm>
              <a:prstGeom prst="ellipse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1" name="直接箭头连接符 30">
                <a:extLst>
                  <a:ext uri="{FF2B5EF4-FFF2-40B4-BE49-F238E27FC236}">
                    <a16:creationId xmlns:a16="http://schemas.microsoft.com/office/drawing/2014/main" id="{7C9A403A-49AB-43B2-ACCF-DAD51DD440D6}"/>
                  </a:ext>
                </a:extLst>
              </p:cNvPr>
              <p:cNvCxnSpPr>
                <a:cxnSpLocks/>
                <a:stCxn id="30" idx="6"/>
                <a:endCxn id="61" idx="1"/>
              </p:cNvCxnSpPr>
              <p:nvPr/>
            </p:nvCxnSpPr>
            <p:spPr>
              <a:xfrm>
                <a:off x="1355725" y="1810512"/>
                <a:ext cx="1520063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DDA318BC-60B2-46EC-84E2-7BAE28F68CF2}"/>
                </a:ext>
              </a:extLst>
            </p:cNvPr>
            <p:cNvGrpSpPr/>
            <p:nvPr/>
          </p:nvGrpSpPr>
          <p:grpSpPr>
            <a:xfrm>
              <a:off x="1962150" y="2999231"/>
              <a:ext cx="913638" cy="475488"/>
              <a:chOff x="1048512" y="1572768"/>
              <a:chExt cx="913638" cy="475488"/>
            </a:xfrm>
          </p:grpSpPr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7CD56B3E-AD19-4FD0-942C-99408BCF1998}"/>
                  </a:ext>
                </a:extLst>
              </p:cNvPr>
              <p:cNvSpPr/>
              <p:nvPr/>
            </p:nvSpPr>
            <p:spPr>
              <a:xfrm>
                <a:off x="1048512" y="1572768"/>
                <a:ext cx="475488" cy="475488"/>
              </a:xfrm>
              <a:prstGeom prst="rect">
                <a:avLst/>
              </a:prstGeom>
              <a:solidFill>
                <a:srgbClr val="FDEFE8"/>
              </a:solidFill>
              <a:ln w="254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4A93EF0E-CA13-421D-ACD8-F04C900C0833}"/>
                  </a:ext>
                </a:extLst>
              </p:cNvPr>
              <p:cNvSpPr/>
              <p:nvPr/>
            </p:nvSpPr>
            <p:spPr>
              <a:xfrm>
                <a:off x="1222375" y="1743837"/>
                <a:ext cx="133350" cy="133350"/>
              </a:xfrm>
              <a:prstGeom prst="ellipse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5" name="直接箭头连接符 34">
                <a:extLst>
                  <a:ext uri="{FF2B5EF4-FFF2-40B4-BE49-F238E27FC236}">
                    <a16:creationId xmlns:a16="http://schemas.microsoft.com/office/drawing/2014/main" id="{B7F53B3C-2357-4EBB-82BE-5671D4C71363}"/>
                  </a:ext>
                </a:extLst>
              </p:cNvPr>
              <p:cNvCxnSpPr>
                <a:cxnSpLocks/>
                <a:stCxn id="34" idx="6"/>
              </p:cNvCxnSpPr>
              <p:nvPr/>
            </p:nvCxnSpPr>
            <p:spPr>
              <a:xfrm>
                <a:off x="1355725" y="1810512"/>
                <a:ext cx="606425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4E9CCE28-8A17-43AD-8DD8-4DA1FC1494CA}"/>
                </a:ext>
              </a:extLst>
            </p:cNvPr>
            <p:cNvGrpSpPr/>
            <p:nvPr/>
          </p:nvGrpSpPr>
          <p:grpSpPr>
            <a:xfrm>
              <a:off x="2875788" y="2999231"/>
              <a:ext cx="913638" cy="475488"/>
              <a:chOff x="1048512" y="1572768"/>
              <a:chExt cx="913638" cy="475488"/>
            </a:xfrm>
          </p:grpSpPr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82C395AA-C3C8-48FF-81D1-75253C759B51}"/>
                  </a:ext>
                </a:extLst>
              </p:cNvPr>
              <p:cNvSpPr/>
              <p:nvPr/>
            </p:nvSpPr>
            <p:spPr>
              <a:xfrm>
                <a:off x="1048512" y="1572768"/>
                <a:ext cx="475488" cy="475488"/>
              </a:xfrm>
              <a:prstGeom prst="rect">
                <a:avLst/>
              </a:prstGeom>
              <a:solidFill>
                <a:srgbClr val="FDEFE8"/>
              </a:solidFill>
              <a:ln w="254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椭圆 49">
                <a:extLst>
                  <a:ext uri="{FF2B5EF4-FFF2-40B4-BE49-F238E27FC236}">
                    <a16:creationId xmlns:a16="http://schemas.microsoft.com/office/drawing/2014/main" id="{68AA03F9-77A5-41B6-B03B-587613129D19}"/>
                  </a:ext>
                </a:extLst>
              </p:cNvPr>
              <p:cNvSpPr/>
              <p:nvPr/>
            </p:nvSpPr>
            <p:spPr>
              <a:xfrm>
                <a:off x="1222375" y="1743837"/>
                <a:ext cx="133350" cy="133350"/>
              </a:xfrm>
              <a:prstGeom prst="ellipse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1" name="直接箭头连接符 50">
                <a:extLst>
                  <a:ext uri="{FF2B5EF4-FFF2-40B4-BE49-F238E27FC236}">
                    <a16:creationId xmlns:a16="http://schemas.microsoft.com/office/drawing/2014/main" id="{0A2F9E39-AD90-4F19-9C9E-B73AB772BC9E}"/>
                  </a:ext>
                </a:extLst>
              </p:cNvPr>
              <p:cNvCxnSpPr>
                <a:cxnSpLocks/>
                <a:stCxn id="50" idx="6"/>
              </p:cNvCxnSpPr>
              <p:nvPr/>
            </p:nvCxnSpPr>
            <p:spPr>
              <a:xfrm>
                <a:off x="1355725" y="1810512"/>
                <a:ext cx="606425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07F5E781-E507-426D-832F-3210E3377650}"/>
                </a:ext>
              </a:extLst>
            </p:cNvPr>
            <p:cNvGrpSpPr/>
            <p:nvPr/>
          </p:nvGrpSpPr>
          <p:grpSpPr>
            <a:xfrm>
              <a:off x="3789426" y="2523743"/>
              <a:ext cx="913638" cy="475488"/>
              <a:chOff x="1048512" y="1572768"/>
              <a:chExt cx="913638" cy="475488"/>
            </a:xfrm>
          </p:grpSpPr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1BB51F08-DD87-4B31-9C35-B2AED5CABD52}"/>
                  </a:ext>
                </a:extLst>
              </p:cNvPr>
              <p:cNvSpPr/>
              <p:nvPr/>
            </p:nvSpPr>
            <p:spPr>
              <a:xfrm>
                <a:off x="1048512" y="1572768"/>
                <a:ext cx="475488" cy="475488"/>
              </a:xfrm>
              <a:prstGeom prst="rect">
                <a:avLst/>
              </a:prstGeom>
              <a:solidFill>
                <a:srgbClr val="FDEFE8"/>
              </a:solidFill>
              <a:ln w="254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7459E9BA-BA9C-430F-9AFA-E91400F562DC}"/>
                  </a:ext>
                </a:extLst>
              </p:cNvPr>
              <p:cNvSpPr/>
              <p:nvPr/>
            </p:nvSpPr>
            <p:spPr>
              <a:xfrm>
                <a:off x="1222375" y="1743837"/>
                <a:ext cx="133350" cy="133350"/>
              </a:xfrm>
              <a:prstGeom prst="ellipse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3" name="直接箭头连接符 62">
                <a:extLst>
                  <a:ext uri="{FF2B5EF4-FFF2-40B4-BE49-F238E27FC236}">
                    <a16:creationId xmlns:a16="http://schemas.microsoft.com/office/drawing/2014/main" id="{31672789-3DE3-4A9A-A3F5-088C65676E9D}"/>
                  </a:ext>
                </a:extLst>
              </p:cNvPr>
              <p:cNvCxnSpPr>
                <a:cxnSpLocks/>
                <a:stCxn id="62" idx="6"/>
              </p:cNvCxnSpPr>
              <p:nvPr/>
            </p:nvCxnSpPr>
            <p:spPr>
              <a:xfrm>
                <a:off x="1355725" y="1810512"/>
                <a:ext cx="606425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36E72AC6-B6EA-4189-9903-8B7199A73261}"/>
                </a:ext>
              </a:extLst>
            </p:cNvPr>
            <p:cNvGrpSpPr/>
            <p:nvPr/>
          </p:nvGrpSpPr>
          <p:grpSpPr>
            <a:xfrm>
              <a:off x="3789426" y="2999231"/>
              <a:ext cx="913638" cy="475488"/>
              <a:chOff x="1048512" y="1572768"/>
              <a:chExt cx="913638" cy="475488"/>
            </a:xfrm>
          </p:grpSpPr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2C425C5E-03F6-43AA-957F-204F10D345C2}"/>
                  </a:ext>
                </a:extLst>
              </p:cNvPr>
              <p:cNvSpPr/>
              <p:nvPr/>
            </p:nvSpPr>
            <p:spPr>
              <a:xfrm>
                <a:off x="1048512" y="1572768"/>
                <a:ext cx="475488" cy="475488"/>
              </a:xfrm>
              <a:prstGeom prst="rect">
                <a:avLst/>
              </a:prstGeom>
              <a:solidFill>
                <a:srgbClr val="FDEFE8"/>
              </a:solidFill>
              <a:ln w="254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椭圆 65">
                <a:extLst>
                  <a:ext uri="{FF2B5EF4-FFF2-40B4-BE49-F238E27FC236}">
                    <a16:creationId xmlns:a16="http://schemas.microsoft.com/office/drawing/2014/main" id="{AE00A8FA-D0F4-4BCF-B9A3-805908DA55D5}"/>
                  </a:ext>
                </a:extLst>
              </p:cNvPr>
              <p:cNvSpPr/>
              <p:nvPr/>
            </p:nvSpPr>
            <p:spPr>
              <a:xfrm>
                <a:off x="1222375" y="1743837"/>
                <a:ext cx="133350" cy="133350"/>
              </a:xfrm>
              <a:prstGeom prst="ellipse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7" name="直接箭头连接符 66">
                <a:extLst>
                  <a:ext uri="{FF2B5EF4-FFF2-40B4-BE49-F238E27FC236}">
                    <a16:creationId xmlns:a16="http://schemas.microsoft.com/office/drawing/2014/main" id="{19A73A65-1393-4E0D-9068-A682C79DBD31}"/>
                  </a:ext>
                </a:extLst>
              </p:cNvPr>
              <p:cNvCxnSpPr>
                <a:cxnSpLocks/>
                <a:stCxn id="66" idx="6"/>
              </p:cNvCxnSpPr>
              <p:nvPr/>
            </p:nvCxnSpPr>
            <p:spPr>
              <a:xfrm>
                <a:off x="1355725" y="1810512"/>
                <a:ext cx="606425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9412FB59-2F61-47AC-A27F-1A17EBEEBD88}"/>
                </a:ext>
              </a:extLst>
            </p:cNvPr>
            <p:cNvGrpSpPr/>
            <p:nvPr/>
          </p:nvGrpSpPr>
          <p:grpSpPr>
            <a:xfrm>
              <a:off x="4703064" y="2048256"/>
              <a:ext cx="1827276" cy="475488"/>
              <a:chOff x="1048512" y="1572768"/>
              <a:chExt cx="1827276" cy="475488"/>
            </a:xfrm>
          </p:grpSpPr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DFBAB5C3-59B3-4CA6-8E15-13C47CBB4CC6}"/>
                  </a:ext>
                </a:extLst>
              </p:cNvPr>
              <p:cNvSpPr/>
              <p:nvPr/>
            </p:nvSpPr>
            <p:spPr>
              <a:xfrm>
                <a:off x="1048512" y="1572768"/>
                <a:ext cx="475488" cy="475488"/>
              </a:xfrm>
              <a:prstGeom prst="rect">
                <a:avLst/>
              </a:prstGeom>
              <a:solidFill>
                <a:srgbClr val="FDEFE8"/>
              </a:solidFill>
              <a:ln w="254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" name="椭圆 73">
                <a:extLst>
                  <a:ext uri="{FF2B5EF4-FFF2-40B4-BE49-F238E27FC236}">
                    <a16:creationId xmlns:a16="http://schemas.microsoft.com/office/drawing/2014/main" id="{09A9C7E8-EA7B-4D69-B6E8-2CB9BB9933F7}"/>
                  </a:ext>
                </a:extLst>
              </p:cNvPr>
              <p:cNvSpPr/>
              <p:nvPr/>
            </p:nvSpPr>
            <p:spPr>
              <a:xfrm>
                <a:off x="1222375" y="1743837"/>
                <a:ext cx="133350" cy="133350"/>
              </a:xfrm>
              <a:prstGeom prst="ellipse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75" name="直接箭头连接符 74">
                <a:extLst>
                  <a:ext uri="{FF2B5EF4-FFF2-40B4-BE49-F238E27FC236}">
                    <a16:creationId xmlns:a16="http://schemas.microsoft.com/office/drawing/2014/main" id="{42DED33A-8D93-4421-A974-BED4356C9250}"/>
                  </a:ext>
                </a:extLst>
              </p:cNvPr>
              <p:cNvCxnSpPr>
                <a:cxnSpLocks/>
                <a:stCxn id="74" idx="6"/>
                <a:endCxn id="105" idx="1"/>
              </p:cNvCxnSpPr>
              <p:nvPr/>
            </p:nvCxnSpPr>
            <p:spPr>
              <a:xfrm>
                <a:off x="1355725" y="1810512"/>
                <a:ext cx="1520063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8C0A3470-B44B-444C-BCC7-2595D4FABDE9}"/>
                </a:ext>
              </a:extLst>
            </p:cNvPr>
            <p:cNvGrpSpPr/>
            <p:nvPr/>
          </p:nvGrpSpPr>
          <p:grpSpPr>
            <a:xfrm>
              <a:off x="4703064" y="2523743"/>
              <a:ext cx="1827276" cy="475488"/>
              <a:chOff x="1048512" y="1572768"/>
              <a:chExt cx="1827276" cy="475488"/>
            </a:xfrm>
          </p:grpSpPr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890664ED-A27A-4875-8272-47CF430F548F}"/>
                  </a:ext>
                </a:extLst>
              </p:cNvPr>
              <p:cNvSpPr/>
              <p:nvPr/>
            </p:nvSpPr>
            <p:spPr>
              <a:xfrm>
                <a:off x="1048512" y="1572768"/>
                <a:ext cx="475488" cy="475488"/>
              </a:xfrm>
              <a:prstGeom prst="rect">
                <a:avLst/>
              </a:prstGeom>
              <a:solidFill>
                <a:srgbClr val="FDEFE8"/>
              </a:solidFill>
              <a:ln w="254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" name="椭圆 77">
                <a:extLst>
                  <a:ext uri="{FF2B5EF4-FFF2-40B4-BE49-F238E27FC236}">
                    <a16:creationId xmlns:a16="http://schemas.microsoft.com/office/drawing/2014/main" id="{ED10AA84-673D-48DB-B0DA-97E1B9374188}"/>
                  </a:ext>
                </a:extLst>
              </p:cNvPr>
              <p:cNvSpPr/>
              <p:nvPr/>
            </p:nvSpPr>
            <p:spPr>
              <a:xfrm>
                <a:off x="1222375" y="1743837"/>
                <a:ext cx="133350" cy="133350"/>
              </a:xfrm>
              <a:prstGeom prst="ellipse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79" name="直接箭头连接符 78">
                <a:extLst>
                  <a:ext uri="{FF2B5EF4-FFF2-40B4-BE49-F238E27FC236}">
                    <a16:creationId xmlns:a16="http://schemas.microsoft.com/office/drawing/2014/main" id="{EC5E3637-5B9A-4DEA-BF9B-8525D219EAE5}"/>
                  </a:ext>
                </a:extLst>
              </p:cNvPr>
              <p:cNvCxnSpPr>
                <a:cxnSpLocks/>
                <a:stCxn id="78" idx="6"/>
                <a:endCxn id="109" idx="1"/>
              </p:cNvCxnSpPr>
              <p:nvPr/>
            </p:nvCxnSpPr>
            <p:spPr>
              <a:xfrm>
                <a:off x="1355725" y="1810512"/>
                <a:ext cx="1520063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" name="组合 79">
              <a:extLst>
                <a:ext uri="{FF2B5EF4-FFF2-40B4-BE49-F238E27FC236}">
                  <a16:creationId xmlns:a16="http://schemas.microsoft.com/office/drawing/2014/main" id="{A77D3084-AC3A-4524-AB72-38450C666E6A}"/>
                </a:ext>
              </a:extLst>
            </p:cNvPr>
            <p:cNvGrpSpPr/>
            <p:nvPr/>
          </p:nvGrpSpPr>
          <p:grpSpPr>
            <a:xfrm>
              <a:off x="4703064" y="2999231"/>
              <a:ext cx="913638" cy="475488"/>
              <a:chOff x="1048512" y="1572768"/>
              <a:chExt cx="913638" cy="475488"/>
            </a:xfrm>
          </p:grpSpPr>
          <p:sp>
            <p:nvSpPr>
              <p:cNvPr id="81" name="矩形 80">
                <a:extLst>
                  <a:ext uri="{FF2B5EF4-FFF2-40B4-BE49-F238E27FC236}">
                    <a16:creationId xmlns:a16="http://schemas.microsoft.com/office/drawing/2014/main" id="{E9691B6D-779A-4C4B-8AE2-A6E568364E1E}"/>
                  </a:ext>
                </a:extLst>
              </p:cNvPr>
              <p:cNvSpPr/>
              <p:nvPr/>
            </p:nvSpPr>
            <p:spPr>
              <a:xfrm>
                <a:off x="1048512" y="1572768"/>
                <a:ext cx="475488" cy="475488"/>
              </a:xfrm>
              <a:prstGeom prst="rect">
                <a:avLst/>
              </a:prstGeom>
              <a:solidFill>
                <a:srgbClr val="FDEFE8"/>
              </a:solidFill>
              <a:ln w="254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" name="椭圆 81">
                <a:extLst>
                  <a:ext uri="{FF2B5EF4-FFF2-40B4-BE49-F238E27FC236}">
                    <a16:creationId xmlns:a16="http://schemas.microsoft.com/office/drawing/2014/main" id="{223C9C0F-609C-4940-90CD-81E6E6ED2FC6}"/>
                  </a:ext>
                </a:extLst>
              </p:cNvPr>
              <p:cNvSpPr/>
              <p:nvPr/>
            </p:nvSpPr>
            <p:spPr>
              <a:xfrm>
                <a:off x="1222375" y="1743837"/>
                <a:ext cx="133350" cy="133350"/>
              </a:xfrm>
              <a:prstGeom prst="ellipse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83" name="直接箭头连接符 82">
                <a:extLst>
                  <a:ext uri="{FF2B5EF4-FFF2-40B4-BE49-F238E27FC236}">
                    <a16:creationId xmlns:a16="http://schemas.microsoft.com/office/drawing/2014/main" id="{D4B335CF-A6AF-4E5B-949C-AAFEF6CBB791}"/>
                  </a:ext>
                </a:extLst>
              </p:cNvPr>
              <p:cNvCxnSpPr>
                <a:cxnSpLocks/>
                <a:stCxn id="82" idx="6"/>
              </p:cNvCxnSpPr>
              <p:nvPr/>
            </p:nvCxnSpPr>
            <p:spPr>
              <a:xfrm>
                <a:off x="1355725" y="1810512"/>
                <a:ext cx="606425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6" name="组合 95">
              <a:extLst>
                <a:ext uri="{FF2B5EF4-FFF2-40B4-BE49-F238E27FC236}">
                  <a16:creationId xmlns:a16="http://schemas.microsoft.com/office/drawing/2014/main" id="{CAB969B0-5308-4B09-A65C-4CF5C985CC6D}"/>
                </a:ext>
              </a:extLst>
            </p:cNvPr>
            <p:cNvGrpSpPr/>
            <p:nvPr/>
          </p:nvGrpSpPr>
          <p:grpSpPr>
            <a:xfrm>
              <a:off x="5616702" y="2999231"/>
              <a:ext cx="913638" cy="475488"/>
              <a:chOff x="1048512" y="1572768"/>
              <a:chExt cx="913638" cy="475488"/>
            </a:xfrm>
          </p:grpSpPr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DF072260-F5EB-4F3E-A6D3-7DD5802099B3}"/>
                  </a:ext>
                </a:extLst>
              </p:cNvPr>
              <p:cNvSpPr/>
              <p:nvPr/>
            </p:nvSpPr>
            <p:spPr>
              <a:xfrm>
                <a:off x="1048512" y="1572768"/>
                <a:ext cx="475488" cy="475488"/>
              </a:xfrm>
              <a:prstGeom prst="rect">
                <a:avLst/>
              </a:prstGeom>
              <a:solidFill>
                <a:srgbClr val="FDEFE8"/>
              </a:solidFill>
              <a:ln w="254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8" name="椭圆 97">
                <a:extLst>
                  <a:ext uri="{FF2B5EF4-FFF2-40B4-BE49-F238E27FC236}">
                    <a16:creationId xmlns:a16="http://schemas.microsoft.com/office/drawing/2014/main" id="{86E27A1D-56AF-412E-A569-2C76371308AA}"/>
                  </a:ext>
                </a:extLst>
              </p:cNvPr>
              <p:cNvSpPr/>
              <p:nvPr/>
            </p:nvSpPr>
            <p:spPr>
              <a:xfrm>
                <a:off x="1222375" y="1743837"/>
                <a:ext cx="133350" cy="133350"/>
              </a:xfrm>
              <a:prstGeom prst="ellipse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99" name="直接箭头连接符 98">
                <a:extLst>
                  <a:ext uri="{FF2B5EF4-FFF2-40B4-BE49-F238E27FC236}">
                    <a16:creationId xmlns:a16="http://schemas.microsoft.com/office/drawing/2014/main" id="{E79C29AF-C28E-4EF2-BF47-5FA21C2CE8B0}"/>
                  </a:ext>
                </a:extLst>
              </p:cNvPr>
              <p:cNvCxnSpPr>
                <a:cxnSpLocks/>
                <a:stCxn id="98" idx="6"/>
              </p:cNvCxnSpPr>
              <p:nvPr/>
            </p:nvCxnSpPr>
            <p:spPr>
              <a:xfrm>
                <a:off x="1355725" y="1810512"/>
                <a:ext cx="606425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4" name="组合 103">
              <a:extLst>
                <a:ext uri="{FF2B5EF4-FFF2-40B4-BE49-F238E27FC236}">
                  <a16:creationId xmlns:a16="http://schemas.microsoft.com/office/drawing/2014/main" id="{C25EF8AB-1696-4389-8D0D-0A9A4F127431}"/>
                </a:ext>
              </a:extLst>
            </p:cNvPr>
            <p:cNvGrpSpPr/>
            <p:nvPr/>
          </p:nvGrpSpPr>
          <p:grpSpPr>
            <a:xfrm>
              <a:off x="6530340" y="2048256"/>
              <a:ext cx="4568190" cy="475488"/>
              <a:chOff x="1048512" y="1572768"/>
              <a:chExt cx="4568190" cy="475488"/>
            </a:xfrm>
          </p:grpSpPr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6E908164-A142-44C9-A57A-E686AFC46AA5}"/>
                  </a:ext>
                </a:extLst>
              </p:cNvPr>
              <p:cNvSpPr/>
              <p:nvPr/>
            </p:nvSpPr>
            <p:spPr>
              <a:xfrm>
                <a:off x="1048512" y="1572768"/>
                <a:ext cx="475488" cy="475488"/>
              </a:xfrm>
              <a:prstGeom prst="rect">
                <a:avLst/>
              </a:prstGeom>
              <a:solidFill>
                <a:srgbClr val="FDEFE8"/>
              </a:solidFill>
              <a:ln w="254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6" name="椭圆 105">
                <a:extLst>
                  <a:ext uri="{FF2B5EF4-FFF2-40B4-BE49-F238E27FC236}">
                    <a16:creationId xmlns:a16="http://schemas.microsoft.com/office/drawing/2014/main" id="{09242249-C30B-453D-A27D-165EEBCB9687}"/>
                  </a:ext>
                </a:extLst>
              </p:cNvPr>
              <p:cNvSpPr/>
              <p:nvPr/>
            </p:nvSpPr>
            <p:spPr>
              <a:xfrm>
                <a:off x="1222375" y="1743837"/>
                <a:ext cx="133350" cy="133350"/>
              </a:xfrm>
              <a:prstGeom prst="ellipse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07" name="直接箭头连接符 106">
                <a:extLst>
                  <a:ext uri="{FF2B5EF4-FFF2-40B4-BE49-F238E27FC236}">
                    <a16:creationId xmlns:a16="http://schemas.microsoft.com/office/drawing/2014/main" id="{D8BA2F09-53C6-4A87-807F-70BE455E4A2D}"/>
                  </a:ext>
                </a:extLst>
              </p:cNvPr>
              <p:cNvCxnSpPr>
                <a:cxnSpLocks/>
                <a:stCxn id="106" idx="6"/>
                <a:endCxn id="185" idx="1"/>
              </p:cNvCxnSpPr>
              <p:nvPr/>
            </p:nvCxnSpPr>
            <p:spPr>
              <a:xfrm>
                <a:off x="1355725" y="1810512"/>
                <a:ext cx="4260977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8" name="组合 107">
              <a:extLst>
                <a:ext uri="{FF2B5EF4-FFF2-40B4-BE49-F238E27FC236}">
                  <a16:creationId xmlns:a16="http://schemas.microsoft.com/office/drawing/2014/main" id="{4687606B-AADD-4157-B8E1-57CB2C82B575}"/>
                </a:ext>
              </a:extLst>
            </p:cNvPr>
            <p:cNvGrpSpPr/>
            <p:nvPr/>
          </p:nvGrpSpPr>
          <p:grpSpPr>
            <a:xfrm>
              <a:off x="6530340" y="2523743"/>
              <a:ext cx="2740914" cy="475488"/>
              <a:chOff x="1048512" y="1572768"/>
              <a:chExt cx="2740914" cy="475488"/>
            </a:xfrm>
          </p:grpSpPr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A0E6A760-94EF-4E8B-94BF-A13F4F4858B7}"/>
                  </a:ext>
                </a:extLst>
              </p:cNvPr>
              <p:cNvSpPr/>
              <p:nvPr/>
            </p:nvSpPr>
            <p:spPr>
              <a:xfrm>
                <a:off x="1048512" y="1572768"/>
                <a:ext cx="475488" cy="475488"/>
              </a:xfrm>
              <a:prstGeom prst="rect">
                <a:avLst/>
              </a:prstGeom>
              <a:solidFill>
                <a:srgbClr val="FDEFE8"/>
              </a:solidFill>
              <a:ln w="254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" name="椭圆 109">
                <a:extLst>
                  <a:ext uri="{FF2B5EF4-FFF2-40B4-BE49-F238E27FC236}">
                    <a16:creationId xmlns:a16="http://schemas.microsoft.com/office/drawing/2014/main" id="{271F16AC-55CA-4236-92FE-0EBB5B1EAF98}"/>
                  </a:ext>
                </a:extLst>
              </p:cNvPr>
              <p:cNvSpPr/>
              <p:nvPr/>
            </p:nvSpPr>
            <p:spPr>
              <a:xfrm>
                <a:off x="1222375" y="1743837"/>
                <a:ext cx="133350" cy="133350"/>
              </a:xfrm>
              <a:prstGeom prst="ellipse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11" name="直接箭头连接符 110">
                <a:extLst>
                  <a:ext uri="{FF2B5EF4-FFF2-40B4-BE49-F238E27FC236}">
                    <a16:creationId xmlns:a16="http://schemas.microsoft.com/office/drawing/2014/main" id="{CBE94234-61DB-4C52-BA14-E89DA27DA280}"/>
                  </a:ext>
                </a:extLst>
              </p:cNvPr>
              <p:cNvCxnSpPr>
                <a:cxnSpLocks/>
                <a:stCxn id="110" idx="6"/>
                <a:endCxn id="157" idx="1"/>
              </p:cNvCxnSpPr>
              <p:nvPr/>
            </p:nvCxnSpPr>
            <p:spPr>
              <a:xfrm>
                <a:off x="1355725" y="1810512"/>
                <a:ext cx="2433701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2" name="组合 111">
              <a:extLst>
                <a:ext uri="{FF2B5EF4-FFF2-40B4-BE49-F238E27FC236}">
                  <a16:creationId xmlns:a16="http://schemas.microsoft.com/office/drawing/2014/main" id="{14A37ABF-43D1-4669-B59B-FF77E8406F3D}"/>
                </a:ext>
              </a:extLst>
            </p:cNvPr>
            <p:cNvGrpSpPr/>
            <p:nvPr/>
          </p:nvGrpSpPr>
          <p:grpSpPr>
            <a:xfrm>
              <a:off x="6530340" y="2999231"/>
              <a:ext cx="913638" cy="475488"/>
              <a:chOff x="1048512" y="1572768"/>
              <a:chExt cx="913638" cy="475488"/>
            </a:xfrm>
          </p:grpSpPr>
          <p:sp>
            <p:nvSpPr>
              <p:cNvPr id="113" name="矩形 112">
                <a:extLst>
                  <a:ext uri="{FF2B5EF4-FFF2-40B4-BE49-F238E27FC236}">
                    <a16:creationId xmlns:a16="http://schemas.microsoft.com/office/drawing/2014/main" id="{1CD34E77-10F6-4A15-82C2-43AE1690F9A7}"/>
                  </a:ext>
                </a:extLst>
              </p:cNvPr>
              <p:cNvSpPr/>
              <p:nvPr/>
            </p:nvSpPr>
            <p:spPr>
              <a:xfrm>
                <a:off x="1048512" y="1572768"/>
                <a:ext cx="475488" cy="475488"/>
              </a:xfrm>
              <a:prstGeom prst="rect">
                <a:avLst/>
              </a:prstGeom>
              <a:solidFill>
                <a:srgbClr val="FDEFE8"/>
              </a:solidFill>
              <a:ln w="254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4" name="椭圆 113">
                <a:extLst>
                  <a:ext uri="{FF2B5EF4-FFF2-40B4-BE49-F238E27FC236}">
                    <a16:creationId xmlns:a16="http://schemas.microsoft.com/office/drawing/2014/main" id="{F2EC9061-4A5F-4155-B6AB-A068075809E1}"/>
                  </a:ext>
                </a:extLst>
              </p:cNvPr>
              <p:cNvSpPr/>
              <p:nvPr/>
            </p:nvSpPr>
            <p:spPr>
              <a:xfrm>
                <a:off x="1222375" y="1743837"/>
                <a:ext cx="133350" cy="133350"/>
              </a:xfrm>
              <a:prstGeom prst="ellipse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15" name="直接箭头连接符 114">
                <a:extLst>
                  <a:ext uri="{FF2B5EF4-FFF2-40B4-BE49-F238E27FC236}">
                    <a16:creationId xmlns:a16="http://schemas.microsoft.com/office/drawing/2014/main" id="{6F71BEE2-1548-4FB3-8A07-7360DD01354C}"/>
                  </a:ext>
                </a:extLst>
              </p:cNvPr>
              <p:cNvCxnSpPr>
                <a:cxnSpLocks/>
                <a:stCxn id="114" idx="6"/>
              </p:cNvCxnSpPr>
              <p:nvPr/>
            </p:nvCxnSpPr>
            <p:spPr>
              <a:xfrm>
                <a:off x="1355725" y="1810512"/>
                <a:ext cx="606425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8" name="组合 127">
              <a:extLst>
                <a:ext uri="{FF2B5EF4-FFF2-40B4-BE49-F238E27FC236}">
                  <a16:creationId xmlns:a16="http://schemas.microsoft.com/office/drawing/2014/main" id="{BABF7E95-7183-4E92-A5DF-B7375116AB00}"/>
                </a:ext>
              </a:extLst>
            </p:cNvPr>
            <p:cNvGrpSpPr/>
            <p:nvPr/>
          </p:nvGrpSpPr>
          <p:grpSpPr>
            <a:xfrm>
              <a:off x="7443978" y="2999231"/>
              <a:ext cx="913638" cy="475488"/>
              <a:chOff x="1048512" y="1572768"/>
              <a:chExt cx="913638" cy="475488"/>
            </a:xfrm>
          </p:grpSpPr>
          <p:sp>
            <p:nvSpPr>
              <p:cNvPr id="129" name="矩形 128">
                <a:extLst>
                  <a:ext uri="{FF2B5EF4-FFF2-40B4-BE49-F238E27FC236}">
                    <a16:creationId xmlns:a16="http://schemas.microsoft.com/office/drawing/2014/main" id="{C65FE5C3-275C-49F1-8E04-B4ACC55E8121}"/>
                  </a:ext>
                </a:extLst>
              </p:cNvPr>
              <p:cNvSpPr/>
              <p:nvPr/>
            </p:nvSpPr>
            <p:spPr>
              <a:xfrm>
                <a:off x="1048512" y="1572768"/>
                <a:ext cx="475488" cy="475488"/>
              </a:xfrm>
              <a:prstGeom prst="rect">
                <a:avLst/>
              </a:prstGeom>
              <a:solidFill>
                <a:srgbClr val="FDEFE8"/>
              </a:solidFill>
              <a:ln w="254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0" name="椭圆 129">
                <a:extLst>
                  <a:ext uri="{FF2B5EF4-FFF2-40B4-BE49-F238E27FC236}">
                    <a16:creationId xmlns:a16="http://schemas.microsoft.com/office/drawing/2014/main" id="{A5AC6964-96B9-43C8-9D9C-4B90BBCF0ED8}"/>
                  </a:ext>
                </a:extLst>
              </p:cNvPr>
              <p:cNvSpPr/>
              <p:nvPr/>
            </p:nvSpPr>
            <p:spPr>
              <a:xfrm>
                <a:off x="1222375" y="1743837"/>
                <a:ext cx="133350" cy="133350"/>
              </a:xfrm>
              <a:prstGeom prst="ellipse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31" name="直接箭头连接符 130">
                <a:extLst>
                  <a:ext uri="{FF2B5EF4-FFF2-40B4-BE49-F238E27FC236}">
                    <a16:creationId xmlns:a16="http://schemas.microsoft.com/office/drawing/2014/main" id="{55066A55-2C15-4815-9EB9-DE12CA7BAC64}"/>
                  </a:ext>
                </a:extLst>
              </p:cNvPr>
              <p:cNvCxnSpPr>
                <a:cxnSpLocks/>
                <a:stCxn id="130" idx="6"/>
              </p:cNvCxnSpPr>
              <p:nvPr/>
            </p:nvCxnSpPr>
            <p:spPr>
              <a:xfrm>
                <a:off x="1355725" y="1810512"/>
                <a:ext cx="606425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4" name="组合 143">
              <a:extLst>
                <a:ext uri="{FF2B5EF4-FFF2-40B4-BE49-F238E27FC236}">
                  <a16:creationId xmlns:a16="http://schemas.microsoft.com/office/drawing/2014/main" id="{4DB08B0A-70D5-4421-BE75-A896C8E4ECFC}"/>
                </a:ext>
              </a:extLst>
            </p:cNvPr>
            <p:cNvGrpSpPr/>
            <p:nvPr/>
          </p:nvGrpSpPr>
          <p:grpSpPr>
            <a:xfrm>
              <a:off x="8357616" y="2999231"/>
              <a:ext cx="913638" cy="475488"/>
              <a:chOff x="1048512" y="1572768"/>
              <a:chExt cx="913638" cy="475488"/>
            </a:xfrm>
          </p:grpSpPr>
          <p:sp>
            <p:nvSpPr>
              <p:cNvPr id="145" name="矩形 144">
                <a:extLst>
                  <a:ext uri="{FF2B5EF4-FFF2-40B4-BE49-F238E27FC236}">
                    <a16:creationId xmlns:a16="http://schemas.microsoft.com/office/drawing/2014/main" id="{20249E9C-5918-4231-A4A2-543D4173A564}"/>
                  </a:ext>
                </a:extLst>
              </p:cNvPr>
              <p:cNvSpPr/>
              <p:nvPr/>
            </p:nvSpPr>
            <p:spPr>
              <a:xfrm>
                <a:off x="1048512" y="1572768"/>
                <a:ext cx="475488" cy="475488"/>
              </a:xfrm>
              <a:prstGeom prst="rect">
                <a:avLst/>
              </a:prstGeom>
              <a:solidFill>
                <a:srgbClr val="FDEFE8"/>
              </a:solidFill>
              <a:ln w="254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6" name="椭圆 145">
                <a:extLst>
                  <a:ext uri="{FF2B5EF4-FFF2-40B4-BE49-F238E27FC236}">
                    <a16:creationId xmlns:a16="http://schemas.microsoft.com/office/drawing/2014/main" id="{494780D4-AA66-44AD-BD2C-7BF09220AF66}"/>
                  </a:ext>
                </a:extLst>
              </p:cNvPr>
              <p:cNvSpPr/>
              <p:nvPr/>
            </p:nvSpPr>
            <p:spPr>
              <a:xfrm>
                <a:off x="1222375" y="1743837"/>
                <a:ext cx="133350" cy="133350"/>
              </a:xfrm>
              <a:prstGeom prst="ellipse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47" name="直接箭头连接符 146">
                <a:extLst>
                  <a:ext uri="{FF2B5EF4-FFF2-40B4-BE49-F238E27FC236}">
                    <a16:creationId xmlns:a16="http://schemas.microsoft.com/office/drawing/2014/main" id="{5E5D5C44-C9F8-4736-8860-C46C6EF416E7}"/>
                  </a:ext>
                </a:extLst>
              </p:cNvPr>
              <p:cNvCxnSpPr>
                <a:cxnSpLocks/>
                <a:stCxn id="146" idx="6"/>
              </p:cNvCxnSpPr>
              <p:nvPr/>
            </p:nvCxnSpPr>
            <p:spPr>
              <a:xfrm>
                <a:off x="1355725" y="1810512"/>
                <a:ext cx="606425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6" name="组合 155">
              <a:extLst>
                <a:ext uri="{FF2B5EF4-FFF2-40B4-BE49-F238E27FC236}">
                  <a16:creationId xmlns:a16="http://schemas.microsoft.com/office/drawing/2014/main" id="{9FB9CC86-B668-4312-B78A-B104DCD0138C}"/>
                </a:ext>
              </a:extLst>
            </p:cNvPr>
            <p:cNvGrpSpPr/>
            <p:nvPr/>
          </p:nvGrpSpPr>
          <p:grpSpPr>
            <a:xfrm>
              <a:off x="9271254" y="2523743"/>
              <a:ext cx="1827276" cy="475488"/>
              <a:chOff x="1048512" y="1572768"/>
              <a:chExt cx="1827276" cy="475488"/>
            </a:xfrm>
          </p:grpSpPr>
          <p:sp>
            <p:nvSpPr>
              <p:cNvPr id="157" name="矩形 156">
                <a:extLst>
                  <a:ext uri="{FF2B5EF4-FFF2-40B4-BE49-F238E27FC236}">
                    <a16:creationId xmlns:a16="http://schemas.microsoft.com/office/drawing/2014/main" id="{FD07D52F-107A-4E2A-9B88-35CFA335A6BB}"/>
                  </a:ext>
                </a:extLst>
              </p:cNvPr>
              <p:cNvSpPr/>
              <p:nvPr/>
            </p:nvSpPr>
            <p:spPr>
              <a:xfrm>
                <a:off x="1048512" y="1572768"/>
                <a:ext cx="475488" cy="475488"/>
              </a:xfrm>
              <a:prstGeom prst="rect">
                <a:avLst/>
              </a:prstGeom>
              <a:solidFill>
                <a:srgbClr val="FDEFE8"/>
              </a:solidFill>
              <a:ln w="254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8" name="椭圆 157">
                <a:extLst>
                  <a:ext uri="{FF2B5EF4-FFF2-40B4-BE49-F238E27FC236}">
                    <a16:creationId xmlns:a16="http://schemas.microsoft.com/office/drawing/2014/main" id="{A4D0FFA6-6B52-40CC-AC75-357FF35F5166}"/>
                  </a:ext>
                </a:extLst>
              </p:cNvPr>
              <p:cNvSpPr/>
              <p:nvPr/>
            </p:nvSpPr>
            <p:spPr>
              <a:xfrm>
                <a:off x="1222375" y="1743837"/>
                <a:ext cx="133350" cy="133350"/>
              </a:xfrm>
              <a:prstGeom prst="ellipse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59" name="直接箭头连接符 158">
                <a:extLst>
                  <a:ext uri="{FF2B5EF4-FFF2-40B4-BE49-F238E27FC236}">
                    <a16:creationId xmlns:a16="http://schemas.microsoft.com/office/drawing/2014/main" id="{0A40F9FA-1F22-468D-97A3-B030604D20AE}"/>
                  </a:ext>
                </a:extLst>
              </p:cNvPr>
              <p:cNvCxnSpPr>
                <a:cxnSpLocks/>
                <a:stCxn id="158" idx="6"/>
                <a:endCxn id="189" idx="1"/>
              </p:cNvCxnSpPr>
              <p:nvPr/>
            </p:nvCxnSpPr>
            <p:spPr>
              <a:xfrm>
                <a:off x="1355725" y="1810512"/>
                <a:ext cx="1520063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0" name="组合 159">
              <a:extLst>
                <a:ext uri="{FF2B5EF4-FFF2-40B4-BE49-F238E27FC236}">
                  <a16:creationId xmlns:a16="http://schemas.microsoft.com/office/drawing/2014/main" id="{0D1A83AE-3342-409D-8AE6-01F9C2CA273C}"/>
                </a:ext>
              </a:extLst>
            </p:cNvPr>
            <p:cNvGrpSpPr/>
            <p:nvPr/>
          </p:nvGrpSpPr>
          <p:grpSpPr>
            <a:xfrm>
              <a:off x="9271254" y="2999231"/>
              <a:ext cx="913638" cy="475488"/>
              <a:chOff x="1048512" y="1572768"/>
              <a:chExt cx="913638" cy="475488"/>
            </a:xfrm>
          </p:grpSpPr>
          <p:sp>
            <p:nvSpPr>
              <p:cNvPr id="161" name="矩形 160">
                <a:extLst>
                  <a:ext uri="{FF2B5EF4-FFF2-40B4-BE49-F238E27FC236}">
                    <a16:creationId xmlns:a16="http://schemas.microsoft.com/office/drawing/2014/main" id="{FF09552E-D040-4D82-AD2A-EB4D7DDB0960}"/>
                  </a:ext>
                </a:extLst>
              </p:cNvPr>
              <p:cNvSpPr/>
              <p:nvPr/>
            </p:nvSpPr>
            <p:spPr>
              <a:xfrm>
                <a:off x="1048512" y="1572768"/>
                <a:ext cx="475488" cy="475488"/>
              </a:xfrm>
              <a:prstGeom prst="rect">
                <a:avLst/>
              </a:prstGeom>
              <a:solidFill>
                <a:srgbClr val="FDEFE8"/>
              </a:solidFill>
              <a:ln w="254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2" name="椭圆 161">
                <a:extLst>
                  <a:ext uri="{FF2B5EF4-FFF2-40B4-BE49-F238E27FC236}">
                    <a16:creationId xmlns:a16="http://schemas.microsoft.com/office/drawing/2014/main" id="{E71D11CA-AFE3-42A1-A9A2-7B77943A5AF2}"/>
                  </a:ext>
                </a:extLst>
              </p:cNvPr>
              <p:cNvSpPr/>
              <p:nvPr/>
            </p:nvSpPr>
            <p:spPr>
              <a:xfrm>
                <a:off x="1222375" y="1743837"/>
                <a:ext cx="133350" cy="133350"/>
              </a:xfrm>
              <a:prstGeom prst="ellipse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63" name="直接箭头连接符 162">
                <a:extLst>
                  <a:ext uri="{FF2B5EF4-FFF2-40B4-BE49-F238E27FC236}">
                    <a16:creationId xmlns:a16="http://schemas.microsoft.com/office/drawing/2014/main" id="{E9841F1F-427B-4343-8C7A-9BB4CD114247}"/>
                  </a:ext>
                </a:extLst>
              </p:cNvPr>
              <p:cNvCxnSpPr>
                <a:cxnSpLocks/>
                <a:stCxn id="162" idx="6"/>
              </p:cNvCxnSpPr>
              <p:nvPr/>
            </p:nvCxnSpPr>
            <p:spPr>
              <a:xfrm>
                <a:off x="1355725" y="1810512"/>
                <a:ext cx="606425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6" name="组合 175">
              <a:extLst>
                <a:ext uri="{FF2B5EF4-FFF2-40B4-BE49-F238E27FC236}">
                  <a16:creationId xmlns:a16="http://schemas.microsoft.com/office/drawing/2014/main" id="{733FD845-301E-4B2C-A3D0-A67DC3C7DB16}"/>
                </a:ext>
              </a:extLst>
            </p:cNvPr>
            <p:cNvGrpSpPr/>
            <p:nvPr/>
          </p:nvGrpSpPr>
          <p:grpSpPr>
            <a:xfrm>
              <a:off x="10184892" y="2999231"/>
              <a:ext cx="913638" cy="475488"/>
              <a:chOff x="1048512" y="1572768"/>
              <a:chExt cx="913638" cy="475488"/>
            </a:xfrm>
          </p:grpSpPr>
          <p:sp>
            <p:nvSpPr>
              <p:cNvPr id="177" name="矩形 176">
                <a:extLst>
                  <a:ext uri="{FF2B5EF4-FFF2-40B4-BE49-F238E27FC236}">
                    <a16:creationId xmlns:a16="http://schemas.microsoft.com/office/drawing/2014/main" id="{FD9375B8-1EDB-4D54-BB8E-D63848A2B9E8}"/>
                  </a:ext>
                </a:extLst>
              </p:cNvPr>
              <p:cNvSpPr/>
              <p:nvPr/>
            </p:nvSpPr>
            <p:spPr>
              <a:xfrm>
                <a:off x="1048512" y="1572768"/>
                <a:ext cx="475488" cy="475488"/>
              </a:xfrm>
              <a:prstGeom prst="rect">
                <a:avLst/>
              </a:prstGeom>
              <a:solidFill>
                <a:srgbClr val="FDEFE8"/>
              </a:solidFill>
              <a:ln w="25400">
                <a:solidFill>
                  <a:srgbClr val="D745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8" name="椭圆 177">
                <a:extLst>
                  <a:ext uri="{FF2B5EF4-FFF2-40B4-BE49-F238E27FC236}">
                    <a16:creationId xmlns:a16="http://schemas.microsoft.com/office/drawing/2014/main" id="{E7A26C45-11E1-49E1-84BF-2B84B27E17D9}"/>
                  </a:ext>
                </a:extLst>
              </p:cNvPr>
              <p:cNvSpPr/>
              <p:nvPr/>
            </p:nvSpPr>
            <p:spPr>
              <a:xfrm>
                <a:off x="1222375" y="1743837"/>
                <a:ext cx="133350" cy="133350"/>
              </a:xfrm>
              <a:prstGeom prst="ellipse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79" name="直接箭头连接符 178">
                <a:extLst>
                  <a:ext uri="{FF2B5EF4-FFF2-40B4-BE49-F238E27FC236}">
                    <a16:creationId xmlns:a16="http://schemas.microsoft.com/office/drawing/2014/main" id="{D3B0434C-79C7-41C8-BA4F-A1F8C74559FF}"/>
                  </a:ext>
                </a:extLst>
              </p:cNvPr>
              <p:cNvCxnSpPr>
                <a:cxnSpLocks/>
                <a:stCxn id="178" idx="6"/>
              </p:cNvCxnSpPr>
              <p:nvPr/>
            </p:nvCxnSpPr>
            <p:spPr>
              <a:xfrm>
                <a:off x="1355725" y="1810512"/>
                <a:ext cx="606425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1" name="矩形 180">
              <a:extLst>
                <a:ext uri="{FF2B5EF4-FFF2-40B4-BE49-F238E27FC236}">
                  <a16:creationId xmlns:a16="http://schemas.microsoft.com/office/drawing/2014/main" id="{5AED6702-29AD-439A-B81E-5FE1D50710E5}"/>
                </a:ext>
              </a:extLst>
            </p:cNvPr>
            <p:cNvSpPr/>
            <p:nvPr/>
          </p:nvSpPr>
          <p:spPr>
            <a:xfrm>
              <a:off x="11098530" y="1572768"/>
              <a:ext cx="475488" cy="475488"/>
            </a:xfrm>
            <a:prstGeom prst="rect">
              <a:avLst/>
            </a:prstGeom>
            <a:solidFill>
              <a:srgbClr val="FDEFE8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NIL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85" name="矩形 184">
              <a:extLst>
                <a:ext uri="{FF2B5EF4-FFF2-40B4-BE49-F238E27FC236}">
                  <a16:creationId xmlns:a16="http://schemas.microsoft.com/office/drawing/2014/main" id="{C89A3D6E-23E0-480B-B3E2-0C2DD938E095}"/>
                </a:ext>
              </a:extLst>
            </p:cNvPr>
            <p:cNvSpPr/>
            <p:nvPr/>
          </p:nvSpPr>
          <p:spPr>
            <a:xfrm>
              <a:off x="11098530" y="2048256"/>
              <a:ext cx="475488" cy="475488"/>
            </a:xfrm>
            <a:prstGeom prst="rect">
              <a:avLst/>
            </a:prstGeom>
            <a:solidFill>
              <a:srgbClr val="FDEFE8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NIL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89" name="矩形 188">
              <a:extLst>
                <a:ext uri="{FF2B5EF4-FFF2-40B4-BE49-F238E27FC236}">
                  <a16:creationId xmlns:a16="http://schemas.microsoft.com/office/drawing/2014/main" id="{F59368E5-59CE-4A9E-92DD-E5750FD71247}"/>
                </a:ext>
              </a:extLst>
            </p:cNvPr>
            <p:cNvSpPr/>
            <p:nvPr/>
          </p:nvSpPr>
          <p:spPr>
            <a:xfrm>
              <a:off x="11098530" y="2523743"/>
              <a:ext cx="475488" cy="475488"/>
            </a:xfrm>
            <a:prstGeom prst="rect">
              <a:avLst/>
            </a:prstGeom>
            <a:solidFill>
              <a:srgbClr val="FDEFE8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NIL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93" name="矩形 192">
              <a:extLst>
                <a:ext uri="{FF2B5EF4-FFF2-40B4-BE49-F238E27FC236}">
                  <a16:creationId xmlns:a16="http://schemas.microsoft.com/office/drawing/2014/main" id="{7A8A47E6-2CE7-4A0E-A5CE-0100D8ED1224}"/>
                </a:ext>
              </a:extLst>
            </p:cNvPr>
            <p:cNvSpPr/>
            <p:nvPr/>
          </p:nvSpPr>
          <p:spPr>
            <a:xfrm>
              <a:off x="11098530" y="2999231"/>
              <a:ext cx="475488" cy="475488"/>
            </a:xfrm>
            <a:prstGeom prst="rect">
              <a:avLst/>
            </a:prstGeom>
            <a:solidFill>
              <a:srgbClr val="FDEFE8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NIL</a:t>
              </a:r>
              <a:endPara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6" name="矩形 195">
              <a:extLst>
                <a:ext uri="{FF2B5EF4-FFF2-40B4-BE49-F238E27FC236}">
                  <a16:creationId xmlns:a16="http://schemas.microsoft.com/office/drawing/2014/main" id="{9140E723-2425-414F-B3E8-9FE4246A38DE}"/>
                </a:ext>
              </a:extLst>
            </p:cNvPr>
            <p:cNvSpPr/>
            <p:nvPr/>
          </p:nvSpPr>
          <p:spPr>
            <a:xfrm>
              <a:off x="1962150" y="3474718"/>
              <a:ext cx="475488" cy="475488"/>
            </a:xfrm>
            <a:prstGeom prst="rect">
              <a:avLst/>
            </a:prstGeom>
            <a:solidFill>
              <a:srgbClr val="D74514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" name="矩形 204">
              <a:extLst>
                <a:ext uri="{FF2B5EF4-FFF2-40B4-BE49-F238E27FC236}">
                  <a16:creationId xmlns:a16="http://schemas.microsoft.com/office/drawing/2014/main" id="{AA3D29C7-F446-4DDD-8F81-B7D264A60F8E}"/>
                </a:ext>
              </a:extLst>
            </p:cNvPr>
            <p:cNvSpPr/>
            <p:nvPr/>
          </p:nvSpPr>
          <p:spPr>
            <a:xfrm>
              <a:off x="2875788" y="3474718"/>
              <a:ext cx="475488" cy="475488"/>
            </a:xfrm>
            <a:prstGeom prst="rect">
              <a:avLst/>
            </a:prstGeom>
            <a:solidFill>
              <a:srgbClr val="D74514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6" name="矩形 205">
              <a:extLst>
                <a:ext uri="{FF2B5EF4-FFF2-40B4-BE49-F238E27FC236}">
                  <a16:creationId xmlns:a16="http://schemas.microsoft.com/office/drawing/2014/main" id="{759F5ED2-1DA9-4652-A5D7-5AD5BEE3EDDB}"/>
                </a:ext>
              </a:extLst>
            </p:cNvPr>
            <p:cNvSpPr/>
            <p:nvPr/>
          </p:nvSpPr>
          <p:spPr>
            <a:xfrm>
              <a:off x="3789426" y="3474718"/>
              <a:ext cx="475488" cy="475488"/>
            </a:xfrm>
            <a:prstGeom prst="rect">
              <a:avLst/>
            </a:prstGeom>
            <a:solidFill>
              <a:srgbClr val="D74514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7" name="矩形 206">
              <a:extLst>
                <a:ext uri="{FF2B5EF4-FFF2-40B4-BE49-F238E27FC236}">
                  <a16:creationId xmlns:a16="http://schemas.microsoft.com/office/drawing/2014/main" id="{635BC639-AEFB-433C-ABEA-A80DD87278CD}"/>
                </a:ext>
              </a:extLst>
            </p:cNvPr>
            <p:cNvSpPr/>
            <p:nvPr/>
          </p:nvSpPr>
          <p:spPr>
            <a:xfrm>
              <a:off x="4703064" y="3474718"/>
              <a:ext cx="475488" cy="475488"/>
            </a:xfrm>
            <a:prstGeom prst="rect">
              <a:avLst/>
            </a:prstGeom>
            <a:solidFill>
              <a:srgbClr val="D74514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8" name="矩形 207">
              <a:extLst>
                <a:ext uri="{FF2B5EF4-FFF2-40B4-BE49-F238E27FC236}">
                  <a16:creationId xmlns:a16="http://schemas.microsoft.com/office/drawing/2014/main" id="{05A3277F-9E99-48CA-A445-A7CB971FD0EB}"/>
                </a:ext>
              </a:extLst>
            </p:cNvPr>
            <p:cNvSpPr/>
            <p:nvPr/>
          </p:nvSpPr>
          <p:spPr>
            <a:xfrm>
              <a:off x="5616702" y="3474718"/>
              <a:ext cx="475488" cy="475488"/>
            </a:xfrm>
            <a:prstGeom prst="rect">
              <a:avLst/>
            </a:prstGeom>
            <a:solidFill>
              <a:srgbClr val="D74514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9" name="矩形 208">
              <a:extLst>
                <a:ext uri="{FF2B5EF4-FFF2-40B4-BE49-F238E27FC236}">
                  <a16:creationId xmlns:a16="http://schemas.microsoft.com/office/drawing/2014/main" id="{DFB5248C-016A-41FC-9148-E7A715E92364}"/>
                </a:ext>
              </a:extLst>
            </p:cNvPr>
            <p:cNvSpPr/>
            <p:nvPr/>
          </p:nvSpPr>
          <p:spPr>
            <a:xfrm>
              <a:off x="6530340" y="3474718"/>
              <a:ext cx="475488" cy="475488"/>
            </a:xfrm>
            <a:prstGeom prst="rect">
              <a:avLst/>
            </a:prstGeom>
            <a:solidFill>
              <a:srgbClr val="D74514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0" name="矩形 209">
              <a:extLst>
                <a:ext uri="{FF2B5EF4-FFF2-40B4-BE49-F238E27FC236}">
                  <a16:creationId xmlns:a16="http://schemas.microsoft.com/office/drawing/2014/main" id="{DB5C1B6D-840A-44B5-A9E8-346F8EBF5818}"/>
                </a:ext>
              </a:extLst>
            </p:cNvPr>
            <p:cNvSpPr/>
            <p:nvPr/>
          </p:nvSpPr>
          <p:spPr>
            <a:xfrm>
              <a:off x="7443978" y="3474717"/>
              <a:ext cx="475488" cy="475488"/>
            </a:xfrm>
            <a:prstGeom prst="rect">
              <a:avLst/>
            </a:prstGeom>
            <a:solidFill>
              <a:srgbClr val="D74514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1" name="矩形 210">
              <a:extLst>
                <a:ext uri="{FF2B5EF4-FFF2-40B4-BE49-F238E27FC236}">
                  <a16:creationId xmlns:a16="http://schemas.microsoft.com/office/drawing/2014/main" id="{ACB84D02-07AF-4604-B8D0-ABD8577C655C}"/>
                </a:ext>
              </a:extLst>
            </p:cNvPr>
            <p:cNvSpPr/>
            <p:nvPr/>
          </p:nvSpPr>
          <p:spPr>
            <a:xfrm>
              <a:off x="8357616" y="3474717"/>
              <a:ext cx="475488" cy="475488"/>
            </a:xfrm>
            <a:prstGeom prst="rect">
              <a:avLst/>
            </a:prstGeom>
            <a:solidFill>
              <a:srgbClr val="D74514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2" name="矩形 211">
              <a:extLst>
                <a:ext uri="{FF2B5EF4-FFF2-40B4-BE49-F238E27FC236}">
                  <a16:creationId xmlns:a16="http://schemas.microsoft.com/office/drawing/2014/main" id="{FF788BF9-E44B-4EF0-9AE0-59F8BB2F1391}"/>
                </a:ext>
              </a:extLst>
            </p:cNvPr>
            <p:cNvSpPr/>
            <p:nvPr/>
          </p:nvSpPr>
          <p:spPr>
            <a:xfrm>
              <a:off x="9271254" y="3474717"/>
              <a:ext cx="475488" cy="475488"/>
            </a:xfrm>
            <a:prstGeom prst="rect">
              <a:avLst/>
            </a:prstGeom>
            <a:solidFill>
              <a:srgbClr val="D74514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9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3" name="矩形 212">
              <a:extLst>
                <a:ext uri="{FF2B5EF4-FFF2-40B4-BE49-F238E27FC236}">
                  <a16:creationId xmlns:a16="http://schemas.microsoft.com/office/drawing/2014/main" id="{18E47210-EF25-4D99-8B04-740E1C64B2C6}"/>
                </a:ext>
              </a:extLst>
            </p:cNvPr>
            <p:cNvSpPr/>
            <p:nvPr/>
          </p:nvSpPr>
          <p:spPr>
            <a:xfrm>
              <a:off x="10184892" y="3474717"/>
              <a:ext cx="475488" cy="475488"/>
            </a:xfrm>
            <a:prstGeom prst="rect">
              <a:avLst/>
            </a:prstGeom>
            <a:solidFill>
              <a:srgbClr val="D74514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4" name="矩形 213">
              <a:extLst>
                <a:ext uri="{FF2B5EF4-FFF2-40B4-BE49-F238E27FC236}">
                  <a16:creationId xmlns:a16="http://schemas.microsoft.com/office/drawing/2014/main" id="{6C25C410-E2AE-420F-9AD3-17A43631AD97}"/>
                </a:ext>
              </a:extLst>
            </p:cNvPr>
            <p:cNvSpPr/>
            <p:nvPr/>
          </p:nvSpPr>
          <p:spPr>
            <a:xfrm>
              <a:off x="922305" y="3474717"/>
              <a:ext cx="727901" cy="475488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head</a:t>
              </a:r>
              <a:endParaRPr lang="zh-CN" altLang="en-US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0743604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28B199F4-FC37-477A-A6BF-6B1C438CF7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0953562"/>
              </p:ext>
            </p:extLst>
          </p:nvPr>
        </p:nvGraphicFramePr>
        <p:xfrm>
          <a:off x="1040598" y="430909"/>
          <a:ext cx="6390106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581">
                  <a:extLst>
                    <a:ext uri="{9D8B030D-6E8A-4147-A177-3AD203B41FA5}">
                      <a16:colId xmlns:a16="http://schemas.microsoft.com/office/drawing/2014/main" val="1355953617"/>
                    </a:ext>
                  </a:extLst>
                </a:gridCol>
                <a:gridCol w="1039528">
                  <a:extLst>
                    <a:ext uri="{9D8B030D-6E8A-4147-A177-3AD203B41FA5}">
                      <a16:colId xmlns:a16="http://schemas.microsoft.com/office/drawing/2014/main" val="1113655493"/>
                    </a:ext>
                  </a:extLst>
                </a:gridCol>
                <a:gridCol w="635268">
                  <a:extLst>
                    <a:ext uri="{9D8B030D-6E8A-4147-A177-3AD203B41FA5}">
                      <a16:colId xmlns:a16="http://schemas.microsoft.com/office/drawing/2014/main" val="1917806041"/>
                    </a:ext>
                  </a:extLst>
                </a:gridCol>
                <a:gridCol w="1106905">
                  <a:extLst>
                    <a:ext uri="{9D8B030D-6E8A-4147-A177-3AD203B41FA5}">
                      <a16:colId xmlns:a16="http://schemas.microsoft.com/office/drawing/2014/main" val="2058686926"/>
                    </a:ext>
                  </a:extLst>
                </a:gridCol>
                <a:gridCol w="1058779">
                  <a:extLst>
                    <a:ext uri="{9D8B030D-6E8A-4147-A177-3AD203B41FA5}">
                      <a16:colId xmlns:a16="http://schemas.microsoft.com/office/drawing/2014/main" val="3051356797"/>
                    </a:ext>
                  </a:extLst>
                </a:gridCol>
                <a:gridCol w="991402">
                  <a:extLst>
                    <a:ext uri="{9D8B030D-6E8A-4147-A177-3AD203B41FA5}">
                      <a16:colId xmlns:a16="http://schemas.microsoft.com/office/drawing/2014/main" val="2177061582"/>
                    </a:ext>
                  </a:extLst>
                </a:gridCol>
                <a:gridCol w="625643">
                  <a:extLst>
                    <a:ext uri="{9D8B030D-6E8A-4147-A177-3AD203B41FA5}">
                      <a16:colId xmlns:a16="http://schemas.microsoft.com/office/drawing/2014/main" val="33263619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32</a:t>
                      </a:r>
                    </a:p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bits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32</a:t>
                      </a:r>
                    </a:p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bits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bits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bits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802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bytes</a:t>
                      </a:r>
                      <a:endParaRPr lang="zh-CN" altLang="en-US" sz="16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45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tail offset</a:t>
                      </a:r>
                      <a:endParaRPr lang="zh-CN" altLang="en-US" sz="16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45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</a:t>
                      </a:r>
                      <a:endParaRPr lang="zh-CN" altLang="en-US" sz="16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45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entry</a:t>
                      </a:r>
                      <a:endParaRPr lang="zh-CN" altLang="en-US" sz="16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entry</a:t>
                      </a:r>
                      <a:endParaRPr lang="zh-CN" altLang="en-US" sz="16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entry</a:t>
                      </a:r>
                      <a:endParaRPr lang="zh-CN" altLang="en-US" sz="16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  <a:endParaRPr lang="zh-CN" altLang="en-US" sz="16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45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1817063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EA89090-37FD-4297-91AB-2248FC71B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6305475"/>
              </p:ext>
            </p:extLst>
          </p:nvPr>
        </p:nvGraphicFramePr>
        <p:xfrm>
          <a:off x="1040598" y="1699840"/>
          <a:ext cx="63804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5836">
                  <a:extLst>
                    <a:ext uri="{9D8B030D-6E8A-4147-A177-3AD203B41FA5}">
                      <a16:colId xmlns:a16="http://schemas.microsoft.com/office/drawing/2014/main" val="1355953617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1113655493"/>
                    </a:ext>
                  </a:extLst>
                </a:gridCol>
                <a:gridCol w="3994484">
                  <a:extLst>
                    <a:ext uri="{9D8B030D-6E8A-4147-A177-3AD203B41FA5}">
                      <a16:colId xmlns:a16="http://schemas.microsoft.com/office/drawing/2014/main" val="20586869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8/40</a:t>
                      </a:r>
                    </a:p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bits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8/16/40</a:t>
                      </a:r>
                    </a:p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bits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802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prevlen</a:t>
                      </a:r>
                      <a:endParaRPr lang="zh-CN" altLang="en-US" sz="16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45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encode</a:t>
                      </a:r>
                    </a:p>
                    <a:p>
                      <a:pPr algn="ctr"/>
                      <a:r>
                        <a:rPr lang="en-US" altLang="zh-CN" sz="16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&amp; </a:t>
                      </a:r>
                      <a:r>
                        <a:rPr lang="en-US" altLang="zh-CN" sz="16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</a:t>
                      </a:r>
                      <a:endParaRPr lang="zh-CN" altLang="en-US" sz="16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45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content</a:t>
                      </a:r>
                      <a:endParaRPr lang="zh-CN" altLang="en-US" sz="16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1817063"/>
                  </a:ext>
                </a:extLst>
              </a:tr>
            </a:tbl>
          </a:graphicData>
        </a:graphic>
      </p:graphicFrame>
      <p:graphicFrame>
        <p:nvGraphicFramePr>
          <p:cNvPr id="4" name="表格 2">
            <a:extLst>
              <a:ext uri="{FF2B5EF4-FFF2-40B4-BE49-F238E27FC236}">
                <a16:creationId xmlns:a16="http://schemas.microsoft.com/office/drawing/2014/main" id="{B57EB088-A938-4789-BAB4-553410EB7C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476043"/>
              </p:ext>
            </p:extLst>
          </p:nvPr>
        </p:nvGraphicFramePr>
        <p:xfrm>
          <a:off x="1040597" y="2963601"/>
          <a:ext cx="6390106" cy="88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3766">
                  <a:extLst>
                    <a:ext uri="{9D8B030D-6E8A-4147-A177-3AD203B41FA5}">
                      <a16:colId xmlns:a16="http://schemas.microsoft.com/office/drawing/2014/main" val="1355953617"/>
                    </a:ext>
                  </a:extLst>
                </a:gridCol>
                <a:gridCol w="758690">
                  <a:extLst>
                    <a:ext uri="{9D8B030D-6E8A-4147-A177-3AD203B41FA5}">
                      <a16:colId xmlns:a16="http://schemas.microsoft.com/office/drawing/2014/main" val="1917806041"/>
                    </a:ext>
                  </a:extLst>
                </a:gridCol>
                <a:gridCol w="1321958">
                  <a:extLst>
                    <a:ext uri="{9D8B030D-6E8A-4147-A177-3AD203B41FA5}">
                      <a16:colId xmlns:a16="http://schemas.microsoft.com/office/drawing/2014/main" val="2058686926"/>
                    </a:ext>
                  </a:extLst>
                </a:gridCol>
                <a:gridCol w="1264482">
                  <a:extLst>
                    <a:ext uri="{9D8B030D-6E8A-4147-A177-3AD203B41FA5}">
                      <a16:colId xmlns:a16="http://schemas.microsoft.com/office/drawing/2014/main" val="3051356797"/>
                    </a:ext>
                  </a:extLst>
                </a:gridCol>
                <a:gridCol w="1184015">
                  <a:extLst>
                    <a:ext uri="{9D8B030D-6E8A-4147-A177-3AD203B41FA5}">
                      <a16:colId xmlns:a16="http://schemas.microsoft.com/office/drawing/2014/main" val="2177061582"/>
                    </a:ext>
                  </a:extLst>
                </a:gridCol>
                <a:gridCol w="747195">
                  <a:extLst>
                    <a:ext uri="{9D8B030D-6E8A-4147-A177-3AD203B41FA5}">
                      <a16:colId xmlns:a16="http://schemas.microsoft.com/office/drawing/2014/main" val="33263619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32</a:t>
                      </a:r>
                    </a:p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bits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bits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bits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802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bytes</a:t>
                      </a:r>
                      <a:endParaRPr lang="zh-CN" altLang="en-US" sz="16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45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</a:t>
                      </a:r>
                      <a:endParaRPr lang="zh-CN" altLang="en-US" sz="16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45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entry</a:t>
                      </a:r>
                      <a:endParaRPr lang="zh-CN" altLang="en-US" sz="16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entry</a:t>
                      </a:r>
                      <a:endParaRPr lang="zh-CN" altLang="en-US" sz="16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entry</a:t>
                      </a:r>
                      <a:endParaRPr lang="zh-CN" altLang="en-US" sz="16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  <a:endParaRPr lang="zh-CN" altLang="en-US" sz="16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45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1817063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42F5429-077D-43BD-A554-D68515A016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030436"/>
              </p:ext>
            </p:extLst>
          </p:nvPr>
        </p:nvGraphicFramePr>
        <p:xfrm>
          <a:off x="1040596" y="4019082"/>
          <a:ext cx="6390105" cy="88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103">
                  <a:extLst>
                    <a:ext uri="{9D8B030D-6E8A-4147-A177-3AD203B41FA5}">
                      <a16:colId xmlns:a16="http://schemas.microsoft.com/office/drawing/2014/main" val="1113655493"/>
                    </a:ext>
                  </a:extLst>
                </a:gridCol>
                <a:gridCol w="4726002">
                  <a:extLst>
                    <a:ext uri="{9D8B030D-6E8A-4147-A177-3AD203B41FA5}">
                      <a16:colId xmlns:a16="http://schemas.microsoft.com/office/drawing/2014/main" val="20586869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8/16/40</a:t>
                      </a:r>
                    </a:p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bits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802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encode &amp; </a:t>
                      </a:r>
                      <a:r>
                        <a:rPr lang="en-US" altLang="zh-CN" sz="16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</a:t>
                      </a:r>
                      <a:endParaRPr lang="zh-CN" altLang="en-US" sz="16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45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content</a:t>
                      </a:r>
                      <a:endParaRPr lang="zh-CN" altLang="en-US" sz="16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1817063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0C1B812-6E89-4007-A64E-46DFCCB4F2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3368704"/>
              </p:ext>
            </p:extLst>
          </p:nvPr>
        </p:nvGraphicFramePr>
        <p:xfrm>
          <a:off x="1040596" y="5074563"/>
          <a:ext cx="638048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6726">
                  <a:extLst>
                    <a:ext uri="{9D8B030D-6E8A-4147-A177-3AD203B41FA5}">
                      <a16:colId xmlns:a16="http://schemas.microsoft.com/office/drawing/2014/main" val="1355953617"/>
                    </a:ext>
                  </a:extLst>
                </a:gridCol>
                <a:gridCol w="462013">
                  <a:extLst>
                    <a:ext uri="{9D8B030D-6E8A-4147-A177-3AD203B41FA5}">
                      <a16:colId xmlns:a16="http://schemas.microsoft.com/office/drawing/2014/main" val="1113655493"/>
                    </a:ext>
                  </a:extLst>
                </a:gridCol>
                <a:gridCol w="1135781">
                  <a:extLst>
                    <a:ext uri="{9D8B030D-6E8A-4147-A177-3AD203B41FA5}">
                      <a16:colId xmlns:a16="http://schemas.microsoft.com/office/drawing/2014/main" val="4080650472"/>
                    </a:ext>
                  </a:extLst>
                </a:gridCol>
                <a:gridCol w="3185960">
                  <a:extLst>
                    <a:ext uri="{9D8B030D-6E8A-4147-A177-3AD203B41FA5}">
                      <a16:colId xmlns:a16="http://schemas.microsoft.com/office/drawing/2014/main" val="20586869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HYLL</a:t>
                      </a:r>
                      <a:endParaRPr lang="zh-CN" altLang="en-US" sz="16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45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</a:t>
                      </a:r>
                      <a:endParaRPr lang="zh-CN" altLang="en-US" sz="16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45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N/U</a:t>
                      </a:r>
                      <a:endParaRPr lang="zh-CN" altLang="en-US" sz="16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45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Cardin.</a:t>
                      </a:r>
                      <a:endParaRPr lang="zh-CN" altLang="en-US" sz="16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45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1817063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DA46A4C1-8745-4559-9A5E-BE329CACC9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569332"/>
              </p:ext>
            </p:extLst>
          </p:nvPr>
        </p:nvGraphicFramePr>
        <p:xfrm>
          <a:off x="1040596" y="5611884"/>
          <a:ext cx="638048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5120">
                  <a:extLst>
                    <a:ext uri="{9D8B030D-6E8A-4147-A177-3AD203B41FA5}">
                      <a16:colId xmlns:a16="http://schemas.microsoft.com/office/drawing/2014/main" val="1355953617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1113655493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408065047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586869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11000000</a:t>
                      </a:r>
                      <a:endParaRPr lang="zh-CN" altLang="en-US" sz="16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22221111</a:t>
                      </a:r>
                      <a:endParaRPr lang="zh-CN" altLang="en-US" sz="16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33333322</a:t>
                      </a:r>
                      <a:endParaRPr lang="zh-CN" altLang="en-US" sz="16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554444</a:t>
                      </a:r>
                      <a:endParaRPr lang="zh-CN" altLang="en-US" sz="16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18170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340365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组合 43">
            <a:extLst>
              <a:ext uri="{FF2B5EF4-FFF2-40B4-BE49-F238E27FC236}">
                <a16:creationId xmlns:a16="http://schemas.microsoft.com/office/drawing/2014/main" id="{9FA762A0-F634-4B65-BB7B-66545C1EEEAF}"/>
              </a:ext>
            </a:extLst>
          </p:cNvPr>
          <p:cNvGrpSpPr/>
          <p:nvPr/>
        </p:nvGrpSpPr>
        <p:grpSpPr>
          <a:xfrm>
            <a:off x="1192523" y="-1271016"/>
            <a:ext cx="6144072" cy="4886325"/>
            <a:chOff x="1863083" y="533400"/>
            <a:chExt cx="6144072" cy="4886325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5B159460-F484-433F-8D1E-07D6DFF65F4F}"/>
                </a:ext>
              </a:extLst>
            </p:cNvPr>
            <p:cNvSpPr/>
            <p:nvPr/>
          </p:nvSpPr>
          <p:spPr>
            <a:xfrm>
              <a:off x="1863083" y="533400"/>
              <a:ext cx="2111510" cy="4886325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5D170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6AA28CED-82A6-4B4F-98F0-C9C9995EC2D4}"/>
                </a:ext>
              </a:extLst>
            </p:cNvPr>
            <p:cNvSpPr/>
            <p:nvPr/>
          </p:nvSpPr>
          <p:spPr>
            <a:xfrm>
              <a:off x="1863083" y="1190657"/>
              <a:ext cx="2111510" cy="754144"/>
            </a:xfrm>
            <a:prstGeom prst="rect">
              <a:avLst/>
            </a:prstGeom>
            <a:solidFill>
              <a:srgbClr val="F083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建立 </a:t>
              </a: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TLS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上下文</a:t>
              </a: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6FAF74F-25CA-4292-9DA8-DD1FCEDAF73C}"/>
                </a:ext>
              </a:extLst>
            </p:cNvPr>
            <p:cNvSpPr/>
            <p:nvPr/>
          </p:nvSpPr>
          <p:spPr>
            <a:xfrm>
              <a:off x="2138880" y="624285"/>
              <a:ext cx="1559914" cy="475488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TLS 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客户端</a:t>
              </a: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87534B63-92C5-41C9-992C-5E386CFED7CC}"/>
                </a:ext>
              </a:extLst>
            </p:cNvPr>
            <p:cNvSpPr/>
            <p:nvPr/>
          </p:nvSpPr>
          <p:spPr>
            <a:xfrm>
              <a:off x="2138880" y="2218276"/>
              <a:ext cx="1559914" cy="475488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D74514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connect()</a:t>
              </a:r>
              <a:endParaRPr lang="zh-CN" altLang="en-US" dirty="0">
                <a:solidFill>
                  <a:srgbClr val="D74514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3062DDB-EC25-4E14-8CFC-F1D3CCB29A63}"/>
                </a:ext>
              </a:extLst>
            </p:cNvPr>
            <p:cNvSpPr/>
            <p:nvPr/>
          </p:nvSpPr>
          <p:spPr>
            <a:xfrm>
              <a:off x="1863091" y="3778409"/>
              <a:ext cx="2111492" cy="475488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>
                  <a:solidFill>
                    <a:srgbClr val="D74514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SSL_connect</a:t>
              </a:r>
              <a:r>
                <a:rPr lang="en-US" altLang="zh-CN" dirty="0">
                  <a:solidFill>
                    <a:srgbClr val="D74514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()</a:t>
              </a:r>
              <a:endParaRPr lang="zh-CN" altLang="en-US" dirty="0">
                <a:solidFill>
                  <a:srgbClr val="D74514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2FBF256F-DB36-4B4C-A733-C13202CF182D}"/>
                </a:ext>
              </a:extLst>
            </p:cNvPr>
            <p:cNvSpPr/>
            <p:nvPr/>
          </p:nvSpPr>
          <p:spPr>
            <a:xfrm>
              <a:off x="1863087" y="4653918"/>
              <a:ext cx="2111500" cy="475488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>
                  <a:solidFill>
                    <a:srgbClr val="D74514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SSL_read</a:t>
              </a:r>
              <a:r>
                <a:rPr lang="en-US" altLang="zh-CN" dirty="0">
                  <a:solidFill>
                    <a:srgbClr val="D74514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()</a:t>
              </a:r>
            </a:p>
            <a:p>
              <a:pPr algn="ctr"/>
              <a:r>
                <a:rPr lang="en-US" altLang="zh-CN" dirty="0" err="1">
                  <a:solidFill>
                    <a:srgbClr val="D74514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SSL_write</a:t>
              </a:r>
              <a:r>
                <a:rPr lang="en-US" altLang="zh-CN" dirty="0">
                  <a:solidFill>
                    <a:srgbClr val="D74514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()</a:t>
              </a:r>
              <a:endParaRPr lang="zh-CN" altLang="en-US" dirty="0">
                <a:solidFill>
                  <a:srgbClr val="D74514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6EA5440B-7B3D-43A2-B982-1201C533E9E4}"/>
                </a:ext>
              </a:extLst>
            </p:cNvPr>
            <p:cNvCxnSpPr>
              <a:cxnSpLocks/>
              <a:stCxn id="3" idx="2"/>
            </p:cNvCxnSpPr>
            <p:nvPr/>
          </p:nvCxnSpPr>
          <p:spPr>
            <a:xfrm>
              <a:off x="2918838" y="1944801"/>
              <a:ext cx="0" cy="36024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68AE6A7A-B2CF-4462-A7C1-576036D1B8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18837" y="4185008"/>
              <a:ext cx="2" cy="45938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75FBF89B-7C88-453C-BFAB-CB1008A65CCA}"/>
                </a:ext>
              </a:extLst>
            </p:cNvPr>
            <p:cNvSpPr/>
            <p:nvPr/>
          </p:nvSpPr>
          <p:spPr>
            <a:xfrm>
              <a:off x="4364572" y="2016991"/>
              <a:ext cx="1141094" cy="475488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TCP </a:t>
              </a:r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握手</a:t>
              </a:r>
            </a:p>
          </p:txBody>
        </p: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81861A00-B821-487E-A17A-388CC8EADB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74584" y="2456020"/>
              <a:ext cx="1921061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59D29F1A-4360-4F86-A6CD-7F5DCF91223D}"/>
                </a:ext>
              </a:extLst>
            </p:cNvPr>
            <p:cNvSpPr/>
            <p:nvPr/>
          </p:nvSpPr>
          <p:spPr>
            <a:xfrm>
              <a:off x="4398502" y="3602581"/>
              <a:ext cx="1141094" cy="475488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TCP </a:t>
              </a:r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握手</a:t>
              </a:r>
            </a:p>
          </p:txBody>
        </p: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7864DF15-95A5-4457-AC59-FBDDA766A0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08514" y="4041610"/>
              <a:ext cx="1921061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383381F2-4999-4C6C-A787-5F4FD650EE13}"/>
                </a:ext>
              </a:extLst>
            </p:cNvPr>
            <p:cNvSpPr/>
            <p:nvPr/>
          </p:nvSpPr>
          <p:spPr>
            <a:xfrm>
              <a:off x="4171282" y="4465013"/>
              <a:ext cx="1595534" cy="475488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TCP </a:t>
              </a:r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数据传输</a:t>
              </a:r>
            </a:p>
          </p:txBody>
        </p: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DB81B8BF-EAF4-471B-9BAF-018CDC0F44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08514" y="4904042"/>
              <a:ext cx="1921061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25A81810-280A-443E-8481-3BF22F892513}"/>
                </a:ext>
              </a:extLst>
            </p:cNvPr>
            <p:cNvSpPr/>
            <p:nvPr/>
          </p:nvSpPr>
          <p:spPr>
            <a:xfrm>
              <a:off x="5895645" y="533400"/>
              <a:ext cx="2111510" cy="4886325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5D170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102FBDDC-0326-4E09-BC25-852F63F06EF5}"/>
                </a:ext>
              </a:extLst>
            </p:cNvPr>
            <p:cNvSpPr/>
            <p:nvPr/>
          </p:nvSpPr>
          <p:spPr>
            <a:xfrm>
              <a:off x="5895645" y="1190657"/>
              <a:ext cx="2111510" cy="754144"/>
            </a:xfrm>
            <a:prstGeom prst="rect">
              <a:avLst/>
            </a:prstGeom>
            <a:solidFill>
              <a:srgbClr val="F083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建立 </a:t>
              </a: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TLS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上下文</a:t>
              </a: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E3FFECF3-5DDF-4F7C-9407-81886D04BEB8}"/>
                </a:ext>
              </a:extLst>
            </p:cNvPr>
            <p:cNvSpPr/>
            <p:nvPr/>
          </p:nvSpPr>
          <p:spPr>
            <a:xfrm>
              <a:off x="6171442" y="624285"/>
              <a:ext cx="1559914" cy="475488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TLS 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客户端</a:t>
              </a: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B5C9E323-0DAF-48CC-8582-CF74947C7810}"/>
                </a:ext>
              </a:extLst>
            </p:cNvPr>
            <p:cNvSpPr/>
            <p:nvPr/>
          </p:nvSpPr>
          <p:spPr>
            <a:xfrm>
              <a:off x="6171442" y="2218276"/>
              <a:ext cx="1559914" cy="475488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D74514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accept()</a:t>
              </a:r>
              <a:endParaRPr lang="zh-CN" altLang="en-US" dirty="0">
                <a:solidFill>
                  <a:srgbClr val="D74514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D7B74EA3-8E10-4585-AB00-D6D598129036}"/>
                </a:ext>
              </a:extLst>
            </p:cNvPr>
            <p:cNvSpPr/>
            <p:nvPr/>
          </p:nvSpPr>
          <p:spPr>
            <a:xfrm>
              <a:off x="5895653" y="3778409"/>
              <a:ext cx="2111492" cy="475488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>
                  <a:solidFill>
                    <a:srgbClr val="D74514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SSL_accept</a:t>
              </a:r>
              <a:r>
                <a:rPr lang="en-US" altLang="zh-CN" dirty="0">
                  <a:solidFill>
                    <a:srgbClr val="D74514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()</a:t>
              </a:r>
              <a:endParaRPr lang="zh-CN" altLang="en-US" dirty="0">
                <a:solidFill>
                  <a:srgbClr val="D74514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6D0F4B50-35B5-4E07-B3F5-8620F4EE9944}"/>
                </a:ext>
              </a:extLst>
            </p:cNvPr>
            <p:cNvSpPr/>
            <p:nvPr/>
          </p:nvSpPr>
          <p:spPr>
            <a:xfrm>
              <a:off x="5895649" y="4653918"/>
              <a:ext cx="2111500" cy="475488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>
                  <a:solidFill>
                    <a:srgbClr val="D74514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SSL_read</a:t>
              </a:r>
              <a:r>
                <a:rPr lang="en-US" altLang="zh-CN" dirty="0">
                  <a:solidFill>
                    <a:srgbClr val="D74514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()</a:t>
              </a:r>
            </a:p>
            <a:p>
              <a:pPr algn="ctr"/>
              <a:r>
                <a:rPr lang="en-US" altLang="zh-CN" dirty="0" err="1">
                  <a:solidFill>
                    <a:srgbClr val="D74514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SSL_write</a:t>
              </a:r>
              <a:r>
                <a:rPr lang="en-US" altLang="zh-CN" dirty="0">
                  <a:solidFill>
                    <a:srgbClr val="D74514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()</a:t>
              </a:r>
              <a:endParaRPr lang="zh-CN" altLang="en-US" dirty="0">
                <a:solidFill>
                  <a:srgbClr val="D74514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661554B5-CFFB-403C-B014-25233CCFA55D}"/>
                </a:ext>
              </a:extLst>
            </p:cNvPr>
            <p:cNvCxnSpPr>
              <a:cxnSpLocks/>
              <a:stCxn id="36" idx="2"/>
            </p:cNvCxnSpPr>
            <p:nvPr/>
          </p:nvCxnSpPr>
          <p:spPr>
            <a:xfrm>
              <a:off x="6951400" y="1944801"/>
              <a:ext cx="0" cy="36024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E3E6CEB1-E626-4D77-9CCE-F43D190840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51399" y="4185008"/>
              <a:ext cx="2" cy="45938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3D5F2430-AB08-4AA9-9CCE-1CA620BC0B1D}"/>
                </a:ext>
              </a:extLst>
            </p:cNvPr>
            <p:cNvSpPr/>
            <p:nvPr/>
          </p:nvSpPr>
          <p:spPr>
            <a:xfrm>
              <a:off x="1863083" y="2874296"/>
              <a:ext cx="6144062" cy="754144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SSL_set_fd</a:t>
              </a:r>
              <a:r>
                <a:rPr lang="en-US" altLang="zh-CN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()</a:t>
              </a:r>
              <a:endParaRPr lang="zh-CN" altLang="en-US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B3946818-357A-42E6-BA81-42FCBE0FA352}"/>
                </a:ext>
              </a:extLst>
            </p:cNvPr>
            <p:cNvCxnSpPr>
              <a:cxnSpLocks/>
            </p:cNvCxnSpPr>
            <p:nvPr/>
          </p:nvCxnSpPr>
          <p:spPr>
            <a:xfrm>
              <a:off x="6951399" y="2628904"/>
              <a:ext cx="0" cy="121142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6271EFD1-6873-4307-A38A-5E3437922CAF}"/>
                </a:ext>
              </a:extLst>
            </p:cNvPr>
            <p:cNvCxnSpPr>
              <a:cxnSpLocks/>
            </p:cNvCxnSpPr>
            <p:nvPr/>
          </p:nvCxnSpPr>
          <p:spPr>
            <a:xfrm>
              <a:off x="2918837" y="2628904"/>
              <a:ext cx="0" cy="121142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0CBBAD61-F32A-43C4-8FF8-0541B8FAE405}"/>
              </a:ext>
            </a:extLst>
          </p:cNvPr>
          <p:cNvGrpSpPr/>
          <p:nvPr/>
        </p:nvGrpSpPr>
        <p:grpSpPr>
          <a:xfrm>
            <a:off x="796461" y="4558489"/>
            <a:ext cx="9574794" cy="1176554"/>
            <a:chOff x="796461" y="4558489"/>
            <a:chExt cx="9574794" cy="1176554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8455E83A-BD60-4D1A-802A-A9565B9FE314}"/>
                </a:ext>
              </a:extLst>
            </p:cNvPr>
            <p:cNvSpPr/>
            <p:nvPr/>
          </p:nvSpPr>
          <p:spPr>
            <a:xfrm>
              <a:off x="4886877" y="4781526"/>
              <a:ext cx="1393962" cy="754144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Mallory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E4E21695-5975-4A6A-B5D1-B01F964CD741}"/>
                </a:ext>
              </a:extLst>
            </p:cNvPr>
            <p:cNvSpPr/>
            <p:nvPr/>
          </p:nvSpPr>
          <p:spPr>
            <a:xfrm>
              <a:off x="796461" y="4787358"/>
              <a:ext cx="1393962" cy="754144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Alice</a:t>
              </a:r>
              <a:endParaRPr lang="zh-CN" altLang="en-US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8DFEC4CC-8F34-4916-B824-D5ACCF037CF7}"/>
                </a:ext>
              </a:extLst>
            </p:cNvPr>
            <p:cNvSpPr/>
            <p:nvPr/>
          </p:nvSpPr>
          <p:spPr>
            <a:xfrm>
              <a:off x="8977293" y="4781526"/>
              <a:ext cx="1393962" cy="754144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Bob</a:t>
              </a:r>
              <a:endParaRPr lang="zh-CN" altLang="en-US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矩形 47">
                  <a:extLst>
                    <a:ext uri="{FF2B5EF4-FFF2-40B4-BE49-F238E27FC236}">
                      <a16:creationId xmlns:a16="http://schemas.microsoft.com/office/drawing/2014/main" id="{A48FBF1B-6C04-426D-A25A-E1297C3702FE}"/>
                    </a:ext>
                  </a:extLst>
                </p:cNvPr>
                <p:cNvSpPr/>
                <p:nvPr/>
              </p:nvSpPr>
              <p:spPr>
                <a:xfrm>
                  <a:off x="6460523" y="4558489"/>
                  <a:ext cx="2337085" cy="475488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Courier New" panose="02070309020205020404" pitchFamily="49" charset="0"/>
                    </a:rPr>
                    <a:t>Mallory </a:t>
                  </a:r>
                  <a:r>
                    <a:rPr lang="zh-CN" altLang="en-US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Courier New" panose="02070309020205020404" pitchFamily="49" charset="0"/>
                    </a:rPr>
                    <a:t>的公钥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m:t>𝑃𝐾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m:t>𝑚</m:t>
                          </m:r>
                        </m:sub>
                      </m:sSub>
                    </m:oMath>
                  </a14:m>
                  <a:endParaRPr lang="zh-CN" altLang="en-US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Courier New" panose="02070309020205020404" pitchFamily="49" charset="0"/>
                  </a:endParaRPr>
                </a:p>
              </p:txBody>
            </p:sp>
          </mc:Choice>
          <mc:Fallback xmlns="">
            <p:sp>
              <p:nvSpPr>
                <p:cNvPr id="48" name="矩形 47">
                  <a:extLst>
                    <a:ext uri="{FF2B5EF4-FFF2-40B4-BE49-F238E27FC236}">
                      <a16:creationId xmlns:a16="http://schemas.microsoft.com/office/drawing/2014/main" id="{A48FBF1B-6C04-426D-A25A-E1297C3702F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0523" y="4558489"/>
                  <a:ext cx="2337085" cy="475488"/>
                </a:xfrm>
                <a:prstGeom prst="rect">
                  <a:avLst/>
                </a:prstGeom>
                <a:blipFill>
                  <a:blip r:embed="rId2"/>
                  <a:stretch>
                    <a:fillRect l="-1567" b="-8974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矩形 48">
                  <a:extLst>
                    <a:ext uri="{FF2B5EF4-FFF2-40B4-BE49-F238E27FC236}">
                      <a16:creationId xmlns:a16="http://schemas.microsoft.com/office/drawing/2014/main" id="{C88491E1-4D5C-4693-9DE1-095DCEC6AD5C}"/>
                    </a:ext>
                  </a:extLst>
                </p:cNvPr>
                <p:cNvSpPr/>
                <p:nvPr/>
              </p:nvSpPr>
              <p:spPr>
                <a:xfrm>
                  <a:off x="2332179" y="4562386"/>
                  <a:ext cx="2337085" cy="475488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Courier New" panose="02070309020205020404" pitchFamily="49" charset="0"/>
                    </a:rPr>
                    <a:t>Alice </a:t>
                  </a:r>
                  <a:r>
                    <a:rPr lang="zh-CN" altLang="en-US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Courier New" panose="02070309020205020404" pitchFamily="49" charset="0"/>
                    </a:rPr>
                    <a:t>的公钥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m:t>𝑃𝐾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Courier New" panose="02070309020205020404" pitchFamily="49" charset="0"/>
                            </a:rPr>
                            <m:t>𝑎</m:t>
                          </m:r>
                        </m:sub>
                      </m:sSub>
                    </m:oMath>
                  </a14:m>
                  <a:endParaRPr lang="zh-CN" altLang="en-US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Courier New" panose="02070309020205020404" pitchFamily="49" charset="0"/>
                  </a:endParaRPr>
                </a:p>
              </p:txBody>
            </p:sp>
          </mc:Choice>
          <mc:Fallback xmlns="">
            <p:sp>
              <p:nvSpPr>
                <p:cNvPr id="49" name="矩形 48">
                  <a:extLst>
                    <a:ext uri="{FF2B5EF4-FFF2-40B4-BE49-F238E27FC236}">
                      <a16:creationId xmlns:a16="http://schemas.microsoft.com/office/drawing/2014/main" id="{C88491E1-4D5C-4693-9DE1-095DCEC6AD5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2179" y="4562386"/>
                  <a:ext cx="2337085" cy="475488"/>
                </a:xfrm>
                <a:prstGeom prst="rect">
                  <a:avLst/>
                </a:prstGeom>
                <a:blipFill>
                  <a:blip r:embed="rId3"/>
                  <a:stretch>
                    <a:fillRect b="-8974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D503A3E9-6BE2-40D8-876D-A6B94A07EEC4}"/>
                    </a:ext>
                  </a:extLst>
                </p:cNvPr>
                <p:cNvSpPr txBox="1"/>
                <p:nvPr/>
              </p:nvSpPr>
              <p:spPr>
                <a:xfrm>
                  <a:off x="6844125" y="5365711"/>
                  <a:ext cx="15698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ourier New" panose="02070309020205020404" pitchFamily="49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ourier New" panose="02070309020205020404" pitchFamily="49" charset="0"/>
                              </a:rPr>
                              <m:t>𝑃𝐾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ourier New" panose="02070309020205020404" pitchFamily="49" charset="0"/>
                              </a:rPr>
                              <m:t>𝑚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ourier New" panose="02070309020205020404" pitchFamily="49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ourier New" panose="02070309020205020404" pitchFamily="49" charset="0"/>
                              </a:rPr>
                              <m:t>𝐷𝑎𝑡𝑎</m:t>
                            </m:r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D503A3E9-6BE2-40D8-876D-A6B94A07EE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4125" y="5365711"/>
                  <a:ext cx="1569880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484F1102-DC45-42B2-A894-7DC93E4AA2E1}"/>
                    </a:ext>
                  </a:extLst>
                </p:cNvPr>
                <p:cNvSpPr txBox="1"/>
                <p:nvPr/>
              </p:nvSpPr>
              <p:spPr>
                <a:xfrm>
                  <a:off x="2715781" y="5358882"/>
                  <a:ext cx="15698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ourier New" panose="02070309020205020404" pitchFamily="49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ourier New" panose="02070309020205020404" pitchFamily="49" charset="0"/>
                              </a:rPr>
                              <m:t>𝑃𝐾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ourier New" panose="02070309020205020404" pitchFamily="49" charset="0"/>
                              </a:rPr>
                              <m:t>𝑎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ourier New" panose="02070309020205020404" pitchFamily="49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ourier New" panose="02070309020205020404" pitchFamily="49" charset="0"/>
                              </a:rPr>
                              <m:t>𝐷𝑎𝑡𝑎</m:t>
                            </m:r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484F1102-DC45-42B2-A894-7DC93E4AA2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5781" y="5358882"/>
                  <a:ext cx="1569880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2C35101A-75BC-44F2-B20C-D5DCBEF3BE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90423" y="5072873"/>
              <a:ext cx="2696454" cy="583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BBADD183-BB6D-4B7B-BA8D-2B58711CF7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90423" y="5282423"/>
              <a:ext cx="2696454" cy="583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33A11B81-0E2B-4D12-9C9D-FD16C88EAA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76798" y="5073671"/>
              <a:ext cx="2696454" cy="583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C8CE4E57-9314-40AC-89D3-B46B1C0B70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76798" y="5283221"/>
              <a:ext cx="2696454" cy="583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5133946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1008C127-271E-45A2-9140-1A03909E41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4660619"/>
              </p:ext>
            </p:extLst>
          </p:nvPr>
        </p:nvGraphicFramePr>
        <p:xfrm>
          <a:off x="3994485" y="623413"/>
          <a:ext cx="5082139" cy="56092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2472">
                  <a:extLst>
                    <a:ext uri="{9D8B030D-6E8A-4147-A177-3AD203B41FA5}">
                      <a16:colId xmlns:a16="http://schemas.microsoft.com/office/drawing/2014/main" val="1995010187"/>
                    </a:ext>
                  </a:extLst>
                </a:gridCol>
                <a:gridCol w="1549667">
                  <a:extLst>
                    <a:ext uri="{9D8B030D-6E8A-4147-A177-3AD203B41FA5}">
                      <a16:colId xmlns:a16="http://schemas.microsoft.com/office/drawing/2014/main" val="162764765"/>
                    </a:ext>
                  </a:extLst>
                </a:gridCol>
              </a:tblGrid>
              <a:tr h="627871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Free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44863"/>
                  </a:ext>
                </a:extLst>
              </a:tr>
              <a:tr h="673769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BIOS</a:t>
                      </a:r>
                      <a:endParaRPr lang="zh-CN" altLang="en-US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45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256 KB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1492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Video Memory</a:t>
                      </a:r>
                      <a:endParaRPr lang="zh-CN" altLang="en-US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45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128 KB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250704"/>
                  </a:ext>
                </a:extLst>
              </a:tr>
              <a:tr h="1092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Extended BIOS Data Area</a:t>
                      </a:r>
                      <a:endParaRPr lang="zh-CN" altLang="en-US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45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639 KB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0730604"/>
                  </a:ext>
                </a:extLst>
              </a:tr>
              <a:tr h="1078029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Free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638 KB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0954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Loaded Boot Sector</a:t>
                      </a:r>
                      <a:endParaRPr lang="zh-CN" altLang="en-US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45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512 Bytes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6174188"/>
                  </a:ext>
                </a:extLst>
              </a:tr>
              <a:tr h="653983"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435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BIOS Data Area</a:t>
                      </a:r>
                      <a:endParaRPr lang="zh-CN" altLang="en-US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45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256 Bytes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1141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Interrupt Vector Table</a:t>
                      </a:r>
                      <a:endParaRPr lang="zh-CN" altLang="en-US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45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 KB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7298636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3B69AC2A-CDE6-42BD-ADDB-EEAFD1473C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2090952"/>
              </p:ext>
            </p:extLst>
          </p:nvPr>
        </p:nvGraphicFramePr>
        <p:xfrm>
          <a:off x="2695074" y="1056551"/>
          <a:ext cx="1299411" cy="53298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9411">
                  <a:extLst>
                    <a:ext uri="{9D8B030D-6E8A-4147-A177-3AD203B41FA5}">
                      <a16:colId xmlns:a16="http://schemas.microsoft.com/office/drawing/2014/main" val="1995010187"/>
                    </a:ext>
                  </a:extLst>
                </a:gridCol>
              </a:tblGrid>
              <a:tr h="232926">
                <a:tc>
                  <a:txBody>
                    <a:bodyPr/>
                    <a:lstStyle/>
                    <a:p>
                      <a:pPr algn="r"/>
                      <a:r>
                        <a:rPr lang="en-US" altLang="zh-CN" b="0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0x100000</a:t>
                      </a:r>
                      <a:endParaRPr lang="zh-CN" altLang="en-US" b="0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1492880"/>
                  </a:ext>
                </a:extLst>
              </a:tr>
              <a:tr h="129276">
                <a:tc>
                  <a:txBody>
                    <a:bodyPr/>
                    <a:lstStyle/>
                    <a:p>
                      <a:pPr algn="r"/>
                      <a:endParaRPr lang="zh-CN" altLang="en-US" sz="1400" b="0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081869"/>
                  </a:ext>
                </a:extLst>
              </a:tr>
              <a:tr h="128202">
                <a:tc>
                  <a:txBody>
                    <a:bodyPr/>
                    <a:lstStyle/>
                    <a:p>
                      <a:pPr algn="r"/>
                      <a:r>
                        <a:rPr lang="en-US" altLang="zh-CN" b="0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0x0C0000</a:t>
                      </a:r>
                      <a:endParaRPr lang="zh-CN" altLang="en-US" b="0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250704"/>
                  </a:ext>
                </a:extLst>
              </a:tr>
              <a:tr h="377580">
                <a:tc>
                  <a:txBody>
                    <a:bodyPr/>
                    <a:lstStyle/>
                    <a:p>
                      <a:pPr algn="r"/>
                      <a:r>
                        <a:rPr lang="en-US" altLang="zh-CN" b="0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0x0A0000</a:t>
                      </a:r>
                      <a:endParaRPr lang="zh-CN" altLang="en-US" b="0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0730604"/>
                  </a:ext>
                </a:extLst>
              </a:tr>
              <a:tr h="734762">
                <a:tc>
                  <a:txBody>
                    <a:bodyPr/>
                    <a:lstStyle/>
                    <a:p>
                      <a:pPr algn="r"/>
                      <a:endParaRPr lang="zh-CN" altLang="en-US" b="0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656454"/>
                  </a:ext>
                </a:extLst>
              </a:tr>
              <a:tr h="372681">
                <a:tc>
                  <a:txBody>
                    <a:bodyPr/>
                    <a:lstStyle/>
                    <a:p>
                      <a:pPr algn="r"/>
                      <a:r>
                        <a:rPr lang="en-US" altLang="zh-CN" b="0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0x09FC00</a:t>
                      </a:r>
                      <a:endParaRPr lang="zh-CN" altLang="en-US" b="0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0954633"/>
                  </a:ext>
                </a:extLst>
              </a:tr>
              <a:tr h="705348">
                <a:tc>
                  <a:txBody>
                    <a:bodyPr/>
                    <a:lstStyle/>
                    <a:p>
                      <a:pPr algn="r"/>
                      <a:endParaRPr lang="zh-CN" altLang="en-US" b="0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6640331"/>
                  </a:ext>
                </a:extLst>
              </a:tr>
              <a:tr h="128202">
                <a:tc>
                  <a:txBody>
                    <a:bodyPr/>
                    <a:lstStyle/>
                    <a:p>
                      <a:pPr algn="r"/>
                      <a:r>
                        <a:rPr lang="en-US" altLang="zh-CN" b="0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0x007E00</a:t>
                      </a:r>
                      <a:endParaRPr lang="zh-CN" altLang="en-US" b="0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6174188"/>
                  </a:ext>
                </a:extLst>
              </a:tr>
              <a:tr h="226086">
                <a:tc>
                  <a:txBody>
                    <a:bodyPr/>
                    <a:lstStyle/>
                    <a:p>
                      <a:pPr algn="r"/>
                      <a:r>
                        <a:rPr lang="en-US" altLang="zh-CN" b="0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0x007C00</a:t>
                      </a:r>
                      <a:endParaRPr lang="zh-CN" altLang="en-US" b="0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435195"/>
                  </a:ext>
                </a:extLst>
              </a:tr>
              <a:tr h="128202">
                <a:tc>
                  <a:txBody>
                    <a:bodyPr/>
                    <a:lstStyle/>
                    <a:p>
                      <a:pPr algn="r"/>
                      <a:endParaRPr lang="zh-CN" altLang="en-US" sz="1200" b="0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3279008"/>
                  </a:ext>
                </a:extLst>
              </a:tr>
              <a:tr h="128202">
                <a:tc>
                  <a:txBody>
                    <a:bodyPr/>
                    <a:lstStyle/>
                    <a:p>
                      <a:pPr algn="r"/>
                      <a:r>
                        <a:rPr lang="en-US" altLang="zh-CN" b="0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0x000500</a:t>
                      </a:r>
                      <a:endParaRPr lang="zh-CN" altLang="en-US" b="0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1141325"/>
                  </a:ext>
                </a:extLst>
              </a:tr>
              <a:tr h="128202">
                <a:tc>
                  <a:txBody>
                    <a:bodyPr/>
                    <a:lstStyle/>
                    <a:p>
                      <a:pPr algn="r"/>
                      <a:r>
                        <a:rPr lang="en-US" altLang="zh-CN" b="0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0x000400</a:t>
                      </a:r>
                      <a:endParaRPr lang="zh-CN" altLang="en-US" b="0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7298636"/>
                  </a:ext>
                </a:extLst>
              </a:tr>
              <a:tr h="128202">
                <a:tc>
                  <a:txBody>
                    <a:bodyPr/>
                    <a:lstStyle/>
                    <a:p>
                      <a:pPr algn="r"/>
                      <a:r>
                        <a:rPr lang="en-US" altLang="zh-CN" b="0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0x000000</a:t>
                      </a:r>
                      <a:endParaRPr lang="zh-CN" altLang="en-US" b="0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2042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285678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7" name="组合 356">
            <a:extLst>
              <a:ext uri="{FF2B5EF4-FFF2-40B4-BE49-F238E27FC236}">
                <a16:creationId xmlns:a16="http://schemas.microsoft.com/office/drawing/2014/main" id="{6C96DD29-4FAB-427F-832D-A9DD7BFA029C}"/>
              </a:ext>
            </a:extLst>
          </p:cNvPr>
          <p:cNvGrpSpPr/>
          <p:nvPr/>
        </p:nvGrpSpPr>
        <p:grpSpPr>
          <a:xfrm>
            <a:off x="329292" y="1141061"/>
            <a:ext cx="5146202" cy="3484944"/>
            <a:chOff x="329292" y="1141061"/>
            <a:chExt cx="5146202" cy="3484944"/>
          </a:xfrm>
        </p:grpSpPr>
        <p:grpSp>
          <p:nvGrpSpPr>
            <p:cNvPr id="111" name="组合 110">
              <a:extLst>
                <a:ext uri="{FF2B5EF4-FFF2-40B4-BE49-F238E27FC236}">
                  <a16:creationId xmlns:a16="http://schemas.microsoft.com/office/drawing/2014/main" id="{1CAB09BF-F38C-49C6-82A2-53F73E4BB99F}"/>
                </a:ext>
              </a:extLst>
            </p:cNvPr>
            <p:cNvGrpSpPr/>
            <p:nvPr/>
          </p:nvGrpSpPr>
          <p:grpSpPr>
            <a:xfrm>
              <a:off x="329292" y="1141061"/>
              <a:ext cx="3196458" cy="3417332"/>
              <a:chOff x="1809749" y="1199118"/>
              <a:chExt cx="3196458" cy="3417332"/>
            </a:xfrm>
          </p:grpSpPr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CE871732-4754-4B77-9C3E-ABD3E0FC3256}"/>
                  </a:ext>
                </a:extLst>
              </p:cNvPr>
              <p:cNvGrpSpPr/>
              <p:nvPr/>
            </p:nvGrpSpPr>
            <p:grpSpPr>
              <a:xfrm>
                <a:off x="1809749" y="1803400"/>
                <a:ext cx="2178051" cy="2813050"/>
                <a:chOff x="1809749" y="1803400"/>
                <a:chExt cx="2178051" cy="2813050"/>
              </a:xfrm>
            </p:grpSpPr>
            <p:sp>
              <p:nvSpPr>
                <p:cNvPr id="16" name="矩形: 圆角 15">
                  <a:extLst>
                    <a:ext uri="{FF2B5EF4-FFF2-40B4-BE49-F238E27FC236}">
                      <a16:creationId xmlns:a16="http://schemas.microsoft.com/office/drawing/2014/main" id="{CBD9E12D-5203-489A-8166-F1F9CD0D5219}"/>
                    </a:ext>
                  </a:extLst>
                </p:cNvPr>
                <p:cNvSpPr/>
                <p:nvPr/>
              </p:nvSpPr>
              <p:spPr>
                <a:xfrm>
                  <a:off x="1809749" y="1803400"/>
                  <a:ext cx="2178051" cy="2813050"/>
                </a:xfrm>
                <a:prstGeom prst="roundRect">
                  <a:avLst>
                    <a:gd name="adj" fmla="val 7629"/>
                  </a:avLst>
                </a:prstGeom>
                <a:solidFill>
                  <a:srgbClr val="A32D0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19" name="组合 18">
                  <a:extLst>
                    <a:ext uri="{FF2B5EF4-FFF2-40B4-BE49-F238E27FC236}">
                      <a16:creationId xmlns:a16="http://schemas.microsoft.com/office/drawing/2014/main" id="{EEACCAB5-348A-4B5D-884A-0E40EEBF7C1C}"/>
                    </a:ext>
                  </a:extLst>
                </p:cNvPr>
                <p:cNvGrpSpPr/>
                <p:nvPr/>
              </p:nvGrpSpPr>
              <p:grpSpPr>
                <a:xfrm>
                  <a:off x="1934501" y="1955885"/>
                  <a:ext cx="1918714" cy="2158915"/>
                  <a:chOff x="1994594" y="1415492"/>
                  <a:chExt cx="1918714" cy="2158915"/>
                </a:xfrm>
              </p:grpSpPr>
              <p:sp>
                <p:nvSpPr>
                  <p:cNvPr id="17" name="椭圆 16">
                    <a:extLst>
                      <a:ext uri="{FF2B5EF4-FFF2-40B4-BE49-F238E27FC236}">
                        <a16:creationId xmlns:a16="http://schemas.microsoft.com/office/drawing/2014/main" id="{AF6D04FD-6FE1-4A2B-8507-BE2EF6A5A356}"/>
                      </a:ext>
                    </a:extLst>
                  </p:cNvPr>
                  <p:cNvSpPr/>
                  <p:nvPr/>
                </p:nvSpPr>
                <p:spPr>
                  <a:xfrm>
                    <a:off x="1994594" y="1415492"/>
                    <a:ext cx="1918713" cy="1918713"/>
                  </a:xfrm>
                  <a:prstGeom prst="ellipse">
                    <a:avLst/>
                  </a:prstGeom>
                  <a:solidFill>
                    <a:srgbClr val="5D170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8" name="矩形: 圆角 17">
                    <a:extLst>
                      <a:ext uri="{FF2B5EF4-FFF2-40B4-BE49-F238E27FC236}">
                        <a16:creationId xmlns:a16="http://schemas.microsoft.com/office/drawing/2014/main" id="{EF0125BC-305B-414C-89D9-93064F8DBB0B}"/>
                      </a:ext>
                    </a:extLst>
                  </p:cNvPr>
                  <p:cNvSpPr/>
                  <p:nvPr/>
                </p:nvSpPr>
                <p:spPr>
                  <a:xfrm>
                    <a:off x="1994594" y="2268272"/>
                    <a:ext cx="1918714" cy="1306135"/>
                  </a:xfrm>
                  <a:prstGeom prst="roundRect">
                    <a:avLst>
                      <a:gd name="adj" fmla="val 11071"/>
                    </a:avLst>
                  </a:prstGeom>
                  <a:solidFill>
                    <a:srgbClr val="5D170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5" name="组合 14">
                  <a:extLst>
                    <a:ext uri="{FF2B5EF4-FFF2-40B4-BE49-F238E27FC236}">
                      <a16:creationId xmlns:a16="http://schemas.microsoft.com/office/drawing/2014/main" id="{E2BDA3E7-A25F-49D6-84FB-FA4300AD62F9}"/>
                    </a:ext>
                  </a:extLst>
                </p:cNvPr>
                <p:cNvGrpSpPr/>
                <p:nvPr/>
              </p:nvGrpSpPr>
              <p:grpSpPr>
                <a:xfrm>
                  <a:off x="2053914" y="2075298"/>
                  <a:ext cx="1679886" cy="1679886"/>
                  <a:chOff x="1303912" y="149728"/>
                  <a:chExt cx="5713416" cy="5713416"/>
                </a:xfrm>
              </p:grpSpPr>
              <p:sp>
                <p:nvSpPr>
                  <p:cNvPr id="9" name="椭圆 8">
                    <a:extLst>
                      <a:ext uri="{FF2B5EF4-FFF2-40B4-BE49-F238E27FC236}">
                        <a16:creationId xmlns:a16="http://schemas.microsoft.com/office/drawing/2014/main" id="{29CF92E4-3466-429F-B57E-5B59431C4E12}"/>
                      </a:ext>
                    </a:extLst>
                  </p:cNvPr>
                  <p:cNvSpPr/>
                  <p:nvPr/>
                </p:nvSpPr>
                <p:spPr>
                  <a:xfrm>
                    <a:off x="1303912" y="149728"/>
                    <a:ext cx="5713416" cy="5713416"/>
                  </a:xfrm>
                  <a:prstGeom prst="ellipse">
                    <a:avLst/>
                  </a:prstGeom>
                  <a:solidFill>
                    <a:srgbClr val="F8CCB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" name="椭圆 9">
                    <a:extLst>
                      <a:ext uri="{FF2B5EF4-FFF2-40B4-BE49-F238E27FC236}">
                        <a16:creationId xmlns:a16="http://schemas.microsoft.com/office/drawing/2014/main" id="{4D30A4E6-5CF2-4274-8088-C0175EB5BFEA}"/>
                      </a:ext>
                    </a:extLst>
                  </p:cNvPr>
                  <p:cNvSpPr/>
                  <p:nvPr/>
                </p:nvSpPr>
                <p:spPr>
                  <a:xfrm>
                    <a:off x="1510865" y="356680"/>
                    <a:ext cx="5299510" cy="5299510"/>
                  </a:xfrm>
                  <a:prstGeom prst="ellipse">
                    <a:avLst/>
                  </a:prstGeom>
                  <a:solidFill>
                    <a:srgbClr val="FDEFE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1" name="椭圆 10">
                    <a:extLst>
                      <a:ext uri="{FF2B5EF4-FFF2-40B4-BE49-F238E27FC236}">
                        <a16:creationId xmlns:a16="http://schemas.microsoft.com/office/drawing/2014/main" id="{CF056C92-41A0-419C-80AF-72DB210ECF58}"/>
                      </a:ext>
                    </a:extLst>
                  </p:cNvPr>
                  <p:cNvSpPr/>
                  <p:nvPr/>
                </p:nvSpPr>
                <p:spPr>
                  <a:xfrm>
                    <a:off x="1720415" y="566231"/>
                    <a:ext cx="4880410" cy="4880410"/>
                  </a:xfrm>
                  <a:prstGeom prst="ellipse">
                    <a:avLst/>
                  </a:prstGeom>
                  <a:solidFill>
                    <a:srgbClr val="F8CCB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2" name="椭圆 11">
                    <a:extLst>
                      <a:ext uri="{FF2B5EF4-FFF2-40B4-BE49-F238E27FC236}">
                        <a16:creationId xmlns:a16="http://schemas.microsoft.com/office/drawing/2014/main" id="{DD581989-6A86-4A9A-A5A5-95EF5709888B}"/>
                      </a:ext>
                    </a:extLst>
                  </p:cNvPr>
                  <p:cNvSpPr/>
                  <p:nvPr/>
                </p:nvSpPr>
                <p:spPr>
                  <a:xfrm>
                    <a:off x="1939490" y="785305"/>
                    <a:ext cx="4442260" cy="4442260"/>
                  </a:xfrm>
                  <a:prstGeom prst="ellipse">
                    <a:avLst/>
                  </a:prstGeom>
                  <a:solidFill>
                    <a:srgbClr val="FDEFE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3" name="椭圆 12">
                    <a:extLst>
                      <a:ext uri="{FF2B5EF4-FFF2-40B4-BE49-F238E27FC236}">
                        <a16:creationId xmlns:a16="http://schemas.microsoft.com/office/drawing/2014/main" id="{6BDECAC8-6190-4623-B44A-0C6CC50213FC}"/>
                      </a:ext>
                    </a:extLst>
                  </p:cNvPr>
                  <p:cNvSpPr/>
                  <p:nvPr/>
                </p:nvSpPr>
                <p:spPr>
                  <a:xfrm>
                    <a:off x="2149040" y="994856"/>
                    <a:ext cx="4023160" cy="4023160"/>
                  </a:xfrm>
                  <a:prstGeom prst="ellipse">
                    <a:avLst/>
                  </a:prstGeom>
                  <a:solidFill>
                    <a:srgbClr val="F8CCB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4" name="椭圆 13">
                    <a:extLst>
                      <a:ext uri="{FF2B5EF4-FFF2-40B4-BE49-F238E27FC236}">
                        <a16:creationId xmlns:a16="http://schemas.microsoft.com/office/drawing/2014/main" id="{45A62CE8-0245-44AA-B901-22EE83BF1613}"/>
                      </a:ext>
                    </a:extLst>
                  </p:cNvPr>
                  <p:cNvSpPr/>
                  <p:nvPr/>
                </p:nvSpPr>
                <p:spPr>
                  <a:xfrm>
                    <a:off x="2341178" y="1186993"/>
                    <a:ext cx="3638884" cy="3638884"/>
                  </a:xfrm>
                  <a:prstGeom prst="ellipse">
                    <a:avLst/>
                  </a:prstGeom>
                  <a:solidFill>
                    <a:srgbClr val="FDEFE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" name="椭圆 1">
                    <a:extLst>
                      <a:ext uri="{FF2B5EF4-FFF2-40B4-BE49-F238E27FC236}">
                        <a16:creationId xmlns:a16="http://schemas.microsoft.com/office/drawing/2014/main" id="{8E4A9FD4-294E-4FF6-BBE8-EF6C325D356D}"/>
                      </a:ext>
                    </a:extLst>
                  </p:cNvPr>
                  <p:cNvSpPr/>
                  <p:nvPr/>
                </p:nvSpPr>
                <p:spPr>
                  <a:xfrm>
                    <a:off x="2507970" y="1347948"/>
                    <a:ext cx="3305299" cy="3305299"/>
                  </a:xfrm>
                  <a:prstGeom prst="ellipse">
                    <a:avLst/>
                  </a:prstGeom>
                  <a:solidFill>
                    <a:srgbClr val="F8CCB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" name="椭圆 2">
                    <a:extLst>
                      <a:ext uri="{FF2B5EF4-FFF2-40B4-BE49-F238E27FC236}">
                        <a16:creationId xmlns:a16="http://schemas.microsoft.com/office/drawing/2014/main" id="{21C8499B-21CA-4F2E-9982-5423CEF529B5}"/>
                      </a:ext>
                    </a:extLst>
                  </p:cNvPr>
                  <p:cNvSpPr/>
                  <p:nvPr/>
                </p:nvSpPr>
                <p:spPr>
                  <a:xfrm>
                    <a:off x="2697679" y="1537656"/>
                    <a:ext cx="2925882" cy="2925882"/>
                  </a:xfrm>
                  <a:prstGeom prst="ellipse">
                    <a:avLst/>
                  </a:prstGeom>
                  <a:solidFill>
                    <a:srgbClr val="FDEFE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" name="椭圆 4">
                    <a:extLst>
                      <a:ext uri="{FF2B5EF4-FFF2-40B4-BE49-F238E27FC236}">
                        <a16:creationId xmlns:a16="http://schemas.microsoft.com/office/drawing/2014/main" id="{3BC4ED91-A849-4713-9C1B-E6EC1498DB2E}"/>
                      </a:ext>
                    </a:extLst>
                  </p:cNvPr>
                  <p:cNvSpPr/>
                  <p:nvPr/>
                </p:nvSpPr>
                <p:spPr>
                  <a:xfrm>
                    <a:off x="2871157" y="1711135"/>
                    <a:ext cx="2578926" cy="2578926"/>
                  </a:xfrm>
                  <a:prstGeom prst="ellipse">
                    <a:avLst/>
                  </a:prstGeom>
                  <a:solidFill>
                    <a:srgbClr val="F8CCB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" name="椭圆 5">
                    <a:extLst>
                      <a:ext uri="{FF2B5EF4-FFF2-40B4-BE49-F238E27FC236}">
                        <a16:creationId xmlns:a16="http://schemas.microsoft.com/office/drawing/2014/main" id="{BC97051A-5446-45A0-9C2F-2B7833C0F5D3}"/>
                      </a:ext>
                    </a:extLst>
                  </p:cNvPr>
                  <p:cNvSpPr/>
                  <p:nvPr/>
                </p:nvSpPr>
                <p:spPr>
                  <a:xfrm>
                    <a:off x="3093920" y="1933897"/>
                    <a:ext cx="2133400" cy="2133400"/>
                  </a:xfrm>
                  <a:prstGeom prst="ellipse">
                    <a:avLst/>
                  </a:prstGeom>
                  <a:solidFill>
                    <a:srgbClr val="FDEFE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" name="椭圆 6">
                    <a:extLst>
                      <a:ext uri="{FF2B5EF4-FFF2-40B4-BE49-F238E27FC236}">
                        <a16:creationId xmlns:a16="http://schemas.microsoft.com/office/drawing/2014/main" id="{7755CFA1-B7EC-4ED0-A472-8BEB9BD22D30}"/>
                      </a:ext>
                    </a:extLst>
                  </p:cNvPr>
                  <p:cNvSpPr/>
                  <p:nvPr/>
                </p:nvSpPr>
                <p:spPr>
                  <a:xfrm>
                    <a:off x="3299660" y="2139638"/>
                    <a:ext cx="1721920" cy="172192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23" name="组合 22">
                  <a:extLst>
                    <a:ext uri="{FF2B5EF4-FFF2-40B4-BE49-F238E27FC236}">
                      <a16:creationId xmlns:a16="http://schemas.microsoft.com/office/drawing/2014/main" id="{FF2AAC5A-3B8A-4BBF-BE12-33D8D9441786}"/>
                    </a:ext>
                  </a:extLst>
                </p:cNvPr>
                <p:cNvGrpSpPr/>
                <p:nvPr/>
              </p:nvGrpSpPr>
              <p:grpSpPr>
                <a:xfrm rot="18718755">
                  <a:off x="1985700" y="3454702"/>
                  <a:ext cx="868674" cy="316497"/>
                  <a:chOff x="1060204" y="4808556"/>
                  <a:chExt cx="868674" cy="316497"/>
                </a:xfrm>
              </p:grpSpPr>
              <p:sp>
                <p:nvSpPr>
                  <p:cNvPr id="22" name="矩形: 圆角 21">
                    <a:extLst>
                      <a:ext uri="{FF2B5EF4-FFF2-40B4-BE49-F238E27FC236}">
                        <a16:creationId xmlns:a16="http://schemas.microsoft.com/office/drawing/2014/main" id="{BAA7E21C-1A9E-4AF7-8A80-1B10C2591058}"/>
                      </a:ext>
                    </a:extLst>
                  </p:cNvPr>
                  <p:cNvSpPr/>
                  <p:nvPr/>
                </p:nvSpPr>
                <p:spPr>
                  <a:xfrm>
                    <a:off x="1218452" y="4905827"/>
                    <a:ext cx="710426" cy="131480"/>
                  </a:xfrm>
                  <a:prstGeom prst="roundRect">
                    <a:avLst>
                      <a:gd name="adj" fmla="val 38782"/>
                    </a:avLst>
                  </a:prstGeom>
                  <a:solidFill>
                    <a:srgbClr val="D7451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" name="椭圆 19">
                    <a:extLst>
                      <a:ext uri="{FF2B5EF4-FFF2-40B4-BE49-F238E27FC236}">
                        <a16:creationId xmlns:a16="http://schemas.microsoft.com/office/drawing/2014/main" id="{44E7FFEB-4B1D-4E06-A25F-29A7FEBA5325}"/>
                      </a:ext>
                    </a:extLst>
                  </p:cNvPr>
                  <p:cNvSpPr/>
                  <p:nvPr/>
                </p:nvSpPr>
                <p:spPr>
                  <a:xfrm>
                    <a:off x="1060204" y="4808556"/>
                    <a:ext cx="316497" cy="31649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rgbClr val="E6E6E6"/>
                      </a:solidFill>
                    </a:endParaRPr>
                  </a:p>
                </p:txBody>
              </p:sp>
              <p:sp>
                <p:nvSpPr>
                  <p:cNvPr id="21" name="椭圆 20">
                    <a:extLst>
                      <a:ext uri="{FF2B5EF4-FFF2-40B4-BE49-F238E27FC236}">
                        <a16:creationId xmlns:a16="http://schemas.microsoft.com/office/drawing/2014/main" id="{9C769506-9D49-4BBF-8BD0-A39CDD439689}"/>
                      </a:ext>
                    </a:extLst>
                  </p:cNvPr>
                  <p:cNvSpPr/>
                  <p:nvPr/>
                </p:nvSpPr>
                <p:spPr>
                  <a:xfrm>
                    <a:off x="1111725" y="4860077"/>
                    <a:ext cx="213456" cy="213456"/>
                  </a:xfrm>
                  <a:prstGeom prst="ellipse">
                    <a:avLst/>
                  </a:prstGeom>
                  <a:solidFill>
                    <a:srgbClr val="E6E6E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rgbClr val="E6E6E6"/>
                      </a:solidFill>
                    </a:endParaRPr>
                  </a:p>
                </p:txBody>
              </p:sp>
            </p:grpSp>
            <p:sp>
              <p:nvSpPr>
                <p:cNvPr id="24" name="矩形: 圆角 23">
                  <a:extLst>
                    <a:ext uri="{FF2B5EF4-FFF2-40B4-BE49-F238E27FC236}">
                      <a16:creationId xmlns:a16="http://schemas.microsoft.com/office/drawing/2014/main" id="{FC65A803-15BE-4331-9946-7BA009116FFD}"/>
                    </a:ext>
                  </a:extLst>
                </p:cNvPr>
                <p:cNvSpPr/>
                <p:nvPr/>
              </p:nvSpPr>
              <p:spPr>
                <a:xfrm>
                  <a:off x="3147000" y="3770707"/>
                  <a:ext cx="587990" cy="201727"/>
                </a:xfrm>
                <a:prstGeom prst="roundRect">
                  <a:avLst>
                    <a:gd name="adj" fmla="val 22256"/>
                  </a:avLst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6F6EF90A-6B22-416F-8D87-27995D84DBBA}"/>
                    </a:ext>
                  </a:extLst>
                </p:cNvPr>
                <p:cNvSpPr/>
                <p:nvPr/>
              </p:nvSpPr>
              <p:spPr>
                <a:xfrm>
                  <a:off x="2865008" y="2707284"/>
                  <a:ext cx="71800" cy="718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E6E6E6"/>
                    </a:solidFill>
                  </a:endParaRPr>
                </a:p>
              </p:txBody>
            </p:sp>
            <p:sp>
              <p:nvSpPr>
                <p:cNvPr id="26" name="椭圆 25">
                  <a:extLst>
                    <a:ext uri="{FF2B5EF4-FFF2-40B4-BE49-F238E27FC236}">
                      <a16:creationId xmlns:a16="http://schemas.microsoft.com/office/drawing/2014/main" id="{0CC520D6-20EE-4882-AB9E-3B4DCEF85933}"/>
                    </a:ext>
                  </a:extLst>
                </p:cNvPr>
                <p:cNvSpPr/>
                <p:nvPr/>
              </p:nvSpPr>
              <p:spPr>
                <a:xfrm>
                  <a:off x="3007158" y="2801171"/>
                  <a:ext cx="71800" cy="718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E6E6E6"/>
                    </a:solidFill>
                  </a:endParaRPr>
                </a:p>
              </p:txBody>
            </p:sp>
            <p:sp>
              <p:nvSpPr>
                <p:cNvPr id="27" name="椭圆 26">
                  <a:extLst>
                    <a:ext uri="{FF2B5EF4-FFF2-40B4-BE49-F238E27FC236}">
                      <a16:creationId xmlns:a16="http://schemas.microsoft.com/office/drawing/2014/main" id="{7034EF58-C6A1-4BBF-B36D-98FA343B10D6}"/>
                    </a:ext>
                  </a:extLst>
                </p:cNvPr>
                <p:cNvSpPr/>
                <p:nvPr/>
              </p:nvSpPr>
              <p:spPr>
                <a:xfrm>
                  <a:off x="3007158" y="2967215"/>
                  <a:ext cx="71800" cy="718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E6E6E6"/>
                    </a:solidFill>
                  </a:endParaRPr>
                </a:p>
              </p:txBody>
            </p:sp>
            <p:sp>
              <p:nvSpPr>
                <p:cNvPr id="28" name="椭圆 27">
                  <a:extLst>
                    <a:ext uri="{FF2B5EF4-FFF2-40B4-BE49-F238E27FC236}">
                      <a16:creationId xmlns:a16="http://schemas.microsoft.com/office/drawing/2014/main" id="{A423A0EF-8BAB-4945-9750-93BB572C05BB}"/>
                    </a:ext>
                  </a:extLst>
                </p:cNvPr>
                <p:cNvSpPr/>
                <p:nvPr/>
              </p:nvSpPr>
              <p:spPr>
                <a:xfrm>
                  <a:off x="2710425" y="2798994"/>
                  <a:ext cx="71800" cy="718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E6E6E6"/>
                    </a:solidFill>
                  </a:endParaRPr>
                </a:p>
              </p:txBody>
            </p:sp>
            <p:sp>
              <p:nvSpPr>
                <p:cNvPr id="29" name="椭圆 28">
                  <a:extLst>
                    <a:ext uri="{FF2B5EF4-FFF2-40B4-BE49-F238E27FC236}">
                      <a16:creationId xmlns:a16="http://schemas.microsoft.com/office/drawing/2014/main" id="{260A61D4-AB05-4560-B5B1-F85C1DFB65A3}"/>
                    </a:ext>
                  </a:extLst>
                </p:cNvPr>
                <p:cNvSpPr/>
                <p:nvPr/>
              </p:nvSpPr>
              <p:spPr>
                <a:xfrm>
                  <a:off x="2713373" y="2966074"/>
                  <a:ext cx="71800" cy="718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E6E6E6"/>
                    </a:solidFill>
                  </a:endParaRPr>
                </a:p>
              </p:txBody>
            </p:sp>
            <p:sp>
              <p:nvSpPr>
                <p:cNvPr id="30" name="椭圆 29">
                  <a:extLst>
                    <a:ext uri="{FF2B5EF4-FFF2-40B4-BE49-F238E27FC236}">
                      <a16:creationId xmlns:a16="http://schemas.microsoft.com/office/drawing/2014/main" id="{CD5A1913-2760-496B-A195-3A0FC314A537}"/>
                    </a:ext>
                  </a:extLst>
                </p:cNvPr>
                <p:cNvSpPr/>
                <p:nvPr/>
              </p:nvSpPr>
              <p:spPr>
                <a:xfrm>
                  <a:off x="2865008" y="3053490"/>
                  <a:ext cx="71800" cy="718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E6E6E6"/>
                    </a:solidFill>
                  </a:endParaRPr>
                </a:p>
              </p:txBody>
            </p:sp>
            <p:sp>
              <p:nvSpPr>
                <p:cNvPr id="31" name="椭圆 30">
                  <a:extLst>
                    <a:ext uri="{FF2B5EF4-FFF2-40B4-BE49-F238E27FC236}">
                      <a16:creationId xmlns:a16="http://schemas.microsoft.com/office/drawing/2014/main" id="{0FCD31FE-7960-47EA-A6A4-67E6413C1F0C}"/>
                    </a:ext>
                  </a:extLst>
                </p:cNvPr>
                <p:cNvSpPr/>
                <p:nvPr/>
              </p:nvSpPr>
              <p:spPr>
                <a:xfrm>
                  <a:off x="2840994" y="2861278"/>
                  <a:ext cx="119828" cy="119828"/>
                </a:xfrm>
                <a:prstGeom prst="ellipse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E6E6E6"/>
                    </a:solidFill>
                  </a:endParaRPr>
                </a:p>
              </p:txBody>
            </p:sp>
            <p:sp>
              <p:nvSpPr>
                <p:cNvPr id="32" name="椭圆 31">
                  <a:extLst>
                    <a:ext uri="{FF2B5EF4-FFF2-40B4-BE49-F238E27FC236}">
                      <a16:creationId xmlns:a16="http://schemas.microsoft.com/office/drawing/2014/main" id="{1F80648E-4914-41F3-B81A-FB3EBC6A1C7D}"/>
                    </a:ext>
                  </a:extLst>
                </p:cNvPr>
                <p:cNvSpPr/>
                <p:nvPr/>
              </p:nvSpPr>
              <p:spPr>
                <a:xfrm>
                  <a:off x="1898601" y="4355179"/>
                  <a:ext cx="186045" cy="186045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E6E6E6"/>
                    </a:solidFill>
                  </a:endParaRPr>
                </a:p>
              </p:txBody>
            </p:sp>
            <p:sp>
              <p:nvSpPr>
                <p:cNvPr id="33" name="椭圆 32">
                  <a:extLst>
                    <a:ext uri="{FF2B5EF4-FFF2-40B4-BE49-F238E27FC236}">
                      <a16:creationId xmlns:a16="http://schemas.microsoft.com/office/drawing/2014/main" id="{E61A40C2-CAE6-4FC8-A2C6-F0F572C46626}"/>
                    </a:ext>
                  </a:extLst>
                </p:cNvPr>
                <p:cNvSpPr/>
                <p:nvPr/>
              </p:nvSpPr>
              <p:spPr>
                <a:xfrm>
                  <a:off x="3733800" y="4355179"/>
                  <a:ext cx="186045" cy="186045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E6E6E6"/>
                    </a:solidFill>
                  </a:endParaRPr>
                </a:p>
              </p:txBody>
            </p:sp>
            <p:sp>
              <p:nvSpPr>
                <p:cNvPr id="34" name="椭圆 33">
                  <a:extLst>
                    <a:ext uri="{FF2B5EF4-FFF2-40B4-BE49-F238E27FC236}">
                      <a16:creationId xmlns:a16="http://schemas.microsoft.com/office/drawing/2014/main" id="{B36B5B94-0F72-49E0-B82D-532136D84B25}"/>
                    </a:ext>
                  </a:extLst>
                </p:cNvPr>
                <p:cNvSpPr/>
                <p:nvPr/>
              </p:nvSpPr>
              <p:spPr>
                <a:xfrm>
                  <a:off x="3733800" y="1873730"/>
                  <a:ext cx="186045" cy="186045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E6E6E6"/>
                    </a:solidFill>
                  </a:endParaRPr>
                </a:p>
              </p:txBody>
            </p:sp>
            <p:sp>
              <p:nvSpPr>
                <p:cNvPr id="35" name="椭圆 34">
                  <a:extLst>
                    <a:ext uri="{FF2B5EF4-FFF2-40B4-BE49-F238E27FC236}">
                      <a16:creationId xmlns:a16="http://schemas.microsoft.com/office/drawing/2014/main" id="{86A21238-B422-4C94-AD47-9D3B075BBEFD}"/>
                    </a:ext>
                  </a:extLst>
                </p:cNvPr>
                <p:cNvSpPr/>
                <p:nvPr/>
              </p:nvSpPr>
              <p:spPr>
                <a:xfrm>
                  <a:off x="1898601" y="1873730"/>
                  <a:ext cx="186045" cy="186045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E6E6E6"/>
                    </a:solidFill>
                  </a:endParaRPr>
                </a:p>
              </p:txBody>
            </p:sp>
          </p:grpSp>
          <p:sp>
            <p:nvSpPr>
              <p:cNvPr id="63" name="任意多边形: 形状 62">
                <a:extLst>
                  <a:ext uri="{FF2B5EF4-FFF2-40B4-BE49-F238E27FC236}">
                    <a16:creationId xmlns:a16="http://schemas.microsoft.com/office/drawing/2014/main" id="{6C1028A3-D10B-412F-BC98-436721A1610B}"/>
                  </a:ext>
                </a:extLst>
              </p:cNvPr>
              <p:cNvSpPr/>
              <p:nvPr/>
            </p:nvSpPr>
            <p:spPr>
              <a:xfrm rot="1325086">
                <a:off x="2920316" y="3090983"/>
                <a:ext cx="659555" cy="591183"/>
              </a:xfrm>
              <a:custGeom>
                <a:avLst/>
                <a:gdLst>
                  <a:gd name="connsiteX0" fmla="*/ 74225 w 659555"/>
                  <a:gd name="connsiteY0" fmla="*/ 0 h 591183"/>
                  <a:gd name="connsiteX1" fmla="*/ 659555 w 659555"/>
                  <a:gd name="connsiteY1" fmla="*/ 0 h 591183"/>
                  <a:gd name="connsiteX2" fmla="*/ 516106 w 659555"/>
                  <a:gd name="connsiteY2" fmla="*/ 469620 h 591183"/>
                  <a:gd name="connsiteX3" fmla="*/ 415809 w 659555"/>
                  <a:gd name="connsiteY3" fmla="*/ 591183 h 591183"/>
                  <a:gd name="connsiteX4" fmla="*/ 0 w 659555"/>
                  <a:gd name="connsiteY4" fmla="*/ 175976 h 591183"/>
                  <a:gd name="connsiteX5" fmla="*/ 421 w 659555"/>
                  <a:gd name="connsiteY5" fmla="*/ 175628 h 591183"/>
                  <a:gd name="connsiteX6" fmla="*/ 69422 w 659555"/>
                  <a:gd name="connsiteY6" fmla="*/ 47645 h 591183"/>
                  <a:gd name="connsiteX7" fmla="*/ 74225 w 659555"/>
                  <a:gd name="connsiteY7" fmla="*/ 0 h 5911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59555" h="591183">
                    <a:moveTo>
                      <a:pt x="74225" y="0"/>
                    </a:moveTo>
                    <a:lnTo>
                      <a:pt x="659555" y="0"/>
                    </a:lnTo>
                    <a:cubicBezTo>
                      <a:pt x="659555" y="173958"/>
                      <a:pt x="606672" y="335565"/>
                      <a:pt x="516106" y="469620"/>
                    </a:cubicBezTo>
                    <a:lnTo>
                      <a:pt x="415809" y="591183"/>
                    </a:lnTo>
                    <a:lnTo>
                      <a:pt x="0" y="175976"/>
                    </a:lnTo>
                    <a:lnTo>
                      <a:pt x="421" y="175628"/>
                    </a:lnTo>
                    <a:cubicBezTo>
                      <a:pt x="34779" y="141271"/>
                      <a:pt x="59306" y="97083"/>
                      <a:pt x="69422" y="47645"/>
                    </a:cubicBezTo>
                    <a:lnTo>
                      <a:pt x="74225" y="0"/>
                    </a:lnTo>
                    <a:close/>
                  </a:path>
                </a:pathLst>
              </a:custGeom>
              <a:solidFill>
                <a:srgbClr val="D74514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1729CE39-FA9C-44BB-BA97-D21C6E6C822A}"/>
                  </a:ext>
                </a:extLst>
              </p:cNvPr>
              <p:cNvSpPr/>
              <p:nvPr/>
            </p:nvSpPr>
            <p:spPr>
              <a:xfrm>
                <a:off x="3958609" y="3734690"/>
                <a:ext cx="1047598" cy="475488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Courier New" panose="02070309020205020404" pitchFamily="49" charset="0"/>
                  </a:rPr>
                  <a:t>Sectors</a:t>
                </a:r>
                <a:endPara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endParaRPr>
              </a:p>
            </p:txBody>
          </p:sp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04F73A39-51F5-453C-89A2-D9F1BDE1920C}"/>
                  </a:ext>
                </a:extLst>
              </p:cNvPr>
              <p:cNvSpPr/>
              <p:nvPr/>
            </p:nvSpPr>
            <p:spPr>
              <a:xfrm>
                <a:off x="1839019" y="1199118"/>
                <a:ext cx="2109674" cy="475488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Courier New" panose="02070309020205020404" pitchFamily="49" charset="0"/>
                  </a:rPr>
                  <a:t>Cylinders (tracks)</a:t>
                </a:r>
                <a:endPara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68" name="直接箭头连接符 67">
                <a:extLst>
                  <a:ext uri="{FF2B5EF4-FFF2-40B4-BE49-F238E27FC236}">
                    <a16:creationId xmlns:a16="http://schemas.microsoft.com/office/drawing/2014/main" id="{3F9A73DF-283F-4967-BCD1-C36B7A7FF0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79777" y="3399444"/>
                <a:ext cx="780743" cy="38502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接箭头连接符 70">
                <a:extLst>
                  <a:ext uri="{FF2B5EF4-FFF2-40B4-BE49-F238E27FC236}">
                    <a16:creationId xmlns:a16="http://schemas.microsoft.com/office/drawing/2014/main" id="{603F7845-BF88-4508-816B-A9C2A6061D4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02402" y="1619043"/>
                <a:ext cx="9589" cy="74225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箭头连接符 73">
                <a:extLst>
                  <a:ext uri="{FF2B5EF4-FFF2-40B4-BE49-F238E27FC236}">
                    <a16:creationId xmlns:a16="http://schemas.microsoft.com/office/drawing/2014/main" id="{F9657E05-055A-4BA0-AAE0-46421152032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450610" y="1616253"/>
                <a:ext cx="1937" cy="70753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箭头连接符 77">
                <a:extLst>
                  <a:ext uri="{FF2B5EF4-FFF2-40B4-BE49-F238E27FC236}">
                    <a16:creationId xmlns:a16="http://schemas.microsoft.com/office/drawing/2014/main" id="{C7EB0BE9-23C2-46E4-8FC1-D2F83858F9B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596621" y="1612889"/>
                <a:ext cx="3439" cy="69412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箭头连接符 79">
                <a:extLst>
                  <a:ext uri="{FF2B5EF4-FFF2-40B4-BE49-F238E27FC236}">
                    <a16:creationId xmlns:a16="http://schemas.microsoft.com/office/drawing/2014/main" id="{472F9976-C631-4032-9739-DDDF2773872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36850" y="1612012"/>
                <a:ext cx="1605" cy="69621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接箭头连接符 81">
                <a:extLst>
                  <a:ext uri="{FF2B5EF4-FFF2-40B4-BE49-F238E27FC236}">
                    <a16:creationId xmlns:a16="http://schemas.microsoft.com/office/drawing/2014/main" id="{E0BEBFCC-FF2E-4244-B4CF-75181DC187B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880510" y="1610519"/>
                <a:ext cx="12094" cy="73884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箭头连接符 86">
                <a:extLst>
                  <a:ext uri="{FF2B5EF4-FFF2-40B4-BE49-F238E27FC236}">
                    <a16:creationId xmlns:a16="http://schemas.microsoft.com/office/drawing/2014/main" id="{A30BCFF2-CD76-4F81-882B-213F8FB5752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87181" y="1604499"/>
                <a:ext cx="37724" cy="80264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接箭头连接符 88">
                <a:extLst>
                  <a:ext uri="{FF2B5EF4-FFF2-40B4-BE49-F238E27FC236}">
                    <a16:creationId xmlns:a16="http://schemas.microsoft.com/office/drawing/2014/main" id="{E3D88F1C-0057-42D4-B690-4AB2E960C85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45919" y="1607033"/>
                <a:ext cx="128604" cy="87021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直接箭头连接符 91">
                <a:extLst>
                  <a:ext uri="{FF2B5EF4-FFF2-40B4-BE49-F238E27FC236}">
                    <a16:creationId xmlns:a16="http://schemas.microsoft.com/office/drawing/2014/main" id="{DFFD7DE8-0B41-45AB-A7AB-95941A276E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92257" y="1603063"/>
                <a:ext cx="222040" cy="96522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直接箭头连接符 94">
                <a:extLst>
                  <a:ext uri="{FF2B5EF4-FFF2-40B4-BE49-F238E27FC236}">
                    <a16:creationId xmlns:a16="http://schemas.microsoft.com/office/drawing/2014/main" id="{2BCCC3D7-7590-4035-8606-070B26C5BB0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10025" y="1606615"/>
                <a:ext cx="346947" cy="103579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接箭头连接符 107">
                <a:extLst>
                  <a:ext uri="{FF2B5EF4-FFF2-40B4-BE49-F238E27FC236}">
                    <a16:creationId xmlns:a16="http://schemas.microsoft.com/office/drawing/2014/main" id="{65F71A66-3430-43BB-A124-25912407445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21446" y="1610926"/>
                <a:ext cx="469757" cy="111205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6" name="组合 355">
              <a:extLst>
                <a:ext uri="{FF2B5EF4-FFF2-40B4-BE49-F238E27FC236}">
                  <a16:creationId xmlns:a16="http://schemas.microsoft.com/office/drawing/2014/main" id="{92603F95-1959-4E80-A4C8-4DC73CCA6F0E}"/>
                </a:ext>
              </a:extLst>
            </p:cNvPr>
            <p:cNvGrpSpPr/>
            <p:nvPr/>
          </p:nvGrpSpPr>
          <p:grpSpPr>
            <a:xfrm>
              <a:off x="2853490" y="1473904"/>
              <a:ext cx="2622004" cy="3152101"/>
              <a:chOff x="2853490" y="1473904"/>
              <a:chExt cx="2622004" cy="3152101"/>
            </a:xfrm>
          </p:grpSpPr>
          <p:grpSp>
            <p:nvGrpSpPr>
              <p:cNvPr id="345" name="组合 344">
                <a:extLst>
                  <a:ext uri="{FF2B5EF4-FFF2-40B4-BE49-F238E27FC236}">
                    <a16:creationId xmlns:a16="http://schemas.microsoft.com/office/drawing/2014/main" id="{E51765B0-0C68-45FA-9F27-CF165426B89E}"/>
                  </a:ext>
                </a:extLst>
              </p:cNvPr>
              <p:cNvGrpSpPr/>
              <p:nvPr/>
            </p:nvGrpSpPr>
            <p:grpSpPr>
              <a:xfrm>
                <a:off x="3520919" y="2143650"/>
                <a:ext cx="1954575" cy="1423634"/>
                <a:chOff x="5119192" y="3393419"/>
                <a:chExt cx="1954575" cy="1423634"/>
              </a:xfrm>
            </p:grpSpPr>
            <p:grpSp>
              <p:nvGrpSpPr>
                <p:cNvPr id="214" name="组合 213">
                  <a:extLst>
                    <a:ext uri="{FF2B5EF4-FFF2-40B4-BE49-F238E27FC236}">
                      <a16:creationId xmlns:a16="http://schemas.microsoft.com/office/drawing/2014/main" id="{C8E82B89-3270-47A9-A6AB-CB18D9D48A23}"/>
                    </a:ext>
                  </a:extLst>
                </p:cNvPr>
                <p:cNvGrpSpPr/>
                <p:nvPr/>
              </p:nvGrpSpPr>
              <p:grpSpPr>
                <a:xfrm>
                  <a:off x="5119192" y="4149281"/>
                  <a:ext cx="1953616" cy="667772"/>
                  <a:chOff x="4928820" y="4189742"/>
                  <a:chExt cx="1953616" cy="667772"/>
                </a:xfrm>
              </p:grpSpPr>
              <p:grpSp>
                <p:nvGrpSpPr>
                  <p:cNvPr id="189" name="组合 188">
                    <a:extLst>
                      <a:ext uri="{FF2B5EF4-FFF2-40B4-BE49-F238E27FC236}">
                        <a16:creationId xmlns:a16="http://schemas.microsoft.com/office/drawing/2014/main" id="{B79D5A58-82F1-4C62-B8CC-D514FB3801D3}"/>
                      </a:ext>
                    </a:extLst>
                  </p:cNvPr>
                  <p:cNvGrpSpPr/>
                  <p:nvPr/>
                </p:nvGrpSpPr>
                <p:grpSpPr>
                  <a:xfrm>
                    <a:off x="4928820" y="4602199"/>
                    <a:ext cx="868675" cy="200946"/>
                    <a:chOff x="4829061" y="3868896"/>
                    <a:chExt cx="868675" cy="200946"/>
                  </a:xfrm>
                </p:grpSpPr>
                <p:sp>
                  <p:nvSpPr>
                    <p:cNvPr id="190" name="矩形 189">
                      <a:extLst>
                        <a:ext uri="{FF2B5EF4-FFF2-40B4-BE49-F238E27FC236}">
                          <a16:creationId xmlns:a16="http://schemas.microsoft.com/office/drawing/2014/main" id="{CF6680AC-AEE2-40E6-9588-301B07CBE90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29062" y="3952603"/>
                      <a:ext cx="316497" cy="45719"/>
                    </a:xfrm>
                    <a:prstGeom prst="rect">
                      <a:avLst/>
                    </a:prstGeom>
                    <a:solidFill>
                      <a:srgbClr val="A32D0F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91" name="矩形: 圆角 190">
                      <a:extLst>
                        <a:ext uri="{FF2B5EF4-FFF2-40B4-BE49-F238E27FC236}">
                          <a16:creationId xmlns:a16="http://schemas.microsoft.com/office/drawing/2014/main" id="{BB6720FD-4B8B-4666-BCD9-AD8F7FBDB2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7309" y="3959979"/>
                      <a:ext cx="710426" cy="57902"/>
                    </a:xfrm>
                    <a:prstGeom prst="roundRect">
                      <a:avLst>
                        <a:gd name="adj" fmla="val 38782"/>
                      </a:avLst>
                    </a:prstGeom>
                    <a:solidFill>
                      <a:srgbClr val="A32D0F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92" name="椭圆 191">
                      <a:extLst>
                        <a:ext uri="{FF2B5EF4-FFF2-40B4-BE49-F238E27FC236}">
                          <a16:creationId xmlns:a16="http://schemas.microsoft.com/office/drawing/2014/main" id="{C55E442D-A1DE-4271-8351-1736013A61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29061" y="3910535"/>
                      <a:ext cx="316497" cy="159307"/>
                    </a:xfrm>
                    <a:prstGeom prst="ellipse">
                      <a:avLst/>
                    </a:prstGeom>
                    <a:solidFill>
                      <a:srgbClr val="A32D0F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rgbClr val="E6E6E6"/>
                        </a:solidFill>
                      </a:endParaRPr>
                    </a:p>
                  </p:txBody>
                </p:sp>
                <p:sp>
                  <p:nvSpPr>
                    <p:cNvPr id="193" name="矩形: 圆角 192">
                      <a:extLst>
                        <a:ext uri="{FF2B5EF4-FFF2-40B4-BE49-F238E27FC236}">
                          <a16:creationId xmlns:a16="http://schemas.microsoft.com/office/drawing/2014/main" id="{6F573CED-175D-448A-AFCA-B1CB338F9E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7310" y="3922008"/>
                      <a:ext cx="710426" cy="71792"/>
                    </a:xfrm>
                    <a:prstGeom prst="roundRect">
                      <a:avLst>
                        <a:gd name="adj" fmla="val 38782"/>
                      </a:avLst>
                    </a:prstGeom>
                    <a:solidFill>
                      <a:srgbClr val="D7451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94" name="椭圆 193">
                      <a:extLst>
                        <a:ext uri="{FF2B5EF4-FFF2-40B4-BE49-F238E27FC236}">
                          <a16:creationId xmlns:a16="http://schemas.microsoft.com/office/drawing/2014/main" id="{77922D91-8C6C-4540-B13E-D4B8282E27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29062" y="3868896"/>
                      <a:ext cx="316497" cy="172815"/>
                    </a:xfrm>
                    <a:prstGeom prst="ellipse">
                      <a:avLst/>
                    </a:prstGeom>
                    <a:solidFill>
                      <a:srgbClr val="D7451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rgbClr val="E6E6E6"/>
                        </a:solidFill>
                      </a:endParaRPr>
                    </a:p>
                  </p:txBody>
                </p:sp>
                <p:sp>
                  <p:nvSpPr>
                    <p:cNvPr id="195" name="椭圆 194">
                      <a:extLst>
                        <a:ext uri="{FF2B5EF4-FFF2-40B4-BE49-F238E27FC236}">
                          <a16:creationId xmlns:a16="http://schemas.microsoft.com/office/drawing/2014/main" id="{86C62E42-34A8-4488-A52C-0E9DB791689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80583" y="3897027"/>
                      <a:ext cx="213456" cy="116553"/>
                    </a:xfrm>
                    <a:prstGeom prst="ellipse">
                      <a:avLst/>
                    </a:prstGeom>
                    <a:solidFill>
                      <a:srgbClr val="E6E6E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rgbClr val="E6E6E6"/>
                        </a:solidFill>
                      </a:endParaRPr>
                    </a:p>
                  </p:txBody>
                </p:sp>
              </p:grpSp>
              <p:grpSp>
                <p:nvGrpSpPr>
                  <p:cNvPr id="196" name="组合 195">
                    <a:extLst>
                      <a:ext uri="{FF2B5EF4-FFF2-40B4-BE49-F238E27FC236}">
                        <a16:creationId xmlns:a16="http://schemas.microsoft.com/office/drawing/2014/main" id="{FD0AE314-16B7-47F8-8C24-438864B304B9}"/>
                      </a:ext>
                    </a:extLst>
                  </p:cNvPr>
                  <p:cNvGrpSpPr/>
                  <p:nvPr/>
                </p:nvGrpSpPr>
                <p:grpSpPr>
                  <a:xfrm>
                    <a:off x="5202550" y="4189742"/>
                    <a:ext cx="1679886" cy="667772"/>
                    <a:chOff x="5202550" y="3186831"/>
                    <a:chExt cx="1679886" cy="667772"/>
                  </a:xfrm>
                </p:grpSpPr>
                <p:sp>
                  <p:nvSpPr>
                    <p:cNvPr id="197" name="椭圆 196">
                      <a:extLst>
                        <a:ext uri="{FF2B5EF4-FFF2-40B4-BE49-F238E27FC236}">
                          <a16:creationId xmlns:a16="http://schemas.microsoft.com/office/drawing/2014/main" id="{53C03C66-8FB6-41FF-9063-3F9ED5E62B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02550" y="3186831"/>
                      <a:ext cx="1679886" cy="667772"/>
                    </a:xfrm>
                    <a:prstGeom prst="ellipse">
                      <a:avLst/>
                    </a:prstGeom>
                    <a:solidFill>
                      <a:srgbClr val="F8CCB9"/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98" name="椭圆 197">
                      <a:extLst>
                        <a:ext uri="{FF2B5EF4-FFF2-40B4-BE49-F238E27FC236}">
                          <a16:creationId xmlns:a16="http://schemas.microsoft.com/office/drawing/2014/main" id="{5199375C-BE5F-4E29-BEA1-2FBC68D8F1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63399" y="3211019"/>
                      <a:ext cx="1558187" cy="619396"/>
                    </a:xfrm>
                    <a:prstGeom prst="ellipse">
                      <a:avLst/>
                    </a:prstGeom>
                    <a:solidFill>
                      <a:srgbClr val="FDEF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99" name="椭圆 198">
                      <a:extLst>
                        <a:ext uri="{FF2B5EF4-FFF2-40B4-BE49-F238E27FC236}">
                          <a16:creationId xmlns:a16="http://schemas.microsoft.com/office/drawing/2014/main" id="{C9A1AFB0-3CF0-4A23-BD7E-73167E1182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25012" y="3235511"/>
                      <a:ext cx="1434962" cy="570412"/>
                    </a:xfrm>
                    <a:prstGeom prst="ellipse">
                      <a:avLst/>
                    </a:prstGeom>
                    <a:solidFill>
                      <a:srgbClr val="F8CCB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00" name="椭圆 199">
                      <a:extLst>
                        <a:ext uri="{FF2B5EF4-FFF2-40B4-BE49-F238E27FC236}">
                          <a16:creationId xmlns:a16="http://schemas.microsoft.com/office/drawing/2014/main" id="{D24EBB43-2FE1-4BB1-BA5D-3B729602B84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89426" y="3261116"/>
                      <a:ext cx="1306135" cy="519202"/>
                    </a:xfrm>
                    <a:prstGeom prst="ellipse">
                      <a:avLst/>
                    </a:prstGeom>
                    <a:solidFill>
                      <a:srgbClr val="FDEF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01" name="椭圆 200">
                      <a:extLst>
                        <a:ext uri="{FF2B5EF4-FFF2-40B4-BE49-F238E27FC236}">
                          <a16:creationId xmlns:a16="http://schemas.microsoft.com/office/drawing/2014/main" id="{B33CFA0A-7954-4F84-9279-E4EE2DE02C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51039" y="3285608"/>
                      <a:ext cx="1182909" cy="470218"/>
                    </a:xfrm>
                    <a:prstGeom prst="ellipse">
                      <a:avLst/>
                    </a:prstGeom>
                    <a:solidFill>
                      <a:srgbClr val="F8CCB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02" name="椭圆 201">
                      <a:extLst>
                        <a:ext uri="{FF2B5EF4-FFF2-40B4-BE49-F238E27FC236}">
                          <a16:creationId xmlns:a16="http://schemas.microsoft.com/office/drawing/2014/main" id="{9AC5477F-7C8B-4F6C-82CD-BB6383D690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07532" y="3308064"/>
                      <a:ext cx="1069922" cy="425305"/>
                    </a:xfrm>
                    <a:prstGeom prst="ellipse">
                      <a:avLst/>
                    </a:prstGeom>
                    <a:solidFill>
                      <a:srgbClr val="FDEF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03" name="椭圆 202">
                      <a:extLst>
                        <a:ext uri="{FF2B5EF4-FFF2-40B4-BE49-F238E27FC236}">
                          <a16:creationId xmlns:a16="http://schemas.microsoft.com/office/drawing/2014/main" id="{13EF7586-C4DD-4A35-9B5C-16860F7C04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56573" y="3326876"/>
                      <a:ext cx="971840" cy="386316"/>
                    </a:xfrm>
                    <a:prstGeom prst="ellipse">
                      <a:avLst/>
                    </a:prstGeom>
                    <a:solidFill>
                      <a:srgbClr val="F8CCB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04" name="椭圆 203">
                      <a:extLst>
                        <a:ext uri="{FF2B5EF4-FFF2-40B4-BE49-F238E27FC236}">
                          <a16:creationId xmlns:a16="http://schemas.microsoft.com/office/drawing/2014/main" id="{ABB72283-B6B0-41BC-815F-B7060A1D730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12352" y="3349049"/>
                      <a:ext cx="860282" cy="341971"/>
                    </a:xfrm>
                    <a:prstGeom prst="ellipse">
                      <a:avLst/>
                    </a:prstGeom>
                    <a:solidFill>
                      <a:srgbClr val="FDEF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05" name="椭圆 204">
                      <a:extLst>
                        <a:ext uri="{FF2B5EF4-FFF2-40B4-BE49-F238E27FC236}">
                          <a16:creationId xmlns:a16="http://schemas.microsoft.com/office/drawing/2014/main" id="{EFDBF1F9-5540-4DDC-A2BC-108973258B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63359" y="3369325"/>
                      <a:ext cx="758268" cy="301419"/>
                    </a:xfrm>
                    <a:prstGeom prst="ellipse">
                      <a:avLst/>
                    </a:prstGeom>
                    <a:solidFill>
                      <a:srgbClr val="F8CCB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06" name="椭圆 205">
                      <a:extLst>
                        <a:ext uri="{FF2B5EF4-FFF2-40B4-BE49-F238E27FC236}">
                          <a16:creationId xmlns:a16="http://schemas.microsoft.com/office/drawing/2014/main" id="{E6705767-D027-4D08-830F-59854FB56E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28857" y="3395361"/>
                      <a:ext cx="627273" cy="249347"/>
                    </a:xfrm>
                    <a:prstGeom prst="ellipse">
                      <a:avLst/>
                    </a:prstGeom>
                    <a:solidFill>
                      <a:srgbClr val="FDEF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207" name="组合 206">
                    <a:extLst>
                      <a:ext uri="{FF2B5EF4-FFF2-40B4-BE49-F238E27FC236}">
                        <a16:creationId xmlns:a16="http://schemas.microsoft.com/office/drawing/2014/main" id="{197103D1-588E-4542-9DA6-B93A1D1014AB}"/>
                      </a:ext>
                    </a:extLst>
                  </p:cNvPr>
                  <p:cNvGrpSpPr/>
                  <p:nvPr/>
                </p:nvGrpSpPr>
                <p:grpSpPr>
                  <a:xfrm>
                    <a:off x="4928821" y="4524808"/>
                    <a:ext cx="868675" cy="200946"/>
                    <a:chOff x="4829061" y="3868896"/>
                    <a:chExt cx="868675" cy="200946"/>
                  </a:xfrm>
                </p:grpSpPr>
                <p:sp>
                  <p:nvSpPr>
                    <p:cNvPr id="208" name="矩形 207">
                      <a:extLst>
                        <a:ext uri="{FF2B5EF4-FFF2-40B4-BE49-F238E27FC236}">
                          <a16:creationId xmlns:a16="http://schemas.microsoft.com/office/drawing/2014/main" id="{91A9ECBA-58CA-4987-AB62-B575C14BED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29062" y="3952603"/>
                      <a:ext cx="316497" cy="45719"/>
                    </a:xfrm>
                    <a:prstGeom prst="rect">
                      <a:avLst/>
                    </a:prstGeom>
                    <a:solidFill>
                      <a:srgbClr val="A32D0F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09" name="矩形: 圆角 208">
                      <a:extLst>
                        <a:ext uri="{FF2B5EF4-FFF2-40B4-BE49-F238E27FC236}">
                          <a16:creationId xmlns:a16="http://schemas.microsoft.com/office/drawing/2014/main" id="{9025EDB2-305D-48B3-970A-9DE06A92F0A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7309" y="3959979"/>
                      <a:ext cx="710426" cy="57902"/>
                    </a:xfrm>
                    <a:prstGeom prst="roundRect">
                      <a:avLst>
                        <a:gd name="adj" fmla="val 38782"/>
                      </a:avLst>
                    </a:prstGeom>
                    <a:solidFill>
                      <a:srgbClr val="A32D0F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10" name="椭圆 209">
                      <a:extLst>
                        <a:ext uri="{FF2B5EF4-FFF2-40B4-BE49-F238E27FC236}">
                          <a16:creationId xmlns:a16="http://schemas.microsoft.com/office/drawing/2014/main" id="{2AC8355E-0BC4-4328-BEA6-9BD9238C67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29061" y="3910535"/>
                      <a:ext cx="316497" cy="159307"/>
                    </a:xfrm>
                    <a:prstGeom prst="ellipse">
                      <a:avLst/>
                    </a:prstGeom>
                    <a:solidFill>
                      <a:srgbClr val="A32D0F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rgbClr val="E6E6E6"/>
                        </a:solidFill>
                      </a:endParaRPr>
                    </a:p>
                  </p:txBody>
                </p:sp>
                <p:sp>
                  <p:nvSpPr>
                    <p:cNvPr id="211" name="矩形: 圆角 210">
                      <a:extLst>
                        <a:ext uri="{FF2B5EF4-FFF2-40B4-BE49-F238E27FC236}">
                          <a16:creationId xmlns:a16="http://schemas.microsoft.com/office/drawing/2014/main" id="{2114EEC7-3CFF-4FCC-8566-4E62CE1D32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7310" y="3922008"/>
                      <a:ext cx="710426" cy="71792"/>
                    </a:xfrm>
                    <a:prstGeom prst="roundRect">
                      <a:avLst>
                        <a:gd name="adj" fmla="val 38782"/>
                      </a:avLst>
                    </a:prstGeom>
                    <a:solidFill>
                      <a:srgbClr val="D7451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12" name="椭圆 211">
                      <a:extLst>
                        <a:ext uri="{FF2B5EF4-FFF2-40B4-BE49-F238E27FC236}">
                          <a16:creationId xmlns:a16="http://schemas.microsoft.com/office/drawing/2014/main" id="{79D2FE93-899F-4EC2-A79D-01AA9059770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29062" y="3868896"/>
                      <a:ext cx="316497" cy="172815"/>
                    </a:xfrm>
                    <a:prstGeom prst="ellipse">
                      <a:avLst/>
                    </a:prstGeom>
                    <a:solidFill>
                      <a:srgbClr val="D7451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rgbClr val="E6E6E6"/>
                        </a:solidFill>
                      </a:endParaRPr>
                    </a:p>
                  </p:txBody>
                </p:sp>
                <p:sp>
                  <p:nvSpPr>
                    <p:cNvPr id="213" name="椭圆 212">
                      <a:extLst>
                        <a:ext uri="{FF2B5EF4-FFF2-40B4-BE49-F238E27FC236}">
                          <a16:creationId xmlns:a16="http://schemas.microsoft.com/office/drawing/2014/main" id="{21F2FBE9-D2F5-4AEA-95CC-7178C0770F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80583" y="3897027"/>
                      <a:ext cx="213456" cy="116553"/>
                    </a:xfrm>
                    <a:prstGeom prst="ellipse">
                      <a:avLst/>
                    </a:prstGeom>
                    <a:solidFill>
                      <a:srgbClr val="E6E6E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rgbClr val="E6E6E6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215" name="组合 214">
                  <a:extLst>
                    <a:ext uri="{FF2B5EF4-FFF2-40B4-BE49-F238E27FC236}">
                      <a16:creationId xmlns:a16="http://schemas.microsoft.com/office/drawing/2014/main" id="{92E679A3-8107-4815-B6A3-71F17943DB3D}"/>
                    </a:ext>
                  </a:extLst>
                </p:cNvPr>
                <p:cNvGrpSpPr/>
                <p:nvPr/>
              </p:nvGrpSpPr>
              <p:grpSpPr>
                <a:xfrm>
                  <a:off x="5119192" y="3997889"/>
                  <a:ext cx="1953616" cy="667772"/>
                  <a:chOff x="4928820" y="4189742"/>
                  <a:chExt cx="1953616" cy="667772"/>
                </a:xfrm>
              </p:grpSpPr>
              <p:grpSp>
                <p:nvGrpSpPr>
                  <p:cNvPr id="216" name="组合 215">
                    <a:extLst>
                      <a:ext uri="{FF2B5EF4-FFF2-40B4-BE49-F238E27FC236}">
                        <a16:creationId xmlns:a16="http://schemas.microsoft.com/office/drawing/2014/main" id="{2B1F36CC-873C-4437-AE65-D1455D474F52}"/>
                      </a:ext>
                    </a:extLst>
                  </p:cNvPr>
                  <p:cNvGrpSpPr/>
                  <p:nvPr/>
                </p:nvGrpSpPr>
                <p:grpSpPr>
                  <a:xfrm>
                    <a:off x="4928820" y="4602199"/>
                    <a:ext cx="868675" cy="200946"/>
                    <a:chOff x="4829061" y="3868896"/>
                    <a:chExt cx="868675" cy="200946"/>
                  </a:xfrm>
                </p:grpSpPr>
                <p:sp>
                  <p:nvSpPr>
                    <p:cNvPr id="235" name="矩形 234">
                      <a:extLst>
                        <a:ext uri="{FF2B5EF4-FFF2-40B4-BE49-F238E27FC236}">
                          <a16:creationId xmlns:a16="http://schemas.microsoft.com/office/drawing/2014/main" id="{B3DF4962-C17D-4A36-BF4A-1CF647BB85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29062" y="3952603"/>
                      <a:ext cx="316497" cy="45719"/>
                    </a:xfrm>
                    <a:prstGeom prst="rect">
                      <a:avLst/>
                    </a:prstGeom>
                    <a:solidFill>
                      <a:srgbClr val="A32D0F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36" name="矩形: 圆角 235">
                      <a:extLst>
                        <a:ext uri="{FF2B5EF4-FFF2-40B4-BE49-F238E27FC236}">
                          <a16:creationId xmlns:a16="http://schemas.microsoft.com/office/drawing/2014/main" id="{D02A7856-C17D-4C00-A9FE-6832553597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7309" y="3959979"/>
                      <a:ext cx="710426" cy="57902"/>
                    </a:xfrm>
                    <a:prstGeom prst="roundRect">
                      <a:avLst>
                        <a:gd name="adj" fmla="val 38782"/>
                      </a:avLst>
                    </a:prstGeom>
                    <a:solidFill>
                      <a:srgbClr val="A32D0F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37" name="椭圆 236">
                      <a:extLst>
                        <a:ext uri="{FF2B5EF4-FFF2-40B4-BE49-F238E27FC236}">
                          <a16:creationId xmlns:a16="http://schemas.microsoft.com/office/drawing/2014/main" id="{8D18AB8D-3E3F-4F90-9507-7265DB812A9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29061" y="3910535"/>
                      <a:ext cx="316497" cy="159307"/>
                    </a:xfrm>
                    <a:prstGeom prst="ellipse">
                      <a:avLst/>
                    </a:prstGeom>
                    <a:solidFill>
                      <a:srgbClr val="A32D0F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rgbClr val="E6E6E6"/>
                        </a:solidFill>
                      </a:endParaRPr>
                    </a:p>
                  </p:txBody>
                </p:sp>
                <p:sp>
                  <p:nvSpPr>
                    <p:cNvPr id="238" name="矩形: 圆角 237">
                      <a:extLst>
                        <a:ext uri="{FF2B5EF4-FFF2-40B4-BE49-F238E27FC236}">
                          <a16:creationId xmlns:a16="http://schemas.microsoft.com/office/drawing/2014/main" id="{E6D1B9F9-F0BF-43E3-ABD1-81D9E82E0F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7310" y="3922008"/>
                      <a:ext cx="710426" cy="71792"/>
                    </a:xfrm>
                    <a:prstGeom prst="roundRect">
                      <a:avLst>
                        <a:gd name="adj" fmla="val 38782"/>
                      </a:avLst>
                    </a:prstGeom>
                    <a:solidFill>
                      <a:srgbClr val="D7451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39" name="椭圆 238">
                      <a:extLst>
                        <a:ext uri="{FF2B5EF4-FFF2-40B4-BE49-F238E27FC236}">
                          <a16:creationId xmlns:a16="http://schemas.microsoft.com/office/drawing/2014/main" id="{345DF16E-2C1E-4B6B-89D0-866159E48D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29062" y="3868896"/>
                      <a:ext cx="316497" cy="172815"/>
                    </a:xfrm>
                    <a:prstGeom prst="ellipse">
                      <a:avLst/>
                    </a:prstGeom>
                    <a:solidFill>
                      <a:srgbClr val="D7451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rgbClr val="E6E6E6"/>
                        </a:solidFill>
                      </a:endParaRPr>
                    </a:p>
                  </p:txBody>
                </p:sp>
                <p:sp>
                  <p:nvSpPr>
                    <p:cNvPr id="240" name="椭圆 239">
                      <a:extLst>
                        <a:ext uri="{FF2B5EF4-FFF2-40B4-BE49-F238E27FC236}">
                          <a16:creationId xmlns:a16="http://schemas.microsoft.com/office/drawing/2014/main" id="{3D562789-C8DC-4267-88E8-8DB8918C1F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80583" y="3897027"/>
                      <a:ext cx="213456" cy="116553"/>
                    </a:xfrm>
                    <a:prstGeom prst="ellipse">
                      <a:avLst/>
                    </a:prstGeom>
                    <a:solidFill>
                      <a:srgbClr val="E6E6E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rgbClr val="E6E6E6"/>
                        </a:solidFill>
                      </a:endParaRPr>
                    </a:p>
                  </p:txBody>
                </p:sp>
              </p:grpSp>
              <p:grpSp>
                <p:nvGrpSpPr>
                  <p:cNvPr id="217" name="组合 216">
                    <a:extLst>
                      <a:ext uri="{FF2B5EF4-FFF2-40B4-BE49-F238E27FC236}">
                        <a16:creationId xmlns:a16="http://schemas.microsoft.com/office/drawing/2014/main" id="{87BFA21D-1D56-4EEC-8B8F-40D4C94D770D}"/>
                      </a:ext>
                    </a:extLst>
                  </p:cNvPr>
                  <p:cNvGrpSpPr/>
                  <p:nvPr/>
                </p:nvGrpSpPr>
                <p:grpSpPr>
                  <a:xfrm>
                    <a:off x="5202550" y="4189742"/>
                    <a:ext cx="1679886" cy="667772"/>
                    <a:chOff x="5202550" y="3186831"/>
                    <a:chExt cx="1679886" cy="667772"/>
                  </a:xfrm>
                </p:grpSpPr>
                <p:sp>
                  <p:nvSpPr>
                    <p:cNvPr id="225" name="椭圆 224">
                      <a:extLst>
                        <a:ext uri="{FF2B5EF4-FFF2-40B4-BE49-F238E27FC236}">
                          <a16:creationId xmlns:a16="http://schemas.microsoft.com/office/drawing/2014/main" id="{37D128EB-5F8F-48D4-9496-52A2C01A79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02550" y="3186831"/>
                      <a:ext cx="1679886" cy="667772"/>
                    </a:xfrm>
                    <a:prstGeom prst="ellipse">
                      <a:avLst/>
                    </a:prstGeom>
                    <a:solidFill>
                      <a:srgbClr val="F8CCB9"/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26" name="椭圆 225">
                      <a:extLst>
                        <a:ext uri="{FF2B5EF4-FFF2-40B4-BE49-F238E27FC236}">
                          <a16:creationId xmlns:a16="http://schemas.microsoft.com/office/drawing/2014/main" id="{A586F3DF-FD67-4225-A588-2B68927C33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63399" y="3211019"/>
                      <a:ext cx="1558187" cy="619396"/>
                    </a:xfrm>
                    <a:prstGeom prst="ellipse">
                      <a:avLst/>
                    </a:prstGeom>
                    <a:solidFill>
                      <a:srgbClr val="FDEF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27" name="椭圆 226">
                      <a:extLst>
                        <a:ext uri="{FF2B5EF4-FFF2-40B4-BE49-F238E27FC236}">
                          <a16:creationId xmlns:a16="http://schemas.microsoft.com/office/drawing/2014/main" id="{74DAFBC3-1472-4D3C-818C-4B7E11A4A8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25012" y="3235511"/>
                      <a:ext cx="1434962" cy="570412"/>
                    </a:xfrm>
                    <a:prstGeom prst="ellipse">
                      <a:avLst/>
                    </a:prstGeom>
                    <a:solidFill>
                      <a:srgbClr val="F8CCB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28" name="椭圆 227">
                      <a:extLst>
                        <a:ext uri="{FF2B5EF4-FFF2-40B4-BE49-F238E27FC236}">
                          <a16:creationId xmlns:a16="http://schemas.microsoft.com/office/drawing/2014/main" id="{1BEE6392-D339-44BA-9961-BCC043705D0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89426" y="3261116"/>
                      <a:ext cx="1306135" cy="519202"/>
                    </a:xfrm>
                    <a:prstGeom prst="ellipse">
                      <a:avLst/>
                    </a:prstGeom>
                    <a:solidFill>
                      <a:srgbClr val="FDEF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29" name="椭圆 228">
                      <a:extLst>
                        <a:ext uri="{FF2B5EF4-FFF2-40B4-BE49-F238E27FC236}">
                          <a16:creationId xmlns:a16="http://schemas.microsoft.com/office/drawing/2014/main" id="{85363D33-2C55-4EF3-B59A-6553F639EE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51039" y="3285608"/>
                      <a:ext cx="1182909" cy="470218"/>
                    </a:xfrm>
                    <a:prstGeom prst="ellipse">
                      <a:avLst/>
                    </a:prstGeom>
                    <a:solidFill>
                      <a:srgbClr val="F8CCB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30" name="椭圆 229">
                      <a:extLst>
                        <a:ext uri="{FF2B5EF4-FFF2-40B4-BE49-F238E27FC236}">
                          <a16:creationId xmlns:a16="http://schemas.microsoft.com/office/drawing/2014/main" id="{5AB77B1D-ABBD-4D7D-A81F-2B271A5F954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07532" y="3308064"/>
                      <a:ext cx="1069922" cy="425305"/>
                    </a:xfrm>
                    <a:prstGeom prst="ellipse">
                      <a:avLst/>
                    </a:prstGeom>
                    <a:solidFill>
                      <a:srgbClr val="FDEF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31" name="椭圆 230">
                      <a:extLst>
                        <a:ext uri="{FF2B5EF4-FFF2-40B4-BE49-F238E27FC236}">
                          <a16:creationId xmlns:a16="http://schemas.microsoft.com/office/drawing/2014/main" id="{927382CA-5B11-424C-99C4-E3B24A9BC0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56573" y="3326876"/>
                      <a:ext cx="971840" cy="386316"/>
                    </a:xfrm>
                    <a:prstGeom prst="ellipse">
                      <a:avLst/>
                    </a:prstGeom>
                    <a:solidFill>
                      <a:srgbClr val="F8CCB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32" name="椭圆 231">
                      <a:extLst>
                        <a:ext uri="{FF2B5EF4-FFF2-40B4-BE49-F238E27FC236}">
                          <a16:creationId xmlns:a16="http://schemas.microsoft.com/office/drawing/2014/main" id="{8B3075C4-7401-42A5-AC9D-625AC189F9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12352" y="3349049"/>
                      <a:ext cx="860282" cy="341971"/>
                    </a:xfrm>
                    <a:prstGeom prst="ellipse">
                      <a:avLst/>
                    </a:prstGeom>
                    <a:solidFill>
                      <a:srgbClr val="FDEF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33" name="椭圆 232">
                      <a:extLst>
                        <a:ext uri="{FF2B5EF4-FFF2-40B4-BE49-F238E27FC236}">
                          <a16:creationId xmlns:a16="http://schemas.microsoft.com/office/drawing/2014/main" id="{57B3B8DD-540B-41E3-9EC9-BE6A7D8441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63359" y="3369325"/>
                      <a:ext cx="758268" cy="301419"/>
                    </a:xfrm>
                    <a:prstGeom prst="ellipse">
                      <a:avLst/>
                    </a:prstGeom>
                    <a:solidFill>
                      <a:srgbClr val="F8CCB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34" name="椭圆 233">
                      <a:extLst>
                        <a:ext uri="{FF2B5EF4-FFF2-40B4-BE49-F238E27FC236}">
                          <a16:creationId xmlns:a16="http://schemas.microsoft.com/office/drawing/2014/main" id="{4549613A-6D7F-4023-A1CE-207503F62D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28857" y="3395361"/>
                      <a:ext cx="627273" cy="249347"/>
                    </a:xfrm>
                    <a:prstGeom prst="ellipse">
                      <a:avLst/>
                    </a:prstGeom>
                    <a:solidFill>
                      <a:srgbClr val="FDEF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218" name="组合 217">
                    <a:extLst>
                      <a:ext uri="{FF2B5EF4-FFF2-40B4-BE49-F238E27FC236}">
                        <a16:creationId xmlns:a16="http://schemas.microsoft.com/office/drawing/2014/main" id="{213DE325-CA4A-4FA5-BF17-43C39A67BE1F}"/>
                      </a:ext>
                    </a:extLst>
                  </p:cNvPr>
                  <p:cNvGrpSpPr/>
                  <p:nvPr/>
                </p:nvGrpSpPr>
                <p:grpSpPr>
                  <a:xfrm>
                    <a:off x="4928821" y="4524808"/>
                    <a:ext cx="868675" cy="200946"/>
                    <a:chOff x="4829061" y="3868896"/>
                    <a:chExt cx="868675" cy="200946"/>
                  </a:xfrm>
                </p:grpSpPr>
                <p:sp>
                  <p:nvSpPr>
                    <p:cNvPr id="219" name="矩形 218">
                      <a:extLst>
                        <a:ext uri="{FF2B5EF4-FFF2-40B4-BE49-F238E27FC236}">
                          <a16:creationId xmlns:a16="http://schemas.microsoft.com/office/drawing/2014/main" id="{D7F4A4CB-4BA1-4F20-8BE7-F006CEE833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29062" y="3952603"/>
                      <a:ext cx="316497" cy="45719"/>
                    </a:xfrm>
                    <a:prstGeom prst="rect">
                      <a:avLst/>
                    </a:prstGeom>
                    <a:solidFill>
                      <a:srgbClr val="A32D0F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20" name="矩形: 圆角 219">
                      <a:extLst>
                        <a:ext uri="{FF2B5EF4-FFF2-40B4-BE49-F238E27FC236}">
                          <a16:creationId xmlns:a16="http://schemas.microsoft.com/office/drawing/2014/main" id="{CA6E4B3E-9FE2-4745-90A1-8DCC94C63F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7309" y="3959979"/>
                      <a:ext cx="710426" cy="57902"/>
                    </a:xfrm>
                    <a:prstGeom prst="roundRect">
                      <a:avLst>
                        <a:gd name="adj" fmla="val 38782"/>
                      </a:avLst>
                    </a:prstGeom>
                    <a:solidFill>
                      <a:srgbClr val="A32D0F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21" name="椭圆 220">
                      <a:extLst>
                        <a:ext uri="{FF2B5EF4-FFF2-40B4-BE49-F238E27FC236}">
                          <a16:creationId xmlns:a16="http://schemas.microsoft.com/office/drawing/2014/main" id="{2EE6D59D-ED8C-49C8-81EA-61A01727DC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29061" y="3910535"/>
                      <a:ext cx="316497" cy="159307"/>
                    </a:xfrm>
                    <a:prstGeom prst="ellipse">
                      <a:avLst/>
                    </a:prstGeom>
                    <a:solidFill>
                      <a:srgbClr val="A32D0F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rgbClr val="E6E6E6"/>
                        </a:solidFill>
                      </a:endParaRPr>
                    </a:p>
                  </p:txBody>
                </p:sp>
                <p:sp>
                  <p:nvSpPr>
                    <p:cNvPr id="222" name="矩形: 圆角 221">
                      <a:extLst>
                        <a:ext uri="{FF2B5EF4-FFF2-40B4-BE49-F238E27FC236}">
                          <a16:creationId xmlns:a16="http://schemas.microsoft.com/office/drawing/2014/main" id="{FD03139C-FB0B-4A13-B3F8-6E8A5DAD97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7310" y="3922008"/>
                      <a:ext cx="710426" cy="71792"/>
                    </a:xfrm>
                    <a:prstGeom prst="roundRect">
                      <a:avLst>
                        <a:gd name="adj" fmla="val 38782"/>
                      </a:avLst>
                    </a:prstGeom>
                    <a:solidFill>
                      <a:srgbClr val="D7451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23" name="椭圆 222">
                      <a:extLst>
                        <a:ext uri="{FF2B5EF4-FFF2-40B4-BE49-F238E27FC236}">
                          <a16:creationId xmlns:a16="http://schemas.microsoft.com/office/drawing/2014/main" id="{6ED8EE58-75AD-45F4-833B-ECFF461B0A0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29062" y="3868896"/>
                      <a:ext cx="316497" cy="172815"/>
                    </a:xfrm>
                    <a:prstGeom prst="ellipse">
                      <a:avLst/>
                    </a:prstGeom>
                    <a:solidFill>
                      <a:srgbClr val="D7451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rgbClr val="E6E6E6"/>
                        </a:solidFill>
                      </a:endParaRPr>
                    </a:p>
                  </p:txBody>
                </p:sp>
                <p:sp>
                  <p:nvSpPr>
                    <p:cNvPr id="224" name="椭圆 223">
                      <a:extLst>
                        <a:ext uri="{FF2B5EF4-FFF2-40B4-BE49-F238E27FC236}">
                          <a16:creationId xmlns:a16="http://schemas.microsoft.com/office/drawing/2014/main" id="{8159C2E8-C56E-43F3-AD2D-FA60721E05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80583" y="3897027"/>
                      <a:ext cx="213456" cy="116553"/>
                    </a:xfrm>
                    <a:prstGeom prst="ellipse">
                      <a:avLst/>
                    </a:prstGeom>
                    <a:solidFill>
                      <a:srgbClr val="E6E6E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rgbClr val="E6E6E6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241" name="组合 240">
                  <a:extLst>
                    <a:ext uri="{FF2B5EF4-FFF2-40B4-BE49-F238E27FC236}">
                      <a16:creationId xmlns:a16="http://schemas.microsoft.com/office/drawing/2014/main" id="{1BAA19B7-FBBE-4A9D-9297-984FEDCD1B78}"/>
                    </a:ext>
                  </a:extLst>
                </p:cNvPr>
                <p:cNvGrpSpPr/>
                <p:nvPr/>
              </p:nvGrpSpPr>
              <p:grpSpPr>
                <a:xfrm>
                  <a:off x="5119192" y="3845776"/>
                  <a:ext cx="1953616" cy="667772"/>
                  <a:chOff x="4928820" y="4189742"/>
                  <a:chExt cx="1953616" cy="667772"/>
                </a:xfrm>
              </p:grpSpPr>
              <p:grpSp>
                <p:nvGrpSpPr>
                  <p:cNvPr id="242" name="组合 241">
                    <a:extLst>
                      <a:ext uri="{FF2B5EF4-FFF2-40B4-BE49-F238E27FC236}">
                        <a16:creationId xmlns:a16="http://schemas.microsoft.com/office/drawing/2014/main" id="{1D61FCAA-43AE-423D-93EF-8AB0DBCCA52E}"/>
                      </a:ext>
                    </a:extLst>
                  </p:cNvPr>
                  <p:cNvGrpSpPr/>
                  <p:nvPr/>
                </p:nvGrpSpPr>
                <p:grpSpPr>
                  <a:xfrm>
                    <a:off x="4928820" y="4602199"/>
                    <a:ext cx="868675" cy="200946"/>
                    <a:chOff x="4829061" y="3868896"/>
                    <a:chExt cx="868675" cy="200946"/>
                  </a:xfrm>
                </p:grpSpPr>
                <p:sp>
                  <p:nvSpPr>
                    <p:cNvPr id="261" name="矩形 260">
                      <a:extLst>
                        <a:ext uri="{FF2B5EF4-FFF2-40B4-BE49-F238E27FC236}">
                          <a16:creationId xmlns:a16="http://schemas.microsoft.com/office/drawing/2014/main" id="{42B1199E-0358-4F06-9BBE-5C95CF879B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29062" y="3952603"/>
                      <a:ext cx="316497" cy="45719"/>
                    </a:xfrm>
                    <a:prstGeom prst="rect">
                      <a:avLst/>
                    </a:prstGeom>
                    <a:solidFill>
                      <a:srgbClr val="A32D0F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62" name="矩形: 圆角 261">
                      <a:extLst>
                        <a:ext uri="{FF2B5EF4-FFF2-40B4-BE49-F238E27FC236}">
                          <a16:creationId xmlns:a16="http://schemas.microsoft.com/office/drawing/2014/main" id="{B82DC14A-6035-459F-8A1A-1EEBDCF170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7309" y="3959979"/>
                      <a:ext cx="710426" cy="57902"/>
                    </a:xfrm>
                    <a:prstGeom prst="roundRect">
                      <a:avLst>
                        <a:gd name="adj" fmla="val 38782"/>
                      </a:avLst>
                    </a:prstGeom>
                    <a:solidFill>
                      <a:srgbClr val="A32D0F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63" name="椭圆 262">
                      <a:extLst>
                        <a:ext uri="{FF2B5EF4-FFF2-40B4-BE49-F238E27FC236}">
                          <a16:creationId xmlns:a16="http://schemas.microsoft.com/office/drawing/2014/main" id="{CEDB2937-CC6D-4C03-8D8B-D8A5C2DAA77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29061" y="3910535"/>
                      <a:ext cx="316497" cy="159307"/>
                    </a:xfrm>
                    <a:prstGeom prst="ellipse">
                      <a:avLst/>
                    </a:prstGeom>
                    <a:solidFill>
                      <a:srgbClr val="A32D0F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rgbClr val="E6E6E6"/>
                        </a:solidFill>
                      </a:endParaRPr>
                    </a:p>
                  </p:txBody>
                </p:sp>
                <p:sp>
                  <p:nvSpPr>
                    <p:cNvPr id="264" name="矩形: 圆角 263">
                      <a:extLst>
                        <a:ext uri="{FF2B5EF4-FFF2-40B4-BE49-F238E27FC236}">
                          <a16:creationId xmlns:a16="http://schemas.microsoft.com/office/drawing/2014/main" id="{AFBE8115-7610-4640-B97C-3066D08168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7310" y="3922008"/>
                      <a:ext cx="710426" cy="71792"/>
                    </a:xfrm>
                    <a:prstGeom prst="roundRect">
                      <a:avLst>
                        <a:gd name="adj" fmla="val 38782"/>
                      </a:avLst>
                    </a:prstGeom>
                    <a:solidFill>
                      <a:srgbClr val="D7451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65" name="椭圆 264">
                      <a:extLst>
                        <a:ext uri="{FF2B5EF4-FFF2-40B4-BE49-F238E27FC236}">
                          <a16:creationId xmlns:a16="http://schemas.microsoft.com/office/drawing/2014/main" id="{06B1FA5D-B228-471F-9B2A-3F3A4FB0FA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29062" y="3868896"/>
                      <a:ext cx="316497" cy="172815"/>
                    </a:xfrm>
                    <a:prstGeom prst="ellipse">
                      <a:avLst/>
                    </a:prstGeom>
                    <a:solidFill>
                      <a:srgbClr val="D7451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rgbClr val="E6E6E6"/>
                        </a:solidFill>
                      </a:endParaRPr>
                    </a:p>
                  </p:txBody>
                </p:sp>
                <p:sp>
                  <p:nvSpPr>
                    <p:cNvPr id="266" name="椭圆 265">
                      <a:extLst>
                        <a:ext uri="{FF2B5EF4-FFF2-40B4-BE49-F238E27FC236}">
                          <a16:creationId xmlns:a16="http://schemas.microsoft.com/office/drawing/2014/main" id="{2B27171F-62B0-4311-A764-61DD52F28C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80583" y="3897027"/>
                      <a:ext cx="213456" cy="116553"/>
                    </a:xfrm>
                    <a:prstGeom prst="ellipse">
                      <a:avLst/>
                    </a:prstGeom>
                    <a:solidFill>
                      <a:srgbClr val="E6E6E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rgbClr val="E6E6E6"/>
                        </a:solidFill>
                      </a:endParaRPr>
                    </a:p>
                  </p:txBody>
                </p:sp>
              </p:grpSp>
              <p:grpSp>
                <p:nvGrpSpPr>
                  <p:cNvPr id="243" name="组合 242">
                    <a:extLst>
                      <a:ext uri="{FF2B5EF4-FFF2-40B4-BE49-F238E27FC236}">
                        <a16:creationId xmlns:a16="http://schemas.microsoft.com/office/drawing/2014/main" id="{7476DBCD-F3F6-4C8E-8A60-E213E706DEEE}"/>
                      </a:ext>
                    </a:extLst>
                  </p:cNvPr>
                  <p:cNvGrpSpPr/>
                  <p:nvPr/>
                </p:nvGrpSpPr>
                <p:grpSpPr>
                  <a:xfrm>
                    <a:off x="5202550" y="4189742"/>
                    <a:ext cx="1679886" cy="667772"/>
                    <a:chOff x="5202550" y="3186831"/>
                    <a:chExt cx="1679886" cy="667772"/>
                  </a:xfrm>
                </p:grpSpPr>
                <p:sp>
                  <p:nvSpPr>
                    <p:cNvPr id="251" name="椭圆 250">
                      <a:extLst>
                        <a:ext uri="{FF2B5EF4-FFF2-40B4-BE49-F238E27FC236}">
                          <a16:creationId xmlns:a16="http://schemas.microsoft.com/office/drawing/2014/main" id="{8755F3A3-1B14-4F4A-818E-1C512C8A5B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02550" y="3186831"/>
                      <a:ext cx="1679886" cy="667772"/>
                    </a:xfrm>
                    <a:prstGeom prst="ellipse">
                      <a:avLst/>
                    </a:prstGeom>
                    <a:solidFill>
                      <a:srgbClr val="F8CCB9"/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52" name="椭圆 251">
                      <a:extLst>
                        <a:ext uri="{FF2B5EF4-FFF2-40B4-BE49-F238E27FC236}">
                          <a16:creationId xmlns:a16="http://schemas.microsoft.com/office/drawing/2014/main" id="{716BCF3F-563F-4E91-90AC-7905DCD86BB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63399" y="3211019"/>
                      <a:ext cx="1558187" cy="619396"/>
                    </a:xfrm>
                    <a:prstGeom prst="ellipse">
                      <a:avLst/>
                    </a:prstGeom>
                    <a:solidFill>
                      <a:srgbClr val="FDEF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53" name="椭圆 252">
                      <a:extLst>
                        <a:ext uri="{FF2B5EF4-FFF2-40B4-BE49-F238E27FC236}">
                          <a16:creationId xmlns:a16="http://schemas.microsoft.com/office/drawing/2014/main" id="{254460F1-E667-4ADE-A14A-91AB2B1380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25012" y="3235511"/>
                      <a:ext cx="1434962" cy="570412"/>
                    </a:xfrm>
                    <a:prstGeom prst="ellipse">
                      <a:avLst/>
                    </a:prstGeom>
                    <a:solidFill>
                      <a:srgbClr val="F8CCB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54" name="椭圆 253">
                      <a:extLst>
                        <a:ext uri="{FF2B5EF4-FFF2-40B4-BE49-F238E27FC236}">
                          <a16:creationId xmlns:a16="http://schemas.microsoft.com/office/drawing/2014/main" id="{A1AA2C54-8C3A-4284-9524-7238256908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89426" y="3261116"/>
                      <a:ext cx="1306135" cy="519202"/>
                    </a:xfrm>
                    <a:prstGeom prst="ellipse">
                      <a:avLst/>
                    </a:prstGeom>
                    <a:solidFill>
                      <a:srgbClr val="FDEF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55" name="椭圆 254">
                      <a:extLst>
                        <a:ext uri="{FF2B5EF4-FFF2-40B4-BE49-F238E27FC236}">
                          <a16:creationId xmlns:a16="http://schemas.microsoft.com/office/drawing/2014/main" id="{6BC9C5C7-D732-4AD3-B2FF-1F0BB34589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51039" y="3285608"/>
                      <a:ext cx="1182909" cy="470218"/>
                    </a:xfrm>
                    <a:prstGeom prst="ellipse">
                      <a:avLst/>
                    </a:prstGeom>
                    <a:solidFill>
                      <a:srgbClr val="F8CCB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56" name="椭圆 255">
                      <a:extLst>
                        <a:ext uri="{FF2B5EF4-FFF2-40B4-BE49-F238E27FC236}">
                          <a16:creationId xmlns:a16="http://schemas.microsoft.com/office/drawing/2014/main" id="{D1A700E7-2717-4B18-B908-0ADAF5EA71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07532" y="3308064"/>
                      <a:ext cx="1069922" cy="425305"/>
                    </a:xfrm>
                    <a:prstGeom prst="ellipse">
                      <a:avLst/>
                    </a:prstGeom>
                    <a:solidFill>
                      <a:srgbClr val="FDEF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57" name="椭圆 256">
                      <a:extLst>
                        <a:ext uri="{FF2B5EF4-FFF2-40B4-BE49-F238E27FC236}">
                          <a16:creationId xmlns:a16="http://schemas.microsoft.com/office/drawing/2014/main" id="{37AD884E-E3A5-4FBC-9DE4-D3B2CDE84BA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56573" y="3326876"/>
                      <a:ext cx="971840" cy="386316"/>
                    </a:xfrm>
                    <a:prstGeom prst="ellipse">
                      <a:avLst/>
                    </a:prstGeom>
                    <a:solidFill>
                      <a:srgbClr val="F8CCB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58" name="椭圆 257">
                      <a:extLst>
                        <a:ext uri="{FF2B5EF4-FFF2-40B4-BE49-F238E27FC236}">
                          <a16:creationId xmlns:a16="http://schemas.microsoft.com/office/drawing/2014/main" id="{15B08E16-FB52-435D-AA41-80C0578974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12352" y="3349049"/>
                      <a:ext cx="860282" cy="341971"/>
                    </a:xfrm>
                    <a:prstGeom prst="ellipse">
                      <a:avLst/>
                    </a:prstGeom>
                    <a:solidFill>
                      <a:srgbClr val="FDEF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59" name="椭圆 258">
                      <a:extLst>
                        <a:ext uri="{FF2B5EF4-FFF2-40B4-BE49-F238E27FC236}">
                          <a16:creationId xmlns:a16="http://schemas.microsoft.com/office/drawing/2014/main" id="{FB211AA4-401F-4A12-A7BD-A80D25CDD1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63359" y="3369325"/>
                      <a:ext cx="758268" cy="301419"/>
                    </a:xfrm>
                    <a:prstGeom prst="ellipse">
                      <a:avLst/>
                    </a:prstGeom>
                    <a:solidFill>
                      <a:srgbClr val="F8CCB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60" name="椭圆 259">
                      <a:extLst>
                        <a:ext uri="{FF2B5EF4-FFF2-40B4-BE49-F238E27FC236}">
                          <a16:creationId xmlns:a16="http://schemas.microsoft.com/office/drawing/2014/main" id="{52E64F15-2CFB-44B8-93C3-8854BD8294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28857" y="3395361"/>
                      <a:ext cx="627273" cy="249347"/>
                    </a:xfrm>
                    <a:prstGeom prst="ellipse">
                      <a:avLst/>
                    </a:prstGeom>
                    <a:solidFill>
                      <a:srgbClr val="FDEF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244" name="组合 243">
                    <a:extLst>
                      <a:ext uri="{FF2B5EF4-FFF2-40B4-BE49-F238E27FC236}">
                        <a16:creationId xmlns:a16="http://schemas.microsoft.com/office/drawing/2014/main" id="{EB85A49C-E8D3-4150-9A14-892A4FCA4DD0}"/>
                      </a:ext>
                    </a:extLst>
                  </p:cNvPr>
                  <p:cNvGrpSpPr/>
                  <p:nvPr/>
                </p:nvGrpSpPr>
                <p:grpSpPr>
                  <a:xfrm>
                    <a:off x="4928821" y="4524808"/>
                    <a:ext cx="868675" cy="200946"/>
                    <a:chOff x="4829061" y="3868896"/>
                    <a:chExt cx="868675" cy="200946"/>
                  </a:xfrm>
                </p:grpSpPr>
                <p:sp>
                  <p:nvSpPr>
                    <p:cNvPr id="245" name="矩形 244">
                      <a:extLst>
                        <a:ext uri="{FF2B5EF4-FFF2-40B4-BE49-F238E27FC236}">
                          <a16:creationId xmlns:a16="http://schemas.microsoft.com/office/drawing/2014/main" id="{B9260821-2DC2-4CC7-8DBE-34624CAF22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29062" y="3952603"/>
                      <a:ext cx="316497" cy="45719"/>
                    </a:xfrm>
                    <a:prstGeom prst="rect">
                      <a:avLst/>
                    </a:prstGeom>
                    <a:solidFill>
                      <a:srgbClr val="A32D0F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46" name="矩形: 圆角 245">
                      <a:extLst>
                        <a:ext uri="{FF2B5EF4-FFF2-40B4-BE49-F238E27FC236}">
                          <a16:creationId xmlns:a16="http://schemas.microsoft.com/office/drawing/2014/main" id="{A0A92AFB-9DC5-4D3C-996F-B5DE8758FD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7309" y="3959979"/>
                      <a:ext cx="710426" cy="57902"/>
                    </a:xfrm>
                    <a:prstGeom prst="roundRect">
                      <a:avLst>
                        <a:gd name="adj" fmla="val 38782"/>
                      </a:avLst>
                    </a:prstGeom>
                    <a:solidFill>
                      <a:srgbClr val="A32D0F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47" name="椭圆 246">
                      <a:extLst>
                        <a:ext uri="{FF2B5EF4-FFF2-40B4-BE49-F238E27FC236}">
                          <a16:creationId xmlns:a16="http://schemas.microsoft.com/office/drawing/2014/main" id="{6BDD4B38-0C5E-40F2-8465-C2F75ABE9E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29061" y="3910535"/>
                      <a:ext cx="316497" cy="159307"/>
                    </a:xfrm>
                    <a:prstGeom prst="ellipse">
                      <a:avLst/>
                    </a:prstGeom>
                    <a:solidFill>
                      <a:srgbClr val="A32D0F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rgbClr val="E6E6E6"/>
                        </a:solidFill>
                      </a:endParaRPr>
                    </a:p>
                  </p:txBody>
                </p:sp>
                <p:sp>
                  <p:nvSpPr>
                    <p:cNvPr id="248" name="矩形: 圆角 247">
                      <a:extLst>
                        <a:ext uri="{FF2B5EF4-FFF2-40B4-BE49-F238E27FC236}">
                          <a16:creationId xmlns:a16="http://schemas.microsoft.com/office/drawing/2014/main" id="{374B0A44-A9F9-48E6-B46E-F01500B2EF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7310" y="3922008"/>
                      <a:ext cx="710426" cy="71792"/>
                    </a:xfrm>
                    <a:prstGeom prst="roundRect">
                      <a:avLst>
                        <a:gd name="adj" fmla="val 38782"/>
                      </a:avLst>
                    </a:prstGeom>
                    <a:solidFill>
                      <a:srgbClr val="D7451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49" name="椭圆 248">
                      <a:extLst>
                        <a:ext uri="{FF2B5EF4-FFF2-40B4-BE49-F238E27FC236}">
                          <a16:creationId xmlns:a16="http://schemas.microsoft.com/office/drawing/2014/main" id="{65863186-BA55-4B48-ACFB-5BB99081C10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29062" y="3868896"/>
                      <a:ext cx="316497" cy="172815"/>
                    </a:xfrm>
                    <a:prstGeom prst="ellipse">
                      <a:avLst/>
                    </a:prstGeom>
                    <a:solidFill>
                      <a:srgbClr val="D7451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rgbClr val="E6E6E6"/>
                        </a:solidFill>
                      </a:endParaRPr>
                    </a:p>
                  </p:txBody>
                </p:sp>
                <p:sp>
                  <p:nvSpPr>
                    <p:cNvPr id="250" name="椭圆 249">
                      <a:extLst>
                        <a:ext uri="{FF2B5EF4-FFF2-40B4-BE49-F238E27FC236}">
                          <a16:creationId xmlns:a16="http://schemas.microsoft.com/office/drawing/2014/main" id="{8CC1DE07-87E8-4F1B-87EE-18AE29CC3E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80583" y="3897027"/>
                      <a:ext cx="213456" cy="116553"/>
                    </a:xfrm>
                    <a:prstGeom prst="ellipse">
                      <a:avLst/>
                    </a:prstGeom>
                    <a:solidFill>
                      <a:srgbClr val="E6E6E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rgbClr val="E6E6E6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267" name="组合 266">
                  <a:extLst>
                    <a:ext uri="{FF2B5EF4-FFF2-40B4-BE49-F238E27FC236}">
                      <a16:creationId xmlns:a16="http://schemas.microsoft.com/office/drawing/2014/main" id="{6A03539C-D09D-4697-AA00-71E2D7E78D3E}"/>
                    </a:ext>
                  </a:extLst>
                </p:cNvPr>
                <p:cNvGrpSpPr/>
                <p:nvPr/>
              </p:nvGrpSpPr>
              <p:grpSpPr>
                <a:xfrm>
                  <a:off x="5119192" y="3696332"/>
                  <a:ext cx="1953616" cy="667772"/>
                  <a:chOff x="4928820" y="4189742"/>
                  <a:chExt cx="1953616" cy="667772"/>
                </a:xfrm>
              </p:grpSpPr>
              <p:grpSp>
                <p:nvGrpSpPr>
                  <p:cNvPr id="268" name="组合 267">
                    <a:extLst>
                      <a:ext uri="{FF2B5EF4-FFF2-40B4-BE49-F238E27FC236}">
                        <a16:creationId xmlns:a16="http://schemas.microsoft.com/office/drawing/2014/main" id="{9FD28031-2522-4EFC-81BD-F3A05FCDCB35}"/>
                      </a:ext>
                    </a:extLst>
                  </p:cNvPr>
                  <p:cNvGrpSpPr/>
                  <p:nvPr/>
                </p:nvGrpSpPr>
                <p:grpSpPr>
                  <a:xfrm>
                    <a:off x="4928820" y="4602199"/>
                    <a:ext cx="868675" cy="200946"/>
                    <a:chOff x="4829061" y="3868896"/>
                    <a:chExt cx="868675" cy="200946"/>
                  </a:xfrm>
                </p:grpSpPr>
                <p:sp>
                  <p:nvSpPr>
                    <p:cNvPr id="287" name="矩形 286">
                      <a:extLst>
                        <a:ext uri="{FF2B5EF4-FFF2-40B4-BE49-F238E27FC236}">
                          <a16:creationId xmlns:a16="http://schemas.microsoft.com/office/drawing/2014/main" id="{9EAF9BC9-531D-4579-AD09-F89ED25ED0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29062" y="3952603"/>
                      <a:ext cx="316497" cy="45719"/>
                    </a:xfrm>
                    <a:prstGeom prst="rect">
                      <a:avLst/>
                    </a:prstGeom>
                    <a:solidFill>
                      <a:srgbClr val="A32D0F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88" name="矩形: 圆角 287">
                      <a:extLst>
                        <a:ext uri="{FF2B5EF4-FFF2-40B4-BE49-F238E27FC236}">
                          <a16:creationId xmlns:a16="http://schemas.microsoft.com/office/drawing/2014/main" id="{50A09352-D16F-49DD-B429-85390FC9DD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7309" y="3959979"/>
                      <a:ext cx="710426" cy="57902"/>
                    </a:xfrm>
                    <a:prstGeom prst="roundRect">
                      <a:avLst>
                        <a:gd name="adj" fmla="val 38782"/>
                      </a:avLst>
                    </a:prstGeom>
                    <a:solidFill>
                      <a:srgbClr val="A32D0F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89" name="椭圆 288">
                      <a:extLst>
                        <a:ext uri="{FF2B5EF4-FFF2-40B4-BE49-F238E27FC236}">
                          <a16:creationId xmlns:a16="http://schemas.microsoft.com/office/drawing/2014/main" id="{99B05F22-FA59-4DF1-BBB0-29B0BE59BE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29061" y="3910535"/>
                      <a:ext cx="316497" cy="159307"/>
                    </a:xfrm>
                    <a:prstGeom prst="ellipse">
                      <a:avLst/>
                    </a:prstGeom>
                    <a:solidFill>
                      <a:srgbClr val="A32D0F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rgbClr val="E6E6E6"/>
                        </a:solidFill>
                      </a:endParaRPr>
                    </a:p>
                  </p:txBody>
                </p:sp>
                <p:sp>
                  <p:nvSpPr>
                    <p:cNvPr id="290" name="矩形: 圆角 289">
                      <a:extLst>
                        <a:ext uri="{FF2B5EF4-FFF2-40B4-BE49-F238E27FC236}">
                          <a16:creationId xmlns:a16="http://schemas.microsoft.com/office/drawing/2014/main" id="{53E79B4B-5352-43B7-BC6F-50E29522D7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7310" y="3922008"/>
                      <a:ext cx="710426" cy="71792"/>
                    </a:xfrm>
                    <a:prstGeom prst="roundRect">
                      <a:avLst>
                        <a:gd name="adj" fmla="val 38782"/>
                      </a:avLst>
                    </a:prstGeom>
                    <a:solidFill>
                      <a:srgbClr val="D7451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91" name="椭圆 290">
                      <a:extLst>
                        <a:ext uri="{FF2B5EF4-FFF2-40B4-BE49-F238E27FC236}">
                          <a16:creationId xmlns:a16="http://schemas.microsoft.com/office/drawing/2014/main" id="{55F69855-9CDA-4EAC-9754-7D4669BCB3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29062" y="3868896"/>
                      <a:ext cx="316497" cy="172815"/>
                    </a:xfrm>
                    <a:prstGeom prst="ellipse">
                      <a:avLst/>
                    </a:prstGeom>
                    <a:solidFill>
                      <a:srgbClr val="D7451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rgbClr val="E6E6E6"/>
                        </a:solidFill>
                      </a:endParaRPr>
                    </a:p>
                  </p:txBody>
                </p:sp>
                <p:sp>
                  <p:nvSpPr>
                    <p:cNvPr id="292" name="椭圆 291">
                      <a:extLst>
                        <a:ext uri="{FF2B5EF4-FFF2-40B4-BE49-F238E27FC236}">
                          <a16:creationId xmlns:a16="http://schemas.microsoft.com/office/drawing/2014/main" id="{703504D4-4C31-4FD6-9DE9-F0EB030DA50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80583" y="3897027"/>
                      <a:ext cx="213456" cy="116553"/>
                    </a:xfrm>
                    <a:prstGeom prst="ellipse">
                      <a:avLst/>
                    </a:prstGeom>
                    <a:solidFill>
                      <a:srgbClr val="E6E6E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rgbClr val="E6E6E6"/>
                        </a:solidFill>
                      </a:endParaRPr>
                    </a:p>
                  </p:txBody>
                </p:sp>
              </p:grpSp>
              <p:grpSp>
                <p:nvGrpSpPr>
                  <p:cNvPr id="269" name="组合 268">
                    <a:extLst>
                      <a:ext uri="{FF2B5EF4-FFF2-40B4-BE49-F238E27FC236}">
                        <a16:creationId xmlns:a16="http://schemas.microsoft.com/office/drawing/2014/main" id="{497FD9BC-105B-44D2-B6AA-7B28D68BBA12}"/>
                      </a:ext>
                    </a:extLst>
                  </p:cNvPr>
                  <p:cNvGrpSpPr/>
                  <p:nvPr/>
                </p:nvGrpSpPr>
                <p:grpSpPr>
                  <a:xfrm>
                    <a:off x="5202550" y="4189742"/>
                    <a:ext cx="1679886" cy="667772"/>
                    <a:chOff x="5202550" y="3186831"/>
                    <a:chExt cx="1679886" cy="667772"/>
                  </a:xfrm>
                </p:grpSpPr>
                <p:sp>
                  <p:nvSpPr>
                    <p:cNvPr id="277" name="椭圆 276">
                      <a:extLst>
                        <a:ext uri="{FF2B5EF4-FFF2-40B4-BE49-F238E27FC236}">
                          <a16:creationId xmlns:a16="http://schemas.microsoft.com/office/drawing/2014/main" id="{8B8451A8-78A4-4603-8FE4-BD917F2CC8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02550" y="3186831"/>
                      <a:ext cx="1679886" cy="667772"/>
                    </a:xfrm>
                    <a:prstGeom prst="ellipse">
                      <a:avLst/>
                    </a:prstGeom>
                    <a:solidFill>
                      <a:srgbClr val="F8CCB9"/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78" name="椭圆 277">
                      <a:extLst>
                        <a:ext uri="{FF2B5EF4-FFF2-40B4-BE49-F238E27FC236}">
                          <a16:creationId xmlns:a16="http://schemas.microsoft.com/office/drawing/2014/main" id="{535BB069-76A9-48FE-B5D6-D668C873C5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63399" y="3211019"/>
                      <a:ext cx="1558187" cy="619396"/>
                    </a:xfrm>
                    <a:prstGeom prst="ellipse">
                      <a:avLst/>
                    </a:prstGeom>
                    <a:solidFill>
                      <a:srgbClr val="FDEF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79" name="椭圆 278">
                      <a:extLst>
                        <a:ext uri="{FF2B5EF4-FFF2-40B4-BE49-F238E27FC236}">
                          <a16:creationId xmlns:a16="http://schemas.microsoft.com/office/drawing/2014/main" id="{C8E213EC-9220-4B3E-8035-F02510B8DF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25012" y="3235511"/>
                      <a:ext cx="1434962" cy="570412"/>
                    </a:xfrm>
                    <a:prstGeom prst="ellipse">
                      <a:avLst/>
                    </a:prstGeom>
                    <a:solidFill>
                      <a:srgbClr val="F8CCB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80" name="椭圆 279">
                      <a:extLst>
                        <a:ext uri="{FF2B5EF4-FFF2-40B4-BE49-F238E27FC236}">
                          <a16:creationId xmlns:a16="http://schemas.microsoft.com/office/drawing/2014/main" id="{1BC4B5BA-9602-44EE-A506-199D7D9681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89426" y="3261116"/>
                      <a:ext cx="1306135" cy="519202"/>
                    </a:xfrm>
                    <a:prstGeom prst="ellipse">
                      <a:avLst/>
                    </a:prstGeom>
                    <a:solidFill>
                      <a:srgbClr val="FDEF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81" name="椭圆 280">
                      <a:extLst>
                        <a:ext uri="{FF2B5EF4-FFF2-40B4-BE49-F238E27FC236}">
                          <a16:creationId xmlns:a16="http://schemas.microsoft.com/office/drawing/2014/main" id="{981721F9-3E42-453D-8ECB-D622F13919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51039" y="3285608"/>
                      <a:ext cx="1182909" cy="470218"/>
                    </a:xfrm>
                    <a:prstGeom prst="ellipse">
                      <a:avLst/>
                    </a:prstGeom>
                    <a:solidFill>
                      <a:srgbClr val="F8CCB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82" name="椭圆 281">
                      <a:extLst>
                        <a:ext uri="{FF2B5EF4-FFF2-40B4-BE49-F238E27FC236}">
                          <a16:creationId xmlns:a16="http://schemas.microsoft.com/office/drawing/2014/main" id="{01EBEBBA-F54D-4C5B-88A0-D3A4571123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07532" y="3308064"/>
                      <a:ext cx="1069922" cy="425305"/>
                    </a:xfrm>
                    <a:prstGeom prst="ellipse">
                      <a:avLst/>
                    </a:prstGeom>
                    <a:solidFill>
                      <a:srgbClr val="FDEF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83" name="椭圆 282">
                      <a:extLst>
                        <a:ext uri="{FF2B5EF4-FFF2-40B4-BE49-F238E27FC236}">
                          <a16:creationId xmlns:a16="http://schemas.microsoft.com/office/drawing/2014/main" id="{E48C1128-D647-46BF-98CA-3655BD8F9A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56573" y="3326876"/>
                      <a:ext cx="971840" cy="386316"/>
                    </a:xfrm>
                    <a:prstGeom prst="ellipse">
                      <a:avLst/>
                    </a:prstGeom>
                    <a:solidFill>
                      <a:srgbClr val="F8CCB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84" name="椭圆 283">
                      <a:extLst>
                        <a:ext uri="{FF2B5EF4-FFF2-40B4-BE49-F238E27FC236}">
                          <a16:creationId xmlns:a16="http://schemas.microsoft.com/office/drawing/2014/main" id="{85DF7CDD-B99F-4BA1-B0F6-AFFB65C00E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12352" y="3349049"/>
                      <a:ext cx="860282" cy="341971"/>
                    </a:xfrm>
                    <a:prstGeom prst="ellipse">
                      <a:avLst/>
                    </a:prstGeom>
                    <a:solidFill>
                      <a:srgbClr val="FDEF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85" name="椭圆 284">
                      <a:extLst>
                        <a:ext uri="{FF2B5EF4-FFF2-40B4-BE49-F238E27FC236}">
                          <a16:creationId xmlns:a16="http://schemas.microsoft.com/office/drawing/2014/main" id="{556AF461-6B01-4D23-9E53-BA7699A01AD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63359" y="3369325"/>
                      <a:ext cx="758268" cy="301419"/>
                    </a:xfrm>
                    <a:prstGeom prst="ellipse">
                      <a:avLst/>
                    </a:prstGeom>
                    <a:solidFill>
                      <a:srgbClr val="F8CCB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86" name="椭圆 285">
                      <a:extLst>
                        <a:ext uri="{FF2B5EF4-FFF2-40B4-BE49-F238E27FC236}">
                          <a16:creationId xmlns:a16="http://schemas.microsoft.com/office/drawing/2014/main" id="{B1800AEB-DEBD-4F24-8121-D4BDAC95DA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28857" y="3395361"/>
                      <a:ext cx="627273" cy="249347"/>
                    </a:xfrm>
                    <a:prstGeom prst="ellipse">
                      <a:avLst/>
                    </a:prstGeom>
                    <a:solidFill>
                      <a:srgbClr val="FDEF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270" name="组合 269">
                    <a:extLst>
                      <a:ext uri="{FF2B5EF4-FFF2-40B4-BE49-F238E27FC236}">
                        <a16:creationId xmlns:a16="http://schemas.microsoft.com/office/drawing/2014/main" id="{4BBF76FE-CE61-4A4E-B538-82E875703CAD}"/>
                      </a:ext>
                    </a:extLst>
                  </p:cNvPr>
                  <p:cNvGrpSpPr/>
                  <p:nvPr/>
                </p:nvGrpSpPr>
                <p:grpSpPr>
                  <a:xfrm>
                    <a:off x="4928821" y="4524808"/>
                    <a:ext cx="868675" cy="200946"/>
                    <a:chOff x="4829061" y="3868896"/>
                    <a:chExt cx="868675" cy="200946"/>
                  </a:xfrm>
                </p:grpSpPr>
                <p:sp>
                  <p:nvSpPr>
                    <p:cNvPr id="271" name="矩形 270">
                      <a:extLst>
                        <a:ext uri="{FF2B5EF4-FFF2-40B4-BE49-F238E27FC236}">
                          <a16:creationId xmlns:a16="http://schemas.microsoft.com/office/drawing/2014/main" id="{7BFAED7B-4BBD-4CD4-A141-79C4567674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29062" y="3952603"/>
                      <a:ext cx="316497" cy="45719"/>
                    </a:xfrm>
                    <a:prstGeom prst="rect">
                      <a:avLst/>
                    </a:prstGeom>
                    <a:solidFill>
                      <a:srgbClr val="A32D0F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72" name="矩形: 圆角 271">
                      <a:extLst>
                        <a:ext uri="{FF2B5EF4-FFF2-40B4-BE49-F238E27FC236}">
                          <a16:creationId xmlns:a16="http://schemas.microsoft.com/office/drawing/2014/main" id="{080ADF75-2609-416E-A5D7-6F2ECC90FF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7309" y="3959979"/>
                      <a:ext cx="710426" cy="57902"/>
                    </a:xfrm>
                    <a:prstGeom prst="roundRect">
                      <a:avLst>
                        <a:gd name="adj" fmla="val 38782"/>
                      </a:avLst>
                    </a:prstGeom>
                    <a:solidFill>
                      <a:srgbClr val="A32D0F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73" name="椭圆 272">
                      <a:extLst>
                        <a:ext uri="{FF2B5EF4-FFF2-40B4-BE49-F238E27FC236}">
                          <a16:creationId xmlns:a16="http://schemas.microsoft.com/office/drawing/2014/main" id="{F9EE598C-5D79-49C0-ADB8-BFCF642DC4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29061" y="3910535"/>
                      <a:ext cx="316497" cy="159307"/>
                    </a:xfrm>
                    <a:prstGeom prst="ellipse">
                      <a:avLst/>
                    </a:prstGeom>
                    <a:solidFill>
                      <a:srgbClr val="A32D0F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rgbClr val="E6E6E6"/>
                        </a:solidFill>
                      </a:endParaRPr>
                    </a:p>
                  </p:txBody>
                </p:sp>
                <p:sp>
                  <p:nvSpPr>
                    <p:cNvPr id="274" name="矩形: 圆角 273">
                      <a:extLst>
                        <a:ext uri="{FF2B5EF4-FFF2-40B4-BE49-F238E27FC236}">
                          <a16:creationId xmlns:a16="http://schemas.microsoft.com/office/drawing/2014/main" id="{A0AB6E12-D78B-46B2-B8D2-E8D14F974E9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7310" y="3922008"/>
                      <a:ext cx="710426" cy="71792"/>
                    </a:xfrm>
                    <a:prstGeom prst="roundRect">
                      <a:avLst>
                        <a:gd name="adj" fmla="val 38782"/>
                      </a:avLst>
                    </a:prstGeom>
                    <a:solidFill>
                      <a:srgbClr val="D7451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75" name="椭圆 274">
                      <a:extLst>
                        <a:ext uri="{FF2B5EF4-FFF2-40B4-BE49-F238E27FC236}">
                          <a16:creationId xmlns:a16="http://schemas.microsoft.com/office/drawing/2014/main" id="{26976B37-7725-4F86-952B-006BB5302B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29062" y="3868896"/>
                      <a:ext cx="316497" cy="172815"/>
                    </a:xfrm>
                    <a:prstGeom prst="ellipse">
                      <a:avLst/>
                    </a:prstGeom>
                    <a:solidFill>
                      <a:srgbClr val="D7451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rgbClr val="E6E6E6"/>
                        </a:solidFill>
                      </a:endParaRPr>
                    </a:p>
                  </p:txBody>
                </p:sp>
                <p:sp>
                  <p:nvSpPr>
                    <p:cNvPr id="276" name="椭圆 275">
                      <a:extLst>
                        <a:ext uri="{FF2B5EF4-FFF2-40B4-BE49-F238E27FC236}">
                          <a16:creationId xmlns:a16="http://schemas.microsoft.com/office/drawing/2014/main" id="{01D33AD4-461B-4366-A4A2-C35B4A1094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80583" y="3897027"/>
                      <a:ext cx="213456" cy="116553"/>
                    </a:xfrm>
                    <a:prstGeom prst="ellipse">
                      <a:avLst/>
                    </a:prstGeom>
                    <a:solidFill>
                      <a:srgbClr val="E6E6E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rgbClr val="E6E6E6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293" name="组合 292">
                  <a:extLst>
                    <a:ext uri="{FF2B5EF4-FFF2-40B4-BE49-F238E27FC236}">
                      <a16:creationId xmlns:a16="http://schemas.microsoft.com/office/drawing/2014/main" id="{1CE7E20C-F0A3-4181-8A40-FC1E688D38B3}"/>
                    </a:ext>
                  </a:extLst>
                </p:cNvPr>
                <p:cNvGrpSpPr/>
                <p:nvPr/>
              </p:nvGrpSpPr>
              <p:grpSpPr>
                <a:xfrm>
                  <a:off x="5120151" y="3544940"/>
                  <a:ext cx="1953616" cy="667772"/>
                  <a:chOff x="4928820" y="4189742"/>
                  <a:chExt cx="1953616" cy="667772"/>
                </a:xfrm>
              </p:grpSpPr>
              <p:grpSp>
                <p:nvGrpSpPr>
                  <p:cNvPr id="294" name="组合 293">
                    <a:extLst>
                      <a:ext uri="{FF2B5EF4-FFF2-40B4-BE49-F238E27FC236}">
                        <a16:creationId xmlns:a16="http://schemas.microsoft.com/office/drawing/2014/main" id="{FF4F0FD5-67E3-4015-A00A-BCD9E2F3E955}"/>
                      </a:ext>
                    </a:extLst>
                  </p:cNvPr>
                  <p:cNvGrpSpPr/>
                  <p:nvPr/>
                </p:nvGrpSpPr>
                <p:grpSpPr>
                  <a:xfrm>
                    <a:off x="4928820" y="4602199"/>
                    <a:ext cx="868675" cy="200946"/>
                    <a:chOff x="4829061" y="3868896"/>
                    <a:chExt cx="868675" cy="200946"/>
                  </a:xfrm>
                </p:grpSpPr>
                <p:sp>
                  <p:nvSpPr>
                    <p:cNvPr id="313" name="矩形 312">
                      <a:extLst>
                        <a:ext uri="{FF2B5EF4-FFF2-40B4-BE49-F238E27FC236}">
                          <a16:creationId xmlns:a16="http://schemas.microsoft.com/office/drawing/2014/main" id="{CD07E828-0D15-4EA8-9804-8A7D4C7CAF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29062" y="3952603"/>
                      <a:ext cx="316497" cy="45719"/>
                    </a:xfrm>
                    <a:prstGeom prst="rect">
                      <a:avLst/>
                    </a:prstGeom>
                    <a:solidFill>
                      <a:srgbClr val="A32D0F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14" name="矩形: 圆角 313">
                      <a:extLst>
                        <a:ext uri="{FF2B5EF4-FFF2-40B4-BE49-F238E27FC236}">
                          <a16:creationId xmlns:a16="http://schemas.microsoft.com/office/drawing/2014/main" id="{1F901CA4-B7D4-46BB-8B96-7DDA888F2E4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7309" y="3959979"/>
                      <a:ext cx="710426" cy="57902"/>
                    </a:xfrm>
                    <a:prstGeom prst="roundRect">
                      <a:avLst>
                        <a:gd name="adj" fmla="val 38782"/>
                      </a:avLst>
                    </a:prstGeom>
                    <a:solidFill>
                      <a:srgbClr val="A32D0F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15" name="椭圆 314">
                      <a:extLst>
                        <a:ext uri="{FF2B5EF4-FFF2-40B4-BE49-F238E27FC236}">
                          <a16:creationId xmlns:a16="http://schemas.microsoft.com/office/drawing/2014/main" id="{CEC4D0F6-ED4C-4AB7-8D82-67B80FEC2C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29061" y="3910535"/>
                      <a:ext cx="316497" cy="159307"/>
                    </a:xfrm>
                    <a:prstGeom prst="ellipse">
                      <a:avLst/>
                    </a:prstGeom>
                    <a:solidFill>
                      <a:srgbClr val="A32D0F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rgbClr val="E6E6E6"/>
                        </a:solidFill>
                      </a:endParaRPr>
                    </a:p>
                  </p:txBody>
                </p:sp>
                <p:sp>
                  <p:nvSpPr>
                    <p:cNvPr id="316" name="矩形: 圆角 315">
                      <a:extLst>
                        <a:ext uri="{FF2B5EF4-FFF2-40B4-BE49-F238E27FC236}">
                          <a16:creationId xmlns:a16="http://schemas.microsoft.com/office/drawing/2014/main" id="{3E06796B-69E2-437F-AC8E-457594A386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7310" y="3922008"/>
                      <a:ext cx="710426" cy="71792"/>
                    </a:xfrm>
                    <a:prstGeom prst="roundRect">
                      <a:avLst>
                        <a:gd name="adj" fmla="val 38782"/>
                      </a:avLst>
                    </a:prstGeom>
                    <a:solidFill>
                      <a:srgbClr val="D7451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17" name="椭圆 316">
                      <a:extLst>
                        <a:ext uri="{FF2B5EF4-FFF2-40B4-BE49-F238E27FC236}">
                          <a16:creationId xmlns:a16="http://schemas.microsoft.com/office/drawing/2014/main" id="{AD234BAD-6789-48B6-8F1D-C8FD40FDD88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29062" y="3868896"/>
                      <a:ext cx="316497" cy="172815"/>
                    </a:xfrm>
                    <a:prstGeom prst="ellipse">
                      <a:avLst/>
                    </a:prstGeom>
                    <a:solidFill>
                      <a:srgbClr val="D7451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rgbClr val="E6E6E6"/>
                        </a:solidFill>
                      </a:endParaRPr>
                    </a:p>
                  </p:txBody>
                </p:sp>
                <p:sp>
                  <p:nvSpPr>
                    <p:cNvPr id="318" name="椭圆 317">
                      <a:extLst>
                        <a:ext uri="{FF2B5EF4-FFF2-40B4-BE49-F238E27FC236}">
                          <a16:creationId xmlns:a16="http://schemas.microsoft.com/office/drawing/2014/main" id="{61417880-07C5-46D2-8CBE-9A86FC66E9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80583" y="3897027"/>
                      <a:ext cx="213456" cy="116553"/>
                    </a:xfrm>
                    <a:prstGeom prst="ellipse">
                      <a:avLst/>
                    </a:prstGeom>
                    <a:solidFill>
                      <a:srgbClr val="E6E6E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rgbClr val="E6E6E6"/>
                        </a:solidFill>
                      </a:endParaRPr>
                    </a:p>
                  </p:txBody>
                </p:sp>
              </p:grpSp>
              <p:grpSp>
                <p:nvGrpSpPr>
                  <p:cNvPr id="295" name="组合 294">
                    <a:extLst>
                      <a:ext uri="{FF2B5EF4-FFF2-40B4-BE49-F238E27FC236}">
                        <a16:creationId xmlns:a16="http://schemas.microsoft.com/office/drawing/2014/main" id="{6488F475-4C0F-41F8-8F37-99EC8D07BA26}"/>
                      </a:ext>
                    </a:extLst>
                  </p:cNvPr>
                  <p:cNvGrpSpPr/>
                  <p:nvPr/>
                </p:nvGrpSpPr>
                <p:grpSpPr>
                  <a:xfrm>
                    <a:off x="5202550" y="4189742"/>
                    <a:ext cx="1679886" cy="667772"/>
                    <a:chOff x="5202550" y="3186831"/>
                    <a:chExt cx="1679886" cy="667772"/>
                  </a:xfrm>
                </p:grpSpPr>
                <p:sp>
                  <p:nvSpPr>
                    <p:cNvPr id="303" name="椭圆 302">
                      <a:extLst>
                        <a:ext uri="{FF2B5EF4-FFF2-40B4-BE49-F238E27FC236}">
                          <a16:creationId xmlns:a16="http://schemas.microsoft.com/office/drawing/2014/main" id="{2E13A5A6-B581-4089-915B-CB20B30749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02550" y="3186831"/>
                      <a:ext cx="1679886" cy="667772"/>
                    </a:xfrm>
                    <a:prstGeom prst="ellipse">
                      <a:avLst/>
                    </a:prstGeom>
                    <a:solidFill>
                      <a:srgbClr val="F8CCB9"/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04" name="椭圆 303">
                      <a:extLst>
                        <a:ext uri="{FF2B5EF4-FFF2-40B4-BE49-F238E27FC236}">
                          <a16:creationId xmlns:a16="http://schemas.microsoft.com/office/drawing/2014/main" id="{C2EC2101-E6D3-4FAD-8CEF-C699D653EA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63399" y="3211019"/>
                      <a:ext cx="1558187" cy="619396"/>
                    </a:xfrm>
                    <a:prstGeom prst="ellipse">
                      <a:avLst/>
                    </a:prstGeom>
                    <a:solidFill>
                      <a:srgbClr val="FDEF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05" name="椭圆 304">
                      <a:extLst>
                        <a:ext uri="{FF2B5EF4-FFF2-40B4-BE49-F238E27FC236}">
                          <a16:creationId xmlns:a16="http://schemas.microsoft.com/office/drawing/2014/main" id="{331B2296-1D05-4D39-ADCD-6435287FB2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25012" y="3235511"/>
                      <a:ext cx="1434962" cy="570412"/>
                    </a:xfrm>
                    <a:prstGeom prst="ellipse">
                      <a:avLst/>
                    </a:prstGeom>
                    <a:solidFill>
                      <a:srgbClr val="F8CCB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06" name="椭圆 305">
                      <a:extLst>
                        <a:ext uri="{FF2B5EF4-FFF2-40B4-BE49-F238E27FC236}">
                          <a16:creationId xmlns:a16="http://schemas.microsoft.com/office/drawing/2014/main" id="{6A3A11FB-A78F-44B9-84D7-F23A2BFC9A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89426" y="3261116"/>
                      <a:ext cx="1306135" cy="519202"/>
                    </a:xfrm>
                    <a:prstGeom prst="ellipse">
                      <a:avLst/>
                    </a:prstGeom>
                    <a:solidFill>
                      <a:srgbClr val="FDEF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07" name="椭圆 306">
                      <a:extLst>
                        <a:ext uri="{FF2B5EF4-FFF2-40B4-BE49-F238E27FC236}">
                          <a16:creationId xmlns:a16="http://schemas.microsoft.com/office/drawing/2014/main" id="{C610E514-D4A7-41F9-86E9-1833CFFAC7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51039" y="3285608"/>
                      <a:ext cx="1182909" cy="470218"/>
                    </a:xfrm>
                    <a:prstGeom prst="ellipse">
                      <a:avLst/>
                    </a:prstGeom>
                    <a:solidFill>
                      <a:srgbClr val="F8CCB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08" name="椭圆 307">
                      <a:extLst>
                        <a:ext uri="{FF2B5EF4-FFF2-40B4-BE49-F238E27FC236}">
                          <a16:creationId xmlns:a16="http://schemas.microsoft.com/office/drawing/2014/main" id="{59465E7A-FFA4-43A9-8437-6BD81A832F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07532" y="3308064"/>
                      <a:ext cx="1069922" cy="425305"/>
                    </a:xfrm>
                    <a:prstGeom prst="ellipse">
                      <a:avLst/>
                    </a:prstGeom>
                    <a:solidFill>
                      <a:srgbClr val="FDEF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09" name="椭圆 308">
                      <a:extLst>
                        <a:ext uri="{FF2B5EF4-FFF2-40B4-BE49-F238E27FC236}">
                          <a16:creationId xmlns:a16="http://schemas.microsoft.com/office/drawing/2014/main" id="{AF28894A-49BB-4A73-A6BA-0D4405E225B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56573" y="3326876"/>
                      <a:ext cx="971840" cy="386316"/>
                    </a:xfrm>
                    <a:prstGeom prst="ellipse">
                      <a:avLst/>
                    </a:prstGeom>
                    <a:solidFill>
                      <a:srgbClr val="F8CCB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10" name="椭圆 309">
                      <a:extLst>
                        <a:ext uri="{FF2B5EF4-FFF2-40B4-BE49-F238E27FC236}">
                          <a16:creationId xmlns:a16="http://schemas.microsoft.com/office/drawing/2014/main" id="{4489F8C0-BA13-45E4-8AC7-441D11625B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12352" y="3349049"/>
                      <a:ext cx="860282" cy="341971"/>
                    </a:xfrm>
                    <a:prstGeom prst="ellipse">
                      <a:avLst/>
                    </a:prstGeom>
                    <a:solidFill>
                      <a:srgbClr val="FDEF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11" name="椭圆 310">
                      <a:extLst>
                        <a:ext uri="{FF2B5EF4-FFF2-40B4-BE49-F238E27FC236}">
                          <a16:creationId xmlns:a16="http://schemas.microsoft.com/office/drawing/2014/main" id="{46B676CE-DEE1-4348-A2C6-D5E98ADD11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63359" y="3369325"/>
                      <a:ext cx="758268" cy="301419"/>
                    </a:xfrm>
                    <a:prstGeom prst="ellipse">
                      <a:avLst/>
                    </a:prstGeom>
                    <a:solidFill>
                      <a:srgbClr val="F8CCB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12" name="椭圆 311">
                      <a:extLst>
                        <a:ext uri="{FF2B5EF4-FFF2-40B4-BE49-F238E27FC236}">
                          <a16:creationId xmlns:a16="http://schemas.microsoft.com/office/drawing/2014/main" id="{374FCE6F-8CF1-4E5D-A8D4-EB7952AA01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28857" y="3395361"/>
                      <a:ext cx="627273" cy="249347"/>
                    </a:xfrm>
                    <a:prstGeom prst="ellipse">
                      <a:avLst/>
                    </a:prstGeom>
                    <a:solidFill>
                      <a:srgbClr val="FDEF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296" name="组合 295">
                    <a:extLst>
                      <a:ext uri="{FF2B5EF4-FFF2-40B4-BE49-F238E27FC236}">
                        <a16:creationId xmlns:a16="http://schemas.microsoft.com/office/drawing/2014/main" id="{29092C95-0DEA-463F-BD29-469079956258}"/>
                      </a:ext>
                    </a:extLst>
                  </p:cNvPr>
                  <p:cNvGrpSpPr/>
                  <p:nvPr/>
                </p:nvGrpSpPr>
                <p:grpSpPr>
                  <a:xfrm>
                    <a:off x="4928821" y="4524808"/>
                    <a:ext cx="868675" cy="200946"/>
                    <a:chOff x="4829061" y="3868896"/>
                    <a:chExt cx="868675" cy="200946"/>
                  </a:xfrm>
                </p:grpSpPr>
                <p:sp>
                  <p:nvSpPr>
                    <p:cNvPr id="297" name="矩形 296">
                      <a:extLst>
                        <a:ext uri="{FF2B5EF4-FFF2-40B4-BE49-F238E27FC236}">
                          <a16:creationId xmlns:a16="http://schemas.microsoft.com/office/drawing/2014/main" id="{3FAFC590-4CD5-4609-91FD-40C5D0764D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29062" y="3952603"/>
                      <a:ext cx="316497" cy="45719"/>
                    </a:xfrm>
                    <a:prstGeom prst="rect">
                      <a:avLst/>
                    </a:prstGeom>
                    <a:solidFill>
                      <a:srgbClr val="A32D0F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98" name="矩形: 圆角 297">
                      <a:extLst>
                        <a:ext uri="{FF2B5EF4-FFF2-40B4-BE49-F238E27FC236}">
                          <a16:creationId xmlns:a16="http://schemas.microsoft.com/office/drawing/2014/main" id="{C19F5046-3192-4390-8679-E3DAF39611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7309" y="3959979"/>
                      <a:ext cx="710426" cy="57902"/>
                    </a:xfrm>
                    <a:prstGeom prst="roundRect">
                      <a:avLst>
                        <a:gd name="adj" fmla="val 38782"/>
                      </a:avLst>
                    </a:prstGeom>
                    <a:solidFill>
                      <a:srgbClr val="A32D0F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99" name="椭圆 298">
                      <a:extLst>
                        <a:ext uri="{FF2B5EF4-FFF2-40B4-BE49-F238E27FC236}">
                          <a16:creationId xmlns:a16="http://schemas.microsoft.com/office/drawing/2014/main" id="{AD82EFC2-8217-48E5-B141-4C16D405B9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29061" y="3910535"/>
                      <a:ext cx="316497" cy="159307"/>
                    </a:xfrm>
                    <a:prstGeom prst="ellipse">
                      <a:avLst/>
                    </a:prstGeom>
                    <a:solidFill>
                      <a:srgbClr val="A32D0F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rgbClr val="E6E6E6"/>
                        </a:solidFill>
                      </a:endParaRPr>
                    </a:p>
                  </p:txBody>
                </p:sp>
                <p:sp>
                  <p:nvSpPr>
                    <p:cNvPr id="300" name="矩形: 圆角 299">
                      <a:extLst>
                        <a:ext uri="{FF2B5EF4-FFF2-40B4-BE49-F238E27FC236}">
                          <a16:creationId xmlns:a16="http://schemas.microsoft.com/office/drawing/2014/main" id="{981270B7-ECB8-4336-A82A-6FAB119461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7310" y="3922008"/>
                      <a:ext cx="710426" cy="71792"/>
                    </a:xfrm>
                    <a:prstGeom prst="roundRect">
                      <a:avLst>
                        <a:gd name="adj" fmla="val 38782"/>
                      </a:avLst>
                    </a:prstGeom>
                    <a:solidFill>
                      <a:srgbClr val="D7451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01" name="椭圆 300">
                      <a:extLst>
                        <a:ext uri="{FF2B5EF4-FFF2-40B4-BE49-F238E27FC236}">
                          <a16:creationId xmlns:a16="http://schemas.microsoft.com/office/drawing/2014/main" id="{65C0FE04-0C18-4251-9D55-F3837F70DE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29062" y="3868896"/>
                      <a:ext cx="316497" cy="172815"/>
                    </a:xfrm>
                    <a:prstGeom prst="ellipse">
                      <a:avLst/>
                    </a:prstGeom>
                    <a:solidFill>
                      <a:srgbClr val="D7451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rgbClr val="E6E6E6"/>
                        </a:solidFill>
                      </a:endParaRPr>
                    </a:p>
                  </p:txBody>
                </p:sp>
                <p:sp>
                  <p:nvSpPr>
                    <p:cNvPr id="302" name="椭圆 301">
                      <a:extLst>
                        <a:ext uri="{FF2B5EF4-FFF2-40B4-BE49-F238E27FC236}">
                          <a16:creationId xmlns:a16="http://schemas.microsoft.com/office/drawing/2014/main" id="{C34EBE5E-9444-4576-BB1D-6F165170770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80583" y="3897027"/>
                      <a:ext cx="213456" cy="116553"/>
                    </a:xfrm>
                    <a:prstGeom prst="ellipse">
                      <a:avLst/>
                    </a:prstGeom>
                    <a:solidFill>
                      <a:srgbClr val="E6E6E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rgbClr val="E6E6E6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319" name="组合 318">
                  <a:extLst>
                    <a:ext uri="{FF2B5EF4-FFF2-40B4-BE49-F238E27FC236}">
                      <a16:creationId xmlns:a16="http://schemas.microsoft.com/office/drawing/2014/main" id="{057F87C3-1F9A-451D-ACA0-E1D903239EFC}"/>
                    </a:ext>
                  </a:extLst>
                </p:cNvPr>
                <p:cNvGrpSpPr/>
                <p:nvPr/>
              </p:nvGrpSpPr>
              <p:grpSpPr>
                <a:xfrm>
                  <a:off x="5119192" y="3393419"/>
                  <a:ext cx="1953616" cy="667772"/>
                  <a:chOff x="4928820" y="4189742"/>
                  <a:chExt cx="1953616" cy="667772"/>
                </a:xfrm>
              </p:grpSpPr>
              <p:grpSp>
                <p:nvGrpSpPr>
                  <p:cNvPr id="320" name="组合 319">
                    <a:extLst>
                      <a:ext uri="{FF2B5EF4-FFF2-40B4-BE49-F238E27FC236}">
                        <a16:creationId xmlns:a16="http://schemas.microsoft.com/office/drawing/2014/main" id="{4A432BA8-E7DB-4A28-B56B-E676F5A87264}"/>
                      </a:ext>
                    </a:extLst>
                  </p:cNvPr>
                  <p:cNvGrpSpPr/>
                  <p:nvPr/>
                </p:nvGrpSpPr>
                <p:grpSpPr>
                  <a:xfrm>
                    <a:off x="4928820" y="4602199"/>
                    <a:ext cx="868675" cy="200946"/>
                    <a:chOff x="4829061" y="3868896"/>
                    <a:chExt cx="868675" cy="200946"/>
                  </a:xfrm>
                </p:grpSpPr>
                <p:sp>
                  <p:nvSpPr>
                    <p:cNvPr id="339" name="矩形 338">
                      <a:extLst>
                        <a:ext uri="{FF2B5EF4-FFF2-40B4-BE49-F238E27FC236}">
                          <a16:creationId xmlns:a16="http://schemas.microsoft.com/office/drawing/2014/main" id="{E3AB1A2C-214B-4666-BCAF-5C8D4CE1B5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29062" y="3952603"/>
                      <a:ext cx="316497" cy="45719"/>
                    </a:xfrm>
                    <a:prstGeom prst="rect">
                      <a:avLst/>
                    </a:prstGeom>
                    <a:solidFill>
                      <a:srgbClr val="A32D0F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40" name="矩形: 圆角 339">
                      <a:extLst>
                        <a:ext uri="{FF2B5EF4-FFF2-40B4-BE49-F238E27FC236}">
                          <a16:creationId xmlns:a16="http://schemas.microsoft.com/office/drawing/2014/main" id="{26F0F967-3C6F-425A-A59F-9E2897943E2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7309" y="3959979"/>
                      <a:ext cx="710426" cy="57902"/>
                    </a:xfrm>
                    <a:prstGeom prst="roundRect">
                      <a:avLst>
                        <a:gd name="adj" fmla="val 38782"/>
                      </a:avLst>
                    </a:prstGeom>
                    <a:solidFill>
                      <a:srgbClr val="A32D0F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41" name="椭圆 340">
                      <a:extLst>
                        <a:ext uri="{FF2B5EF4-FFF2-40B4-BE49-F238E27FC236}">
                          <a16:creationId xmlns:a16="http://schemas.microsoft.com/office/drawing/2014/main" id="{F239121C-E3A1-456C-BD41-FB7BD43037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29061" y="3910535"/>
                      <a:ext cx="316497" cy="159307"/>
                    </a:xfrm>
                    <a:prstGeom prst="ellipse">
                      <a:avLst/>
                    </a:prstGeom>
                    <a:solidFill>
                      <a:srgbClr val="A32D0F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rgbClr val="E6E6E6"/>
                        </a:solidFill>
                      </a:endParaRPr>
                    </a:p>
                  </p:txBody>
                </p:sp>
                <p:sp>
                  <p:nvSpPr>
                    <p:cNvPr id="342" name="矩形: 圆角 341">
                      <a:extLst>
                        <a:ext uri="{FF2B5EF4-FFF2-40B4-BE49-F238E27FC236}">
                          <a16:creationId xmlns:a16="http://schemas.microsoft.com/office/drawing/2014/main" id="{D7E0D726-D4F8-412D-94FE-B9F86FC232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7310" y="3922008"/>
                      <a:ext cx="710426" cy="71792"/>
                    </a:xfrm>
                    <a:prstGeom prst="roundRect">
                      <a:avLst>
                        <a:gd name="adj" fmla="val 38782"/>
                      </a:avLst>
                    </a:prstGeom>
                    <a:solidFill>
                      <a:srgbClr val="D7451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43" name="椭圆 342">
                      <a:extLst>
                        <a:ext uri="{FF2B5EF4-FFF2-40B4-BE49-F238E27FC236}">
                          <a16:creationId xmlns:a16="http://schemas.microsoft.com/office/drawing/2014/main" id="{84F22F00-046E-4A10-B739-E5DDA04740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29062" y="3868896"/>
                      <a:ext cx="316497" cy="172815"/>
                    </a:xfrm>
                    <a:prstGeom prst="ellipse">
                      <a:avLst/>
                    </a:prstGeom>
                    <a:solidFill>
                      <a:srgbClr val="D7451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rgbClr val="E6E6E6"/>
                        </a:solidFill>
                      </a:endParaRPr>
                    </a:p>
                  </p:txBody>
                </p:sp>
                <p:sp>
                  <p:nvSpPr>
                    <p:cNvPr id="344" name="椭圆 343">
                      <a:extLst>
                        <a:ext uri="{FF2B5EF4-FFF2-40B4-BE49-F238E27FC236}">
                          <a16:creationId xmlns:a16="http://schemas.microsoft.com/office/drawing/2014/main" id="{9EEBD733-9BAB-4B49-A827-9FABF3A979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80583" y="3897027"/>
                      <a:ext cx="213456" cy="116553"/>
                    </a:xfrm>
                    <a:prstGeom prst="ellipse">
                      <a:avLst/>
                    </a:prstGeom>
                    <a:solidFill>
                      <a:srgbClr val="E6E6E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rgbClr val="E6E6E6"/>
                        </a:solidFill>
                      </a:endParaRPr>
                    </a:p>
                  </p:txBody>
                </p:sp>
              </p:grpSp>
              <p:grpSp>
                <p:nvGrpSpPr>
                  <p:cNvPr id="321" name="组合 320">
                    <a:extLst>
                      <a:ext uri="{FF2B5EF4-FFF2-40B4-BE49-F238E27FC236}">
                        <a16:creationId xmlns:a16="http://schemas.microsoft.com/office/drawing/2014/main" id="{16E89EF9-F01D-43DF-AF4A-F94B974AD84D}"/>
                      </a:ext>
                    </a:extLst>
                  </p:cNvPr>
                  <p:cNvGrpSpPr/>
                  <p:nvPr/>
                </p:nvGrpSpPr>
                <p:grpSpPr>
                  <a:xfrm>
                    <a:off x="5202550" y="4189742"/>
                    <a:ext cx="1679886" cy="667772"/>
                    <a:chOff x="5202550" y="3186831"/>
                    <a:chExt cx="1679886" cy="667772"/>
                  </a:xfrm>
                </p:grpSpPr>
                <p:sp>
                  <p:nvSpPr>
                    <p:cNvPr id="329" name="椭圆 328">
                      <a:extLst>
                        <a:ext uri="{FF2B5EF4-FFF2-40B4-BE49-F238E27FC236}">
                          <a16:creationId xmlns:a16="http://schemas.microsoft.com/office/drawing/2014/main" id="{17C0FAE3-ADA9-4D2F-8A9D-AB362C8CA59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02550" y="3186831"/>
                      <a:ext cx="1679886" cy="667772"/>
                    </a:xfrm>
                    <a:prstGeom prst="ellipse">
                      <a:avLst/>
                    </a:prstGeom>
                    <a:solidFill>
                      <a:srgbClr val="F8CCB9"/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30" name="椭圆 329">
                      <a:extLst>
                        <a:ext uri="{FF2B5EF4-FFF2-40B4-BE49-F238E27FC236}">
                          <a16:creationId xmlns:a16="http://schemas.microsoft.com/office/drawing/2014/main" id="{4BF7491E-6BF9-462B-ADEC-C6937059B3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63399" y="3211019"/>
                      <a:ext cx="1558187" cy="619396"/>
                    </a:xfrm>
                    <a:prstGeom prst="ellipse">
                      <a:avLst/>
                    </a:prstGeom>
                    <a:solidFill>
                      <a:srgbClr val="FDEF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31" name="椭圆 330">
                      <a:extLst>
                        <a:ext uri="{FF2B5EF4-FFF2-40B4-BE49-F238E27FC236}">
                          <a16:creationId xmlns:a16="http://schemas.microsoft.com/office/drawing/2014/main" id="{A4B71065-69E0-463A-A6E5-07D032421C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25012" y="3235511"/>
                      <a:ext cx="1434962" cy="570412"/>
                    </a:xfrm>
                    <a:prstGeom prst="ellipse">
                      <a:avLst/>
                    </a:prstGeom>
                    <a:solidFill>
                      <a:srgbClr val="F8CCB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32" name="椭圆 331">
                      <a:extLst>
                        <a:ext uri="{FF2B5EF4-FFF2-40B4-BE49-F238E27FC236}">
                          <a16:creationId xmlns:a16="http://schemas.microsoft.com/office/drawing/2014/main" id="{50FA53BD-60D8-4B42-83DB-B0766B964A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89426" y="3261116"/>
                      <a:ext cx="1306135" cy="519202"/>
                    </a:xfrm>
                    <a:prstGeom prst="ellipse">
                      <a:avLst/>
                    </a:prstGeom>
                    <a:solidFill>
                      <a:srgbClr val="FDEF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33" name="椭圆 332">
                      <a:extLst>
                        <a:ext uri="{FF2B5EF4-FFF2-40B4-BE49-F238E27FC236}">
                          <a16:creationId xmlns:a16="http://schemas.microsoft.com/office/drawing/2014/main" id="{EB54105F-588A-471D-A583-961D3BED5D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51039" y="3285608"/>
                      <a:ext cx="1182909" cy="470218"/>
                    </a:xfrm>
                    <a:prstGeom prst="ellipse">
                      <a:avLst/>
                    </a:prstGeom>
                    <a:solidFill>
                      <a:srgbClr val="F8CCB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34" name="椭圆 333">
                      <a:extLst>
                        <a:ext uri="{FF2B5EF4-FFF2-40B4-BE49-F238E27FC236}">
                          <a16:creationId xmlns:a16="http://schemas.microsoft.com/office/drawing/2014/main" id="{404B865B-EF8E-4A7D-945F-466E9D85D7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07532" y="3308064"/>
                      <a:ext cx="1069922" cy="425305"/>
                    </a:xfrm>
                    <a:prstGeom prst="ellipse">
                      <a:avLst/>
                    </a:prstGeom>
                    <a:solidFill>
                      <a:srgbClr val="FDEF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35" name="椭圆 334">
                      <a:extLst>
                        <a:ext uri="{FF2B5EF4-FFF2-40B4-BE49-F238E27FC236}">
                          <a16:creationId xmlns:a16="http://schemas.microsoft.com/office/drawing/2014/main" id="{E9B2607D-DCCB-4550-83FB-74A403C03B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56573" y="3326876"/>
                      <a:ext cx="971840" cy="386316"/>
                    </a:xfrm>
                    <a:prstGeom prst="ellipse">
                      <a:avLst/>
                    </a:prstGeom>
                    <a:solidFill>
                      <a:srgbClr val="F8CCB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36" name="椭圆 335">
                      <a:extLst>
                        <a:ext uri="{FF2B5EF4-FFF2-40B4-BE49-F238E27FC236}">
                          <a16:creationId xmlns:a16="http://schemas.microsoft.com/office/drawing/2014/main" id="{08BE7BCD-120F-4D60-810C-DBEC278EC0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12352" y="3349049"/>
                      <a:ext cx="860282" cy="341971"/>
                    </a:xfrm>
                    <a:prstGeom prst="ellipse">
                      <a:avLst/>
                    </a:prstGeom>
                    <a:solidFill>
                      <a:srgbClr val="FDEF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37" name="椭圆 336">
                      <a:extLst>
                        <a:ext uri="{FF2B5EF4-FFF2-40B4-BE49-F238E27FC236}">
                          <a16:creationId xmlns:a16="http://schemas.microsoft.com/office/drawing/2014/main" id="{405ABE9A-E368-409D-BB16-0940A6D3AD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63359" y="3369325"/>
                      <a:ext cx="758268" cy="301419"/>
                    </a:xfrm>
                    <a:prstGeom prst="ellipse">
                      <a:avLst/>
                    </a:prstGeom>
                    <a:solidFill>
                      <a:srgbClr val="F8CCB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38" name="椭圆 337">
                      <a:extLst>
                        <a:ext uri="{FF2B5EF4-FFF2-40B4-BE49-F238E27FC236}">
                          <a16:creationId xmlns:a16="http://schemas.microsoft.com/office/drawing/2014/main" id="{64919AAB-0BEB-4101-ADA4-1ED6D82EF4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28857" y="3395361"/>
                      <a:ext cx="627273" cy="249347"/>
                    </a:xfrm>
                    <a:prstGeom prst="ellipse">
                      <a:avLst/>
                    </a:prstGeom>
                    <a:solidFill>
                      <a:srgbClr val="FDEF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322" name="组合 321">
                    <a:extLst>
                      <a:ext uri="{FF2B5EF4-FFF2-40B4-BE49-F238E27FC236}">
                        <a16:creationId xmlns:a16="http://schemas.microsoft.com/office/drawing/2014/main" id="{23559A25-72E2-4709-9AAB-B2386C550C56}"/>
                      </a:ext>
                    </a:extLst>
                  </p:cNvPr>
                  <p:cNvGrpSpPr/>
                  <p:nvPr/>
                </p:nvGrpSpPr>
                <p:grpSpPr>
                  <a:xfrm>
                    <a:off x="4928821" y="4524808"/>
                    <a:ext cx="868675" cy="200946"/>
                    <a:chOff x="4829061" y="3868896"/>
                    <a:chExt cx="868675" cy="200946"/>
                  </a:xfrm>
                </p:grpSpPr>
                <p:sp>
                  <p:nvSpPr>
                    <p:cNvPr id="323" name="矩形 322">
                      <a:extLst>
                        <a:ext uri="{FF2B5EF4-FFF2-40B4-BE49-F238E27FC236}">
                          <a16:creationId xmlns:a16="http://schemas.microsoft.com/office/drawing/2014/main" id="{4A09F9D4-8BB9-4467-96E8-5D126423FB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29062" y="3952603"/>
                      <a:ext cx="316497" cy="45719"/>
                    </a:xfrm>
                    <a:prstGeom prst="rect">
                      <a:avLst/>
                    </a:prstGeom>
                    <a:solidFill>
                      <a:srgbClr val="A32D0F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24" name="矩形: 圆角 323">
                      <a:extLst>
                        <a:ext uri="{FF2B5EF4-FFF2-40B4-BE49-F238E27FC236}">
                          <a16:creationId xmlns:a16="http://schemas.microsoft.com/office/drawing/2014/main" id="{2B6C6430-203D-4639-BEDC-77BE911F46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7309" y="3959979"/>
                      <a:ext cx="710426" cy="57902"/>
                    </a:xfrm>
                    <a:prstGeom prst="roundRect">
                      <a:avLst>
                        <a:gd name="adj" fmla="val 38782"/>
                      </a:avLst>
                    </a:prstGeom>
                    <a:solidFill>
                      <a:srgbClr val="A32D0F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25" name="椭圆 324">
                      <a:extLst>
                        <a:ext uri="{FF2B5EF4-FFF2-40B4-BE49-F238E27FC236}">
                          <a16:creationId xmlns:a16="http://schemas.microsoft.com/office/drawing/2014/main" id="{75B10E37-B674-4CD7-A52C-711947BFB4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29061" y="3910535"/>
                      <a:ext cx="316497" cy="159307"/>
                    </a:xfrm>
                    <a:prstGeom prst="ellipse">
                      <a:avLst/>
                    </a:prstGeom>
                    <a:solidFill>
                      <a:srgbClr val="A32D0F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rgbClr val="E6E6E6"/>
                        </a:solidFill>
                      </a:endParaRPr>
                    </a:p>
                  </p:txBody>
                </p:sp>
                <p:sp>
                  <p:nvSpPr>
                    <p:cNvPr id="326" name="矩形: 圆角 325">
                      <a:extLst>
                        <a:ext uri="{FF2B5EF4-FFF2-40B4-BE49-F238E27FC236}">
                          <a16:creationId xmlns:a16="http://schemas.microsoft.com/office/drawing/2014/main" id="{BB68E264-FE98-4883-B312-CFCBD02A419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7310" y="3922008"/>
                      <a:ext cx="710426" cy="71792"/>
                    </a:xfrm>
                    <a:prstGeom prst="roundRect">
                      <a:avLst>
                        <a:gd name="adj" fmla="val 38782"/>
                      </a:avLst>
                    </a:prstGeom>
                    <a:solidFill>
                      <a:srgbClr val="D7451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27" name="椭圆 326">
                      <a:extLst>
                        <a:ext uri="{FF2B5EF4-FFF2-40B4-BE49-F238E27FC236}">
                          <a16:creationId xmlns:a16="http://schemas.microsoft.com/office/drawing/2014/main" id="{A8EFFE7C-9770-4A76-AC50-2AC891E1AD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29062" y="3868896"/>
                      <a:ext cx="316497" cy="172815"/>
                    </a:xfrm>
                    <a:prstGeom prst="ellipse">
                      <a:avLst/>
                    </a:prstGeom>
                    <a:solidFill>
                      <a:srgbClr val="D7451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rgbClr val="E6E6E6"/>
                        </a:solidFill>
                      </a:endParaRPr>
                    </a:p>
                  </p:txBody>
                </p:sp>
                <p:sp>
                  <p:nvSpPr>
                    <p:cNvPr id="328" name="椭圆 327">
                      <a:extLst>
                        <a:ext uri="{FF2B5EF4-FFF2-40B4-BE49-F238E27FC236}">
                          <a16:creationId xmlns:a16="http://schemas.microsoft.com/office/drawing/2014/main" id="{69E5EC09-0FCF-405C-B730-0D62ABE818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80583" y="3897027"/>
                      <a:ext cx="213456" cy="116553"/>
                    </a:xfrm>
                    <a:prstGeom prst="ellipse">
                      <a:avLst/>
                    </a:prstGeom>
                    <a:solidFill>
                      <a:srgbClr val="E6E6E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rgbClr val="E6E6E6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187" name="组合 186">
                  <a:extLst>
                    <a:ext uri="{FF2B5EF4-FFF2-40B4-BE49-F238E27FC236}">
                      <a16:creationId xmlns:a16="http://schemas.microsoft.com/office/drawing/2014/main" id="{7875A957-BD6D-4073-AEC0-53A66F0C1894}"/>
                    </a:ext>
                  </a:extLst>
                </p:cNvPr>
                <p:cNvGrpSpPr/>
                <p:nvPr/>
              </p:nvGrpSpPr>
              <p:grpSpPr>
                <a:xfrm>
                  <a:off x="5983394" y="3567763"/>
                  <a:ext cx="506288" cy="257181"/>
                  <a:chOff x="5789348" y="3363480"/>
                  <a:chExt cx="506288" cy="257181"/>
                </a:xfrm>
              </p:grpSpPr>
              <p:sp>
                <p:nvSpPr>
                  <p:cNvPr id="157" name="椭圆 156">
                    <a:extLst>
                      <a:ext uri="{FF2B5EF4-FFF2-40B4-BE49-F238E27FC236}">
                        <a16:creationId xmlns:a16="http://schemas.microsoft.com/office/drawing/2014/main" id="{59839BE3-4EDE-4A3C-98CE-E3A5EE740375}"/>
                      </a:ext>
                    </a:extLst>
                  </p:cNvPr>
                  <p:cNvSpPr/>
                  <p:nvPr/>
                </p:nvSpPr>
                <p:spPr>
                  <a:xfrm>
                    <a:off x="5789349" y="3419407"/>
                    <a:ext cx="506287" cy="201254"/>
                  </a:xfrm>
                  <a:prstGeom prst="ellipse">
                    <a:avLst/>
                  </a:prstGeom>
                  <a:solidFill>
                    <a:schemeClr val="bg2">
                      <a:lumMod val="2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71" name="矩形 170">
                    <a:extLst>
                      <a:ext uri="{FF2B5EF4-FFF2-40B4-BE49-F238E27FC236}">
                        <a16:creationId xmlns:a16="http://schemas.microsoft.com/office/drawing/2014/main" id="{6AD17A30-7A71-4A17-BDC8-0D119B94645D}"/>
                      </a:ext>
                    </a:extLst>
                  </p:cNvPr>
                  <p:cNvSpPr/>
                  <p:nvPr/>
                </p:nvSpPr>
                <p:spPr>
                  <a:xfrm>
                    <a:off x="5789349" y="3475393"/>
                    <a:ext cx="506287" cy="45719"/>
                  </a:xfrm>
                  <a:prstGeom prst="rect">
                    <a:avLst/>
                  </a:prstGeom>
                  <a:solidFill>
                    <a:schemeClr val="bg2">
                      <a:lumMod val="2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162" name="组合 161">
                    <a:extLst>
                      <a:ext uri="{FF2B5EF4-FFF2-40B4-BE49-F238E27FC236}">
                        <a16:creationId xmlns:a16="http://schemas.microsoft.com/office/drawing/2014/main" id="{43DBF318-B3C1-4D50-A59B-98643881025F}"/>
                      </a:ext>
                    </a:extLst>
                  </p:cNvPr>
                  <p:cNvGrpSpPr/>
                  <p:nvPr/>
                </p:nvGrpSpPr>
                <p:grpSpPr>
                  <a:xfrm>
                    <a:off x="5789348" y="3363480"/>
                    <a:ext cx="506287" cy="201254"/>
                    <a:chOff x="7115229" y="3384444"/>
                    <a:chExt cx="506287" cy="201254"/>
                  </a:xfrm>
                </p:grpSpPr>
                <p:sp>
                  <p:nvSpPr>
                    <p:cNvPr id="163" name="椭圆 162">
                      <a:extLst>
                        <a:ext uri="{FF2B5EF4-FFF2-40B4-BE49-F238E27FC236}">
                          <a16:creationId xmlns:a16="http://schemas.microsoft.com/office/drawing/2014/main" id="{007964C2-9AEB-4DFD-BB56-4A82E7BDE7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15229" y="3384444"/>
                      <a:ext cx="506287" cy="201254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sp>
                  <p:nvSpPr>
                    <p:cNvPr id="164" name="椭圆 163">
                      <a:extLst>
                        <a:ext uri="{FF2B5EF4-FFF2-40B4-BE49-F238E27FC236}">
                          <a16:creationId xmlns:a16="http://schemas.microsoft.com/office/drawing/2014/main" id="{34A8F03F-358F-41FE-B783-8471018C5E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39524" y="3403089"/>
                      <a:ext cx="71800" cy="2854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rgbClr val="E6E6E6"/>
                        </a:solidFill>
                      </a:endParaRPr>
                    </a:p>
                  </p:txBody>
                </p:sp>
                <p:sp>
                  <p:nvSpPr>
                    <p:cNvPr id="165" name="椭圆 164">
                      <a:extLst>
                        <a:ext uri="{FF2B5EF4-FFF2-40B4-BE49-F238E27FC236}">
                          <a16:creationId xmlns:a16="http://schemas.microsoft.com/office/drawing/2014/main" id="{0334C81E-02F8-46A2-9C36-8D3D1B5648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81674" y="3440410"/>
                      <a:ext cx="71800" cy="2854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rgbClr val="E6E6E6"/>
                        </a:solidFill>
                      </a:endParaRPr>
                    </a:p>
                  </p:txBody>
                </p:sp>
                <p:sp>
                  <p:nvSpPr>
                    <p:cNvPr id="166" name="椭圆 165">
                      <a:extLst>
                        <a:ext uri="{FF2B5EF4-FFF2-40B4-BE49-F238E27FC236}">
                          <a16:creationId xmlns:a16="http://schemas.microsoft.com/office/drawing/2014/main" id="{2CD89452-B265-4502-A834-405DA47393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81674" y="3506414"/>
                      <a:ext cx="71800" cy="2854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rgbClr val="E6E6E6"/>
                        </a:solidFill>
                      </a:endParaRPr>
                    </a:p>
                  </p:txBody>
                </p:sp>
                <p:sp>
                  <p:nvSpPr>
                    <p:cNvPr id="167" name="椭圆 166">
                      <a:extLst>
                        <a:ext uri="{FF2B5EF4-FFF2-40B4-BE49-F238E27FC236}">
                          <a16:creationId xmlns:a16="http://schemas.microsoft.com/office/drawing/2014/main" id="{49E2A138-3719-4527-B501-E9FB597569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84941" y="3439545"/>
                      <a:ext cx="71800" cy="2854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rgbClr val="E6E6E6"/>
                        </a:solidFill>
                      </a:endParaRPr>
                    </a:p>
                  </p:txBody>
                </p:sp>
                <p:sp>
                  <p:nvSpPr>
                    <p:cNvPr id="168" name="椭圆 167">
                      <a:extLst>
                        <a:ext uri="{FF2B5EF4-FFF2-40B4-BE49-F238E27FC236}">
                          <a16:creationId xmlns:a16="http://schemas.microsoft.com/office/drawing/2014/main" id="{5A5875ED-6390-4329-A005-F40C0FE7DF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87889" y="3505961"/>
                      <a:ext cx="71800" cy="2854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rgbClr val="E6E6E6"/>
                        </a:solidFill>
                      </a:endParaRPr>
                    </a:p>
                  </p:txBody>
                </p:sp>
                <p:sp>
                  <p:nvSpPr>
                    <p:cNvPr id="169" name="椭圆 168">
                      <a:extLst>
                        <a:ext uri="{FF2B5EF4-FFF2-40B4-BE49-F238E27FC236}">
                          <a16:creationId xmlns:a16="http://schemas.microsoft.com/office/drawing/2014/main" id="{04773FFD-3D7B-488B-A885-00787926A3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39524" y="3540709"/>
                      <a:ext cx="71800" cy="2854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rgbClr val="E6E6E6"/>
                        </a:solidFill>
                      </a:endParaRPr>
                    </a:p>
                  </p:txBody>
                </p:sp>
                <p:sp>
                  <p:nvSpPr>
                    <p:cNvPr id="170" name="椭圆 169">
                      <a:extLst>
                        <a:ext uri="{FF2B5EF4-FFF2-40B4-BE49-F238E27FC236}">
                          <a16:creationId xmlns:a16="http://schemas.microsoft.com/office/drawing/2014/main" id="{6656AE27-6413-4994-88D5-165DA08099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510" y="3464303"/>
                      <a:ext cx="119828" cy="47633"/>
                    </a:xfrm>
                    <a:prstGeom prst="ellipse">
                      <a:avLst/>
                    </a:prstGeom>
                    <a:solidFill>
                      <a:srgbClr val="D7451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rgbClr val="E6E6E6"/>
                        </a:solidFill>
                      </a:endParaRPr>
                    </a:p>
                  </p:txBody>
                </p:sp>
              </p:grpSp>
            </p:grpSp>
          </p:grpSp>
          <p:sp>
            <p:nvSpPr>
              <p:cNvPr id="346" name="矩形 345">
                <a:extLst>
                  <a:ext uri="{FF2B5EF4-FFF2-40B4-BE49-F238E27FC236}">
                    <a16:creationId xmlns:a16="http://schemas.microsoft.com/office/drawing/2014/main" id="{C24E8B03-BE7A-4D96-85D3-F44138B47EB3}"/>
                  </a:ext>
                </a:extLst>
              </p:cNvPr>
              <p:cNvSpPr/>
              <p:nvPr/>
            </p:nvSpPr>
            <p:spPr>
              <a:xfrm>
                <a:off x="2853490" y="1473904"/>
                <a:ext cx="1213366" cy="475488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Courier New" panose="02070309020205020404" pitchFamily="49" charset="0"/>
                  </a:rPr>
                  <a:t>12 heads</a:t>
                </a:r>
                <a:endPara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endParaRPr>
              </a:p>
            </p:txBody>
          </p:sp>
          <p:sp>
            <p:nvSpPr>
              <p:cNvPr id="347" name="矩形 346">
                <a:extLst>
                  <a:ext uri="{FF2B5EF4-FFF2-40B4-BE49-F238E27FC236}">
                    <a16:creationId xmlns:a16="http://schemas.microsoft.com/office/drawing/2014/main" id="{A1B995DB-0717-4EC7-8FB4-AC6768D97B5D}"/>
                  </a:ext>
                </a:extLst>
              </p:cNvPr>
              <p:cNvSpPr/>
              <p:nvPr/>
            </p:nvSpPr>
            <p:spPr>
              <a:xfrm>
                <a:off x="3919950" y="4150517"/>
                <a:ext cx="1213366" cy="475488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Courier New" panose="02070309020205020404" pitchFamily="49" charset="0"/>
                  </a:rPr>
                  <a:t>6 platters</a:t>
                </a:r>
                <a:endPara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348" name="直接箭头连接符 347">
                <a:extLst>
                  <a:ext uri="{FF2B5EF4-FFF2-40B4-BE49-F238E27FC236}">
                    <a16:creationId xmlns:a16="http://schemas.microsoft.com/office/drawing/2014/main" id="{3AEBAA8D-ABD2-41A4-88D4-A30A78A12836}"/>
                  </a:ext>
                </a:extLst>
              </p:cNvPr>
              <p:cNvCxnSpPr>
                <a:cxnSpLocks/>
                <a:stCxn id="328" idx="0"/>
                <a:endCxn id="346" idx="2"/>
              </p:cNvCxnSpPr>
              <p:nvPr/>
            </p:nvCxnSpPr>
            <p:spPr>
              <a:xfrm flipH="1" flipV="1">
                <a:off x="3460173" y="1949392"/>
                <a:ext cx="218997" cy="55745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2" name="直接箭头连接符 351">
                <a:extLst>
                  <a:ext uri="{FF2B5EF4-FFF2-40B4-BE49-F238E27FC236}">
                    <a16:creationId xmlns:a16="http://schemas.microsoft.com/office/drawing/2014/main" id="{2ABF1C36-B9E6-4C7B-A25D-403BE3127B52}"/>
                  </a:ext>
                </a:extLst>
              </p:cNvPr>
              <p:cNvCxnSpPr>
                <a:cxnSpLocks/>
                <a:stCxn id="199" idx="4"/>
              </p:cNvCxnSpPr>
              <p:nvPr/>
            </p:nvCxnSpPr>
            <p:spPr>
              <a:xfrm flipH="1">
                <a:off x="4530486" y="3518604"/>
                <a:ext cx="104106" cy="68786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58" name="组合 357">
            <a:extLst>
              <a:ext uri="{FF2B5EF4-FFF2-40B4-BE49-F238E27FC236}">
                <a16:creationId xmlns:a16="http://schemas.microsoft.com/office/drawing/2014/main" id="{8CAFB351-302A-4356-A42B-BFD4EFB83F06}"/>
              </a:ext>
            </a:extLst>
          </p:cNvPr>
          <p:cNvGrpSpPr/>
          <p:nvPr/>
        </p:nvGrpSpPr>
        <p:grpSpPr>
          <a:xfrm>
            <a:off x="6069469" y="822534"/>
            <a:ext cx="6013899" cy="3360531"/>
            <a:chOff x="279904" y="558235"/>
            <a:chExt cx="6013899" cy="3360531"/>
          </a:xfrm>
        </p:grpSpPr>
        <p:grpSp>
          <p:nvGrpSpPr>
            <p:cNvPr id="359" name="组合 358">
              <a:extLst>
                <a:ext uri="{FF2B5EF4-FFF2-40B4-BE49-F238E27FC236}">
                  <a16:creationId xmlns:a16="http://schemas.microsoft.com/office/drawing/2014/main" id="{E3875C67-C17D-4489-BF78-9A8E8BDD2102}"/>
                </a:ext>
              </a:extLst>
            </p:cNvPr>
            <p:cNvGrpSpPr/>
            <p:nvPr/>
          </p:nvGrpSpPr>
          <p:grpSpPr>
            <a:xfrm>
              <a:off x="3425923" y="558235"/>
              <a:ext cx="2867880" cy="2870765"/>
              <a:chOff x="4694496" y="465193"/>
              <a:chExt cx="3839552" cy="3843415"/>
            </a:xfrm>
          </p:grpSpPr>
          <p:grpSp>
            <p:nvGrpSpPr>
              <p:cNvPr id="400" name="组合 399">
                <a:extLst>
                  <a:ext uri="{FF2B5EF4-FFF2-40B4-BE49-F238E27FC236}">
                    <a16:creationId xmlns:a16="http://schemas.microsoft.com/office/drawing/2014/main" id="{BCF95771-C6D0-4C48-87E7-D090FDB9693C}"/>
                  </a:ext>
                </a:extLst>
              </p:cNvPr>
              <p:cNvGrpSpPr/>
              <p:nvPr/>
            </p:nvGrpSpPr>
            <p:grpSpPr>
              <a:xfrm>
                <a:off x="4694496" y="465193"/>
                <a:ext cx="3839552" cy="3843415"/>
                <a:chOff x="-8140879" y="-7123727"/>
                <a:chExt cx="3839552" cy="3843415"/>
              </a:xfrm>
            </p:grpSpPr>
            <p:sp>
              <p:nvSpPr>
                <p:cNvPr id="575" name="椭圆 574">
                  <a:extLst>
                    <a:ext uri="{FF2B5EF4-FFF2-40B4-BE49-F238E27FC236}">
                      <a16:creationId xmlns:a16="http://schemas.microsoft.com/office/drawing/2014/main" id="{566B47E0-14C3-4A6F-988B-45C6E2E1704E}"/>
                    </a:ext>
                  </a:extLst>
                </p:cNvPr>
                <p:cNvSpPr/>
                <p:nvPr/>
              </p:nvSpPr>
              <p:spPr>
                <a:xfrm>
                  <a:off x="-8140879" y="-7119864"/>
                  <a:ext cx="3839552" cy="3839552"/>
                </a:xfrm>
                <a:prstGeom prst="ellipse">
                  <a:avLst/>
                </a:prstGeom>
                <a:solidFill>
                  <a:srgbClr val="F8CCB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576" name="组合 575">
                  <a:extLst>
                    <a:ext uri="{FF2B5EF4-FFF2-40B4-BE49-F238E27FC236}">
                      <a16:creationId xmlns:a16="http://schemas.microsoft.com/office/drawing/2014/main" id="{F68CBB21-F378-410B-A566-CAD357583782}"/>
                    </a:ext>
                  </a:extLst>
                </p:cNvPr>
                <p:cNvGrpSpPr/>
                <p:nvPr/>
              </p:nvGrpSpPr>
              <p:grpSpPr>
                <a:xfrm>
                  <a:off x="-8140879" y="-7123727"/>
                  <a:ext cx="3839552" cy="3839551"/>
                  <a:chOff x="-3510072" y="6532554"/>
                  <a:chExt cx="3844265" cy="3840517"/>
                </a:xfrm>
              </p:grpSpPr>
              <p:cxnSp>
                <p:nvCxnSpPr>
                  <p:cNvPr id="577" name="直接连接符 576">
                    <a:extLst>
                      <a:ext uri="{FF2B5EF4-FFF2-40B4-BE49-F238E27FC236}">
                        <a16:creationId xmlns:a16="http://schemas.microsoft.com/office/drawing/2014/main" id="{DBA3B92C-D3F6-40F7-96E7-2909AD9C6AD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-3510071" y="8452330"/>
                    <a:ext cx="3839552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8" name="直接连接符 577">
                    <a:extLst>
                      <a:ext uri="{FF2B5EF4-FFF2-40B4-BE49-F238E27FC236}">
                        <a16:creationId xmlns:a16="http://schemas.microsoft.com/office/drawing/2014/main" id="{8A0F7983-BBBE-410A-A53B-D7CF9F43213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-1590295" y="6532554"/>
                    <a:ext cx="0" cy="3839552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9" name="直接连接符 578">
                    <a:extLst>
                      <a:ext uri="{FF2B5EF4-FFF2-40B4-BE49-F238E27FC236}">
                        <a16:creationId xmlns:a16="http://schemas.microsoft.com/office/drawing/2014/main" id="{2BFE047B-BED8-4B80-8A66-DA29D620BE4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-2947782" y="7094843"/>
                    <a:ext cx="2714974" cy="2714974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0" name="直接连接符 579">
                    <a:extLst>
                      <a:ext uri="{FF2B5EF4-FFF2-40B4-BE49-F238E27FC236}">
                        <a16:creationId xmlns:a16="http://schemas.microsoft.com/office/drawing/2014/main" id="{5658E463-8DE0-4686-B4BC-07427066D40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-2947782" y="7094843"/>
                    <a:ext cx="2714974" cy="2714974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1" name="直接连接符 580">
                    <a:extLst>
                      <a:ext uri="{FF2B5EF4-FFF2-40B4-BE49-F238E27FC236}">
                        <a16:creationId xmlns:a16="http://schemas.microsoft.com/office/drawing/2014/main" id="{F3AA3AA9-50F0-4445-9AA5-0D7273BBEE66}"/>
                      </a:ext>
                    </a:extLst>
                  </p:cNvPr>
                  <p:cNvCxnSpPr/>
                  <p:nvPr/>
                </p:nvCxnSpPr>
                <p:spPr>
                  <a:xfrm rot="1350911">
                    <a:off x="-3510072" y="8453295"/>
                    <a:ext cx="3839552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2" name="直接连接符 581">
                    <a:extLst>
                      <a:ext uri="{FF2B5EF4-FFF2-40B4-BE49-F238E27FC236}">
                        <a16:creationId xmlns:a16="http://schemas.microsoft.com/office/drawing/2014/main" id="{8AF1D896-B87A-4430-B2EE-1FB7F77804F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350911">
                    <a:off x="-1590296" y="6533519"/>
                    <a:ext cx="0" cy="3839552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3" name="直接连接符 582">
                    <a:extLst>
                      <a:ext uri="{FF2B5EF4-FFF2-40B4-BE49-F238E27FC236}">
                        <a16:creationId xmlns:a16="http://schemas.microsoft.com/office/drawing/2014/main" id="{CF5BD1F8-DD2E-4113-A50C-D405D0791B3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350911">
                    <a:off x="-2947783" y="7095808"/>
                    <a:ext cx="2714974" cy="2714974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4" name="直接连接符 583">
                    <a:extLst>
                      <a:ext uri="{FF2B5EF4-FFF2-40B4-BE49-F238E27FC236}">
                        <a16:creationId xmlns:a16="http://schemas.microsoft.com/office/drawing/2014/main" id="{3919BB0D-EB53-4F48-B786-F14D9366F54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350911" flipH="1">
                    <a:off x="-2947783" y="7095808"/>
                    <a:ext cx="2714974" cy="2714974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5" name="直接连接符 584">
                    <a:extLst>
                      <a:ext uri="{FF2B5EF4-FFF2-40B4-BE49-F238E27FC236}">
                        <a16:creationId xmlns:a16="http://schemas.microsoft.com/office/drawing/2014/main" id="{11C06FB3-6395-464D-8345-F4CA625375B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38483">
                    <a:off x="-3510070" y="8452330"/>
                    <a:ext cx="3839552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6" name="直接连接符 585">
                    <a:extLst>
                      <a:ext uri="{FF2B5EF4-FFF2-40B4-BE49-F238E27FC236}">
                        <a16:creationId xmlns:a16="http://schemas.microsoft.com/office/drawing/2014/main" id="{F60B292B-18DC-48D5-9E88-C289A7AB53A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38483">
                    <a:off x="-1590294" y="6532554"/>
                    <a:ext cx="0" cy="3839552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7" name="直接连接符 586">
                    <a:extLst>
                      <a:ext uri="{FF2B5EF4-FFF2-40B4-BE49-F238E27FC236}">
                        <a16:creationId xmlns:a16="http://schemas.microsoft.com/office/drawing/2014/main" id="{7E32C111-72E1-4C43-BE0E-713ECD608B0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38483">
                    <a:off x="-2947781" y="7094843"/>
                    <a:ext cx="2714974" cy="2714974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8" name="直接连接符 587">
                    <a:extLst>
                      <a:ext uri="{FF2B5EF4-FFF2-40B4-BE49-F238E27FC236}">
                        <a16:creationId xmlns:a16="http://schemas.microsoft.com/office/drawing/2014/main" id="{94FD6F7B-1AE8-42C0-A627-31A9AB6741D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38483" flipH="1">
                    <a:off x="-2947781" y="7094843"/>
                    <a:ext cx="2714974" cy="2714974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9" name="直接连接符 588">
                    <a:extLst>
                      <a:ext uri="{FF2B5EF4-FFF2-40B4-BE49-F238E27FC236}">
                        <a16:creationId xmlns:a16="http://schemas.microsoft.com/office/drawing/2014/main" id="{E6AC56C5-38FF-4487-8C9E-23C8099FEEE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089394">
                    <a:off x="-3510071" y="8453295"/>
                    <a:ext cx="3839552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0" name="直接连接符 589">
                    <a:extLst>
                      <a:ext uri="{FF2B5EF4-FFF2-40B4-BE49-F238E27FC236}">
                        <a16:creationId xmlns:a16="http://schemas.microsoft.com/office/drawing/2014/main" id="{03317EC2-C608-4607-AF64-569F33FCC3E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089394">
                    <a:off x="-1590295" y="6533519"/>
                    <a:ext cx="0" cy="3839552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1" name="直接连接符 590">
                    <a:extLst>
                      <a:ext uri="{FF2B5EF4-FFF2-40B4-BE49-F238E27FC236}">
                        <a16:creationId xmlns:a16="http://schemas.microsoft.com/office/drawing/2014/main" id="{A175AF8D-95F4-463E-95CB-0C73A09B810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089394">
                    <a:off x="-2947782" y="7095808"/>
                    <a:ext cx="2714974" cy="2714974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2" name="直接连接符 591">
                    <a:extLst>
                      <a:ext uri="{FF2B5EF4-FFF2-40B4-BE49-F238E27FC236}">
                        <a16:creationId xmlns:a16="http://schemas.microsoft.com/office/drawing/2014/main" id="{325C6D9E-220C-471E-9749-4608460A361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089394" flipH="1">
                    <a:off x="-2947782" y="7095808"/>
                    <a:ext cx="2714974" cy="2714974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3" name="直接连接符 592">
                    <a:extLst>
                      <a:ext uri="{FF2B5EF4-FFF2-40B4-BE49-F238E27FC236}">
                        <a16:creationId xmlns:a16="http://schemas.microsoft.com/office/drawing/2014/main" id="{0E5B8448-9BC9-4730-BCA3-6BC9072A146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22761">
                    <a:off x="-3505360" y="8452332"/>
                    <a:ext cx="3839552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4" name="直接连接符 593">
                    <a:extLst>
                      <a:ext uri="{FF2B5EF4-FFF2-40B4-BE49-F238E27FC236}">
                        <a16:creationId xmlns:a16="http://schemas.microsoft.com/office/drawing/2014/main" id="{E6BBE22C-B05D-422D-86E2-1F2864989FF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22761">
                    <a:off x="-1585584" y="6532556"/>
                    <a:ext cx="0" cy="3839552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5" name="直接连接符 594">
                    <a:extLst>
                      <a:ext uri="{FF2B5EF4-FFF2-40B4-BE49-F238E27FC236}">
                        <a16:creationId xmlns:a16="http://schemas.microsoft.com/office/drawing/2014/main" id="{2C438D62-A6B6-432D-8787-453C066B975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22761">
                    <a:off x="-2943071" y="7094845"/>
                    <a:ext cx="2714974" cy="2714974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6" name="直接连接符 595">
                    <a:extLst>
                      <a:ext uri="{FF2B5EF4-FFF2-40B4-BE49-F238E27FC236}">
                        <a16:creationId xmlns:a16="http://schemas.microsoft.com/office/drawing/2014/main" id="{67A84C78-A7DA-4FA4-BC70-CFBC864F68A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22761" flipH="1">
                    <a:off x="-2943071" y="7094845"/>
                    <a:ext cx="2714974" cy="2714974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7" name="直接连接符 596">
                    <a:extLst>
                      <a:ext uri="{FF2B5EF4-FFF2-40B4-BE49-F238E27FC236}">
                        <a16:creationId xmlns:a16="http://schemas.microsoft.com/office/drawing/2014/main" id="{27B71643-CE46-494F-86C6-F066A34422D2}"/>
                      </a:ext>
                    </a:extLst>
                  </p:cNvPr>
                  <p:cNvCxnSpPr/>
                  <p:nvPr/>
                </p:nvCxnSpPr>
                <p:spPr>
                  <a:xfrm rot="1673672">
                    <a:off x="-3505451" y="8453293"/>
                    <a:ext cx="3839552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8" name="直接连接符 597">
                    <a:extLst>
                      <a:ext uri="{FF2B5EF4-FFF2-40B4-BE49-F238E27FC236}">
                        <a16:creationId xmlns:a16="http://schemas.microsoft.com/office/drawing/2014/main" id="{596D22AA-5977-4D39-B6FB-18A5CAFBD8A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73672">
                    <a:off x="-1585675" y="6533517"/>
                    <a:ext cx="0" cy="3839552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9" name="直接连接符 598">
                    <a:extLst>
                      <a:ext uri="{FF2B5EF4-FFF2-40B4-BE49-F238E27FC236}">
                        <a16:creationId xmlns:a16="http://schemas.microsoft.com/office/drawing/2014/main" id="{D99BF0AF-0F55-436E-AB15-9F379C3E225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73672">
                    <a:off x="-2943162" y="7095806"/>
                    <a:ext cx="2714974" cy="2714974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0" name="直接连接符 599">
                    <a:extLst>
                      <a:ext uri="{FF2B5EF4-FFF2-40B4-BE49-F238E27FC236}">
                        <a16:creationId xmlns:a16="http://schemas.microsoft.com/office/drawing/2014/main" id="{E1946FD6-109B-4421-AF98-0134B7A8312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73672" flipH="1">
                    <a:off x="-2943162" y="7095806"/>
                    <a:ext cx="2714974" cy="2714974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1" name="直接连接符 600">
                    <a:extLst>
                      <a:ext uri="{FF2B5EF4-FFF2-40B4-BE49-F238E27FC236}">
                        <a16:creationId xmlns:a16="http://schemas.microsoft.com/office/drawing/2014/main" id="{3D9BD188-649B-415E-A3C3-292D3BBE214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61244">
                    <a:off x="-3505359" y="8452332"/>
                    <a:ext cx="3839552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2" name="直接连接符 601">
                    <a:extLst>
                      <a:ext uri="{FF2B5EF4-FFF2-40B4-BE49-F238E27FC236}">
                        <a16:creationId xmlns:a16="http://schemas.microsoft.com/office/drawing/2014/main" id="{9D755C35-EFE9-47F8-A228-BBD78D410D4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61244">
                    <a:off x="-1585583" y="6532556"/>
                    <a:ext cx="0" cy="3839552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3" name="直接连接符 602">
                    <a:extLst>
                      <a:ext uri="{FF2B5EF4-FFF2-40B4-BE49-F238E27FC236}">
                        <a16:creationId xmlns:a16="http://schemas.microsoft.com/office/drawing/2014/main" id="{3CE29F02-59FC-4288-B5FF-B486E2EE119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61244">
                    <a:off x="-2943070" y="7094845"/>
                    <a:ext cx="2714974" cy="2714974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4" name="直接连接符 603">
                    <a:extLst>
                      <a:ext uri="{FF2B5EF4-FFF2-40B4-BE49-F238E27FC236}">
                        <a16:creationId xmlns:a16="http://schemas.microsoft.com/office/drawing/2014/main" id="{A090C747-3FC0-4FD9-97AA-65294589620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61244" flipH="1">
                    <a:off x="-2943070" y="7094845"/>
                    <a:ext cx="2714974" cy="2714974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5" name="直接连接符 604">
                    <a:extLst>
                      <a:ext uri="{FF2B5EF4-FFF2-40B4-BE49-F238E27FC236}">
                        <a16:creationId xmlns:a16="http://schemas.microsoft.com/office/drawing/2014/main" id="{7D89DA8B-2B48-44FF-9DC6-332BCA42D5A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412155">
                    <a:off x="-3505450" y="8453293"/>
                    <a:ext cx="3839552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6" name="直接连接符 605">
                    <a:extLst>
                      <a:ext uri="{FF2B5EF4-FFF2-40B4-BE49-F238E27FC236}">
                        <a16:creationId xmlns:a16="http://schemas.microsoft.com/office/drawing/2014/main" id="{329F87AF-771B-4E7B-B7AD-3B0A89C2F66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412155">
                    <a:off x="-1585674" y="6533517"/>
                    <a:ext cx="0" cy="3839552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7" name="直接连接符 606">
                    <a:extLst>
                      <a:ext uri="{FF2B5EF4-FFF2-40B4-BE49-F238E27FC236}">
                        <a16:creationId xmlns:a16="http://schemas.microsoft.com/office/drawing/2014/main" id="{1A8A4193-2FE7-4441-B9DA-66CBC32CCD3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412155">
                    <a:off x="-2943161" y="7095806"/>
                    <a:ext cx="2714974" cy="2714974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8" name="直接连接符 607">
                    <a:extLst>
                      <a:ext uri="{FF2B5EF4-FFF2-40B4-BE49-F238E27FC236}">
                        <a16:creationId xmlns:a16="http://schemas.microsoft.com/office/drawing/2014/main" id="{E1E003E3-36E1-47A5-A3C3-A997DEB17F8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412155" flipH="1">
                    <a:off x="-2943161" y="7095806"/>
                    <a:ext cx="2714974" cy="2714974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401" name="组合 400">
                <a:extLst>
                  <a:ext uri="{FF2B5EF4-FFF2-40B4-BE49-F238E27FC236}">
                    <a16:creationId xmlns:a16="http://schemas.microsoft.com/office/drawing/2014/main" id="{1A482347-A9FA-454A-BAB1-2E76B8F030E2}"/>
                  </a:ext>
                </a:extLst>
              </p:cNvPr>
              <p:cNvGrpSpPr/>
              <p:nvPr/>
            </p:nvGrpSpPr>
            <p:grpSpPr>
              <a:xfrm>
                <a:off x="4837852" y="587104"/>
                <a:ext cx="3561396" cy="3594764"/>
                <a:chOff x="-3722741" y="-7094273"/>
                <a:chExt cx="3561396" cy="3594764"/>
              </a:xfrm>
            </p:grpSpPr>
            <p:sp>
              <p:nvSpPr>
                <p:cNvPr id="545" name="椭圆 544">
                  <a:extLst>
                    <a:ext uri="{FF2B5EF4-FFF2-40B4-BE49-F238E27FC236}">
                      <a16:creationId xmlns:a16="http://schemas.microsoft.com/office/drawing/2014/main" id="{ED5D1226-99AA-46A2-98FC-AF1F4F63859E}"/>
                    </a:ext>
                  </a:extLst>
                </p:cNvPr>
                <p:cNvSpPr/>
                <p:nvPr/>
              </p:nvSpPr>
              <p:spPr>
                <a:xfrm>
                  <a:off x="-3722741" y="-7060905"/>
                  <a:ext cx="3561396" cy="3561396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546" name="组合 545">
                  <a:extLst>
                    <a:ext uri="{FF2B5EF4-FFF2-40B4-BE49-F238E27FC236}">
                      <a16:creationId xmlns:a16="http://schemas.microsoft.com/office/drawing/2014/main" id="{6A99CB7E-9160-465A-AFB6-99B2F21D18E2}"/>
                    </a:ext>
                  </a:extLst>
                </p:cNvPr>
                <p:cNvGrpSpPr/>
                <p:nvPr/>
              </p:nvGrpSpPr>
              <p:grpSpPr>
                <a:xfrm>
                  <a:off x="-3718753" y="-7094273"/>
                  <a:ext cx="3557408" cy="3587094"/>
                  <a:chOff x="-3208774" y="7589752"/>
                  <a:chExt cx="3571860" cy="3562449"/>
                </a:xfrm>
              </p:grpSpPr>
              <p:cxnSp>
                <p:nvCxnSpPr>
                  <p:cNvPr id="547" name="直接连接符 546">
                    <a:extLst>
                      <a:ext uri="{FF2B5EF4-FFF2-40B4-BE49-F238E27FC236}">
                        <a16:creationId xmlns:a16="http://schemas.microsoft.com/office/drawing/2014/main" id="{94E40FCD-7BEA-49C6-95A3-0C311FF0020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-3208773" y="9371503"/>
                    <a:ext cx="3561394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8" name="直接连接符 547">
                    <a:extLst>
                      <a:ext uri="{FF2B5EF4-FFF2-40B4-BE49-F238E27FC236}">
                        <a16:creationId xmlns:a16="http://schemas.microsoft.com/office/drawing/2014/main" id="{8BB62BA4-E8C5-42B1-B02B-C4165BC0BC2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-1428076" y="7590806"/>
                    <a:ext cx="0" cy="3561394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9" name="直接连接符 548">
                    <a:extLst>
                      <a:ext uri="{FF2B5EF4-FFF2-40B4-BE49-F238E27FC236}">
                        <a16:creationId xmlns:a16="http://schemas.microsoft.com/office/drawing/2014/main" id="{4A87AF55-8996-44DF-B721-3D32AFF44C1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48063">
                    <a:off x="-3208773" y="9371503"/>
                    <a:ext cx="3561394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0" name="直接连接符 549">
                    <a:extLst>
                      <a:ext uri="{FF2B5EF4-FFF2-40B4-BE49-F238E27FC236}">
                        <a16:creationId xmlns:a16="http://schemas.microsoft.com/office/drawing/2014/main" id="{A208C155-FE05-43E9-8200-558C50E196A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48063">
                    <a:off x="-1428076" y="7590806"/>
                    <a:ext cx="0" cy="3561394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1" name="直接连接符 550">
                    <a:extLst>
                      <a:ext uri="{FF2B5EF4-FFF2-40B4-BE49-F238E27FC236}">
                        <a16:creationId xmlns:a16="http://schemas.microsoft.com/office/drawing/2014/main" id="{FEA4E01D-542A-4EBF-9D0F-78A1A14D37D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409054">
                    <a:off x="-3208772" y="9371504"/>
                    <a:ext cx="3561394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2" name="直接连接符 551">
                    <a:extLst>
                      <a:ext uri="{FF2B5EF4-FFF2-40B4-BE49-F238E27FC236}">
                        <a16:creationId xmlns:a16="http://schemas.microsoft.com/office/drawing/2014/main" id="{88BBCD90-F063-4CFA-B618-00374D73653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409054">
                    <a:off x="-1428075" y="7590807"/>
                    <a:ext cx="0" cy="3561394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3" name="直接连接符 552">
                    <a:extLst>
                      <a:ext uri="{FF2B5EF4-FFF2-40B4-BE49-F238E27FC236}">
                        <a16:creationId xmlns:a16="http://schemas.microsoft.com/office/drawing/2014/main" id="{A7FB937E-45AE-4F5F-A18A-8765F7C971D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169835">
                    <a:off x="-3208774" y="9371502"/>
                    <a:ext cx="3561394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4" name="直接连接符 553">
                    <a:extLst>
                      <a:ext uri="{FF2B5EF4-FFF2-40B4-BE49-F238E27FC236}">
                        <a16:creationId xmlns:a16="http://schemas.microsoft.com/office/drawing/2014/main" id="{5DF1B7E1-8BC3-4F14-8766-789A36E35A9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169835">
                    <a:off x="-1428077" y="7590805"/>
                    <a:ext cx="0" cy="3561394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5" name="直接连接符 554">
                    <a:extLst>
                      <a:ext uri="{FF2B5EF4-FFF2-40B4-BE49-F238E27FC236}">
                        <a16:creationId xmlns:a16="http://schemas.microsoft.com/office/drawing/2014/main" id="{EC6337DA-EF45-492E-ADBB-40BF1041FD8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889710">
                    <a:off x="-3208774" y="9371502"/>
                    <a:ext cx="3561394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6" name="直接连接符 555">
                    <a:extLst>
                      <a:ext uri="{FF2B5EF4-FFF2-40B4-BE49-F238E27FC236}">
                        <a16:creationId xmlns:a16="http://schemas.microsoft.com/office/drawing/2014/main" id="{09DB951F-68B0-4A4B-8F4C-E534782F646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889710">
                    <a:off x="-1428077" y="7590805"/>
                    <a:ext cx="0" cy="3561394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7" name="直接连接符 556">
                    <a:extLst>
                      <a:ext uri="{FF2B5EF4-FFF2-40B4-BE49-F238E27FC236}">
                        <a16:creationId xmlns:a16="http://schemas.microsoft.com/office/drawing/2014/main" id="{A8449886-04EB-427D-A4B8-54786CCDD0C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4683350">
                    <a:off x="-3208774" y="9371502"/>
                    <a:ext cx="3561394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8" name="直接连接符 557">
                    <a:extLst>
                      <a:ext uri="{FF2B5EF4-FFF2-40B4-BE49-F238E27FC236}">
                        <a16:creationId xmlns:a16="http://schemas.microsoft.com/office/drawing/2014/main" id="{24AC73BF-A097-4A5A-8609-CF03BB45445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4683350">
                    <a:off x="-1428077" y="7590805"/>
                    <a:ext cx="0" cy="3561394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9" name="直接连接符 558">
                    <a:extLst>
                      <a:ext uri="{FF2B5EF4-FFF2-40B4-BE49-F238E27FC236}">
                        <a16:creationId xmlns:a16="http://schemas.microsoft.com/office/drawing/2014/main" id="{9918D2CA-5C44-4F5B-860D-AC55DAA5E8E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835113">
                    <a:off x="-3208773" y="9371503"/>
                    <a:ext cx="3561394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0" name="直接连接符 559">
                    <a:extLst>
                      <a:ext uri="{FF2B5EF4-FFF2-40B4-BE49-F238E27FC236}">
                        <a16:creationId xmlns:a16="http://schemas.microsoft.com/office/drawing/2014/main" id="{E1FD6BAA-3012-4A57-8664-4F27F69A4B8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835113">
                    <a:off x="-1428076" y="7590806"/>
                    <a:ext cx="0" cy="3561394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1" name="直接连接符 560">
                    <a:extLst>
                      <a:ext uri="{FF2B5EF4-FFF2-40B4-BE49-F238E27FC236}">
                        <a16:creationId xmlns:a16="http://schemas.microsoft.com/office/drawing/2014/main" id="{E78FC1A1-459B-4063-B96F-14C4753FD2F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83811">
                    <a:off x="-3198309" y="9370450"/>
                    <a:ext cx="3561394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2" name="直接连接符 561">
                    <a:extLst>
                      <a:ext uri="{FF2B5EF4-FFF2-40B4-BE49-F238E27FC236}">
                        <a16:creationId xmlns:a16="http://schemas.microsoft.com/office/drawing/2014/main" id="{47AB32DD-67AA-4B0A-A606-B611323056E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83811">
                    <a:off x="-1417612" y="7589753"/>
                    <a:ext cx="0" cy="3561394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3" name="直接连接符 562">
                    <a:extLst>
                      <a:ext uri="{FF2B5EF4-FFF2-40B4-BE49-F238E27FC236}">
                        <a16:creationId xmlns:a16="http://schemas.microsoft.com/office/drawing/2014/main" id="{DF0F805D-D9D2-452D-A5B1-1F74861A3E2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031874">
                    <a:off x="-3198309" y="9370450"/>
                    <a:ext cx="3561394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4" name="直接连接符 563">
                    <a:extLst>
                      <a:ext uri="{FF2B5EF4-FFF2-40B4-BE49-F238E27FC236}">
                        <a16:creationId xmlns:a16="http://schemas.microsoft.com/office/drawing/2014/main" id="{2F6DC34E-8018-4DCF-8225-42AFE7D1A2C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031874">
                    <a:off x="-1417612" y="7589753"/>
                    <a:ext cx="0" cy="3561394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5" name="直接连接符 564">
                    <a:extLst>
                      <a:ext uri="{FF2B5EF4-FFF2-40B4-BE49-F238E27FC236}">
                        <a16:creationId xmlns:a16="http://schemas.microsoft.com/office/drawing/2014/main" id="{AE95E67E-0675-4469-A675-66E2CD41CF5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792865">
                    <a:off x="-3198308" y="9370451"/>
                    <a:ext cx="3561394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6" name="直接连接符 565">
                    <a:extLst>
                      <a:ext uri="{FF2B5EF4-FFF2-40B4-BE49-F238E27FC236}">
                        <a16:creationId xmlns:a16="http://schemas.microsoft.com/office/drawing/2014/main" id="{7F5A791A-7102-4A31-833B-FF43929DBE0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792865">
                    <a:off x="-1417611" y="7589754"/>
                    <a:ext cx="0" cy="3561394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7" name="直接连接符 566">
                    <a:extLst>
                      <a:ext uri="{FF2B5EF4-FFF2-40B4-BE49-F238E27FC236}">
                        <a16:creationId xmlns:a16="http://schemas.microsoft.com/office/drawing/2014/main" id="{522C71B1-3FA4-4015-A21E-F4E7E5CC24D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553646">
                    <a:off x="-3198310" y="9370449"/>
                    <a:ext cx="3561394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8" name="直接连接符 567">
                    <a:extLst>
                      <a:ext uri="{FF2B5EF4-FFF2-40B4-BE49-F238E27FC236}">
                        <a16:creationId xmlns:a16="http://schemas.microsoft.com/office/drawing/2014/main" id="{2D3F3558-CC48-4607-9147-F0EB913D368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553646">
                    <a:off x="-1417613" y="7589752"/>
                    <a:ext cx="0" cy="3561394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9" name="直接连接符 568">
                    <a:extLst>
                      <a:ext uri="{FF2B5EF4-FFF2-40B4-BE49-F238E27FC236}">
                        <a16:creationId xmlns:a16="http://schemas.microsoft.com/office/drawing/2014/main" id="{AB2463B4-60E6-42BE-889C-FE8104184F2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4273521">
                    <a:off x="-3198310" y="9370449"/>
                    <a:ext cx="3561394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0" name="直接连接符 569">
                    <a:extLst>
                      <a:ext uri="{FF2B5EF4-FFF2-40B4-BE49-F238E27FC236}">
                        <a16:creationId xmlns:a16="http://schemas.microsoft.com/office/drawing/2014/main" id="{44E7687A-514F-4094-9C6C-B401AAFB040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4273521">
                    <a:off x="-1417613" y="7589752"/>
                    <a:ext cx="0" cy="3561394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1" name="直接连接符 570">
                    <a:extLst>
                      <a:ext uri="{FF2B5EF4-FFF2-40B4-BE49-F238E27FC236}">
                        <a16:creationId xmlns:a16="http://schemas.microsoft.com/office/drawing/2014/main" id="{9585B435-4973-427C-85AD-A7CC3E4AFD2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067161">
                    <a:off x="-3198310" y="9370449"/>
                    <a:ext cx="3561394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2" name="直接连接符 571">
                    <a:extLst>
                      <a:ext uri="{FF2B5EF4-FFF2-40B4-BE49-F238E27FC236}">
                        <a16:creationId xmlns:a16="http://schemas.microsoft.com/office/drawing/2014/main" id="{8E1DCEBD-EF46-4874-8FDC-ACD066771BE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067161">
                    <a:off x="-1417613" y="7589752"/>
                    <a:ext cx="0" cy="3561394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3" name="直接连接符 572">
                    <a:extLst>
                      <a:ext uri="{FF2B5EF4-FFF2-40B4-BE49-F238E27FC236}">
                        <a16:creationId xmlns:a16="http://schemas.microsoft.com/office/drawing/2014/main" id="{A9DD0281-0524-4D9B-8576-5085D42D55C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218924">
                    <a:off x="-3198309" y="9370450"/>
                    <a:ext cx="3561394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4" name="直接连接符 573">
                    <a:extLst>
                      <a:ext uri="{FF2B5EF4-FFF2-40B4-BE49-F238E27FC236}">
                        <a16:creationId xmlns:a16="http://schemas.microsoft.com/office/drawing/2014/main" id="{5A06EDA3-2BEA-4A75-9BF9-8020DE99FA8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218924">
                    <a:off x="-1417612" y="7589753"/>
                    <a:ext cx="0" cy="3561394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402" name="组合 401">
                <a:extLst>
                  <a:ext uri="{FF2B5EF4-FFF2-40B4-BE49-F238E27FC236}">
                    <a16:creationId xmlns:a16="http://schemas.microsoft.com/office/drawing/2014/main" id="{0D88D0CC-AA2C-4A68-A3D8-E365BE258349}"/>
                  </a:ext>
                </a:extLst>
              </p:cNvPr>
              <p:cNvGrpSpPr/>
              <p:nvPr/>
            </p:nvGrpSpPr>
            <p:grpSpPr>
              <a:xfrm>
                <a:off x="4976053" y="740325"/>
                <a:ext cx="3279753" cy="3284581"/>
                <a:chOff x="-7889248" y="-2144719"/>
                <a:chExt cx="3279753" cy="3284581"/>
              </a:xfrm>
            </p:grpSpPr>
            <p:sp>
              <p:nvSpPr>
                <p:cNvPr id="519" name="椭圆 518">
                  <a:extLst>
                    <a:ext uri="{FF2B5EF4-FFF2-40B4-BE49-F238E27FC236}">
                      <a16:creationId xmlns:a16="http://schemas.microsoft.com/office/drawing/2014/main" id="{C6B74FAC-DDE9-463E-850F-6B7DD4D981EE}"/>
                    </a:ext>
                  </a:extLst>
                </p:cNvPr>
                <p:cNvSpPr/>
                <p:nvPr/>
              </p:nvSpPr>
              <p:spPr>
                <a:xfrm>
                  <a:off x="-7889248" y="-2139891"/>
                  <a:ext cx="3279753" cy="3279753"/>
                </a:xfrm>
                <a:prstGeom prst="ellipse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pSp>
              <p:nvGrpSpPr>
                <p:cNvPr id="520" name="组合 519">
                  <a:extLst>
                    <a:ext uri="{FF2B5EF4-FFF2-40B4-BE49-F238E27FC236}">
                      <a16:creationId xmlns:a16="http://schemas.microsoft.com/office/drawing/2014/main" id="{DCF9B950-DA13-45E1-9B18-A953D0D18842}"/>
                    </a:ext>
                  </a:extLst>
                </p:cNvPr>
                <p:cNvGrpSpPr/>
                <p:nvPr/>
              </p:nvGrpSpPr>
              <p:grpSpPr>
                <a:xfrm>
                  <a:off x="-7889248" y="-2144719"/>
                  <a:ext cx="3279753" cy="3277265"/>
                  <a:chOff x="237936" y="8059727"/>
                  <a:chExt cx="3839980" cy="3839555"/>
                </a:xfrm>
              </p:grpSpPr>
              <p:cxnSp>
                <p:nvCxnSpPr>
                  <p:cNvPr id="521" name="直接连接符 520">
                    <a:extLst>
                      <a:ext uri="{FF2B5EF4-FFF2-40B4-BE49-F238E27FC236}">
                        <a16:creationId xmlns:a16="http://schemas.microsoft.com/office/drawing/2014/main" id="{BB0884BE-A7BD-4E8F-B5B0-06377314FCD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7937" y="9979505"/>
                    <a:ext cx="3839552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2" name="直接连接符 521">
                    <a:extLst>
                      <a:ext uri="{FF2B5EF4-FFF2-40B4-BE49-F238E27FC236}">
                        <a16:creationId xmlns:a16="http://schemas.microsoft.com/office/drawing/2014/main" id="{3637EF27-D7D4-4D00-8EFD-E7C5F730756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157713" y="8059729"/>
                    <a:ext cx="0" cy="3839552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3" name="直接连接符 522">
                    <a:extLst>
                      <a:ext uri="{FF2B5EF4-FFF2-40B4-BE49-F238E27FC236}">
                        <a16:creationId xmlns:a16="http://schemas.microsoft.com/office/drawing/2014/main" id="{098BA3C0-0A85-4B2F-A10D-4A1527F3C6B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836283">
                    <a:off x="237937" y="9979505"/>
                    <a:ext cx="3839552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4" name="直接连接符 523">
                    <a:extLst>
                      <a:ext uri="{FF2B5EF4-FFF2-40B4-BE49-F238E27FC236}">
                        <a16:creationId xmlns:a16="http://schemas.microsoft.com/office/drawing/2014/main" id="{9AA0846D-D150-4C4A-92C7-9D9D2070893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836283">
                    <a:off x="2157713" y="8059729"/>
                    <a:ext cx="0" cy="3839552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5" name="直接连接符 524">
                    <a:extLst>
                      <a:ext uri="{FF2B5EF4-FFF2-40B4-BE49-F238E27FC236}">
                        <a16:creationId xmlns:a16="http://schemas.microsoft.com/office/drawing/2014/main" id="{DC94DA03-38B1-4AC2-8D6E-C07FA116860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94158">
                    <a:off x="237938" y="9979506"/>
                    <a:ext cx="3839552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6" name="直接连接符 525">
                    <a:extLst>
                      <a:ext uri="{FF2B5EF4-FFF2-40B4-BE49-F238E27FC236}">
                        <a16:creationId xmlns:a16="http://schemas.microsoft.com/office/drawing/2014/main" id="{B912FE02-202A-499A-A283-E6E0301ECA2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94158">
                    <a:off x="2157714" y="8059730"/>
                    <a:ext cx="0" cy="3839552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7" name="直接连接符 526">
                    <a:extLst>
                      <a:ext uri="{FF2B5EF4-FFF2-40B4-BE49-F238E27FC236}">
                        <a16:creationId xmlns:a16="http://schemas.microsoft.com/office/drawing/2014/main" id="{6D5CE5DA-7EF8-42E6-8617-3D261C47C42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515229">
                    <a:off x="237936" y="9979504"/>
                    <a:ext cx="3839552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8" name="直接连接符 527">
                    <a:extLst>
                      <a:ext uri="{FF2B5EF4-FFF2-40B4-BE49-F238E27FC236}">
                        <a16:creationId xmlns:a16="http://schemas.microsoft.com/office/drawing/2014/main" id="{161F7F53-B1A5-41A8-8152-021116AC319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515229">
                    <a:off x="2157712" y="8059728"/>
                    <a:ext cx="0" cy="3839552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9" name="直接连接符 528">
                    <a:extLst>
                      <a:ext uri="{FF2B5EF4-FFF2-40B4-BE49-F238E27FC236}">
                        <a16:creationId xmlns:a16="http://schemas.microsoft.com/office/drawing/2014/main" id="{E41CD7D5-EF9F-40F4-8D5B-3FD07A524E4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531010">
                    <a:off x="237936" y="9979504"/>
                    <a:ext cx="3839552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0" name="直接连接符 529">
                    <a:extLst>
                      <a:ext uri="{FF2B5EF4-FFF2-40B4-BE49-F238E27FC236}">
                        <a16:creationId xmlns:a16="http://schemas.microsoft.com/office/drawing/2014/main" id="{832433F0-8404-4F77-BFD2-DC25D747190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531010">
                    <a:off x="2157712" y="8059728"/>
                    <a:ext cx="0" cy="3839552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1" name="直接连接符 530">
                    <a:extLst>
                      <a:ext uri="{FF2B5EF4-FFF2-40B4-BE49-F238E27FC236}">
                        <a16:creationId xmlns:a16="http://schemas.microsoft.com/office/drawing/2014/main" id="{2F3E7D0A-5050-456C-ABD6-E954409B1D7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4446078">
                    <a:off x="237936" y="9979504"/>
                    <a:ext cx="3839552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2" name="直接连接符 531">
                    <a:extLst>
                      <a:ext uri="{FF2B5EF4-FFF2-40B4-BE49-F238E27FC236}">
                        <a16:creationId xmlns:a16="http://schemas.microsoft.com/office/drawing/2014/main" id="{7F7CE9B9-2633-41DD-A3C3-9D74E6FA063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4446078">
                    <a:off x="2157712" y="8059728"/>
                    <a:ext cx="0" cy="3839552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3" name="直接连接符 532">
                    <a:extLst>
                      <a:ext uri="{FF2B5EF4-FFF2-40B4-BE49-F238E27FC236}">
                        <a16:creationId xmlns:a16="http://schemas.microsoft.com/office/drawing/2014/main" id="{299EF9DA-C557-49BD-989F-5D6810A96DD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452452">
                    <a:off x="238363" y="9979504"/>
                    <a:ext cx="3839552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4" name="直接连接符 533">
                    <a:extLst>
                      <a:ext uri="{FF2B5EF4-FFF2-40B4-BE49-F238E27FC236}">
                        <a16:creationId xmlns:a16="http://schemas.microsoft.com/office/drawing/2014/main" id="{2EE0F2C8-733E-49DB-A3FF-D8D089704BE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452452">
                    <a:off x="2158139" y="8059728"/>
                    <a:ext cx="0" cy="3839552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5" name="直接连接符 534">
                    <a:extLst>
                      <a:ext uri="{FF2B5EF4-FFF2-40B4-BE49-F238E27FC236}">
                        <a16:creationId xmlns:a16="http://schemas.microsoft.com/office/drawing/2014/main" id="{FA4033DB-21A3-497A-B486-58D730B42A3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288735">
                    <a:off x="238363" y="9979504"/>
                    <a:ext cx="3839552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6" name="直接连接符 535">
                    <a:extLst>
                      <a:ext uri="{FF2B5EF4-FFF2-40B4-BE49-F238E27FC236}">
                        <a16:creationId xmlns:a16="http://schemas.microsoft.com/office/drawing/2014/main" id="{831D37A6-0CE2-4919-84C4-B5FBCBBB06E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288735">
                    <a:off x="2158139" y="8059728"/>
                    <a:ext cx="0" cy="3839552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7" name="直接连接符 536">
                    <a:extLst>
                      <a:ext uri="{FF2B5EF4-FFF2-40B4-BE49-F238E27FC236}">
                        <a16:creationId xmlns:a16="http://schemas.microsoft.com/office/drawing/2014/main" id="{CA383F43-91A6-49CB-90F2-408F3679587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146610">
                    <a:off x="238364" y="9979505"/>
                    <a:ext cx="3839552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8" name="直接连接符 537">
                    <a:extLst>
                      <a:ext uri="{FF2B5EF4-FFF2-40B4-BE49-F238E27FC236}">
                        <a16:creationId xmlns:a16="http://schemas.microsoft.com/office/drawing/2014/main" id="{6A2B8775-3E47-415F-BD83-6FFC53A885E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146610">
                    <a:off x="2158140" y="8059729"/>
                    <a:ext cx="0" cy="3839552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9" name="直接连接符 538">
                    <a:extLst>
                      <a:ext uri="{FF2B5EF4-FFF2-40B4-BE49-F238E27FC236}">
                        <a16:creationId xmlns:a16="http://schemas.microsoft.com/office/drawing/2014/main" id="{F3812AC8-673C-435D-BB06-9AF8FE9B3E8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967681">
                    <a:off x="238362" y="9979503"/>
                    <a:ext cx="3839552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0" name="直接连接符 539">
                    <a:extLst>
                      <a:ext uri="{FF2B5EF4-FFF2-40B4-BE49-F238E27FC236}">
                        <a16:creationId xmlns:a16="http://schemas.microsoft.com/office/drawing/2014/main" id="{DA84A816-09D7-4762-8D3A-B1FD2F4E4B3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967681">
                    <a:off x="2158138" y="8059727"/>
                    <a:ext cx="0" cy="3839552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1" name="直接连接符 540">
                    <a:extLst>
                      <a:ext uri="{FF2B5EF4-FFF2-40B4-BE49-F238E27FC236}">
                        <a16:creationId xmlns:a16="http://schemas.microsoft.com/office/drawing/2014/main" id="{BAACD81E-336F-4798-9DD6-655B1170222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983462">
                    <a:off x="238362" y="9979503"/>
                    <a:ext cx="3839552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2" name="直接连接符 541">
                    <a:extLst>
                      <a:ext uri="{FF2B5EF4-FFF2-40B4-BE49-F238E27FC236}">
                        <a16:creationId xmlns:a16="http://schemas.microsoft.com/office/drawing/2014/main" id="{CCB4D563-64B8-4BD8-A0E5-D9634BB8B64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983462">
                    <a:off x="2158138" y="8059727"/>
                    <a:ext cx="0" cy="3839552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3" name="直接连接符 542">
                    <a:extLst>
                      <a:ext uri="{FF2B5EF4-FFF2-40B4-BE49-F238E27FC236}">
                        <a16:creationId xmlns:a16="http://schemas.microsoft.com/office/drawing/2014/main" id="{0CC1270B-2C81-49F2-AFE1-57B816D3ED4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4898530">
                    <a:off x="238362" y="9979503"/>
                    <a:ext cx="3839552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4" name="直接连接符 543">
                    <a:extLst>
                      <a:ext uri="{FF2B5EF4-FFF2-40B4-BE49-F238E27FC236}">
                        <a16:creationId xmlns:a16="http://schemas.microsoft.com/office/drawing/2014/main" id="{3EA460E1-26C0-4757-8483-BD65EF91715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4898530">
                    <a:off x="2158138" y="8059727"/>
                    <a:ext cx="0" cy="3839552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403" name="组合 402">
                <a:extLst>
                  <a:ext uri="{FF2B5EF4-FFF2-40B4-BE49-F238E27FC236}">
                    <a16:creationId xmlns:a16="http://schemas.microsoft.com/office/drawing/2014/main" id="{6A3D666A-E905-420E-9A85-08033E1D6696}"/>
                  </a:ext>
                </a:extLst>
              </p:cNvPr>
              <p:cNvGrpSpPr/>
              <p:nvPr/>
            </p:nvGrpSpPr>
            <p:grpSpPr>
              <a:xfrm>
                <a:off x="5120438" y="875630"/>
                <a:ext cx="2987442" cy="3015523"/>
                <a:chOff x="-3501744" y="-2020134"/>
                <a:chExt cx="2987442" cy="3015523"/>
              </a:xfrm>
            </p:grpSpPr>
            <p:sp>
              <p:nvSpPr>
                <p:cNvPr id="497" name="椭圆 496">
                  <a:extLst>
                    <a:ext uri="{FF2B5EF4-FFF2-40B4-BE49-F238E27FC236}">
                      <a16:creationId xmlns:a16="http://schemas.microsoft.com/office/drawing/2014/main" id="{A1B36CA3-539E-4E40-8A15-3ED1FE38414B}"/>
                    </a:ext>
                  </a:extLst>
                </p:cNvPr>
                <p:cNvSpPr/>
                <p:nvPr/>
              </p:nvSpPr>
              <p:spPr>
                <a:xfrm>
                  <a:off x="-3499608" y="-2004760"/>
                  <a:ext cx="2985306" cy="2985306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498" name="组合 497">
                  <a:extLst>
                    <a:ext uri="{FF2B5EF4-FFF2-40B4-BE49-F238E27FC236}">
                      <a16:creationId xmlns:a16="http://schemas.microsoft.com/office/drawing/2014/main" id="{3DF2B8D7-4334-433B-A84B-0F89F362A7C8}"/>
                    </a:ext>
                  </a:extLst>
                </p:cNvPr>
                <p:cNvGrpSpPr/>
                <p:nvPr/>
              </p:nvGrpSpPr>
              <p:grpSpPr>
                <a:xfrm>
                  <a:off x="-3501744" y="-2020134"/>
                  <a:ext cx="2985306" cy="3015523"/>
                  <a:chOff x="5933085" y="8502541"/>
                  <a:chExt cx="2991048" cy="2986757"/>
                </a:xfrm>
              </p:grpSpPr>
              <p:cxnSp>
                <p:nvCxnSpPr>
                  <p:cNvPr id="499" name="直接连接符 498">
                    <a:extLst>
                      <a:ext uri="{FF2B5EF4-FFF2-40B4-BE49-F238E27FC236}">
                        <a16:creationId xmlns:a16="http://schemas.microsoft.com/office/drawing/2014/main" id="{F2DAB80B-F105-4BA9-B330-A529C9BED0D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933086" y="9995195"/>
                    <a:ext cx="2985304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0" name="直接连接符 499">
                    <a:extLst>
                      <a:ext uri="{FF2B5EF4-FFF2-40B4-BE49-F238E27FC236}">
                        <a16:creationId xmlns:a16="http://schemas.microsoft.com/office/drawing/2014/main" id="{3F4FF718-EC56-49E2-AB9F-027AE8E7627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425738" y="8502542"/>
                    <a:ext cx="0" cy="2985305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1" name="直接连接符 500">
                    <a:extLst>
                      <a:ext uri="{FF2B5EF4-FFF2-40B4-BE49-F238E27FC236}">
                        <a16:creationId xmlns:a16="http://schemas.microsoft.com/office/drawing/2014/main" id="{29325D93-ABA8-44A8-A86E-88955FB3903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120982">
                    <a:off x="5933087" y="9995195"/>
                    <a:ext cx="2985304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2" name="直接连接符 501">
                    <a:extLst>
                      <a:ext uri="{FF2B5EF4-FFF2-40B4-BE49-F238E27FC236}">
                        <a16:creationId xmlns:a16="http://schemas.microsoft.com/office/drawing/2014/main" id="{C15A5533-B93F-4EDF-9CED-A904CA3730A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120982">
                    <a:off x="7425739" y="8502543"/>
                    <a:ext cx="0" cy="2985305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3" name="直接连接符 502">
                    <a:extLst>
                      <a:ext uri="{FF2B5EF4-FFF2-40B4-BE49-F238E27FC236}">
                        <a16:creationId xmlns:a16="http://schemas.microsoft.com/office/drawing/2014/main" id="{4A3961FA-98E1-4DD5-8D3D-E0C43FEEE88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342158">
                    <a:off x="5933085" y="9995194"/>
                    <a:ext cx="2985304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4" name="直接连接符 503">
                    <a:extLst>
                      <a:ext uri="{FF2B5EF4-FFF2-40B4-BE49-F238E27FC236}">
                        <a16:creationId xmlns:a16="http://schemas.microsoft.com/office/drawing/2014/main" id="{7F0C6B8D-FBCE-4A1E-B0B9-F155B579B17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342158">
                    <a:off x="7425737" y="8502541"/>
                    <a:ext cx="0" cy="2985305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5" name="直接连接符 504">
                    <a:extLst>
                      <a:ext uri="{FF2B5EF4-FFF2-40B4-BE49-F238E27FC236}">
                        <a16:creationId xmlns:a16="http://schemas.microsoft.com/office/drawing/2014/main" id="{40639AE8-5C60-405F-9934-12F03251794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410844">
                    <a:off x="5933085" y="9995194"/>
                    <a:ext cx="2985305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6" name="直接连接符 505">
                    <a:extLst>
                      <a:ext uri="{FF2B5EF4-FFF2-40B4-BE49-F238E27FC236}">
                        <a16:creationId xmlns:a16="http://schemas.microsoft.com/office/drawing/2014/main" id="{80B7883E-E5F9-4E0D-AB78-855F968115E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410844">
                    <a:off x="7425737" y="8502541"/>
                    <a:ext cx="0" cy="2985304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7" name="直接连接符 506">
                    <a:extLst>
                      <a:ext uri="{FF2B5EF4-FFF2-40B4-BE49-F238E27FC236}">
                        <a16:creationId xmlns:a16="http://schemas.microsoft.com/office/drawing/2014/main" id="{D1E0909A-78A2-4933-A69A-F137351574C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4376411">
                    <a:off x="5933085" y="9995194"/>
                    <a:ext cx="2985305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8" name="直接连接符 507">
                    <a:extLst>
                      <a:ext uri="{FF2B5EF4-FFF2-40B4-BE49-F238E27FC236}">
                        <a16:creationId xmlns:a16="http://schemas.microsoft.com/office/drawing/2014/main" id="{25C8F9DE-88E8-4DAA-9657-15B84C1C68D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4376411">
                    <a:off x="7425737" y="8502541"/>
                    <a:ext cx="0" cy="2985304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9" name="直接连接符 508">
                    <a:extLst>
                      <a:ext uri="{FF2B5EF4-FFF2-40B4-BE49-F238E27FC236}">
                        <a16:creationId xmlns:a16="http://schemas.microsoft.com/office/drawing/2014/main" id="{438ADDF2-3BCE-4EA0-95EA-9C9B11291D0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62805">
                    <a:off x="5938829" y="9996645"/>
                    <a:ext cx="2985304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0" name="直接连接符 509">
                    <a:extLst>
                      <a:ext uri="{FF2B5EF4-FFF2-40B4-BE49-F238E27FC236}">
                        <a16:creationId xmlns:a16="http://schemas.microsoft.com/office/drawing/2014/main" id="{71350194-7274-419F-9AD5-9BE22648324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62805">
                    <a:off x="7431481" y="8503992"/>
                    <a:ext cx="0" cy="2985305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1" name="直接连接符 510">
                    <a:extLst>
                      <a:ext uri="{FF2B5EF4-FFF2-40B4-BE49-F238E27FC236}">
                        <a16:creationId xmlns:a16="http://schemas.microsoft.com/office/drawing/2014/main" id="{240F1910-7F35-4842-BB85-090A1C9AD10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83787">
                    <a:off x="5938829" y="9996645"/>
                    <a:ext cx="2985304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2" name="直接连接符 511">
                    <a:extLst>
                      <a:ext uri="{FF2B5EF4-FFF2-40B4-BE49-F238E27FC236}">
                        <a16:creationId xmlns:a16="http://schemas.microsoft.com/office/drawing/2014/main" id="{F539A6E8-487B-4C66-84B1-8F4109C97CA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83787">
                    <a:off x="7431482" y="8503993"/>
                    <a:ext cx="0" cy="2985305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3" name="直接连接符 512">
                    <a:extLst>
                      <a:ext uri="{FF2B5EF4-FFF2-40B4-BE49-F238E27FC236}">
                        <a16:creationId xmlns:a16="http://schemas.microsoft.com/office/drawing/2014/main" id="{E15D2E21-8678-4982-A187-E8B92314C66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904963">
                    <a:off x="5938828" y="9996644"/>
                    <a:ext cx="2985304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4" name="直接连接符 513">
                    <a:extLst>
                      <a:ext uri="{FF2B5EF4-FFF2-40B4-BE49-F238E27FC236}">
                        <a16:creationId xmlns:a16="http://schemas.microsoft.com/office/drawing/2014/main" id="{87D7F536-4B79-4F25-A392-FE67C898EA8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904963">
                    <a:off x="7431480" y="8503991"/>
                    <a:ext cx="0" cy="2985305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5" name="直接连接符 514">
                    <a:extLst>
                      <a:ext uri="{FF2B5EF4-FFF2-40B4-BE49-F238E27FC236}">
                        <a16:creationId xmlns:a16="http://schemas.microsoft.com/office/drawing/2014/main" id="{EB1D213E-A86E-446C-8D99-AA4AC24E76C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973649">
                    <a:off x="5938828" y="9996644"/>
                    <a:ext cx="2985305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6" name="直接连接符 515">
                    <a:extLst>
                      <a:ext uri="{FF2B5EF4-FFF2-40B4-BE49-F238E27FC236}">
                        <a16:creationId xmlns:a16="http://schemas.microsoft.com/office/drawing/2014/main" id="{B8717141-0DB8-4A8F-B404-D3BCA9CDDC7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973649">
                    <a:off x="7431480" y="8503991"/>
                    <a:ext cx="0" cy="2985304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7" name="直接连接符 516">
                    <a:extLst>
                      <a:ext uri="{FF2B5EF4-FFF2-40B4-BE49-F238E27FC236}">
                        <a16:creationId xmlns:a16="http://schemas.microsoft.com/office/drawing/2014/main" id="{48EDA1E9-5049-46AC-8675-0790B9676EB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4939216">
                    <a:off x="5938828" y="9996644"/>
                    <a:ext cx="2985305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8" name="直接连接符 517">
                    <a:extLst>
                      <a:ext uri="{FF2B5EF4-FFF2-40B4-BE49-F238E27FC236}">
                        <a16:creationId xmlns:a16="http://schemas.microsoft.com/office/drawing/2014/main" id="{05827472-1FA3-4479-83F7-5030771ADAF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4939216">
                    <a:off x="7431480" y="8503991"/>
                    <a:ext cx="0" cy="2985304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404" name="组合 403">
                <a:extLst>
                  <a:ext uri="{FF2B5EF4-FFF2-40B4-BE49-F238E27FC236}">
                    <a16:creationId xmlns:a16="http://schemas.microsoft.com/office/drawing/2014/main" id="{EA233784-8644-47A4-9F76-BE34E623780F}"/>
                  </a:ext>
                </a:extLst>
              </p:cNvPr>
              <p:cNvGrpSpPr/>
              <p:nvPr/>
            </p:nvGrpSpPr>
            <p:grpSpPr>
              <a:xfrm>
                <a:off x="5256854" y="1028689"/>
                <a:ext cx="2709319" cy="2711054"/>
                <a:chOff x="-7495305" y="2173277"/>
                <a:chExt cx="2709319" cy="2711054"/>
              </a:xfrm>
            </p:grpSpPr>
            <p:sp>
              <p:nvSpPr>
                <p:cNvPr id="479" name="椭圆 478">
                  <a:extLst>
                    <a:ext uri="{FF2B5EF4-FFF2-40B4-BE49-F238E27FC236}">
                      <a16:creationId xmlns:a16="http://schemas.microsoft.com/office/drawing/2014/main" id="{6D06A699-D102-4678-9326-639D3F491781}"/>
                    </a:ext>
                  </a:extLst>
                </p:cNvPr>
                <p:cNvSpPr/>
                <p:nvPr/>
              </p:nvSpPr>
              <p:spPr>
                <a:xfrm>
                  <a:off x="-7495305" y="2180671"/>
                  <a:ext cx="2703660" cy="2703660"/>
                </a:xfrm>
                <a:prstGeom prst="ellipse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480" name="组合 479">
                  <a:extLst>
                    <a:ext uri="{FF2B5EF4-FFF2-40B4-BE49-F238E27FC236}">
                      <a16:creationId xmlns:a16="http://schemas.microsoft.com/office/drawing/2014/main" id="{FE2BB954-6953-488C-8244-82D569730978}"/>
                    </a:ext>
                  </a:extLst>
                </p:cNvPr>
                <p:cNvGrpSpPr/>
                <p:nvPr/>
              </p:nvGrpSpPr>
              <p:grpSpPr>
                <a:xfrm>
                  <a:off x="-7495305" y="2173277"/>
                  <a:ext cx="2709319" cy="2711054"/>
                  <a:chOff x="4556234" y="557690"/>
                  <a:chExt cx="3839554" cy="3840517"/>
                </a:xfrm>
              </p:grpSpPr>
              <p:cxnSp>
                <p:nvCxnSpPr>
                  <p:cNvPr id="481" name="直接连接符 480">
                    <a:extLst>
                      <a:ext uri="{FF2B5EF4-FFF2-40B4-BE49-F238E27FC236}">
                        <a16:creationId xmlns:a16="http://schemas.microsoft.com/office/drawing/2014/main" id="{496373C7-07B2-4CA5-9CC7-29ED44A933C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56235" y="2477466"/>
                    <a:ext cx="3839552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2" name="直接连接符 481">
                    <a:extLst>
                      <a:ext uri="{FF2B5EF4-FFF2-40B4-BE49-F238E27FC236}">
                        <a16:creationId xmlns:a16="http://schemas.microsoft.com/office/drawing/2014/main" id="{11CD5026-C206-4658-BEF6-B625084C28C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476011" y="557690"/>
                    <a:ext cx="0" cy="3839552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3" name="直接连接符 482">
                    <a:extLst>
                      <a:ext uri="{FF2B5EF4-FFF2-40B4-BE49-F238E27FC236}">
                        <a16:creationId xmlns:a16="http://schemas.microsoft.com/office/drawing/2014/main" id="{D83626D9-2E0C-40BC-BB33-5DBC3E3155F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118524" y="1119979"/>
                    <a:ext cx="2714974" cy="2714974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4" name="直接连接符 483">
                    <a:extLst>
                      <a:ext uri="{FF2B5EF4-FFF2-40B4-BE49-F238E27FC236}">
                        <a16:creationId xmlns:a16="http://schemas.microsoft.com/office/drawing/2014/main" id="{FAB04220-27DA-4505-804A-39DEDC6BA07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118524" y="1119979"/>
                    <a:ext cx="2714974" cy="2714974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5" name="直接连接符 484">
                    <a:extLst>
                      <a:ext uri="{FF2B5EF4-FFF2-40B4-BE49-F238E27FC236}">
                        <a16:creationId xmlns:a16="http://schemas.microsoft.com/office/drawing/2014/main" id="{F45D4F09-703F-41FF-93BC-D6568A6A9783}"/>
                      </a:ext>
                    </a:extLst>
                  </p:cNvPr>
                  <p:cNvCxnSpPr/>
                  <p:nvPr/>
                </p:nvCxnSpPr>
                <p:spPr>
                  <a:xfrm rot="1350911">
                    <a:off x="4556234" y="2478431"/>
                    <a:ext cx="3839552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6" name="直接连接符 485">
                    <a:extLst>
                      <a:ext uri="{FF2B5EF4-FFF2-40B4-BE49-F238E27FC236}">
                        <a16:creationId xmlns:a16="http://schemas.microsoft.com/office/drawing/2014/main" id="{10C8C3D0-164F-41D2-A4E5-8949C724077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350911">
                    <a:off x="6476010" y="558655"/>
                    <a:ext cx="0" cy="3839552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7" name="直接连接符 486">
                    <a:extLst>
                      <a:ext uri="{FF2B5EF4-FFF2-40B4-BE49-F238E27FC236}">
                        <a16:creationId xmlns:a16="http://schemas.microsoft.com/office/drawing/2014/main" id="{9A423194-35C5-4CBA-B85E-D41437DF01D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350911">
                    <a:off x="5118523" y="1120944"/>
                    <a:ext cx="2714974" cy="2714974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8" name="直接连接符 487">
                    <a:extLst>
                      <a:ext uri="{FF2B5EF4-FFF2-40B4-BE49-F238E27FC236}">
                        <a16:creationId xmlns:a16="http://schemas.microsoft.com/office/drawing/2014/main" id="{8CA93A3B-F5D7-45A1-85DE-04F5C17658E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350911" flipH="1">
                    <a:off x="5118523" y="1120944"/>
                    <a:ext cx="2714974" cy="2714974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9" name="直接连接符 488">
                    <a:extLst>
                      <a:ext uri="{FF2B5EF4-FFF2-40B4-BE49-F238E27FC236}">
                        <a16:creationId xmlns:a16="http://schemas.microsoft.com/office/drawing/2014/main" id="{BB7D84B7-B670-467B-A8E5-7BF688F8DC4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38483">
                    <a:off x="4556236" y="2477466"/>
                    <a:ext cx="3839552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0" name="直接连接符 489">
                    <a:extLst>
                      <a:ext uri="{FF2B5EF4-FFF2-40B4-BE49-F238E27FC236}">
                        <a16:creationId xmlns:a16="http://schemas.microsoft.com/office/drawing/2014/main" id="{5990884A-3687-4361-99E4-BC41CF407D9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38483">
                    <a:off x="6476012" y="557690"/>
                    <a:ext cx="0" cy="3839552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1" name="直接连接符 490">
                    <a:extLst>
                      <a:ext uri="{FF2B5EF4-FFF2-40B4-BE49-F238E27FC236}">
                        <a16:creationId xmlns:a16="http://schemas.microsoft.com/office/drawing/2014/main" id="{45BAFA6D-04C3-48C4-AE66-772FF38426C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38483">
                    <a:off x="5118525" y="1119979"/>
                    <a:ext cx="2714974" cy="2714974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2" name="直接连接符 491">
                    <a:extLst>
                      <a:ext uri="{FF2B5EF4-FFF2-40B4-BE49-F238E27FC236}">
                        <a16:creationId xmlns:a16="http://schemas.microsoft.com/office/drawing/2014/main" id="{98D4B477-62CF-4E2C-AF1D-E8A63BA21BC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38483" flipH="1">
                    <a:off x="5118525" y="1119979"/>
                    <a:ext cx="2714974" cy="2714974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3" name="直接连接符 492">
                    <a:extLst>
                      <a:ext uri="{FF2B5EF4-FFF2-40B4-BE49-F238E27FC236}">
                        <a16:creationId xmlns:a16="http://schemas.microsoft.com/office/drawing/2014/main" id="{C0343A1E-A6C9-4055-98FF-84F1E620FB9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089394">
                    <a:off x="4556235" y="2478431"/>
                    <a:ext cx="3839552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4" name="直接连接符 493">
                    <a:extLst>
                      <a:ext uri="{FF2B5EF4-FFF2-40B4-BE49-F238E27FC236}">
                        <a16:creationId xmlns:a16="http://schemas.microsoft.com/office/drawing/2014/main" id="{E35789B5-BF8B-4E77-A1ED-BC10603A8AB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089394">
                    <a:off x="6476011" y="558655"/>
                    <a:ext cx="0" cy="3839552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5" name="直接连接符 494">
                    <a:extLst>
                      <a:ext uri="{FF2B5EF4-FFF2-40B4-BE49-F238E27FC236}">
                        <a16:creationId xmlns:a16="http://schemas.microsoft.com/office/drawing/2014/main" id="{9D3908F5-1F4C-4F11-AB33-734AD9D1BBB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089394">
                    <a:off x="5118524" y="1120944"/>
                    <a:ext cx="2714974" cy="2714974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6" name="直接连接符 495">
                    <a:extLst>
                      <a:ext uri="{FF2B5EF4-FFF2-40B4-BE49-F238E27FC236}">
                        <a16:creationId xmlns:a16="http://schemas.microsoft.com/office/drawing/2014/main" id="{C2614272-D9D3-4A50-B1AF-F81AF0223AF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089394" flipH="1">
                    <a:off x="5118524" y="1120944"/>
                    <a:ext cx="2714974" cy="2714974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405" name="组合 404">
                <a:extLst>
                  <a:ext uri="{FF2B5EF4-FFF2-40B4-BE49-F238E27FC236}">
                    <a16:creationId xmlns:a16="http://schemas.microsoft.com/office/drawing/2014/main" id="{B7B867E6-0BA8-4622-9469-63BC185F0763}"/>
                  </a:ext>
                </a:extLst>
              </p:cNvPr>
              <p:cNvGrpSpPr/>
              <p:nvPr/>
            </p:nvGrpSpPr>
            <p:grpSpPr>
              <a:xfrm>
                <a:off x="5380837" y="1154423"/>
                <a:ext cx="2459885" cy="2457470"/>
                <a:chOff x="-3477364" y="2151268"/>
                <a:chExt cx="2459885" cy="2457470"/>
              </a:xfrm>
            </p:grpSpPr>
            <p:sp>
              <p:nvSpPr>
                <p:cNvPr id="463" name="椭圆 462">
                  <a:extLst>
                    <a:ext uri="{FF2B5EF4-FFF2-40B4-BE49-F238E27FC236}">
                      <a16:creationId xmlns:a16="http://schemas.microsoft.com/office/drawing/2014/main" id="{9A8CAFCB-DE3C-4B1B-BC45-22CC6EE0C916}"/>
                    </a:ext>
                  </a:extLst>
                </p:cNvPr>
                <p:cNvSpPr/>
                <p:nvPr/>
              </p:nvSpPr>
              <p:spPr>
                <a:xfrm>
                  <a:off x="-3476975" y="2163321"/>
                  <a:ext cx="2445417" cy="2445417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464" name="组合 463">
                  <a:extLst>
                    <a:ext uri="{FF2B5EF4-FFF2-40B4-BE49-F238E27FC236}">
                      <a16:creationId xmlns:a16="http://schemas.microsoft.com/office/drawing/2014/main" id="{6D5E4906-DB64-43AF-9633-B6878B2D8412}"/>
                    </a:ext>
                  </a:extLst>
                </p:cNvPr>
                <p:cNvGrpSpPr/>
                <p:nvPr/>
              </p:nvGrpSpPr>
              <p:grpSpPr>
                <a:xfrm>
                  <a:off x="-3477364" y="2151268"/>
                  <a:ext cx="2459885" cy="2457470"/>
                  <a:chOff x="-572352" y="8649017"/>
                  <a:chExt cx="3839554" cy="3839554"/>
                </a:xfrm>
              </p:grpSpPr>
              <p:cxnSp>
                <p:nvCxnSpPr>
                  <p:cNvPr id="465" name="直接连接符 464">
                    <a:extLst>
                      <a:ext uri="{FF2B5EF4-FFF2-40B4-BE49-F238E27FC236}">
                        <a16:creationId xmlns:a16="http://schemas.microsoft.com/office/drawing/2014/main" id="{67D4348B-FB16-4595-AF28-8253817A364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-572351" y="10568794"/>
                    <a:ext cx="3839552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6" name="直接连接符 465">
                    <a:extLst>
                      <a:ext uri="{FF2B5EF4-FFF2-40B4-BE49-F238E27FC236}">
                        <a16:creationId xmlns:a16="http://schemas.microsoft.com/office/drawing/2014/main" id="{3B4DB6C4-7BCA-4238-85A6-745B01E2047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47425" y="8649018"/>
                    <a:ext cx="0" cy="3839552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7" name="直接连接符 466">
                    <a:extLst>
                      <a:ext uri="{FF2B5EF4-FFF2-40B4-BE49-F238E27FC236}">
                        <a16:creationId xmlns:a16="http://schemas.microsoft.com/office/drawing/2014/main" id="{F23486F8-9CD2-45ED-8281-330F174CA8C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48063">
                    <a:off x="-572351" y="10568794"/>
                    <a:ext cx="3839552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8" name="直接连接符 467">
                    <a:extLst>
                      <a:ext uri="{FF2B5EF4-FFF2-40B4-BE49-F238E27FC236}">
                        <a16:creationId xmlns:a16="http://schemas.microsoft.com/office/drawing/2014/main" id="{FEA42F86-E8E9-4638-AD58-12D0F6ED089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48063">
                    <a:off x="1347425" y="8649018"/>
                    <a:ext cx="0" cy="3839552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9" name="直接连接符 468">
                    <a:extLst>
                      <a:ext uri="{FF2B5EF4-FFF2-40B4-BE49-F238E27FC236}">
                        <a16:creationId xmlns:a16="http://schemas.microsoft.com/office/drawing/2014/main" id="{0C258E88-E623-43E9-BF65-6E9BC27D02D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409054">
                    <a:off x="-572350" y="10568795"/>
                    <a:ext cx="3839552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0" name="直接连接符 469">
                    <a:extLst>
                      <a:ext uri="{FF2B5EF4-FFF2-40B4-BE49-F238E27FC236}">
                        <a16:creationId xmlns:a16="http://schemas.microsoft.com/office/drawing/2014/main" id="{C3C0D7F5-0870-4F67-82D7-DFCF7C221D5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409054">
                    <a:off x="1347426" y="8649019"/>
                    <a:ext cx="0" cy="3839552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1" name="直接连接符 470">
                    <a:extLst>
                      <a:ext uri="{FF2B5EF4-FFF2-40B4-BE49-F238E27FC236}">
                        <a16:creationId xmlns:a16="http://schemas.microsoft.com/office/drawing/2014/main" id="{52260376-F376-4958-B31C-2FBBFA3B7D0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169835">
                    <a:off x="-572352" y="10568793"/>
                    <a:ext cx="3839552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2" name="直接连接符 471">
                    <a:extLst>
                      <a:ext uri="{FF2B5EF4-FFF2-40B4-BE49-F238E27FC236}">
                        <a16:creationId xmlns:a16="http://schemas.microsoft.com/office/drawing/2014/main" id="{8A7DF0B0-0633-48DA-B349-BE3C9614C27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169835">
                    <a:off x="1347424" y="8649017"/>
                    <a:ext cx="0" cy="3839552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3" name="直接连接符 472">
                    <a:extLst>
                      <a:ext uri="{FF2B5EF4-FFF2-40B4-BE49-F238E27FC236}">
                        <a16:creationId xmlns:a16="http://schemas.microsoft.com/office/drawing/2014/main" id="{BC7B43DC-776A-4BF6-8D3C-24F7A462770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889710">
                    <a:off x="-572352" y="10568793"/>
                    <a:ext cx="3839552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4" name="直接连接符 473">
                    <a:extLst>
                      <a:ext uri="{FF2B5EF4-FFF2-40B4-BE49-F238E27FC236}">
                        <a16:creationId xmlns:a16="http://schemas.microsoft.com/office/drawing/2014/main" id="{83CD9731-A92F-4F37-AAE9-FA7A58294C9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889710">
                    <a:off x="1347424" y="8649017"/>
                    <a:ext cx="0" cy="3839552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5" name="直接连接符 474">
                    <a:extLst>
                      <a:ext uri="{FF2B5EF4-FFF2-40B4-BE49-F238E27FC236}">
                        <a16:creationId xmlns:a16="http://schemas.microsoft.com/office/drawing/2014/main" id="{574930E5-0E09-4273-91B5-598290DC222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4683350">
                    <a:off x="-572352" y="10568793"/>
                    <a:ext cx="3839552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6" name="直接连接符 475">
                    <a:extLst>
                      <a:ext uri="{FF2B5EF4-FFF2-40B4-BE49-F238E27FC236}">
                        <a16:creationId xmlns:a16="http://schemas.microsoft.com/office/drawing/2014/main" id="{DCC88BBD-B3B5-46E8-A6A5-86A6B6AFD1B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4683350">
                    <a:off x="1347424" y="8649017"/>
                    <a:ext cx="0" cy="3839552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7" name="直接连接符 476">
                    <a:extLst>
                      <a:ext uri="{FF2B5EF4-FFF2-40B4-BE49-F238E27FC236}">
                        <a16:creationId xmlns:a16="http://schemas.microsoft.com/office/drawing/2014/main" id="{616F0729-0634-4814-9422-AF4A3C10059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835113">
                    <a:off x="-572351" y="10568794"/>
                    <a:ext cx="3839552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8" name="直接连接符 477">
                    <a:extLst>
                      <a:ext uri="{FF2B5EF4-FFF2-40B4-BE49-F238E27FC236}">
                        <a16:creationId xmlns:a16="http://schemas.microsoft.com/office/drawing/2014/main" id="{F523D4C7-0B44-4B35-8411-304BAB354A8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835113">
                    <a:off x="1347425" y="8649018"/>
                    <a:ext cx="0" cy="3839552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406" name="组合 405">
                <a:extLst>
                  <a:ext uri="{FF2B5EF4-FFF2-40B4-BE49-F238E27FC236}">
                    <a16:creationId xmlns:a16="http://schemas.microsoft.com/office/drawing/2014/main" id="{DEFD7D68-B47E-4A13-9F10-357E3BAABF39}"/>
                  </a:ext>
                </a:extLst>
              </p:cNvPr>
              <p:cNvGrpSpPr/>
              <p:nvPr/>
            </p:nvGrpSpPr>
            <p:grpSpPr>
              <a:xfrm>
                <a:off x="5489393" y="1273013"/>
                <a:ext cx="2247933" cy="2221921"/>
                <a:chOff x="-7280788" y="5576320"/>
                <a:chExt cx="2247933" cy="2221921"/>
              </a:xfrm>
            </p:grpSpPr>
            <p:sp>
              <p:nvSpPr>
                <p:cNvPr id="449" name="椭圆 448">
                  <a:extLst>
                    <a:ext uri="{FF2B5EF4-FFF2-40B4-BE49-F238E27FC236}">
                      <a16:creationId xmlns:a16="http://schemas.microsoft.com/office/drawing/2014/main" id="{B26196FE-325B-4FC6-9323-D92A8A10FF29}"/>
                    </a:ext>
                  </a:extLst>
                </p:cNvPr>
                <p:cNvSpPr/>
                <p:nvPr/>
              </p:nvSpPr>
              <p:spPr>
                <a:xfrm>
                  <a:off x="-7254095" y="5577001"/>
                  <a:ext cx="2221240" cy="2221240"/>
                </a:xfrm>
                <a:prstGeom prst="ellipse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450" name="组合 449">
                  <a:extLst>
                    <a:ext uri="{FF2B5EF4-FFF2-40B4-BE49-F238E27FC236}">
                      <a16:creationId xmlns:a16="http://schemas.microsoft.com/office/drawing/2014/main" id="{82B28C96-D15A-4D42-92D2-714B69E60848}"/>
                    </a:ext>
                  </a:extLst>
                </p:cNvPr>
                <p:cNvGrpSpPr/>
                <p:nvPr/>
              </p:nvGrpSpPr>
              <p:grpSpPr>
                <a:xfrm>
                  <a:off x="-7280788" y="5576320"/>
                  <a:ext cx="2247928" cy="2221240"/>
                  <a:chOff x="5893442" y="9149117"/>
                  <a:chExt cx="3839554" cy="3839554"/>
                </a:xfrm>
              </p:grpSpPr>
              <p:cxnSp>
                <p:nvCxnSpPr>
                  <p:cNvPr id="451" name="直接连接符 450">
                    <a:extLst>
                      <a:ext uri="{FF2B5EF4-FFF2-40B4-BE49-F238E27FC236}">
                        <a16:creationId xmlns:a16="http://schemas.microsoft.com/office/drawing/2014/main" id="{AFA9D716-08CD-49B5-944E-443988A3D85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893443" y="11068894"/>
                    <a:ext cx="3839552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2" name="直接连接符 451">
                    <a:extLst>
                      <a:ext uri="{FF2B5EF4-FFF2-40B4-BE49-F238E27FC236}">
                        <a16:creationId xmlns:a16="http://schemas.microsoft.com/office/drawing/2014/main" id="{013FEF26-5E64-4D35-A80A-56C08F1ACAF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813219" y="9149118"/>
                    <a:ext cx="0" cy="3839552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3" name="直接连接符 452">
                    <a:extLst>
                      <a:ext uri="{FF2B5EF4-FFF2-40B4-BE49-F238E27FC236}">
                        <a16:creationId xmlns:a16="http://schemas.microsoft.com/office/drawing/2014/main" id="{D687B64C-C74C-4B0E-BAEB-A93F1BDCF2B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836283">
                    <a:off x="5893443" y="11068894"/>
                    <a:ext cx="3839552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4" name="直接连接符 453">
                    <a:extLst>
                      <a:ext uri="{FF2B5EF4-FFF2-40B4-BE49-F238E27FC236}">
                        <a16:creationId xmlns:a16="http://schemas.microsoft.com/office/drawing/2014/main" id="{EEE4C652-4AE7-41FF-B7A9-0402F9CA719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836283">
                    <a:off x="7813219" y="9149118"/>
                    <a:ext cx="0" cy="3839552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5" name="直接连接符 454">
                    <a:extLst>
                      <a:ext uri="{FF2B5EF4-FFF2-40B4-BE49-F238E27FC236}">
                        <a16:creationId xmlns:a16="http://schemas.microsoft.com/office/drawing/2014/main" id="{05A7C303-DEDE-404C-865E-4A08B7DEF38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94158">
                    <a:off x="5893444" y="11068895"/>
                    <a:ext cx="3839552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6" name="直接连接符 455">
                    <a:extLst>
                      <a:ext uri="{FF2B5EF4-FFF2-40B4-BE49-F238E27FC236}">
                        <a16:creationId xmlns:a16="http://schemas.microsoft.com/office/drawing/2014/main" id="{7A623EBB-3A58-45B1-BE0E-4F0E8902126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94158">
                    <a:off x="7813220" y="9149119"/>
                    <a:ext cx="0" cy="3839552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7" name="直接连接符 456">
                    <a:extLst>
                      <a:ext uri="{FF2B5EF4-FFF2-40B4-BE49-F238E27FC236}">
                        <a16:creationId xmlns:a16="http://schemas.microsoft.com/office/drawing/2014/main" id="{3D84B165-1A47-4C1E-A258-C9164E09531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515229">
                    <a:off x="5893442" y="11068893"/>
                    <a:ext cx="3839552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8" name="直接连接符 457">
                    <a:extLst>
                      <a:ext uri="{FF2B5EF4-FFF2-40B4-BE49-F238E27FC236}">
                        <a16:creationId xmlns:a16="http://schemas.microsoft.com/office/drawing/2014/main" id="{F27EE969-6459-44EC-B217-EEC47D3C4AD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515229">
                    <a:off x="7813218" y="9149117"/>
                    <a:ext cx="0" cy="3839552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9" name="直接连接符 458">
                    <a:extLst>
                      <a:ext uri="{FF2B5EF4-FFF2-40B4-BE49-F238E27FC236}">
                        <a16:creationId xmlns:a16="http://schemas.microsoft.com/office/drawing/2014/main" id="{953A1A67-AEAC-4493-8999-267ECCA9423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531010">
                    <a:off x="5893442" y="11068893"/>
                    <a:ext cx="3839552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0" name="直接连接符 459">
                    <a:extLst>
                      <a:ext uri="{FF2B5EF4-FFF2-40B4-BE49-F238E27FC236}">
                        <a16:creationId xmlns:a16="http://schemas.microsoft.com/office/drawing/2014/main" id="{1F1AA8AB-D1E6-46F2-A6D8-D6EA80EC279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531010">
                    <a:off x="7813218" y="9149117"/>
                    <a:ext cx="0" cy="3839552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1" name="直接连接符 460">
                    <a:extLst>
                      <a:ext uri="{FF2B5EF4-FFF2-40B4-BE49-F238E27FC236}">
                        <a16:creationId xmlns:a16="http://schemas.microsoft.com/office/drawing/2014/main" id="{EE15F6AA-AD83-4726-A015-25406F1B691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4446078">
                    <a:off x="5893442" y="11068893"/>
                    <a:ext cx="3839552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2" name="直接连接符 461">
                    <a:extLst>
                      <a:ext uri="{FF2B5EF4-FFF2-40B4-BE49-F238E27FC236}">
                        <a16:creationId xmlns:a16="http://schemas.microsoft.com/office/drawing/2014/main" id="{34F28BD3-8EC8-40DA-9ADD-40D1ABD25CB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4446078">
                    <a:off x="7813218" y="9149117"/>
                    <a:ext cx="0" cy="3839552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407" name="组合 406">
                <a:extLst>
                  <a:ext uri="{FF2B5EF4-FFF2-40B4-BE49-F238E27FC236}">
                    <a16:creationId xmlns:a16="http://schemas.microsoft.com/office/drawing/2014/main" id="{95278946-5CFC-42D7-8461-10560484DF3E}"/>
                  </a:ext>
                </a:extLst>
              </p:cNvPr>
              <p:cNvGrpSpPr/>
              <p:nvPr/>
            </p:nvGrpSpPr>
            <p:grpSpPr>
              <a:xfrm>
                <a:off x="5624173" y="1399303"/>
                <a:ext cx="1978950" cy="1966263"/>
                <a:chOff x="-3338713" y="5674859"/>
                <a:chExt cx="1978950" cy="1966263"/>
              </a:xfrm>
            </p:grpSpPr>
            <p:sp>
              <p:nvSpPr>
                <p:cNvPr id="437" name="椭圆 436">
                  <a:extLst>
                    <a:ext uri="{FF2B5EF4-FFF2-40B4-BE49-F238E27FC236}">
                      <a16:creationId xmlns:a16="http://schemas.microsoft.com/office/drawing/2014/main" id="{440DDE73-BE48-4184-9BA0-13D0FFB48ECB}"/>
                    </a:ext>
                  </a:extLst>
                </p:cNvPr>
                <p:cNvSpPr/>
                <p:nvPr/>
              </p:nvSpPr>
              <p:spPr>
                <a:xfrm>
                  <a:off x="-3326026" y="5674859"/>
                  <a:ext cx="1966263" cy="1966263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438" name="组合 437">
                  <a:extLst>
                    <a:ext uri="{FF2B5EF4-FFF2-40B4-BE49-F238E27FC236}">
                      <a16:creationId xmlns:a16="http://schemas.microsoft.com/office/drawing/2014/main" id="{95D86F27-3E2E-4B3D-BD68-D8E0ACC560C6}"/>
                    </a:ext>
                  </a:extLst>
                </p:cNvPr>
                <p:cNvGrpSpPr/>
                <p:nvPr/>
              </p:nvGrpSpPr>
              <p:grpSpPr>
                <a:xfrm>
                  <a:off x="-3338713" y="5674859"/>
                  <a:ext cx="1978948" cy="1962568"/>
                  <a:chOff x="8843267" y="-3506441"/>
                  <a:chExt cx="3839554" cy="3839554"/>
                </a:xfrm>
              </p:grpSpPr>
              <p:cxnSp>
                <p:nvCxnSpPr>
                  <p:cNvPr id="439" name="直接连接符 438">
                    <a:extLst>
                      <a:ext uri="{FF2B5EF4-FFF2-40B4-BE49-F238E27FC236}">
                        <a16:creationId xmlns:a16="http://schemas.microsoft.com/office/drawing/2014/main" id="{4FD833F7-37D5-4C84-9444-CEEB90B1DB7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843268" y="-1586664"/>
                    <a:ext cx="3839552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0" name="直接连接符 439">
                    <a:extLst>
                      <a:ext uri="{FF2B5EF4-FFF2-40B4-BE49-F238E27FC236}">
                        <a16:creationId xmlns:a16="http://schemas.microsoft.com/office/drawing/2014/main" id="{34B4BBE8-316F-4DCA-A74A-114B4F16CE2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763044" y="-3506440"/>
                    <a:ext cx="0" cy="3839552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1" name="直接连接符 440">
                    <a:extLst>
                      <a:ext uri="{FF2B5EF4-FFF2-40B4-BE49-F238E27FC236}">
                        <a16:creationId xmlns:a16="http://schemas.microsoft.com/office/drawing/2014/main" id="{9A524A84-97C6-4E2C-BDF2-1140403DBA7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120982">
                    <a:off x="8843269" y="-1586663"/>
                    <a:ext cx="3839552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2" name="直接连接符 441">
                    <a:extLst>
                      <a:ext uri="{FF2B5EF4-FFF2-40B4-BE49-F238E27FC236}">
                        <a16:creationId xmlns:a16="http://schemas.microsoft.com/office/drawing/2014/main" id="{178170F2-D255-4193-8A59-FCE61DB203D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120982">
                    <a:off x="10763045" y="-3506439"/>
                    <a:ext cx="0" cy="3839552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3" name="直接连接符 442">
                    <a:extLst>
                      <a:ext uri="{FF2B5EF4-FFF2-40B4-BE49-F238E27FC236}">
                        <a16:creationId xmlns:a16="http://schemas.microsoft.com/office/drawing/2014/main" id="{F4FAAEBE-DD68-472F-805B-CA9EF0D5887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342158">
                    <a:off x="8843267" y="-1586665"/>
                    <a:ext cx="3839552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4" name="直接连接符 443">
                    <a:extLst>
                      <a:ext uri="{FF2B5EF4-FFF2-40B4-BE49-F238E27FC236}">
                        <a16:creationId xmlns:a16="http://schemas.microsoft.com/office/drawing/2014/main" id="{4A8BAFC3-F20B-4124-B398-CE973C17C0E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342158">
                    <a:off x="10763043" y="-3506441"/>
                    <a:ext cx="0" cy="3839552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5" name="直接连接符 444">
                    <a:extLst>
                      <a:ext uri="{FF2B5EF4-FFF2-40B4-BE49-F238E27FC236}">
                        <a16:creationId xmlns:a16="http://schemas.microsoft.com/office/drawing/2014/main" id="{F93E63E7-E7DC-4466-AF3B-0CA86F8499E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410844">
                    <a:off x="8843267" y="-1586665"/>
                    <a:ext cx="3839552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6" name="直接连接符 445">
                    <a:extLst>
                      <a:ext uri="{FF2B5EF4-FFF2-40B4-BE49-F238E27FC236}">
                        <a16:creationId xmlns:a16="http://schemas.microsoft.com/office/drawing/2014/main" id="{7F92D01E-D9BE-4649-A4BD-85B6470C9D4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410844">
                    <a:off x="10763043" y="-3506441"/>
                    <a:ext cx="0" cy="3839552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7" name="直接连接符 446">
                    <a:extLst>
                      <a:ext uri="{FF2B5EF4-FFF2-40B4-BE49-F238E27FC236}">
                        <a16:creationId xmlns:a16="http://schemas.microsoft.com/office/drawing/2014/main" id="{A0B9A3B9-3705-47EB-A4AC-AB455075434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4376411">
                    <a:off x="8843267" y="-1586665"/>
                    <a:ext cx="3839552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8" name="直接连接符 447">
                    <a:extLst>
                      <a:ext uri="{FF2B5EF4-FFF2-40B4-BE49-F238E27FC236}">
                        <a16:creationId xmlns:a16="http://schemas.microsoft.com/office/drawing/2014/main" id="{3D57AAA7-16D7-41E1-8CAE-0FDD62B7D1A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4376411">
                    <a:off x="10763043" y="-3506441"/>
                    <a:ext cx="0" cy="3839552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408" name="组合 407">
                <a:extLst>
                  <a:ext uri="{FF2B5EF4-FFF2-40B4-BE49-F238E27FC236}">
                    <a16:creationId xmlns:a16="http://schemas.microsoft.com/office/drawing/2014/main" id="{92C7BE5C-7DF8-4E79-B74F-3C88DD1D0CB3}"/>
                  </a:ext>
                </a:extLst>
              </p:cNvPr>
              <p:cNvGrpSpPr/>
              <p:nvPr/>
            </p:nvGrpSpPr>
            <p:grpSpPr>
              <a:xfrm>
                <a:off x="5747958" y="1517853"/>
                <a:ext cx="1734451" cy="1733099"/>
                <a:chOff x="-7098534" y="8914875"/>
                <a:chExt cx="1734451" cy="1733099"/>
              </a:xfrm>
            </p:grpSpPr>
            <p:sp>
              <p:nvSpPr>
                <p:cNvPr id="427" name="椭圆 426">
                  <a:extLst>
                    <a:ext uri="{FF2B5EF4-FFF2-40B4-BE49-F238E27FC236}">
                      <a16:creationId xmlns:a16="http://schemas.microsoft.com/office/drawing/2014/main" id="{C422BCF8-222A-4067-8F17-C10E721450A5}"/>
                    </a:ext>
                  </a:extLst>
                </p:cNvPr>
                <p:cNvSpPr/>
                <p:nvPr/>
              </p:nvSpPr>
              <p:spPr>
                <a:xfrm>
                  <a:off x="-7097182" y="8914875"/>
                  <a:ext cx="1733099" cy="1733099"/>
                </a:xfrm>
                <a:prstGeom prst="ellipse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428" name="组合 427">
                  <a:extLst>
                    <a:ext uri="{FF2B5EF4-FFF2-40B4-BE49-F238E27FC236}">
                      <a16:creationId xmlns:a16="http://schemas.microsoft.com/office/drawing/2014/main" id="{03709053-4AD4-4252-848F-03606C7ED503}"/>
                    </a:ext>
                  </a:extLst>
                </p:cNvPr>
                <p:cNvGrpSpPr/>
                <p:nvPr/>
              </p:nvGrpSpPr>
              <p:grpSpPr>
                <a:xfrm>
                  <a:off x="-7098534" y="8914875"/>
                  <a:ext cx="1731764" cy="1733099"/>
                  <a:chOff x="4556234" y="557690"/>
                  <a:chExt cx="3839553" cy="3840517"/>
                </a:xfrm>
              </p:grpSpPr>
              <p:cxnSp>
                <p:nvCxnSpPr>
                  <p:cNvPr id="429" name="直接连接符 428">
                    <a:extLst>
                      <a:ext uri="{FF2B5EF4-FFF2-40B4-BE49-F238E27FC236}">
                        <a16:creationId xmlns:a16="http://schemas.microsoft.com/office/drawing/2014/main" id="{6386DF8B-A45C-4DEE-A87D-0E1839F43A9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56235" y="2477466"/>
                    <a:ext cx="3839552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0" name="直接连接符 429">
                    <a:extLst>
                      <a:ext uri="{FF2B5EF4-FFF2-40B4-BE49-F238E27FC236}">
                        <a16:creationId xmlns:a16="http://schemas.microsoft.com/office/drawing/2014/main" id="{AE5FDE4A-DBBB-47BB-8B90-36D0482179D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476011" y="557690"/>
                    <a:ext cx="0" cy="3839552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1" name="直接连接符 430">
                    <a:extLst>
                      <a:ext uri="{FF2B5EF4-FFF2-40B4-BE49-F238E27FC236}">
                        <a16:creationId xmlns:a16="http://schemas.microsoft.com/office/drawing/2014/main" id="{144B1948-393C-4DD1-BE46-48CECFEAD54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118524" y="1119979"/>
                    <a:ext cx="2714974" cy="2714974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2" name="直接连接符 431">
                    <a:extLst>
                      <a:ext uri="{FF2B5EF4-FFF2-40B4-BE49-F238E27FC236}">
                        <a16:creationId xmlns:a16="http://schemas.microsoft.com/office/drawing/2014/main" id="{4FA196B8-0D5F-4CB7-B970-8202E9F4D25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118524" y="1119979"/>
                    <a:ext cx="2714974" cy="2714974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3" name="直接连接符 432">
                    <a:extLst>
                      <a:ext uri="{FF2B5EF4-FFF2-40B4-BE49-F238E27FC236}">
                        <a16:creationId xmlns:a16="http://schemas.microsoft.com/office/drawing/2014/main" id="{0CE1CE21-E3F7-4BF5-BD51-CD0482ABD9FC}"/>
                      </a:ext>
                    </a:extLst>
                  </p:cNvPr>
                  <p:cNvCxnSpPr/>
                  <p:nvPr/>
                </p:nvCxnSpPr>
                <p:spPr>
                  <a:xfrm rot="1350911">
                    <a:off x="4556234" y="2478431"/>
                    <a:ext cx="3839552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4" name="直接连接符 433">
                    <a:extLst>
                      <a:ext uri="{FF2B5EF4-FFF2-40B4-BE49-F238E27FC236}">
                        <a16:creationId xmlns:a16="http://schemas.microsoft.com/office/drawing/2014/main" id="{61700BE1-C33A-4996-B604-D4CC3B6CCA1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350911">
                    <a:off x="6476010" y="558655"/>
                    <a:ext cx="0" cy="3839552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5" name="直接连接符 434">
                    <a:extLst>
                      <a:ext uri="{FF2B5EF4-FFF2-40B4-BE49-F238E27FC236}">
                        <a16:creationId xmlns:a16="http://schemas.microsoft.com/office/drawing/2014/main" id="{039A8992-6FA3-4798-A31C-F5BF0D074D0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350911">
                    <a:off x="5118523" y="1120944"/>
                    <a:ext cx="2714974" cy="2714974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6" name="直接连接符 435">
                    <a:extLst>
                      <a:ext uri="{FF2B5EF4-FFF2-40B4-BE49-F238E27FC236}">
                        <a16:creationId xmlns:a16="http://schemas.microsoft.com/office/drawing/2014/main" id="{0574A7A5-B3E7-458F-9DF3-69831759448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350911" flipH="1">
                    <a:off x="5118523" y="1120944"/>
                    <a:ext cx="2714974" cy="2714974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409" name="组合 408">
                <a:extLst>
                  <a:ext uri="{FF2B5EF4-FFF2-40B4-BE49-F238E27FC236}">
                    <a16:creationId xmlns:a16="http://schemas.microsoft.com/office/drawing/2014/main" id="{33F34514-B3A7-4C1A-80AE-B9B237CCAE7D}"/>
                  </a:ext>
                </a:extLst>
              </p:cNvPr>
              <p:cNvGrpSpPr/>
              <p:nvPr/>
            </p:nvGrpSpPr>
            <p:grpSpPr>
              <a:xfrm>
                <a:off x="5897983" y="1662249"/>
                <a:ext cx="1433698" cy="1433698"/>
                <a:chOff x="-3326027" y="9003695"/>
                <a:chExt cx="1433698" cy="1433698"/>
              </a:xfrm>
            </p:grpSpPr>
            <p:sp>
              <p:nvSpPr>
                <p:cNvPr id="419" name="椭圆 418">
                  <a:extLst>
                    <a:ext uri="{FF2B5EF4-FFF2-40B4-BE49-F238E27FC236}">
                      <a16:creationId xmlns:a16="http://schemas.microsoft.com/office/drawing/2014/main" id="{93545151-646B-4A1D-96C7-3C020E9FA17E}"/>
                    </a:ext>
                  </a:extLst>
                </p:cNvPr>
                <p:cNvSpPr/>
                <p:nvPr/>
              </p:nvSpPr>
              <p:spPr>
                <a:xfrm>
                  <a:off x="-3326026" y="9003696"/>
                  <a:ext cx="1433697" cy="1433697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420" name="组合 419">
                  <a:extLst>
                    <a:ext uri="{FF2B5EF4-FFF2-40B4-BE49-F238E27FC236}">
                      <a16:creationId xmlns:a16="http://schemas.microsoft.com/office/drawing/2014/main" id="{A61F29CD-5876-490D-9EE1-8DCB3FCB1FDB}"/>
                    </a:ext>
                  </a:extLst>
                </p:cNvPr>
                <p:cNvGrpSpPr/>
                <p:nvPr/>
              </p:nvGrpSpPr>
              <p:grpSpPr>
                <a:xfrm>
                  <a:off x="-3326027" y="9003695"/>
                  <a:ext cx="1433697" cy="1433697"/>
                  <a:chOff x="5027819" y="13289349"/>
                  <a:chExt cx="3839554" cy="3839554"/>
                </a:xfrm>
              </p:grpSpPr>
              <p:cxnSp>
                <p:nvCxnSpPr>
                  <p:cNvPr id="421" name="直接连接符 420">
                    <a:extLst>
                      <a:ext uri="{FF2B5EF4-FFF2-40B4-BE49-F238E27FC236}">
                        <a16:creationId xmlns:a16="http://schemas.microsoft.com/office/drawing/2014/main" id="{B814359B-BA28-4100-9B59-426AA5EDDAF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27820" y="15209126"/>
                    <a:ext cx="3839552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2" name="直接连接符 421">
                    <a:extLst>
                      <a:ext uri="{FF2B5EF4-FFF2-40B4-BE49-F238E27FC236}">
                        <a16:creationId xmlns:a16="http://schemas.microsoft.com/office/drawing/2014/main" id="{A874FB56-B23F-4160-9FBF-4A35BE01AAB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947596" y="13289350"/>
                    <a:ext cx="0" cy="3839552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3" name="直接连接符 422">
                    <a:extLst>
                      <a:ext uri="{FF2B5EF4-FFF2-40B4-BE49-F238E27FC236}">
                        <a16:creationId xmlns:a16="http://schemas.microsoft.com/office/drawing/2014/main" id="{818367C6-2A6E-4E34-A1E1-D676C6CA3F3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94158">
                    <a:off x="5027821" y="15209127"/>
                    <a:ext cx="3839552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4" name="直接连接符 423">
                    <a:extLst>
                      <a:ext uri="{FF2B5EF4-FFF2-40B4-BE49-F238E27FC236}">
                        <a16:creationId xmlns:a16="http://schemas.microsoft.com/office/drawing/2014/main" id="{04D28EFF-9AFB-4A1D-A183-719DD52C0B9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94158">
                    <a:off x="6947597" y="13289351"/>
                    <a:ext cx="0" cy="3839552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5" name="直接连接符 424">
                    <a:extLst>
                      <a:ext uri="{FF2B5EF4-FFF2-40B4-BE49-F238E27FC236}">
                        <a16:creationId xmlns:a16="http://schemas.microsoft.com/office/drawing/2014/main" id="{2FE78DC7-228A-4E1E-9413-D863CC4D386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531010">
                    <a:off x="5027819" y="15209125"/>
                    <a:ext cx="3839552" cy="0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6" name="直接连接符 425">
                    <a:extLst>
                      <a:ext uri="{FF2B5EF4-FFF2-40B4-BE49-F238E27FC236}">
                        <a16:creationId xmlns:a16="http://schemas.microsoft.com/office/drawing/2014/main" id="{EA4D728C-18B6-4EA0-A888-04EB65A9A88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531010">
                    <a:off x="6947595" y="13289349"/>
                    <a:ext cx="0" cy="3839552"/>
                  </a:xfrm>
                  <a:prstGeom prst="line">
                    <a:avLst/>
                  </a:prstGeom>
                  <a:ln>
                    <a:solidFill>
                      <a:srgbClr val="D7451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410" name="组合 409">
                <a:extLst>
                  <a:ext uri="{FF2B5EF4-FFF2-40B4-BE49-F238E27FC236}">
                    <a16:creationId xmlns:a16="http://schemas.microsoft.com/office/drawing/2014/main" id="{83362FB8-D7C5-40CE-AB9F-41338BB45950}"/>
                  </a:ext>
                </a:extLst>
              </p:cNvPr>
              <p:cNvGrpSpPr/>
              <p:nvPr/>
            </p:nvGrpSpPr>
            <p:grpSpPr>
              <a:xfrm>
                <a:off x="6026985" y="1794454"/>
                <a:ext cx="1157174" cy="1157174"/>
                <a:chOff x="2922955" y="2811644"/>
                <a:chExt cx="506287" cy="506287"/>
              </a:xfrm>
            </p:grpSpPr>
            <p:sp>
              <p:nvSpPr>
                <p:cNvPr id="411" name="椭圆 410">
                  <a:extLst>
                    <a:ext uri="{FF2B5EF4-FFF2-40B4-BE49-F238E27FC236}">
                      <a16:creationId xmlns:a16="http://schemas.microsoft.com/office/drawing/2014/main" id="{A3FF5C49-85E4-4B4C-B923-E7E6DEB6E571}"/>
                    </a:ext>
                  </a:extLst>
                </p:cNvPr>
                <p:cNvSpPr/>
                <p:nvPr/>
              </p:nvSpPr>
              <p:spPr>
                <a:xfrm>
                  <a:off x="2922955" y="2811644"/>
                  <a:ext cx="506287" cy="506287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12" name="椭圆 411">
                  <a:extLst>
                    <a:ext uri="{FF2B5EF4-FFF2-40B4-BE49-F238E27FC236}">
                      <a16:creationId xmlns:a16="http://schemas.microsoft.com/office/drawing/2014/main" id="{2C47CD8C-3EF4-45BC-B44D-D59FD0B27718}"/>
                    </a:ext>
                  </a:extLst>
                </p:cNvPr>
                <p:cNvSpPr/>
                <p:nvPr/>
              </p:nvSpPr>
              <p:spPr>
                <a:xfrm>
                  <a:off x="3147250" y="2858547"/>
                  <a:ext cx="71800" cy="718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E6E6E6"/>
                    </a:solidFill>
                  </a:endParaRPr>
                </a:p>
              </p:txBody>
            </p:sp>
            <p:sp>
              <p:nvSpPr>
                <p:cNvPr id="413" name="椭圆 412">
                  <a:extLst>
                    <a:ext uri="{FF2B5EF4-FFF2-40B4-BE49-F238E27FC236}">
                      <a16:creationId xmlns:a16="http://schemas.microsoft.com/office/drawing/2014/main" id="{56EAB3D7-03BE-4608-B14F-1750CF40AC14}"/>
                    </a:ext>
                  </a:extLst>
                </p:cNvPr>
                <p:cNvSpPr/>
                <p:nvPr/>
              </p:nvSpPr>
              <p:spPr>
                <a:xfrm>
                  <a:off x="3289400" y="2952434"/>
                  <a:ext cx="71800" cy="718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E6E6E6"/>
                    </a:solidFill>
                  </a:endParaRPr>
                </a:p>
              </p:txBody>
            </p:sp>
            <p:sp>
              <p:nvSpPr>
                <p:cNvPr id="414" name="椭圆 413">
                  <a:extLst>
                    <a:ext uri="{FF2B5EF4-FFF2-40B4-BE49-F238E27FC236}">
                      <a16:creationId xmlns:a16="http://schemas.microsoft.com/office/drawing/2014/main" id="{D14B11D5-6F70-4B23-95E2-8AABE935D992}"/>
                    </a:ext>
                  </a:extLst>
                </p:cNvPr>
                <p:cNvSpPr/>
                <p:nvPr/>
              </p:nvSpPr>
              <p:spPr>
                <a:xfrm>
                  <a:off x="3289400" y="3118478"/>
                  <a:ext cx="71800" cy="718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E6E6E6"/>
                    </a:solidFill>
                  </a:endParaRPr>
                </a:p>
              </p:txBody>
            </p:sp>
            <p:sp>
              <p:nvSpPr>
                <p:cNvPr id="415" name="椭圆 414">
                  <a:extLst>
                    <a:ext uri="{FF2B5EF4-FFF2-40B4-BE49-F238E27FC236}">
                      <a16:creationId xmlns:a16="http://schemas.microsoft.com/office/drawing/2014/main" id="{6D96B32E-3006-4BCE-8196-3CDB1A2D0B0A}"/>
                    </a:ext>
                  </a:extLst>
                </p:cNvPr>
                <p:cNvSpPr/>
                <p:nvPr/>
              </p:nvSpPr>
              <p:spPr>
                <a:xfrm>
                  <a:off x="2992667" y="2950257"/>
                  <a:ext cx="71800" cy="718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E6E6E6"/>
                    </a:solidFill>
                  </a:endParaRPr>
                </a:p>
              </p:txBody>
            </p:sp>
            <p:sp>
              <p:nvSpPr>
                <p:cNvPr id="416" name="椭圆 415">
                  <a:extLst>
                    <a:ext uri="{FF2B5EF4-FFF2-40B4-BE49-F238E27FC236}">
                      <a16:creationId xmlns:a16="http://schemas.microsoft.com/office/drawing/2014/main" id="{EA24F35E-64D6-49D7-B2B0-A332FA29D855}"/>
                    </a:ext>
                  </a:extLst>
                </p:cNvPr>
                <p:cNvSpPr/>
                <p:nvPr/>
              </p:nvSpPr>
              <p:spPr>
                <a:xfrm>
                  <a:off x="2995615" y="3117337"/>
                  <a:ext cx="71800" cy="718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E6E6E6"/>
                    </a:solidFill>
                  </a:endParaRPr>
                </a:p>
              </p:txBody>
            </p:sp>
            <p:sp>
              <p:nvSpPr>
                <p:cNvPr id="417" name="椭圆 416">
                  <a:extLst>
                    <a:ext uri="{FF2B5EF4-FFF2-40B4-BE49-F238E27FC236}">
                      <a16:creationId xmlns:a16="http://schemas.microsoft.com/office/drawing/2014/main" id="{A5DDEB6C-86F7-44E7-A498-76273A99968E}"/>
                    </a:ext>
                  </a:extLst>
                </p:cNvPr>
                <p:cNvSpPr/>
                <p:nvPr/>
              </p:nvSpPr>
              <p:spPr>
                <a:xfrm>
                  <a:off x="3147250" y="3204753"/>
                  <a:ext cx="71800" cy="718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E6E6E6"/>
                    </a:solidFill>
                  </a:endParaRPr>
                </a:p>
              </p:txBody>
            </p:sp>
            <p:sp>
              <p:nvSpPr>
                <p:cNvPr id="418" name="椭圆 417">
                  <a:extLst>
                    <a:ext uri="{FF2B5EF4-FFF2-40B4-BE49-F238E27FC236}">
                      <a16:creationId xmlns:a16="http://schemas.microsoft.com/office/drawing/2014/main" id="{25AE04DE-AA21-4669-8B0D-9C7AFB7239B8}"/>
                    </a:ext>
                  </a:extLst>
                </p:cNvPr>
                <p:cNvSpPr/>
                <p:nvPr/>
              </p:nvSpPr>
              <p:spPr>
                <a:xfrm>
                  <a:off x="3123236" y="3012541"/>
                  <a:ext cx="119828" cy="119828"/>
                </a:xfrm>
                <a:prstGeom prst="ellipse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E6E6E6"/>
                    </a:solidFill>
                  </a:endParaRPr>
                </a:p>
              </p:txBody>
            </p:sp>
          </p:grpSp>
        </p:grpSp>
        <p:sp>
          <p:nvSpPr>
            <p:cNvPr id="360" name="矩形 359">
              <a:extLst>
                <a:ext uri="{FF2B5EF4-FFF2-40B4-BE49-F238E27FC236}">
                  <a16:creationId xmlns:a16="http://schemas.microsoft.com/office/drawing/2014/main" id="{9F63EE53-F554-45E2-BDD7-CF8EC8CA321A}"/>
                </a:ext>
              </a:extLst>
            </p:cNvPr>
            <p:cNvSpPr/>
            <p:nvPr/>
          </p:nvSpPr>
          <p:spPr>
            <a:xfrm>
              <a:off x="1111682" y="3443278"/>
              <a:ext cx="1213366" cy="475488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CHS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361" name="矩形 360">
              <a:extLst>
                <a:ext uri="{FF2B5EF4-FFF2-40B4-BE49-F238E27FC236}">
                  <a16:creationId xmlns:a16="http://schemas.microsoft.com/office/drawing/2014/main" id="{B5EBA2E5-3083-408F-BF7E-198435C447AD}"/>
                </a:ext>
              </a:extLst>
            </p:cNvPr>
            <p:cNvSpPr/>
            <p:nvPr/>
          </p:nvSpPr>
          <p:spPr>
            <a:xfrm>
              <a:off x="4259952" y="3431242"/>
              <a:ext cx="1213366" cy="475488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LBA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grpSp>
          <p:nvGrpSpPr>
            <p:cNvPr id="362" name="组合 361">
              <a:extLst>
                <a:ext uri="{FF2B5EF4-FFF2-40B4-BE49-F238E27FC236}">
                  <a16:creationId xmlns:a16="http://schemas.microsoft.com/office/drawing/2014/main" id="{4CBAE3E8-1C44-4D8D-B78F-C448AE4D11F1}"/>
                </a:ext>
              </a:extLst>
            </p:cNvPr>
            <p:cNvGrpSpPr/>
            <p:nvPr/>
          </p:nvGrpSpPr>
          <p:grpSpPr>
            <a:xfrm>
              <a:off x="279904" y="563308"/>
              <a:ext cx="2872403" cy="2869962"/>
              <a:chOff x="279904" y="563308"/>
              <a:chExt cx="2872403" cy="2869962"/>
            </a:xfrm>
          </p:grpSpPr>
          <p:grpSp>
            <p:nvGrpSpPr>
              <p:cNvPr id="363" name="组合 362">
                <a:extLst>
                  <a:ext uri="{FF2B5EF4-FFF2-40B4-BE49-F238E27FC236}">
                    <a16:creationId xmlns:a16="http://schemas.microsoft.com/office/drawing/2014/main" id="{90C64689-58A4-40F6-A9E9-449B7FFCFA5F}"/>
                  </a:ext>
                </a:extLst>
              </p:cNvPr>
              <p:cNvGrpSpPr/>
              <p:nvPr/>
            </p:nvGrpSpPr>
            <p:grpSpPr>
              <a:xfrm>
                <a:off x="284427" y="565390"/>
                <a:ext cx="2867880" cy="2867880"/>
                <a:chOff x="2336156" y="2226561"/>
                <a:chExt cx="1679886" cy="1679886"/>
              </a:xfrm>
            </p:grpSpPr>
            <p:sp>
              <p:nvSpPr>
                <p:cNvPr id="390" name="椭圆 389">
                  <a:extLst>
                    <a:ext uri="{FF2B5EF4-FFF2-40B4-BE49-F238E27FC236}">
                      <a16:creationId xmlns:a16="http://schemas.microsoft.com/office/drawing/2014/main" id="{FFBD837D-BC67-4A05-8268-A0D13C8DFF47}"/>
                    </a:ext>
                  </a:extLst>
                </p:cNvPr>
                <p:cNvSpPr/>
                <p:nvPr/>
              </p:nvSpPr>
              <p:spPr>
                <a:xfrm>
                  <a:off x="2336156" y="2226561"/>
                  <a:ext cx="1679886" cy="1679886"/>
                </a:xfrm>
                <a:prstGeom prst="ellipse">
                  <a:avLst/>
                </a:prstGeom>
                <a:solidFill>
                  <a:srgbClr val="F8CCB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91" name="椭圆 390">
                  <a:extLst>
                    <a:ext uri="{FF2B5EF4-FFF2-40B4-BE49-F238E27FC236}">
                      <a16:creationId xmlns:a16="http://schemas.microsoft.com/office/drawing/2014/main" id="{F8EBBC00-F21C-42CE-8C13-3BB6DE806847}"/>
                    </a:ext>
                  </a:extLst>
                </p:cNvPr>
                <p:cNvSpPr/>
                <p:nvPr/>
              </p:nvSpPr>
              <p:spPr>
                <a:xfrm>
                  <a:off x="2397005" y="2287410"/>
                  <a:ext cx="1558187" cy="1558187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92" name="椭圆 391">
                  <a:extLst>
                    <a:ext uri="{FF2B5EF4-FFF2-40B4-BE49-F238E27FC236}">
                      <a16:creationId xmlns:a16="http://schemas.microsoft.com/office/drawing/2014/main" id="{6EE37DB5-E268-43AC-BED8-227E54E02355}"/>
                    </a:ext>
                  </a:extLst>
                </p:cNvPr>
                <p:cNvSpPr/>
                <p:nvPr/>
              </p:nvSpPr>
              <p:spPr>
                <a:xfrm>
                  <a:off x="2458618" y="2349023"/>
                  <a:ext cx="1434962" cy="1434962"/>
                </a:xfrm>
                <a:prstGeom prst="ellipse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93" name="椭圆 392">
                  <a:extLst>
                    <a:ext uri="{FF2B5EF4-FFF2-40B4-BE49-F238E27FC236}">
                      <a16:creationId xmlns:a16="http://schemas.microsoft.com/office/drawing/2014/main" id="{68CF9CAE-1DE9-4893-88DE-E85BB0AA58AF}"/>
                    </a:ext>
                  </a:extLst>
                </p:cNvPr>
                <p:cNvSpPr/>
                <p:nvPr/>
              </p:nvSpPr>
              <p:spPr>
                <a:xfrm>
                  <a:off x="2523032" y="2413436"/>
                  <a:ext cx="1306135" cy="1306135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94" name="椭圆 393">
                  <a:extLst>
                    <a:ext uri="{FF2B5EF4-FFF2-40B4-BE49-F238E27FC236}">
                      <a16:creationId xmlns:a16="http://schemas.microsoft.com/office/drawing/2014/main" id="{FB5619C3-23F0-4E7F-B4F0-42F6176B66A1}"/>
                    </a:ext>
                  </a:extLst>
                </p:cNvPr>
                <p:cNvSpPr/>
                <p:nvPr/>
              </p:nvSpPr>
              <p:spPr>
                <a:xfrm>
                  <a:off x="2584645" y="2475050"/>
                  <a:ext cx="1182909" cy="1182909"/>
                </a:xfrm>
                <a:prstGeom prst="ellipse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95" name="椭圆 394">
                  <a:extLst>
                    <a:ext uri="{FF2B5EF4-FFF2-40B4-BE49-F238E27FC236}">
                      <a16:creationId xmlns:a16="http://schemas.microsoft.com/office/drawing/2014/main" id="{544051A5-0E7A-405D-AD2F-C86083B5E586}"/>
                    </a:ext>
                  </a:extLst>
                </p:cNvPr>
                <p:cNvSpPr/>
                <p:nvPr/>
              </p:nvSpPr>
              <p:spPr>
                <a:xfrm>
                  <a:off x="2641138" y="2531543"/>
                  <a:ext cx="1069922" cy="1069922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96" name="椭圆 395">
                  <a:extLst>
                    <a:ext uri="{FF2B5EF4-FFF2-40B4-BE49-F238E27FC236}">
                      <a16:creationId xmlns:a16="http://schemas.microsoft.com/office/drawing/2014/main" id="{FEFFEF63-1596-4568-B66D-6711F71302F5}"/>
                    </a:ext>
                  </a:extLst>
                </p:cNvPr>
                <p:cNvSpPr/>
                <p:nvPr/>
              </p:nvSpPr>
              <p:spPr>
                <a:xfrm>
                  <a:off x="2690179" y="2578867"/>
                  <a:ext cx="971840" cy="971840"/>
                </a:xfrm>
                <a:prstGeom prst="ellipse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97" name="椭圆 396">
                  <a:extLst>
                    <a:ext uri="{FF2B5EF4-FFF2-40B4-BE49-F238E27FC236}">
                      <a16:creationId xmlns:a16="http://schemas.microsoft.com/office/drawing/2014/main" id="{4EA2E0A2-EFFD-4B68-8838-3D7CDD6CB8B4}"/>
                    </a:ext>
                  </a:extLst>
                </p:cNvPr>
                <p:cNvSpPr/>
                <p:nvPr/>
              </p:nvSpPr>
              <p:spPr>
                <a:xfrm>
                  <a:off x="2745958" y="2634646"/>
                  <a:ext cx="860282" cy="860282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98" name="椭圆 397">
                  <a:extLst>
                    <a:ext uri="{FF2B5EF4-FFF2-40B4-BE49-F238E27FC236}">
                      <a16:creationId xmlns:a16="http://schemas.microsoft.com/office/drawing/2014/main" id="{699566FA-8183-4321-B5B7-AFD02803BE2D}"/>
                    </a:ext>
                  </a:extLst>
                </p:cNvPr>
                <p:cNvSpPr/>
                <p:nvPr/>
              </p:nvSpPr>
              <p:spPr>
                <a:xfrm>
                  <a:off x="2796965" y="2685653"/>
                  <a:ext cx="758268" cy="758268"/>
                </a:xfrm>
                <a:prstGeom prst="ellipse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99" name="椭圆 398">
                  <a:extLst>
                    <a:ext uri="{FF2B5EF4-FFF2-40B4-BE49-F238E27FC236}">
                      <a16:creationId xmlns:a16="http://schemas.microsoft.com/office/drawing/2014/main" id="{1291FABD-86C6-4858-B22E-F2B4A3A2AF1A}"/>
                    </a:ext>
                  </a:extLst>
                </p:cNvPr>
                <p:cNvSpPr/>
                <p:nvPr/>
              </p:nvSpPr>
              <p:spPr>
                <a:xfrm>
                  <a:off x="2862463" y="2751151"/>
                  <a:ext cx="627273" cy="627273"/>
                </a:xfrm>
                <a:prstGeom prst="ellipse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64" name="组合 363">
                <a:extLst>
                  <a:ext uri="{FF2B5EF4-FFF2-40B4-BE49-F238E27FC236}">
                    <a16:creationId xmlns:a16="http://schemas.microsoft.com/office/drawing/2014/main" id="{6080AEA8-EF86-43A2-AE22-6EC61912A2C6}"/>
                  </a:ext>
                </a:extLst>
              </p:cNvPr>
              <p:cNvGrpSpPr/>
              <p:nvPr/>
            </p:nvGrpSpPr>
            <p:grpSpPr>
              <a:xfrm>
                <a:off x="279904" y="563308"/>
                <a:ext cx="2868024" cy="2869479"/>
                <a:chOff x="2130647" y="4240094"/>
                <a:chExt cx="2868024" cy="2869479"/>
              </a:xfrm>
            </p:grpSpPr>
            <p:cxnSp>
              <p:nvCxnSpPr>
                <p:cNvPr id="374" name="直接连接符 373">
                  <a:extLst>
                    <a:ext uri="{FF2B5EF4-FFF2-40B4-BE49-F238E27FC236}">
                      <a16:creationId xmlns:a16="http://schemas.microsoft.com/office/drawing/2014/main" id="{F5E89B28-E65B-47A2-80B4-C79F88F6D4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30719" y="5674913"/>
                  <a:ext cx="2867879" cy="0"/>
                </a:xfrm>
                <a:prstGeom prst="line">
                  <a:avLst/>
                </a:prstGeom>
                <a:ln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5" name="直接连接符 374">
                  <a:extLst>
                    <a:ext uri="{FF2B5EF4-FFF2-40B4-BE49-F238E27FC236}">
                      <a16:creationId xmlns:a16="http://schemas.microsoft.com/office/drawing/2014/main" id="{67DC4B8B-4A59-4EB1-9D31-C72F4A8B4C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64659" y="4240973"/>
                  <a:ext cx="0" cy="2867879"/>
                </a:xfrm>
                <a:prstGeom prst="line">
                  <a:avLst/>
                </a:prstGeom>
                <a:ln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6" name="直接连接符 375">
                  <a:extLst>
                    <a:ext uri="{FF2B5EF4-FFF2-40B4-BE49-F238E27FC236}">
                      <a16:creationId xmlns:a16="http://schemas.microsoft.com/office/drawing/2014/main" id="{01FABAA1-A3AA-4DE7-8877-B4595A8220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50710" y="4660964"/>
                  <a:ext cx="2027897" cy="2027897"/>
                </a:xfrm>
                <a:prstGeom prst="line">
                  <a:avLst/>
                </a:prstGeom>
                <a:ln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7" name="直接连接符 376">
                  <a:extLst>
                    <a:ext uri="{FF2B5EF4-FFF2-40B4-BE49-F238E27FC236}">
                      <a16:creationId xmlns:a16="http://schemas.microsoft.com/office/drawing/2014/main" id="{0358435D-DF93-4A41-BD14-6ECF14698A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550710" y="4660964"/>
                  <a:ext cx="2027897" cy="2027897"/>
                </a:xfrm>
                <a:prstGeom prst="line">
                  <a:avLst/>
                </a:prstGeom>
                <a:ln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8" name="直接连接符 377">
                  <a:extLst>
                    <a:ext uri="{FF2B5EF4-FFF2-40B4-BE49-F238E27FC236}">
                      <a16:creationId xmlns:a16="http://schemas.microsoft.com/office/drawing/2014/main" id="{7D03B290-4AEA-4B73-B32D-F718B47A6A9C}"/>
                    </a:ext>
                  </a:extLst>
                </p:cNvPr>
                <p:cNvCxnSpPr/>
                <p:nvPr/>
              </p:nvCxnSpPr>
              <p:spPr>
                <a:xfrm rot="1350911">
                  <a:off x="2130718" y="5675633"/>
                  <a:ext cx="2867879" cy="0"/>
                </a:xfrm>
                <a:prstGeom prst="line">
                  <a:avLst/>
                </a:prstGeom>
                <a:ln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9" name="直接连接符 378">
                  <a:extLst>
                    <a:ext uri="{FF2B5EF4-FFF2-40B4-BE49-F238E27FC236}">
                      <a16:creationId xmlns:a16="http://schemas.microsoft.com/office/drawing/2014/main" id="{8B06FFFC-9B3F-4D97-8AB6-5169490728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350911">
                  <a:off x="3564658" y="4241694"/>
                  <a:ext cx="0" cy="2867879"/>
                </a:xfrm>
                <a:prstGeom prst="line">
                  <a:avLst/>
                </a:prstGeom>
                <a:ln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0" name="直接连接符 379">
                  <a:extLst>
                    <a:ext uri="{FF2B5EF4-FFF2-40B4-BE49-F238E27FC236}">
                      <a16:creationId xmlns:a16="http://schemas.microsoft.com/office/drawing/2014/main" id="{76188B48-1D9E-4CF1-A472-BBADF303D0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350911">
                  <a:off x="2550709" y="4661685"/>
                  <a:ext cx="2027897" cy="2027897"/>
                </a:xfrm>
                <a:prstGeom prst="line">
                  <a:avLst/>
                </a:prstGeom>
                <a:ln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1" name="直接连接符 380">
                  <a:extLst>
                    <a:ext uri="{FF2B5EF4-FFF2-40B4-BE49-F238E27FC236}">
                      <a16:creationId xmlns:a16="http://schemas.microsoft.com/office/drawing/2014/main" id="{21995B7A-332A-4DE0-9EBD-0A4D43AB81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350911" flipH="1">
                  <a:off x="2550709" y="4661685"/>
                  <a:ext cx="2027897" cy="2027897"/>
                </a:xfrm>
                <a:prstGeom prst="line">
                  <a:avLst/>
                </a:prstGeom>
                <a:ln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2" name="直接连接符 381">
                  <a:extLst>
                    <a:ext uri="{FF2B5EF4-FFF2-40B4-BE49-F238E27FC236}">
                      <a16:creationId xmlns:a16="http://schemas.microsoft.com/office/drawing/2014/main" id="{0E4E4D23-7232-4743-A790-72D7FE5430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695275">
                  <a:off x="2130792" y="5674034"/>
                  <a:ext cx="2867879" cy="0"/>
                </a:xfrm>
                <a:prstGeom prst="line">
                  <a:avLst/>
                </a:prstGeom>
                <a:ln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3" name="直接连接符 382">
                  <a:extLst>
                    <a:ext uri="{FF2B5EF4-FFF2-40B4-BE49-F238E27FC236}">
                      <a16:creationId xmlns:a16="http://schemas.microsoft.com/office/drawing/2014/main" id="{C7BDDB29-ED13-49C9-9511-6B09C457BA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695275">
                  <a:off x="3564732" y="4240094"/>
                  <a:ext cx="0" cy="2867879"/>
                </a:xfrm>
                <a:prstGeom prst="line">
                  <a:avLst/>
                </a:prstGeom>
                <a:ln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4" name="直接连接符 383">
                  <a:extLst>
                    <a:ext uri="{FF2B5EF4-FFF2-40B4-BE49-F238E27FC236}">
                      <a16:creationId xmlns:a16="http://schemas.microsoft.com/office/drawing/2014/main" id="{5616C76F-A4E5-40DF-B0FA-45DAA1D6D4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695275">
                  <a:off x="2550783" y="4660085"/>
                  <a:ext cx="2027897" cy="2027897"/>
                </a:xfrm>
                <a:prstGeom prst="line">
                  <a:avLst/>
                </a:prstGeom>
                <a:ln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5" name="直接连接符 384">
                  <a:extLst>
                    <a:ext uri="{FF2B5EF4-FFF2-40B4-BE49-F238E27FC236}">
                      <a16:creationId xmlns:a16="http://schemas.microsoft.com/office/drawing/2014/main" id="{C1F1996E-2ADC-4CCB-871A-24CC7F4315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695275" flipH="1">
                  <a:off x="2550783" y="4660085"/>
                  <a:ext cx="2027897" cy="2027897"/>
                </a:xfrm>
                <a:prstGeom prst="line">
                  <a:avLst/>
                </a:prstGeom>
                <a:ln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6" name="直接连接符 385">
                  <a:extLst>
                    <a:ext uri="{FF2B5EF4-FFF2-40B4-BE49-F238E27FC236}">
                      <a16:creationId xmlns:a16="http://schemas.microsoft.com/office/drawing/2014/main" id="{46CAF1CF-EA57-4352-B2AB-19819FB09C88}"/>
                    </a:ext>
                  </a:extLst>
                </p:cNvPr>
                <p:cNvCxnSpPr/>
                <p:nvPr/>
              </p:nvCxnSpPr>
              <p:spPr>
                <a:xfrm rot="2046186">
                  <a:off x="2130647" y="5674740"/>
                  <a:ext cx="2867879" cy="0"/>
                </a:xfrm>
                <a:prstGeom prst="line">
                  <a:avLst/>
                </a:prstGeom>
                <a:ln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7" name="直接连接符 386">
                  <a:extLst>
                    <a:ext uri="{FF2B5EF4-FFF2-40B4-BE49-F238E27FC236}">
                      <a16:creationId xmlns:a16="http://schemas.microsoft.com/office/drawing/2014/main" id="{14F63721-C7BA-4EF5-ACA2-97BF669330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046186">
                  <a:off x="3564586" y="4240800"/>
                  <a:ext cx="0" cy="2867879"/>
                </a:xfrm>
                <a:prstGeom prst="line">
                  <a:avLst/>
                </a:prstGeom>
                <a:ln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8" name="直接连接符 387">
                  <a:extLst>
                    <a:ext uri="{FF2B5EF4-FFF2-40B4-BE49-F238E27FC236}">
                      <a16:creationId xmlns:a16="http://schemas.microsoft.com/office/drawing/2014/main" id="{B806A1C6-4650-47F7-AA8E-E35056F675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046186">
                  <a:off x="2550638" y="4660791"/>
                  <a:ext cx="2027897" cy="2027897"/>
                </a:xfrm>
                <a:prstGeom prst="line">
                  <a:avLst/>
                </a:prstGeom>
                <a:ln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9" name="直接连接符 388">
                  <a:extLst>
                    <a:ext uri="{FF2B5EF4-FFF2-40B4-BE49-F238E27FC236}">
                      <a16:creationId xmlns:a16="http://schemas.microsoft.com/office/drawing/2014/main" id="{14516CDA-BD88-4FCF-9825-8711487447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046186" flipH="1">
                  <a:off x="2550638" y="4660791"/>
                  <a:ext cx="2027897" cy="2027897"/>
                </a:xfrm>
                <a:prstGeom prst="line">
                  <a:avLst/>
                </a:prstGeom>
                <a:ln>
                  <a:solidFill>
                    <a:srgbClr val="D7451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65" name="组合 364">
                <a:extLst>
                  <a:ext uri="{FF2B5EF4-FFF2-40B4-BE49-F238E27FC236}">
                    <a16:creationId xmlns:a16="http://schemas.microsoft.com/office/drawing/2014/main" id="{01E01DE8-498F-4821-A4D9-ABDCC5DCF1D8}"/>
                  </a:ext>
                </a:extLst>
              </p:cNvPr>
              <p:cNvGrpSpPr/>
              <p:nvPr/>
            </p:nvGrpSpPr>
            <p:grpSpPr>
              <a:xfrm>
                <a:off x="1286203" y="1565884"/>
                <a:ext cx="864329" cy="864329"/>
                <a:chOff x="2922955" y="2811644"/>
                <a:chExt cx="506287" cy="506287"/>
              </a:xfrm>
            </p:grpSpPr>
            <p:sp>
              <p:nvSpPr>
                <p:cNvPr id="366" name="椭圆 365">
                  <a:extLst>
                    <a:ext uri="{FF2B5EF4-FFF2-40B4-BE49-F238E27FC236}">
                      <a16:creationId xmlns:a16="http://schemas.microsoft.com/office/drawing/2014/main" id="{3A59010F-832E-4A88-A79D-E4CB3761B451}"/>
                    </a:ext>
                  </a:extLst>
                </p:cNvPr>
                <p:cNvSpPr/>
                <p:nvPr/>
              </p:nvSpPr>
              <p:spPr>
                <a:xfrm>
                  <a:off x="2922955" y="2811644"/>
                  <a:ext cx="506287" cy="506287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67" name="椭圆 366">
                  <a:extLst>
                    <a:ext uri="{FF2B5EF4-FFF2-40B4-BE49-F238E27FC236}">
                      <a16:creationId xmlns:a16="http://schemas.microsoft.com/office/drawing/2014/main" id="{6F8DF033-B8CE-4B86-BF1C-3E830240538D}"/>
                    </a:ext>
                  </a:extLst>
                </p:cNvPr>
                <p:cNvSpPr/>
                <p:nvPr/>
              </p:nvSpPr>
              <p:spPr>
                <a:xfrm>
                  <a:off x="3147250" y="2858547"/>
                  <a:ext cx="71800" cy="718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E6E6E6"/>
                    </a:solidFill>
                  </a:endParaRPr>
                </a:p>
              </p:txBody>
            </p:sp>
            <p:sp>
              <p:nvSpPr>
                <p:cNvPr id="368" name="椭圆 367">
                  <a:extLst>
                    <a:ext uri="{FF2B5EF4-FFF2-40B4-BE49-F238E27FC236}">
                      <a16:creationId xmlns:a16="http://schemas.microsoft.com/office/drawing/2014/main" id="{E6F8F670-D3CB-4308-A6CC-8364BF9CFEFB}"/>
                    </a:ext>
                  </a:extLst>
                </p:cNvPr>
                <p:cNvSpPr/>
                <p:nvPr/>
              </p:nvSpPr>
              <p:spPr>
                <a:xfrm>
                  <a:off x="3289400" y="2952434"/>
                  <a:ext cx="71800" cy="718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E6E6E6"/>
                    </a:solidFill>
                  </a:endParaRPr>
                </a:p>
              </p:txBody>
            </p:sp>
            <p:sp>
              <p:nvSpPr>
                <p:cNvPr id="369" name="椭圆 368">
                  <a:extLst>
                    <a:ext uri="{FF2B5EF4-FFF2-40B4-BE49-F238E27FC236}">
                      <a16:creationId xmlns:a16="http://schemas.microsoft.com/office/drawing/2014/main" id="{63DA24F4-2B9E-43A8-814B-15502CD23B15}"/>
                    </a:ext>
                  </a:extLst>
                </p:cNvPr>
                <p:cNvSpPr/>
                <p:nvPr/>
              </p:nvSpPr>
              <p:spPr>
                <a:xfrm>
                  <a:off x="3289400" y="3118478"/>
                  <a:ext cx="71800" cy="718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E6E6E6"/>
                    </a:solidFill>
                  </a:endParaRPr>
                </a:p>
              </p:txBody>
            </p:sp>
            <p:sp>
              <p:nvSpPr>
                <p:cNvPr id="370" name="椭圆 369">
                  <a:extLst>
                    <a:ext uri="{FF2B5EF4-FFF2-40B4-BE49-F238E27FC236}">
                      <a16:creationId xmlns:a16="http://schemas.microsoft.com/office/drawing/2014/main" id="{9D9294E3-7297-4743-B536-5B09764FBE62}"/>
                    </a:ext>
                  </a:extLst>
                </p:cNvPr>
                <p:cNvSpPr/>
                <p:nvPr/>
              </p:nvSpPr>
              <p:spPr>
                <a:xfrm>
                  <a:off x="2992667" y="2950257"/>
                  <a:ext cx="71800" cy="718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E6E6E6"/>
                    </a:solidFill>
                  </a:endParaRPr>
                </a:p>
              </p:txBody>
            </p:sp>
            <p:sp>
              <p:nvSpPr>
                <p:cNvPr id="371" name="椭圆 370">
                  <a:extLst>
                    <a:ext uri="{FF2B5EF4-FFF2-40B4-BE49-F238E27FC236}">
                      <a16:creationId xmlns:a16="http://schemas.microsoft.com/office/drawing/2014/main" id="{87EDC670-1F22-4FC6-A8A4-86E8ECDAAAB3}"/>
                    </a:ext>
                  </a:extLst>
                </p:cNvPr>
                <p:cNvSpPr/>
                <p:nvPr/>
              </p:nvSpPr>
              <p:spPr>
                <a:xfrm>
                  <a:off x="2995615" y="3117337"/>
                  <a:ext cx="71800" cy="718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E6E6E6"/>
                    </a:solidFill>
                  </a:endParaRPr>
                </a:p>
              </p:txBody>
            </p:sp>
            <p:sp>
              <p:nvSpPr>
                <p:cNvPr id="372" name="椭圆 371">
                  <a:extLst>
                    <a:ext uri="{FF2B5EF4-FFF2-40B4-BE49-F238E27FC236}">
                      <a16:creationId xmlns:a16="http://schemas.microsoft.com/office/drawing/2014/main" id="{F4EE3FBC-6AFE-4115-A81E-5224E4496E0B}"/>
                    </a:ext>
                  </a:extLst>
                </p:cNvPr>
                <p:cNvSpPr/>
                <p:nvPr/>
              </p:nvSpPr>
              <p:spPr>
                <a:xfrm>
                  <a:off x="3147250" y="3204753"/>
                  <a:ext cx="71800" cy="718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E6E6E6"/>
                    </a:solidFill>
                  </a:endParaRPr>
                </a:p>
              </p:txBody>
            </p:sp>
            <p:sp>
              <p:nvSpPr>
                <p:cNvPr id="373" name="椭圆 372">
                  <a:extLst>
                    <a:ext uri="{FF2B5EF4-FFF2-40B4-BE49-F238E27FC236}">
                      <a16:creationId xmlns:a16="http://schemas.microsoft.com/office/drawing/2014/main" id="{A250B7AE-FE68-4940-9D88-59BE68D1F64A}"/>
                    </a:ext>
                  </a:extLst>
                </p:cNvPr>
                <p:cNvSpPr/>
                <p:nvPr/>
              </p:nvSpPr>
              <p:spPr>
                <a:xfrm>
                  <a:off x="3123236" y="3012541"/>
                  <a:ext cx="119828" cy="119828"/>
                </a:xfrm>
                <a:prstGeom prst="ellipse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E6E6E6"/>
                    </a:solidFill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48090359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3349B7E9-EB72-47FD-996A-7B01DAED50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5190118"/>
              </p:ext>
            </p:extLst>
          </p:nvPr>
        </p:nvGraphicFramePr>
        <p:xfrm>
          <a:off x="1339695" y="-2070735"/>
          <a:ext cx="8378944" cy="15475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4736">
                  <a:extLst>
                    <a:ext uri="{9D8B030D-6E8A-4147-A177-3AD203B41FA5}">
                      <a16:colId xmlns:a16="http://schemas.microsoft.com/office/drawing/2014/main" val="3493537457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376212829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1437398982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2804930087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3577913782"/>
                    </a:ext>
                  </a:extLst>
                </a:gridCol>
                <a:gridCol w="1047368">
                  <a:extLst>
                    <a:ext uri="{9D8B030D-6E8A-4147-A177-3AD203B41FA5}">
                      <a16:colId xmlns:a16="http://schemas.microsoft.com/office/drawing/2014/main" val="2986958282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125621089"/>
                    </a:ext>
                  </a:extLst>
                </a:gridCol>
                <a:gridCol w="523684">
                  <a:extLst>
                    <a:ext uri="{9D8B030D-6E8A-4147-A177-3AD203B41FA5}">
                      <a16:colId xmlns:a16="http://schemas.microsoft.com/office/drawing/2014/main" val="3507695821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1282848578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607523511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1035035883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1990167145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3513538966"/>
                    </a:ext>
                  </a:extLst>
                </a:gridCol>
                <a:gridCol w="2094736">
                  <a:extLst>
                    <a:ext uri="{9D8B030D-6E8A-4147-A177-3AD203B41FA5}">
                      <a16:colId xmlns:a16="http://schemas.microsoft.com/office/drawing/2014/main" val="1171772190"/>
                    </a:ext>
                  </a:extLst>
                </a:gridCol>
              </a:tblGrid>
              <a:tr h="432381">
                <a:tc row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BASE</a:t>
                      </a:r>
                    </a:p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31..24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451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451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451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451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AVL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LIMIT</a:t>
                      </a:r>
                    </a:p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19..16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451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DPL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TYPE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BASE</a:t>
                      </a:r>
                    </a:p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23..16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45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917418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 b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b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b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b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1276757"/>
                  </a:ext>
                </a:extLst>
              </a:tr>
              <a:tr h="774119">
                <a:tc gridSpan="6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SEGMENT BASE</a:t>
                      </a:r>
                    </a:p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15..0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451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b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b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b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b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b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8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SEGMENT LIMIT</a:t>
                      </a:r>
                    </a:p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15..0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b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b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b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b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b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b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0053422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3AEA044C-8253-454A-B987-4285621A44E7}"/>
              </a:ext>
            </a:extLst>
          </p:cNvPr>
          <p:cNvSpPr txBox="1"/>
          <p:nvPr/>
        </p:nvSpPr>
        <p:spPr>
          <a:xfrm>
            <a:off x="1339695" y="-2378512"/>
            <a:ext cx="4192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31</a:t>
            </a:r>
            <a:endParaRPr lang="zh-CN" altLang="en-US" sz="1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0B46C2A-8AA2-46D7-A25B-E0EBD966D0D8}"/>
              </a:ext>
            </a:extLst>
          </p:cNvPr>
          <p:cNvSpPr txBox="1"/>
          <p:nvPr/>
        </p:nvSpPr>
        <p:spPr>
          <a:xfrm>
            <a:off x="3397095" y="-2378512"/>
            <a:ext cx="4192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23</a:t>
            </a:r>
            <a:endParaRPr lang="zh-CN" altLang="en-US" sz="1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32D8C02-2074-4198-8663-3F1CBEF6D8C0}"/>
              </a:ext>
            </a:extLst>
          </p:cNvPr>
          <p:cNvSpPr txBox="1"/>
          <p:nvPr/>
        </p:nvSpPr>
        <p:spPr>
          <a:xfrm>
            <a:off x="5529167" y="-2378512"/>
            <a:ext cx="4192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  <a:endParaRPr lang="zh-CN" altLang="en-US" sz="1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A03C28F-C46C-4828-A6BE-DEFF866171D9}"/>
              </a:ext>
            </a:extLst>
          </p:cNvPr>
          <p:cNvSpPr txBox="1"/>
          <p:nvPr/>
        </p:nvSpPr>
        <p:spPr>
          <a:xfrm>
            <a:off x="7623903" y="-2378513"/>
            <a:ext cx="4192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endParaRPr lang="zh-CN" altLang="en-US" sz="1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7004ED4-CC44-44F7-9A55-DACF11241316}"/>
              </a:ext>
            </a:extLst>
          </p:cNvPr>
          <p:cNvSpPr txBox="1"/>
          <p:nvPr/>
        </p:nvSpPr>
        <p:spPr>
          <a:xfrm>
            <a:off x="9299384" y="-2378513"/>
            <a:ext cx="4192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endParaRPr lang="zh-CN" altLang="en-US" sz="1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EAA3071-55A8-4C74-BBE8-13892565B05A}"/>
              </a:ext>
            </a:extLst>
          </p:cNvPr>
          <p:cNvSpPr txBox="1"/>
          <p:nvPr/>
        </p:nvSpPr>
        <p:spPr>
          <a:xfrm>
            <a:off x="9718639" y="-1837493"/>
            <a:ext cx="2433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zh-CN" altLang="en-US" sz="1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3999BE9-2571-4716-8B3B-EFDA8E677F33}"/>
              </a:ext>
            </a:extLst>
          </p:cNvPr>
          <p:cNvSpPr txBox="1"/>
          <p:nvPr/>
        </p:nvSpPr>
        <p:spPr>
          <a:xfrm>
            <a:off x="9718639" y="-1060253"/>
            <a:ext cx="2433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endParaRPr lang="zh-CN" altLang="en-US" sz="14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5AFAFDD-5388-4E10-BCA4-82FC84869BD6}"/>
              </a:ext>
            </a:extLst>
          </p:cNvPr>
          <p:cNvSpPr txBox="1"/>
          <p:nvPr/>
        </p:nvSpPr>
        <p:spPr>
          <a:xfrm>
            <a:off x="3330307" y="-523186"/>
            <a:ext cx="4397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DATA SEGMENT DESCRIPTION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9" name="表格 2">
            <a:extLst>
              <a:ext uri="{FF2B5EF4-FFF2-40B4-BE49-F238E27FC236}">
                <a16:creationId xmlns:a16="http://schemas.microsoft.com/office/drawing/2014/main" id="{2DCDD382-AE6F-44A7-93F4-9EA5DA16FF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2564528"/>
              </p:ext>
            </p:extLst>
          </p:nvPr>
        </p:nvGraphicFramePr>
        <p:xfrm>
          <a:off x="1339695" y="138050"/>
          <a:ext cx="8378944" cy="15475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4736">
                  <a:extLst>
                    <a:ext uri="{9D8B030D-6E8A-4147-A177-3AD203B41FA5}">
                      <a16:colId xmlns:a16="http://schemas.microsoft.com/office/drawing/2014/main" val="3493537457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376212829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1437398982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2804930087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3577913782"/>
                    </a:ext>
                  </a:extLst>
                </a:gridCol>
                <a:gridCol w="1047368">
                  <a:extLst>
                    <a:ext uri="{9D8B030D-6E8A-4147-A177-3AD203B41FA5}">
                      <a16:colId xmlns:a16="http://schemas.microsoft.com/office/drawing/2014/main" val="2986958282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125621089"/>
                    </a:ext>
                  </a:extLst>
                </a:gridCol>
                <a:gridCol w="523684">
                  <a:extLst>
                    <a:ext uri="{9D8B030D-6E8A-4147-A177-3AD203B41FA5}">
                      <a16:colId xmlns:a16="http://schemas.microsoft.com/office/drawing/2014/main" val="3507695821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1282848578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607523511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1035035883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1990167145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3513538966"/>
                    </a:ext>
                  </a:extLst>
                </a:gridCol>
                <a:gridCol w="2094736">
                  <a:extLst>
                    <a:ext uri="{9D8B030D-6E8A-4147-A177-3AD203B41FA5}">
                      <a16:colId xmlns:a16="http://schemas.microsoft.com/office/drawing/2014/main" val="1171772190"/>
                    </a:ext>
                  </a:extLst>
                </a:gridCol>
              </a:tblGrid>
              <a:tr h="432381">
                <a:tc row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BASE</a:t>
                      </a:r>
                    </a:p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31..24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451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451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451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451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AVL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LIMIT</a:t>
                      </a:r>
                    </a:p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19..16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451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DPL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TYPE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BASE</a:t>
                      </a:r>
                    </a:p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23..16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45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917418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 b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b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b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b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1276757"/>
                  </a:ext>
                </a:extLst>
              </a:tr>
              <a:tr h="774119">
                <a:tc gridSpan="6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SEGMENT BASE</a:t>
                      </a:r>
                    </a:p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15..0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451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b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b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b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b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b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8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SEGMENT LIMIT</a:t>
                      </a:r>
                    </a:p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15..0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b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b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b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b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b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b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0053422"/>
                  </a:ext>
                </a:extLst>
              </a:tr>
            </a:tbl>
          </a:graphicData>
        </a:graphic>
      </p:graphicFrame>
      <p:sp>
        <p:nvSpPr>
          <p:cNvPr id="30" name="文本框 29">
            <a:extLst>
              <a:ext uri="{FF2B5EF4-FFF2-40B4-BE49-F238E27FC236}">
                <a16:creationId xmlns:a16="http://schemas.microsoft.com/office/drawing/2014/main" id="{2CCA8ED6-6190-4851-9AD2-173F14493A19}"/>
              </a:ext>
            </a:extLst>
          </p:cNvPr>
          <p:cNvSpPr txBox="1"/>
          <p:nvPr/>
        </p:nvSpPr>
        <p:spPr>
          <a:xfrm>
            <a:off x="1339695" y="-169727"/>
            <a:ext cx="4192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31</a:t>
            </a:r>
            <a:endParaRPr lang="zh-CN" altLang="en-US" sz="14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BBAE62E-D6D2-4290-9D3C-A3EAEBE50F13}"/>
              </a:ext>
            </a:extLst>
          </p:cNvPr>
          <p:cNvSpPr txBox="1"/>
          <p:nvPr/>
        </p:nvSpPr>
        <p:spPr>
          <a:xfrm>
            <a:off x="3397095" y="-169727"/>
            <a:ext cx="4192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23</a:t>
            </a:r>
            <a:endParaRPr lang="zh-CN" altLang="en-US" sz="14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DCB7B07-5DC9-481D-805F-9A80DCD8448F}"/>
              </a:ext>
            </a:extLst>
          </p:cNvPr>
          <p:cNvSpPr txBox="1"/>
          <p:nvPr/>
        </p:nvSpPr>
        <p:spPr>
          <a:xfrm>
            <a:off x="5529167" y="-169727"/>
            <a:ext cx="4192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  <a:endParaRPr lang="zh-CN" altLang="en-US" sz="140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F96281A-60D0-46E5-84D2-081DB15145D2}"/>
              </a:ext>
            </a:extLst>
          </p:cNvPr>
          <p:cNvSpPr txBox="1"/>
          <p:nvPr/>
        </p:nvSpPr>
        <p:spPr>
          <a:xfrm>
            <a:off x="7623903" y="-169728"/>
            <a:ext cx="4192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endParaRPr lang="zh-CN" altLang="en-US" sz="1400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E6769FF-4BB9-4F29-AD92-F94E285C1222}"/>
              </a:ext>
            </a:extLst>
          </p:cNvPr>
          <p:cNvSpPr txBox="1"/>
          <p:nvPr/>
        </p:nvSpPr>
        <p:spPr>
          <a:xfrm>
            <a:off x="9299384" y="-169728"/>
            <a:ext cx="4192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endParaRPr lang="zh-CN" altLang="en-US" sz="140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B010107-D0E0-4E56-B92C-1966BDA0B138}"/>
              </a:ext>
            </a:extLst>
          </p:cNvPr>
          <p:cNvSpPr txBox="1"/>
          <p:nvPr/>
        </p:nvSpPr>
        <p:spPr>
          <a:xfrm>
            <a:off x="9718639" y="371292"/>
            <a:ext cx="2433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zh-CN" altLang="en-US" sz="14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D5CE281-A991-4AD2-A748-2FC7A304C6C4}"/>
              </a:ext>
            </a:extLst>
          </p:cNvPr>
          <p:cNvSpPr txBox="1"/>
          <p:nvPr/>
        </p:nvSpPr>
        <p:spPr>
          <a:xfrm>
            <a:off x="9718639" y="1148532"/>
            <a:ext cx="2433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endParaRPr lang="zh-CN" altLang="en-US" sz="14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17609A8-6036-4941-B183-E77E9AFF4FF2}"/>
              </a:ext>
            </a:extLst>
          </p:cNvPr>
          <p:cNvSpPr txBox="1"/>
          <p:nvPr/>
        </p:nvSpPr>
        <p:spPr>
          <a:xfrm>
            <a:off x="3330307" y="1685599"/>
            <a:ext cx="4397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EXECUTABLE SEGMENT DESCRIPTION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8" name="表格 2">
            <a:extLst>
              <a:ext uri="{FF2B5EF4-FFF2-40B4-BE49-F238E27FC236}">
                <a16:creationId xmlns:a16="http://schemas.microsoft.com/office/drawing/2014/main" id="{C1061606-14A6-48A3-A5E8-0BC231EC94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6989553"/>
              </p:ext>
            </p:extLst>
          </p:nvPr>
        </p:nvGraphicFramePr>
        <p:xfrm>
          <a:off x="1339695" y="2348710"/>
          <a:ext cx="8378944" cy="15475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4736">
                  <a:extLst>
                    <a:ext uri="{9D8B030D-6E8A-4147-A177-3AD203B41FA5}">
                      <a16:colId xmlns:a16="http://schemas.microsoft.com/office/drawing/2014/main" val="3493537457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376212829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1437398982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2804930087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3577913782"/>
                    </a:ext>
                  </a:extLst>
                </a:gridCol>
                <a:gridCol w="1047368">
                  <a:extLst>
                    <a:ext uri="{9D8B030D-6E8A-4147-A177-3AD203B41FA5}">
                      <a16:colId xmlns:a16="http://schemas.microsoft.com/office/drawing/2014/main" val="2986958282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125621089"/>
                    </a:ext>
                  </a:extLst>
                </a:gridCol>
                <a:gridCol w="523684">
                  <a:extLst>
                    <a:ext uri="{9D8B030D-6E8A-4147-A177-3AD203B41FA5}">
                      <a16:colId xmlns:a16="http://schemas.microsoft.com/office/drawing/2014/main" val="3507695821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1282848578"/>
                    </a:ext>
                  </a:extLst>
                </a:gridCol>
                <a:gridCol w="1047368">
                  <a:extLst>
                    <a:ext uri="{9D8B030D-6E8A-4147-A177-3AD203B41FA5}">
                      <a16:colId xmlns:a16="http://schemas.microsoft.com/office/drawing/2014/main" val="607523511"/>
                    </a:ext>
                  </a:extLst>
                </a:gridCol>
                <a:gridCol w="2094736">
                  <a:extLst>
                    <a:ext uri="{9D8B030D-6E8A-4147-A177-3AD203B41FA5}">
                      <a16:colId xmlns:a16="http://schemas.microsoft.com/office/drawing/2014/main" val="1171772190"/>
                    </a:ext>
                  </a:extLst>
                </a:gridCol>
              </a:tblGrid>
              <a:tr h="432381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BASE</a:t>
                      </a:r>
                    </a:p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31..24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45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45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45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45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AVL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LIMIT</a:t>
                      </a:r>
                    </a:p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19..16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45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DPL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TYPE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BASE</a:t>
                      </a:r>
                    </a:p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23..16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45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9174186"/>
                  </a:ext>
                </a:extLst>
              </a:tr>
              <a:tr h="774119">
                <a:tc gridSpan="6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SEGMENT BASE</a:t>
                      </a:r>
                    </a:p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15..0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451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b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b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b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b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b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SEGMENT LIMIT</a:t>
                      </a:r>
                    </a:p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15..0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b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b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b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b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0053422"/>
                  </a:ext>
                </a:extLst>
              </a:tr>
            </a:tbl>
          </a:graphicData>
        </a:graphic>
      </p:graphicFrame>
      <p:sp>
        <p:nvSpPr>
          <p:cNvPr id="39" name="文本框 38">
            <a:extLst>
              <a:ext uri="{FF2B5EF4-FFF2-40B4-BE49-F238E27FC236}">
                <a16:creationId xmlns:a16="http://schemas.microsoft.com/office/drawing/2014/main" id="{EAC069DF-9264-4A57-AA26-73787DC73FDB}"/>
              </a:ext>
            </a:extLst>
          </p:cNvPr>
          <p:cNvSpPr txBox="1"/>
          <p:nvPr/>
        </p:nvSpPr>
        <p:spPr>
          <a:xfrm>
            <a:off x="1339695" y="2040933"/>
            <a:ext cx="4192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31</a:t>
            </a:r>
            <a:endParaRPr lang="zh-CN" altLang="en-US" sz="1400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09D2038-2923-4B19-B6EB-292229EF86E7}"/>
              </a:ext>
            </a:extLst>
          </p:cNvPr>
          <p:cNvSpPr txBox="1"/>
          <p:nvPr/>
        </p:nvSpPr>
        <p:spPr>
          <a:xfrm>
            <a:off x="3397095" y="2040933"/>
            <a:ext cx="4192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23</a:t>
            </a:r>
            <a:endParaRPr lang="zh-CN" altLang="en-US" sz="1400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09F8B873-2EB1-4BA7-8C01-7292A1C99C32}"/>
              </a:ext>
            </a:extLst>
          </p:cNvPr>
          <p:cNvSpPr txBox="1"/>
          <p:nvPr/>
        </p:nvSpPr>
        <p:spPr>
          <a:xfrm>
            <a:off x="5529167" y="2040933"/>
            <a:ext cx="4192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  <a:endParaRPr lang="zh-CN" altLang="en-US" sz="14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51C6DF6-0593-4166-8CEE-E0C27662D3DD}"/>
              </a:ext>
            </a:extLst>
          </p:cNvPr>
          <p:cNvSpPr txBox="1"/>
          <p:nvPr/>
        </p:nvSpPr>
        <p:spPr>
          <a:xfrm>
            <a:off x="7623903" y="2040932"/>
            <a:ext cx="4192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endParaRPr lang="zh-CN" altLang="en-US" sz="14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C86DFF09-E559-446C-8278-656F72C51E7C}"/>
              </a:ext>
            </a:extLst>
          </p:cNvPr>
          <p:cNvSpPr txBox="1"/>
          <p:nvPr/>
        </p:nvSpPr>
        <p:spPr>
          <a:xfrm>
            <a:off x="9299384" y="2040932"/>
            <a:ext cx="4192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endParaRPr lang="zh-CN" altLang="en-US" sz="140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2BE1D5D-0A86-4F92-9F37-AE8D2439DAB5}"/>
              </a:ext>
            </a:extLst>
          </p:cNvPr>
          <p:cNvSpPr txBox="1"/>
          <p:nvPr/>
        </p:nvSpPr>
        <p:spPr>
          <a:xfrm>
            <a:off x="9718639" y="2581952"/>
            <a:ext cx="2433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zh-CN" altLang="en-US" sz="1400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51CAC7E2-D526-490D-A4EA-1FC427B21500}"/>
              </a:ext>
            </a:extLst>
          </p:cNvPr>
          <p:cNvSpPr txBox="1"/>
          <p:nvPr/>
        </p:nvSpPr>
        <p:spPr>
          <a:xfrm>
            <a:off x="9718639" y="3359192"/>
            <a:ext cx="2433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endParaRPr lang="zh-CN" altLang="en-US" sz="1400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B1A2AB07-0FB2-49CB-A442-58DE9F830345}"/>
              </a:ext>
            </a:extLst>
          </p:cNvPr>
          <p:cNvSpPr txBox="1"/>
          <p:nvPr/>
        </p:nvSpPr>
        <p:spPr>
          <a:xfrm>
            <a:off x="3330307" y="3896259"/>
            <a:ext cx="4397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SYSTEM SEGMENT DESCRIPTION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7" name="表格 47">
            <a:extLst>
              <a:ext uri="{FF2B5EF4-FFF2-40B4-BE49-F238E27FC236}">
                <a16:creationId xmlns:a16="http://schemas.microsoft.com/office/drawing/2014/main" id="{B3F1B051-F278-47F5-AD74-C514B9A9CA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2637681"/>
              </p:ext>
            </p:extLst>
          </p:nvPr>
        </p:nvGraphicFramePr>
        <p:xfrm>
          <a:off x="1339695" y="4437278"/>
          <a:ext cx="8378944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764">
                  <a:extLst>
                    <a:ext uri="{9D8B030D-6E8A-4147-A177-3AD203B41FA5}">
                      <a16:colId xmlns:a16="http://schemas.microsoft.com/office/drawing/2014/main" val="3855713259"/>
                    </a:ext>
                  </a:extLst>
                </a:gridCol>
                <a:gridCol w="5021943">
                  <a:extLst>
                    <a:ext uri="{9D8B030D-6E8A-4147-A177-3AD203B41FA5}">
                      <a16:colId xmlns:a16="http://schemas.microsoft.com/office/drawing/2014/main" val="158110895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97712065"/>
                    </a:ext>
                  </a:extLst>
                </a:gridCol>
                <a:gridCol w="2301837">
                  <a:extLst>
                    <a:ext uri="{9D8B030D-6E8A-4147-A177-3AD203B41FA5}">
                      <a16:colId xmlns:a16="http://schemas.microsoft.com/office/drawing/2014/main" val="1606115559"/>
                    </a:ext>
                  </a:extLst>
                </a:gridCol>
              </a:tblGrid>
              <a:tr h="188482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ACCESSED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EXPAND-DOWN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634359"/>
                  </a:ext>
                </a:extLst>
              </a:tr>
              <a:tr h="188482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AVL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AVALIABLE FOR PROGRAMMERS USE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GRANULARITY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8253563"/>
                  </a:ext>
                </a:extLst>
              </a:tr>
              <a:tr h="188482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BIG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SEGMENT PRESENT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2293669"/>
                  </a:ext>
                </a:extLst>
              </a:tr>
              <a:tr h="188482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CONFORMING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READABLE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9802766"/>
                  </a:ext>
                </a:extLst>
              </a:tr>
              <a:tr h="188482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DEFAULT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WRITABLE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1982793"/>
                  </a:ext>
                </a:extLst>
              </a:tr>
              <a:tr h="188482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DPL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DESCRIPTION PRIVILEGE LEVEL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600" b="1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47804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387941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文本框 45">
            <a:extLst>
              <a:ext uri="{FF2B5EF4-FFF2-40B4-BE49-F238E27FC236}">
                <a16:creationId xmlns:a16="http://schemas.microsoft.com/office/drawing/2014/main" id="{B1A2AB07-0FB2-49CB-A442-58DE9F830345}"/>
              </a:ext>
            </a:extLst>
          </p:cNvPr>
          <p:cNvSpPr txBox="1"/>
          <p:nvPr/>
        </p:nvSpPr>
        <p:spPr>
          <a:xfrm>
            <a:off x="3446451" y="55122"/>
            <a:ext cx="4397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PAGE MAP LEVEL 5 ENTRY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7" name="表格 47">
            <a:extLst>
              <a:ext uri="{FF2B5EF4-FFF2-40B4-BE49-F238E27FC236}">
                <a16:creationId xmlns:a16="http://schemas.microsoft.com/office/drawing/2014/main" id="{B3F1B051-F278-47F5-AD74-C514B9A9CA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36331"/>
              </p:ext>
            </p:extLst>
          </p:nvPr>
        </p:nvGraphicFramePr>
        <p:xfrm>
          <a:off x="1455778" y="5946704"/>
          <a:ext cx="8378944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764">
                  <a:extLst>
                    <a:ext uri="{9D8B030D-6E8A-4147-A177-3AD203B41FA5}">
                      <a16:colId xmlns:a16="http://schemas.microsoft.com/office/drawing/2014/main" val="3855713259"/>
                    </a:ext>
                  </a:extLst>
                </a:gridCol>
                <a:gridCol w="4842030">
                  <a:extLst>
                    <a:ext uri="{9D8B030D-6E8A-4147-A177-3AD203B41FA5}">
                      <a16:colId xmlns:a16="http://schemas.microsoft.com/office/drawing/2014/main" val="1581108951"/>
                    </a:ext>
                  </a:extLst>
                </a:gridCol>
                <a:gridCol w="749147">
                  <a:extLst>
                    <a:ext uri="{9D8B030D-6E8A-4147-A177-3AD203B41FA5}">
                      <a16:colId xmlns:a16="http://schemas.microsoft.com/office/drawing/2014/main" val="97712065"/>
                    </a:ext>
                  </a:extLst>
                </a:gridCol>
                <a:gridCol w="2139003">
                  <a:extLst>
                    <a:ext uri="{9D8B030D-6E8A-4147-A177-3AD203B41FA5}">
                      <a16:colId xmlns:a16="http://schemas.microsoft.com/office/drawing/2014/main" val="1606115559"/>
                    </a:ext>
                  </a:extLst>
                </a:gridCol>
              </a:tblGrid>
              <a:tr h="188482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ACCESSED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PS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PAGE SIZE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634359"/>
                  </a:ext>
                </a:extLst>
              </a:tr>
              <a:tr h="188482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AVL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AVALIABLE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PWT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WRITE-THROUGH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8253563"/>
                  </a:ext>
                </a:extLst>
              </a:tr>
              <a:tr h="188482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MAXIMUM PHYSICAL ADDRESS BIT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R/W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READ/WRITE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2293669"/>
                  </a:ext>
                </a:extLst>
              </a:tr>
              <a:tr h="188482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PRESENT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U/S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USER/SUPERVISOR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9802766"/>
                  </a:ext>
                </a:extLst>
              </a:tr>
              <a:tr h="188482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PCD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CACHE DISABLE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XD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EXECUTE DISABLE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1982793"/>
                  </a:ext>
                </a:extLst>
              </a:tr>
            </a:tbl>
          </a:graphicData>
        </a:graphic>
      </p:graphicFrame>
      <p:graphicFrame>
        <p:nvGraphicFramePr>
          <p:cNvPr id="12" name="表格 12">
            <a:extLst>
              <a:ext uri="{FF2B5EF4-FFF2-40B4-BE49-F238E27FC236}">
                <a16:creationId xmlns:a16="http://schemas.microsoft.com/office/drawing/2014/main" id="{234329F3-1DBA-40C2-85F9-25B21F5DB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7821716"/>
              </p:ext>
            </p:extLst>
          </p:nvPr>
        </p:nvGraphicFramePr>
        <p:xfrm>
          <a:off x="1455824" y="-1431192"/>
          <a:ext cx="8378975" cy="1444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159">
                  <a:extLst>
                    <a:ext uri="{9D8B030D-6E8A-4147-A177-3AD203B41FA5}">
                      <a16:colId xmlns:a16="http://schemas.microsoft.com/office/drawing/2014/main" val="3003861412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938701775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2200692675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4230797124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3538267430"/>
                    </a:ext>
                  </a:extLst>
                </a:gridCol>
                <a:gridCol w="1005477">
                  <a:extLst>
                    <a:ext uri="{9D8B030D-6E8A-4147-A177-3AD203B41FA5}">
                      <a16:colId xmlns:a16="http://schemas.microsoft.com/office/drawing/2014/main" val="877371755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4145451463"/>
                    </a:ext>
                  </a:extLst>
                </a:gridCol>
                <a:gridCol w="434963">
                  <a:extLst>
                    <a:ext uri="{9D8B030D-6E8A-4147-A177-3AD203B41FA5}">
                      <a16:colId xmlns:a16="http://schemas.microsoft.com/office/drawing/2014/main" val="1745564201"/>
                    </a:ext>
                  </a:extLst>
                </a:gridCol>
                <a:gridCol w="905673">
                  <a:extLst>
                    <a:ext uri="{9D8B030D-6E8A-4147-A177-3AD203B41FA5}">
                      <a16:colId xmlns:a16="http://schemas.microsoft.com/office/drawing/2014/main" val="2649042311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1128634833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222641823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3385264472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3549040810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3937626920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990162036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1942717733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3370177633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3313682131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316797407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3070433904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1686354210"/>
                    </a:ext>
                  </a:extLst>
                </a:gridCol>
              </a:tblGrid>
              <a:tr h="3226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63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62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...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52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51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...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M-1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...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...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215532"/>
                  </a:ext>
                </a:extLst>
              </a:tr>
              <a:tr h="11218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XD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AVL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Reversed</a:t>
                      </a:r>
                    </a:p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(0)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Bits 12-(M-1)</a:t>
                      </a:r>
                    </a:p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of address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AVL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RSVD</a:t>
                      </a:r>
                      <a:r>
                        <a:rPr lang="en-US" altLang="zh-CN" sz="9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(0)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AVL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PCD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PWT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U/S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R/W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8686261"/>
                  </a:ext>
                </a:extLst>
              </a:tr>
            </a:tbl>
          </a:graphicData>
        </a:graphic>
      </p:graphicFrame>
      <p:sp>
        <p:nvSpPr>
          <p:cNvPr id="48" name="文本框 47">
            <a:extLst>
              <a:ext uri="{FF2B5EF4-FFF2-40B4-BE49-F238E27FC236}">
                <a16:creationId xmlns:a16="http://schemas.microsoft.com/office/drawing/2014/main" id="{81A946A5-09DD-4E25-A2F6-711BABE44933}"/>
              </a:ext>
            </a:extLst>
          </p:cNvPr>
          <p:cNvSpPr txBox="1"/>
          <p:nvPr/>
        </p:nvSpPr>
        <p:spPr>
          <a:xfrm>
            <a:off x="3446451" y="1899596"/>
            <a:ext cx="4397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PAGE MAP LEVEL 4 ENTRY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9" name="表格 12">
            <a:extLst>
              <a:ext uri="{FF2B5EF4-FFF2-40B4-BE49-F238E27FC236}">
                <a16:creationId xmlns:a16="http://schemas.microsoft.com/office/drawing/2014/main" id="{9B2E5CEB-AA35-4FB4-ABEA-4EBCE781DB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9809272"/>
              </p:ext>
            </p:extLst>
          </p:nvPr>
        </p:nvGraphicFramePr>
        <p:xfrm>
          <a:off x="1455824" y="413282"/>
          <a:ext cx="8378975" cy="1444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159">
                  <a:extLst>
                    <a:ext uri="{9D8B030D-6E8A-4147-A177-3AD203B41FA5}">
                      <a16:colId xmlns:a16="http://schemas.microsoft.com/office/drawing/2014/main" val="3003861412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938701775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2200692675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4230797124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3538267430"/>
                    </a:ext>
                  </a:extLst>
                </a:gridCol>
                <a:gridCol w="1005477">
                  <a:extLst>
                    <a:ext uri="{9D8B030D-6E8A-4147-A177-3AD203B41FA5}">
                      <a16:colId xmlns:a16="http://schemas.microsoft.com/office/drawing/2014/main" val="877371755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4145451463"/>
                    </a:ext>
                  </a:extLst>
                </a:gridCol>
                <a:gridCol w="434963">
                  <a:extLst>
                    <a:ext uri="{9D8B030D-6E8A-4147-A177-3AD203B41FA5}">
                      <a16:colId xmlns:a16="http://schemas.microsoft.com/office/drawing/2014/main" val="1745564201"/>
                    </a:ext>
                  </a:extLst>
                </a:gridCol>
                <a:gridCol w="905673">
                  <a:extLst>
                    <a:ext uri="{9D8B030D-6E8A-4147-A177-3AD203B41FA5}">
                      <a16:colId xmlns:a16="http://schemas.microsoft.com/office/drawing/2014/main" val="2649042311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1128634833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222641823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3385264472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3549040810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3937626920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990162036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1942717733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3370177633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3313682131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316797407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3070433904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1686354210"/>
                    </a:ext>
                  </a:extLst>
                </a:gridCol>
              </a:tblGrid>
              <a:tr h="3226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63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62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...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52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51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...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M-1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...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...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215532"/>
                  </a:ext>
                </a:extLst>
              </a:tr>
              <a:tr h="11218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XD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AVL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Reversed</a:t>
                      </a:r>
                    </a:p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(0)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Bits 12-(M-1)</a:t>
                      </a:r>
                    </a:p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of address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AVL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RSVD</a:t>
                      </a:r>
                      <a:r>
                        <a:rPr lang="en-US" altLang="zh-CN" sz="9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(0)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AVL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PCD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PWT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U/S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R/W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8686261"/>
                  </a:ext>
                </a:extLst>
              </a:tr>
            </a:tbl>
          </a:graphicData>
        </a:graphic>
      </p:graphicFrame>
      <p:sp>
        <p:nvSpPr>
          <p:cNvPr id="50" name="文本框 49">
            <a:extLst>
              <a:ext uri="{FF2B5EF4-FFF2-40B4-BE49-F238E27FC236}">
                <a16:creationId xmlns:a16="http://schemas.microsoft.com/office/drawing/2014/main" id="{36A1E2E0-916A-489D-B8FB-EFD631A10DA2}"/>
              </a:ext>
            </a:extLst>
          </p:cNvPr>
          <p:cNvSpPr txBox="1"/>
          <p:nvPr/>
        </p:nvSpPr>
        <p:spPr>
          <a:xfrm>
            <a:off x="3446436" y="3744070"/>
            <a:ext cx="4397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PAGE DIRECTORY POINTER TABLE ENTRY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1" name="表格 12">
            <a:extLst>
              <a:ext uri="{FF2B5EF4-FFF2-40B4-BE49-F238E27FC236}">
                <a16:creationId xmlns:a16="http://schemas.microsoft.com/office/drawing/2014/main" id="{B230D2FA-14C3-4F40-8CBF-192E972874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468316"/>
              </p:ext>
            </p:extLst>
          </p:nvPr>
        </p:nvGraphicFramePr>
        <p:xfrm>
          <a:off x="1455809" y="2257756"/>
          <a:ext cx="8378975" cy="1444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159">
                  <a:extLst>
                    <a:ext uri="{9D8B030D-6E8A-4147-A177-3AD203B41FA5}">
                      <a16:colId xmlns:a16="http://schemas.microsoft.com/office/drawing/2014/main" val="3003861412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938701775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2200692675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4230797124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3538267430"/>
                    </a:ext>
                  </a:extLst>
                </a:gridCol>
                <a:gridCol w="1005477">
                  <a:extLst>
                    <a:ext uri="{9D8B030D-6E8A-4147-A177-3AD203B41FA5}">
                      <a16:colId xmlns:a16="http://schemas.microsoft.com/office/drawing/2014/main" val="877371755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4145451463"/>
                    </a:ext>
                  </a:extLst>
                </a:gridCol>
                <a:gridCol w="434963">
                  <a:extLst>
                    <a:ext uri="{9D8B030D-6E8A-4147-A177-3AD203B41FA5}">
                      <a16:colId xmlns:a16="http://schemas.microsoft.com/office/drawing/2014/main" val="1745564201"/>
                    </a:ext>
                  </a:extLst>
                </a:gridCol>
                <a:gridCol w="905673">
                  <a:extLst>
                    <a:ext uri="{9D8B030D-6E8A-4147-A177-3AD203B41FA5}">
                      <a16:colId xmlns:a16="http://schemas.microsoft.com/office/drawing/2014/main" val="2649042311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1128634833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222641823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3385264472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3549040810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3937626920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990162036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1942717733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3370177633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3313682131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316797407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3070433904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1686354210"/>
                    </a:ext>
                  </a:extLst>
                </a:gridCol>
              </a:tblGrid>
              <a:tr h="3226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63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62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...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52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51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...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M-1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...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...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215532"/>
                  </a:ext>
                </a:extLst>
              </a:tr>
              <a:tr h="11218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XD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AVL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Reversed</a:t>
                      </a:r>
                    </a:p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(0)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Bits 12-(M-1)</a:t>
                      </a:r>
                    </a:p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of address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AVL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PS</a:t>
                      </a:r>
                      <a:r>
                        <a:rPr lang="en-US" altLang="zh-CN" sz="9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(0)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AVL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PCD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PWT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U/S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R/W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8686261"/>
                  </a:ext>
                </a:extLst>
              </a:tr>
            </a:tbl>
          </a:graphicData>
        </a:graphic>
      </p:graphicFrame>
      <p:sp>
        <p:nvSpPr>
          <p:cNvPr id="52" name="文本框 51">
            <a:extLst>
              <a:ext uri="{FF2B5EF4-FFF2-40B4-BE49-F238E27FC236}">
                <a16:creationId xmlns:a16="http://schemas.microsoft.com/office/drawing/2014/main" id="{A0B5CA5E-61F7-4F95-82EE-7D5CAD7D943E}"/>
              </a:ext>
            </a:extLst>
          </p:cNvPr>
          <p:cNvSpPr txBox="1"/>
          <p:nvPr/>
        </p:nvSpPr>
        <p:spPr>
          <a:xfrm>
            <a:off x="3446405" y="5588651"/>
            <a:ext cx="4397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PAGE DIRECTORY ENTRY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3" name="表格 12">
            <a:extLst>
              <a:ext uri="{FF2B5EF4-FFF2-40B4-BE49-F238E27FC236}">
                <a16:creationId xmlns:a16="http://schemas.microsoft.com/office/drawing/2014/main" id="{CFA4AAE5-22FF-437D-9C5A-95F3421853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5927015"/>
              </p:ext>
            </p:extLst>
          </p:nvPr>
        </p:nvGraphicFramePr>
        <p:xfrm>
          <a:off x="1455778" y="4102337"/>
          <a:ext cx="8378975" cy="1444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159">
                  <a:extLst>
                    <a:ext uri="{9D8B030D-6E8A-4147-A177-3AD203B41FA5}">
                      <a16:colId xmlns:a16="http://schemas.microsoft.com/office/drawing/2014/main" val="3003861412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938701775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2200692675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4230797124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3538267430"/>
                    </a:ext>
                  </a:extLst>
                </a:gridCol>
                <a:gridCol w="1005477">
                  <a:extLst>
                    <a:ext uri="{9D8B030D-6E8A-4147-A177-3AD203B41FA5}">
                      <a16:colId xmlns:a16="http://schemas.microsoft.com/office/drawing/2014/main" val="877371755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4145451463"/>
                    </a:ext>
                  </a:extLst>
                </a:gridCol>
                <a:gridCol w="434963">
                  <a:extLst>
                    <a:ext uri="{9D8B030D-6E8A-4147-A177-3AD203B41FA5}">
                      <a16:colId xmlns:a16="http://schemas.microsoft.com/office/drawing/2014/main" val="1745564201"/>
                    </a:ext>
                  </a:extLst>
                </a:gridCol>
                <a:gridCol w="905673">
                  <a:extLst>
                    <a:ext uri="{9D8B030D-6E8A-4147-A177-3AD203B41FA5}">
                      <a16:colId xmlns:a16="http://schemas.microsoft.com/office/drawing/2014/main" val="2649042311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1128634833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222641823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3385264472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3549040810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3937626920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990162036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1942717733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3370177633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3313682131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316797407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3070433904"/>
                    </a:ext>
                  </a:extLst>
                </a:gridCol>
                <a:gridCol w="335159">
                  <a:extLst>
                    <a:ext uri="{9D8B030D-6E8A-4147-A177-3AD203B41FA5}">
                      <a16:colId xmlns:a16="http://schemas.microsoft.com/office/drawing/2014/main" val="1686354210"/>
                    </a:ext>
                  </a:extLst>
                </a:gridCol>
              </a:tblGrid>
              <a:tr h="3226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63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62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...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52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51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...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M-1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...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...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215532"/>
                  </a:ext>
                </a:extLst>
              </a:tr>
              <a:tr h="11218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XD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AVL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Reversed</a:t>
                      </a:r>
                    </a:p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(0)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Bits 12-(M-1)</a:t>
                      </a:r>
                    </a:p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of address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AVL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74514"/>
                          </a:solidFill>
                          <a:effectLst/>
                          <a:uLnTx/>
                          <a:uFillTx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PS</a:t>
                      </a:r>
                      <a:r>
                        <a:rPr kumimoji="0" lang="en-US" altLang="zh-CN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74514"/>
                          </a:solidFill>
                          <a:effectLst/>
                          <a:uLnTx/>
                          <a:uFillTx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(0)</a:t>
                      </a:r>
                      <a:endParaRPr kumimoji="0" lang="zh-CN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74514"/>
                        </a:solidFill>
                        <a:effectLst/>
                        <a:uLnTx/>
                        <a:uFillTx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AVL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PCD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PWT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U/S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R/W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D7451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</a:t>
                      </a:r>
                      <a:endParaRPr lang="zh-CN" altLang="en-US" sz="1400" b="1" dirty="0">
                        <a:solidFill>
                          <a:srgbClr val="D74514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8686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628913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B9A0439-263E-4395-B64C-F778816E029B}"/>
              </a:ext>
            </a:extLst>
          </p:cNvPr>
          <p:cNvGrpSpPr/>
          <p:nvPr/>
        </p:nvGrpSpPr>
        <p:grpSpPr>
          <a:xfrm>
            <a:off x="337921" y="89449"/>
            <a:ext cx="10868734" cy="2178873"/>
            <a:chOff x="506298" y="-20239248"/>
            <a:chExt cx="10868734" cy="2178873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7760FF8A-A51B-43C5-B58A-E91BB3FEA32B}"/>
                </a:ext>
              </a:extLst>
            </p:cNvPr>
            <p:cNvSpPr/>
            <p:nvPr/>
          </p:nvSpPr>
          <p:spPr>
            <a:xfrm>
              <a:off x="6281362" y="-20239248"/>
              <a:ext cx="5087978" cy="2168445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26F89A95-84FD-46CA-896A-7D791A1223D8}"/>
                </a:ext>
              </a:extLst>
            </p:cNvPr>
            <p:cNvSpPr/>
            <p:nvPr/>
          </p:nvSpPr>
          <p:spPr>
            <a:xfrm>
              <a:off x="4736497" y="-20095081"/>
              <a:ext cx="3187700" cy="1900968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7B1C1972-1FDA-426B-8C1E-4149633462F9}"/>
                </a:ext>
              </a:extLst>
            </p:cNvPr>
            <p:cNvCxnSpPr>
              <a:cxnSpLocks/>
              <a:stCxn id="14" idx="2"/>
              <a:endCxn id="4" idx="2"/>
            </p:cNvCxnSpPr>
            <p:nvPr/>
          </p:nvCxnSpPr>
          <p:spPr>
            <a:xfrm flipH="1">
              <a:off x="6330347" y="-19738790"/>
              <a:ext cx="5692" cy="1544677"/>
            </a:xfrm>
            <a:prstGeom prst="line">
              <a:avLst/>
            </a:prstGeom>
            <a:ln w="25400">
              <a:solidFill>
                <a:srgbClr val="F083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35ABFA5F-9E0A-4EF4-980E-16BACC276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66844" y="-19602431"/>
              <a:ext cx="914401" cy="914401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D38BC8A-B868-4388-9787-7E938ABC2EE9}"/>
                </a:ext>
              </a:extLst>
            </p:cNvPr>
            <p:cNvSpPr/>
            <p:nvPr/>
          </p:nvSpPr>
          <p:spPr>
            <a:xfrm>
              <a:off x="506298" y="-20228820"/>
              <a:ext cx="1701972" cy="2168445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4C65ED78-57AB-4E0B-A9D3-FF75692BDB3C}"/>
                </a:ext>
              </a:extLst>
            </p:cNvPr>
            <p:cNvSpPr/>
            <p:nvPr/>
          </p:nvSpPr>
          <p:spPr>
            <a:xfrm>
              <a:off x="4484969" y="-20095082"/>
              <a:ext cx="251187" cy="1900970"/>
            </a:xfrm>
            <a:prstGeom prst="rect">
              <a:avLst/>
            </a:prstGeom>
            <a:solidFill>
              <a:srgbClr val="5D17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梯形 8">
              <a:extLst>
                <a:ext uri="{FF2B5EF4-FFF2-40B4-BE49-F238E27FC236}">
                  <a16:creationId xmlns:a16="http://schemas.microsoft.com/office/drawing/2014/main" id="{C7055271-0DC5-4E6C-A806-FB302C5209BE}"/>
                </a:ext>
              </a:extLst>
            </p:cNvPr>
            <p:cNvSpPr/>
            <p:nvPr/>
          </p:nvSpPr>
          <p:spPr>
            <a:xfrm rot="16200000">
              <a:off x="4297918" y="-19270193"/>
              <a:ext cx="625291" cy="251188"/>
            </a:xfrm>
            <a:prstGeom prst="trapezoid">
              <a:avLst>
                <a:gd name="adj" fmla="val 55336"/>
              </a:avLst>
            </a:prstGeom>
            <a:solidFill>
              <a:srgbClr val="A32D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92A38163-2EEB-4374-8D66-46B9B9BC4C18}"/>
                </a:ext>
              </a:extLst>
            </p:cNvPr>
            <p:cNvSpPr txBox="1"/>
            <p:nvPr/>
          </p:nvSpPr>
          <p:spPr>
            <a:xfrm>
              <a:off x="506298" y="-18409357"/>
              <a:ext cx="1701974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rgbClr val="D74514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2.2.2.2</a:t>
              </a:r>
              <a:endParaRPr lang="zh-CN" altLang="en-US" sz="1600" dirty="0">
                <a:solidFill>
                  <a:srgbClr val="D74514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A60E966F-22B1-43D3-AB01-79E20B85D3D3}"/>
                </a:ext>
              </a:extLst>
            </p:cNvPr>
            <p:cNvSpPr txBox="1"/>
            <p:nvPr/>
          </p:nvSpPr>
          <p:spPr>
            <a:xfrm>
              <a:off x="506298" y="-20224464"/>
              <a:ext cx="1701975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公网主机</a:t>
              </a: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E91D57FC-DC31-4110-AB08-880E6065B63F}"/>
                </a:ext>
              </a:extLst>
            </p:cNvPr>
            <p:cNvSpPr/>
            <p:nvPr/>
          </p:nvSpPr>
          <p:spPr>
            <a:xfrm>
              <a:off x="5032983" y="-19482645"/>
              <a:ext cx="702326" cy="702326"/>
            </a:xfrm>
            <a:prstGeom prst="rect">
              <a:avLst/>
            </a:prstGeom>
            <a:solidFill>
              <a:srgbClr val="F8CC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69</a:t>
              </a:r>
              <a:endParaRPr lang="zh-CN" altLang="en-US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8E40129D-F2FC-4B95-BB2D-29EA5C4877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900084" y="-19602429"/>
              <a:ext cx="914399" cy="914399"/>
            </a:xfrm>
            <a:prstGeom prst="rect">
              <a:avLst/>
            </a:prstGeom>
          </p:spPr>
        </p:pic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A14A947A-13C2-4668-B154-C6CC3162C52F}"/>
                </a:ext>
              </a:extLst>
            </p:cNvPr>
            <p:cNvSpPr txBox="1"/>
            <p:nvPr/>
          </p:nvSpPr>
          <p:spPr>
            <a:xfrm>
              <a:off x="5485051" y="-20077344"/>
              <a:ext cx="1701975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F8CCB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NAT</a:t>
              </a:r>
              <a:endParaRPr lang="zh-CN" altLang="en-US" sz="1600" b="1" dirty="0">
                <a:solidFill>
                  <a:srgbClr val="F8CC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79FEFBC5-B98D-4439-9FAA-DC6AA0AEA393}"/>
                </a:ext>
              </a:extLst>
            </p:cNvPr>
            <p:cNvSpPr txBox="1"/>
            <p:nvPr/>
          </p:nvSpPr>
          <p:spPr>
            <a:xfrm>
              <a:off x="4747879" y="-19911637"/>
              <a:ext cx="1236997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rgbClr val="F8CCB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公网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8524B49D-B5B8-4D0A-AD44-F4515580565D}"/>
                </a:ext>
              </a:extLst>
            </p:cNvPr>
            <p:cNvSpPr txBox="1"/>
            <p:nvPr/>
          </p:nvSpPr>
          <p:spPr>
            <a:xfrm>
              <a:off x="6687199" y="-19893793"/>
              <a:ext cx="1208539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rgbClr val="F8CCB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内网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9158FA99-FD0F-4447-85F3-9DC6E41F1513}"/>
                </a:ext>
              </a:extLst>
            </p:cNvPr>
            <p:cNvSpPr txBox="1"/>
            <p:nvPr/>
          </p:nvSpPr>
          <p:spPr>
            <a:xfrm>
              <a:off x="4736495" y="-18561552"/>
              <a:ext cx="1248382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rgbClr val="F8CCB9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5.5.5.5</a:t>
              </a:r>
              <a:endParaRPr lang="zh-CN" altLang="en-US" sz="1600" dirty="0">
                <a:solidFill>
                  <a:srgbClr val="F8CCB9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B5EFEFA9-7F50-49A5-BAB5-E350362AC114}"/>
                </a:ext>
              </a:extLst>
            </p:cNvPr>
            <p:cNvSpPr txBox="1"/>
            <p:nvPr/>
          </p:nvSpPr>
          <p:spPr>
            <a:xfrm>
              <a:off x="6679214" y="-18552630"/>
              <a:ext cx="1233599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rgbClr val="F8CCB9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1.0.0.x</a:t>
              </a:r>
              <a:endParaRPr lang="zh-CN" altLang="en-US" sz="1600" dirty="0">
                <a:solidFill>
                  <a:srgbClr val="F8CCB9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3FA98B9B-87F9-4765-BB19-813DF72DA406}"/>
                </a:ext>
              </a:extLst>
            </p:cNvPr>
            <p:cNvCxnSpPr>
              <a:cxnSpLocks/>
              <a:stCxn id="17" idx="3"/>
              <a:endCxn id="18" idx="1"/>
            </p:cNvCxnSpPr>
            <p:nvPr/>
          </p:nvCxnSpPr>
          <p:spPr>
            <a:xfrm>
              <a:off x="5984877" y="-18392275"/>
              <a:ext cx="694337" cy="8922"/>
            </a:xfrm>
            <a:prstGeom prst="line">
              <a:avLst/>
            </a:prstGeom>
            <a:ln w="25400">
              <a:solidFill>
                <a:srgbClr val="F8CCB9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4D70AE5-F74D-4CAE-A64A-1ED7F72919DB}"/>
                </a:ext>
              </a:extLst>
            </p:cNvPr>
            <p:cNvSpPr txBox="1"/>
            <p:nvPr/>
          </p:nvSpPr>
          <p:spPr>
            <a:xfrm>
              <a:off x="9673058" y="-18409359"/>
              <a:ext cx="1701974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rgbClr val="D74514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1.0.0.2</a:t>
              </a:r>
              <a:endParaRPr lang="zh-CN" altLang="en-US" sz="1600" dirty="0">
                <a:solidFill>
                  <a:srgbClr val="D74514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C8AC957D-1A32-4150-AA78-3CFF92653E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5309" y="-19304315"/>
              <a:ext cx="2188888" cy="0"/>
            </a:xfrm>
            <a:prstGeom prst="line">
              <a:avLst/>
            </a:prstGeom>
            <a:ln w="25400">
              <a:solidFill>
                <a:schemeClr val="bg1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1A3C27D0-F478-4E22-A917-DF5DE59AB877}"/>
                </a:ext>
              </a:extLst>
            </p:cNvPr>
            <p:cNvCxnSpPr>
              <a:cxnSpLocks/>
            </p:cNvCxnSpPr>
            <p:nvPr/>
          </p:nvCxnSpPr>
          <p:spPr>
            <a:xfrm>
              <a:off x="4484969" y="-18986382"/>
              <a:ext cx="542322" cy="0"/>
            </a:xfrm>
            <a:prstGeom prst="line">
              <a:avLst/>
            </a:prstGeom>
            <a:ln w="25400">
              <a:solidFill>
                <a:schemeClr val="bg1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F7CF9BFE-7FDA-4AC3-9908-F19575E4F369}"/>
                </a:ext>
              </a:extLst>
            </p:cNvPr>
            <p:cNvCxnSpPr>
              <a:cxnSpLocks/>
            </p:cNvCxnSpPr>
            <p:nvPr/>
          </p:nvCxnSpPr>
          <p:spPr>
            <a:xfrm>
              <a:off x="4484969" y="-19304315"/>
              <a:ext cx="542322" cy="0"/>
            </a:xfrm>
            <a:prstGeom prst="line">
              <a:avLst/>
            </a:prstGeom>
            <a:ln w="25400">
              <a:solidFill>
                <a:schemeClr val="bg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D644F159-2808-4231-B9CB-456E32514738}"/>
                </a:ext>
              </a:extLst>
            </p:cNvPr>
            <p:cNvCxnSpPr>
              <a:cxnSpLocks/>
            </p:cNvCxnSpPr>
            <p:nvPr/>
          </p:nvCxnSpPr>
          <p:spPr>
            <a:xfrm>
              <a:off x="5739040" y="-18986382"/>
              <a:ext cx="2185157" cy="0"/>
            </a:xfrm>
            <a:prstGeom prst="line">
              <a:avLst/>
            </a:prstGeom>
            <a:ln w="25400">
              <a:solidFill>
                <a:schemeClr val="bg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3C762B30-8D99-414A-BD95-8721E7AD4544}"/>
                </a:ext>
              </a:extLst>
            </p:cNvPr>
            <p:cNvGrpSpPr/>
            <p:nvPr/>
          </p:nvGrpSpPr>
          <p:grpSpPr>
            <a:xfrm>
              <a:off x="5984876" y="-19482645"/>
              <a:ext cx="702326" cy="702326"/>
              <a:chOff x="4033084" y="2710988"/>
              <a:chExt cx="702326" cy="702326"/>
            </a:xfrm>
          </p:grpSpPr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934BC1B9-8E7F-40B5-9470-F5331801D73E}"/>
                  </a:ext>
                </a:extLst>
              </p:cNvPr>
              <p:cNvSpPr/>
              <p:nvPr/>
            </p:nvSpPr>
            <p:spPr>
              <a:xfrm>
                <a:off x="4033084" y="2710988"/>
                <a:ext cx="702326" cy="702326"/>
              </a:xfrm>
              <a:prstGeom prst="ellipse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43" name="图形 42" descr="齿轮 纯色填充">
                <a:extLst>
                  <a:ext uri="{FF2B5EF4-FFF2-40B4-BE49-F238E27FC236}">
                    <a16:creationId xmlns:a16="http://schemas.microsoft.com/office/drawing/2014/main" id="{694F4C00-CBAE-4686-8C95-64B698667C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126692" y="2803865"/>
                <a:ext cx="517185" cy="517185"/>
              </a:xfrm>
              <a:prstGeom prst="rect">
                <a:avLst/>
              </a:prstGeom>
            </p:spPr>
          </p:pic>
        </p:grp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2457E03F-11AF-482D-9E6F-C3815BFA14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14483" y="-19304315"/>
              <a:ext cx="2662188" cy="0"/>
            </a:xfrm>
            <a:prstGeom prst="line">
              <a:avLst/>
            </a:prstGeom>
            <a:ln w="25400">
              <a:solidFill>
                <a:schemeClr val="tx1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CDAAE6C1-8AFB-4927-86DD-C82B7CCF92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14483" y="-18986382"/>
              <a:ext cx="2670486" cy="0"/>
            </a:xfrm>
            <a:prstGeom prst="line">
              <a:avLst/>
            </a:prstGeom>
            <a:ln w="25400">
              <a:solidFill>
                <a:schemeClr val="tx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CBF60384-0228-42F3-A6D8-1586A2644E3C}"/>
                </a:ext>
              </a:extLst>
            </p:cNvPr>
            <p:cNvCxnSpPr>
              <a:cxnSpLocks/>
            </p:cNvCxnSpPr>
            <p:nvPr/>
          </p:nvCxnSpPr>
          <p:spPr>
            <a:xfrm>
              <a:off x="7924197" y="-18986382"/>
              <a:ext cx="2027238" cy="0"/>
            </a:xfrm>
            <a:prstGeom prst="line">
              <a:avLst/>
            </a:prstGeom>
            <a:ln w="25400">
              <a:solidFill>
                <a:schemeClr val="tx1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428B8F81-E7DC-4AC0-90AE-A2B8AB340546}"/>
                </a:ext>
              </a:extLst>
            </p:cNvPr>
            <p:cNvCxnSpPr>
              <a:cxnSpLocks/>
            </p:cNvCxnSpPr>
            <p:nvPr/>
          </p:nvCxnSpPr>
          <p:spPr>
            <a:xfrm>
              <a:off x="7924197" y="-19304315"/>
              <a:ext cx="2027238" cy="0"/>
            </a:xfrm>
            <a:prstGeom prst="line">
              <a:avLst/>
            </a:prstGeom>
            <a:ln w="25400">
              <a:solidFill>
                <a:schemeClr val="tx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0DEF6A0F-18CE-4FF4-A99A-15CC5355BB04}"/>
                </a:ext>
              </a:extLst>
            </p:cNvPr>
            <p:cNvGrpSpPr/>
            <p:nvPr/>
          </p:nvGrpSpPr>
          <p:grpSpPr>
            <a:xfrm>
              <a:off x="7968674" y="-19967940"/>
              <a:ext cx="1825144" cy="584775"/>
              <a:chOff x="7399076" y="1070288"/>
              <a:chExt cx="1825144" cy="584775"/>
            </a:xfrm>
          </p:grpSpPr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32405F0E-76AE-4E0D-B729-F1563C3B83DB}"/>
                  </a:ext>
                </a:extLst>
              </p:cNvPr>
              <p:cNvSpPr txBox="1"/>
              <p:nvPr/>
            </p:nvSpPr>
            <p:spPr>
              <a:xfrm>
                <a:off x="7685539" y="1070288"/>
                <a:ext cx="1538681" cy="58477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altLang="zh-CN" sz="1600" dirty="0">
                    <a:latin typeface="Courier New" panose="020703090202050204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src:</a:t>
                </a:r>
                <a:r>
                  <a:rPr lang="en-US" altLang="zh-CN" sz="1600" b="1" dirty="0">
                    <a:latin typeface="Courier New" panose="020703090202050204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1.0.0.2</a:t>
                </a:r>
              </a:p>
              <a:p>
                <a:pPr algn="ctr"/>
                <a:r>
                  <a:rPr lang="en-US" altLang="zh-CN" sz="1600" dirty="0">
                    <a:latin typeface="Courier New" panose="020703090202050204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dst:</a:t>
                </a:r>
                <a:r>
                  <a:rPr lang="en-US" altLang="zh-CN" sz="1600" b="1" dirty="0">
                    <a:latin typeface="Courier New" panose="020703090202050204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2.2.2.2</a:t>
                </a:r>
                <a:endParaRPr lang="zh-CN" altLang="en-US" sz="1600" b="1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endParaRPr>
              </a:p>
            </p:txBody>
          </p:sp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1BD35FBC-B485-45B1-8DDF-21530C320305}"/>
                  </a:ext>
                </a:extLst>
              </p:cNvPr>
              <p:cNvSpPr txBox="1"/>
              <p:nvPr/>
            </p:nvSpPr>
            <p:spPr>
              <a:xfrm>
                <a:off x="7399076" y="1210979"/>
                <a:ext cx="38919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zh-CN" altLang="en-US" sz="1600" dirty="0">
                    <a:latin typeface="Courier New" panose="020703090202050204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❶</a:t>
                </a:r>
                <a:endParaRPr lang="zh-CN" altLang="en-US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0B7B8E7F-BA63-4E2E-B5C3-579668E8CBD7}"/>
                </a:ext>
              </a:extLst>
            </p:cNvPr>
            <p:cNvGrpSpPr/>
            <p:nvPr/>
          </p:nvGrpSpPr>
          <p:grpSpPr>
            <a:xfrm>
              <a:off x="7968674" y="-18968128"/>
              <a:ext cx="1825144" cy="584775"/>
              <a:chOff x="7399076" y="1070288"/>
              <a:chExt cx="1825144" cy="584775"/>
            </a:xfrm>
          </p:grpSpPr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86BE1FA9-6CE3-475C-B88D-04A528436AA2}"/>
                  </a:ext>
                </a:extLst>
              </p:cNvPr>
              <p:cNvSpPr txBox="1"/>
              <p:nvPr/>
            </p:nvSpPr>
            <p:spPr>
              <a:xfrm>
                <a:off x="7685539" y="1070288"/>
                <a:ext cx="1538681" cy="58477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altLang="zh-CN" sz="1600" dirty="0">
                    <a:latin typeface="Courier New" panose="020703090202050204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src:</a:t>
                </a:r>
                <a:r>
                  <a:rPr lang="en-US" altLang="zh-CN" sz="1600" b="1" dirty="0">
                    <a:latin typeface="Courier New" panose="020703090202050204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2.2.2.2</a:t>
                </a:r>
              </a:p>
              <a:p>
                <a:r>
                  <a:rPr lang="en-US" altLang="zh-CN" sz="1600" dirty="0">
                    <a:latin typeface="Courier New" panose="020703090202050204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dst:</a:t>
                </a:r>
                <a:r>
                  <a:rPr lang="en-US" altLang="zh-CN" sz="1600" b="1" dirty="0">
                    <a:latin typeface="Courier New" panose="020703090202050204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1.0.0.2</a:t>
                </a:r>
                <a:endParaRPr lang="zh-CN" altLang="en-US" sz="1600" b="1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endParaRPr>
              </a:p>
            </p:txBody>
          </p:sp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37E3FE3B-F391-445C-A464-2127D78D7484}"/>
                  </a:ext>
                </a:extLst>
              </p:cNvPr>
              <p:cNvSpPr txBox="1"/>
              <p:nvPr/>
            </p:nvSpPr>
            <p:spPr>
              <a:xfrm>
                <a:off x="7399076" y="1210979"/>
                <a:ext cx="38919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zh-CN" altLang="en-US" sz="1600" dirty="0">
                    <a:latin typeface="Courier New" panose="020703090202050204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❹</a:t>
                </a:r>
                <a:endParaRPr lang="zh-CN" altLang="en-US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EE4064E3-FD3D-4240-92DB-F1588AF07C22}"/>
                </a:ext>
              </a:extLst>
            </p:cNvPr>
            <p:cNvGrpSpPr/>
            <p:nvPr/>
          </p:nvGrpSpPr>
          <p:grpSpPr>
            <a:xfrm>
              <a:off x="2253760" y="-19963292"/>
              <a:ext cx="2222911" cy="584775"/>
              <a:chOff x="7399076" y="1070288"/>
              <a:chExt cx="2222911" cy="584775"/>
            </a:xfrm>
          </p:grpSpPr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583263C8-78BA-4E7A-87C6-83457030527B}"/>
                  </a:ext>
                </a:extLst>
              </p:cNvPr>
              <p:cNvSpPr txBox="1"/>
              <p:nvPr/>
            </p:nvSpPr>
            <p:spPr>
              <a:xfrm>
                <a:off x="7685539" y="1070288"/>
                <a:ext cx="1936448" cy="58477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altLang="zh-CN" sz="1600" dirty="0">
                    <a:latin typeface="Courier New" panose="020703090202050204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src:</a:t>
                </a:r>
                <a:r>
                  <a:rPr lang="en-US" altLang="zh-CN" sz="1600" b="1" dirty="0">
                    <a:latin typeface="Courier New" panose="020703090202050204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5.5.5.5:69</a:t>
                </a:r>
              </a:p>
              <a:p>
                <a:r>
                  <a:rPr lang="en-US" altLang="zh-CN" sz="1600" dirty="0">
                    <a:latin typeface="Courier New" panose="020703090202050204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dst:</a:t>
                </a:r>
                <a:r>
                  <a:rPr lang="en-US" altLang="zh-CN" sz="1600" b="1" dirty="0">
                    <a:latin typeface="Courier New" panose="020703090202050204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2.2.2.2</a:t>
                </a:r>
                <a:endParaRPr lang="zh-CN" altLang="en-US" sz="1600" b="1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endParaRPr>
              </a:p>
            </p:txBody>
          </p: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A00DCA37-CFDC-4905-8D77-701B7A9DC850}"/>
                  </a:ext>
                </a:extLst>
              </p:cNvPr>
              <p:cNvSpPr txBox="1"/>
              <p:nvPr/>
            </p:nvSpPr>
            <p:spPr>
              <a:xfrm>
                <a:off x="7399076" y="1210979"/>
                <a:ext cx="38919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zh-CN" altLang="en-US" sz="1600" dirty="0">
                    <a:latin typeface="Courier New" panose="020703090202050204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❷</a:t>
                </a:r>
                <a:endParaRPr lang="zh-CN" altLang="en-US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00DF5279-E3F9-451E-AE63-0E6253364FA4}"/>
                </a:ext>
              </a:extLst>
            </p:cNvPr>
            <p:cNvGrpSpPr/>
            <p:nvPr/>
          </p:nvGrpSpPr>
          <p:grpSpPr>
            <a:xfrm>
              <a:off x="2253760" y="-18963480"/>
              <a:ext cx="2222911" cy="584775"/>
              <a:chOff x="7399076" y="1070288"/>
              <a:chExt cx="2222911" cy="584775"/>
            </a:xfrm>
          </p:grpSpPr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30AC80D8-FFE4-4FD0-B40E-970CA2F14573}"/>
                  </a:ext>
                </a:extLst>
              </p:cNvPr>
              <p:cNvSpPr txBox="1"/>
              <p:nvPr/>
            </p:nvSpPr>
            <p:spPr>
              <a:xfrm>
                <a:off x="7685539" y="1070288"/>
                <a:ext cx="1936448" cy="58477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altLang="zh-CN" sz="1600" dirty="0">
                    <a:latin typeface="Courier New" panose="020703090202050204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src:</a:t>
                </a:r>
                <a:r>
                  <a:rPr lang="en-US" altLang="zh-CN" sz="1600" b="1" dirty="0">
                    <a:latin typeface="Courier New" panose="020703090202050204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2.2.2.2</a:t>
                </a:r>
              </a:p>
              <a:p>
                <a:pPr algn="ctr"/>
                <a:r>
                  <a:rPr lang="en-US" altLang="zh-CN" sz="1600" dirty="0">
                    <a:latin typeface="Courier New" panose="020703090202050204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dst:</a:t>
                </a:r>
                <a:r>
                  <a:rPr lang="en-US" altLang="zh-CN" sz="1600" b="1" dirty="0">
                    <a:latin typeface="Courier New" panose="020703090202050204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5.5.5.5:69</a:t>
                </a:r>
                <a:endParaRPr lang="zh-CN" altLang="en-US" sz="1600" b="1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endParaRPr>
              </a:p>
            </p:txBody>
          </p: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F24898E7-4B00-4B8E-8F51-48AB1A47BE69}"/>
                  </a:ext>
                </a:extLst>
              </p:cNvPr>
              <p:cNvSpPr txBox="1"/>
              <p:nvPr/>
            </p:nvSpPr>
            <p:spPr>
              <a:xfrm>
                <a:off x="7399076" y="1210979"/>
                <a:ext cx="38919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zh-CN" altLang="en-US" sz="1600" dirty="0">
                    <a:latin typeface="Courier New" panose="020703090202050204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❸</a:t>
                </a:r>
                <a:endParaRPr lang="zh-CN" altLang="en-US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2FEA62FD-C8CA-4B88-B239-AC51863155FF}"/>
              </a:ext>
            </a:extLst>
          </p:cNvPr>
          <p:cNvGrpSpPr/>
          <p:nvPr/>
        </p:nvGrpSpPr>
        <p:grpSpPr>
          <a:xfrm>
            <a:off x="337921" y="2294939"/>
            <a:ext cx="6680730" cy="2171646"/>
            <a:chOff x="506298" y="-18033758"/>
            <a:chExt cx="6680730" cy="2171646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35DD2726-83B3-40A5-A7FE-C52BB56A348E}"/>
                </a:ext>
              </a:extLst>
            </p:cNvPr>
            <p:cNvSpPr/>
            <p:nvPr/>
          </p:nvSpPr>
          <p:spPr>
            <a:xfrm>
              <a:off x="5205946" y="-18030557"/>
              <a:ext cx="1981082" cy="2168445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0026DFA6-849F-47C8-96B1-47F324921148}"/>
                </a:ext>
              </a:extLst>
            </p:cNvPr>
            <p:cNvSpPr/>
            <p:nvPr/>
          </p:nvSpPr>
          <p:spPr>
            <a:xfrm>
              <a:off x="506298" y="-18033758"/>
              <a:ext cx="1701972" cy="2168445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47304613-199F-4097-AE73-7E97191D2508}"/>
                </a:ext>
              </a:extLst>
            </p:cNvPr>
            <p:cNvSpPr txBox="1"/>
            <p:nvPr/>
          </p:nvSpPr>
          <p:spPr>
            <a:xfrm>
              <a:off x="506298" y="-18029402"/>
              <a:ext cx="1701975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公网主机</a:t>
              </a:r>
            </a:p>
          </p:txBody>
        </p:sp>
        <p:pic>
          <p:nvPicPr>
            <p:cNvPr id="48" name="图片 47">
              <a:extLst>
                <a:ext uri="{FF2B5EF4-FFF2-40B4-BE49-F238E27FC236}">
                  <a16:creationId xmlns:a16="http://schemas.microsoft.com/office/drawing/2014/main" id="{46045AE2-46D6-4AF5-A686-4308FD9A41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900084" y="-17407367"/>
              <a:ext cx="914399" cy="914399"/>
            </a:xfrm>
            <a:prstGeom prst="rect">
              <a:avLst/>
            </a:prstGeom>
          </p:spPr>
        </p:pic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785CFFE9-0769-472B-98CB-C80A308D6049}"/>
                </a:ext>
              </a:extLst>
            </p:cNvPr>
            <p:cNvSpPr/>
            <p:nvPr/>
          </p:nvSpPr>
          <p:spPr>
            <a:xfrm>
              <a:off x="4707686" y="-17897723"/>
              <a:ext cx="996513" cy="1900968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AC434AA7-78EB-462A-855C-736D4FCD5180}"/>
                </a:ext>
              </a:extLst>
            </p:cNvPr>
            <p:cNvSpPr/>
            <p:nvPr/>
          </p:nvSpPr>
          <p:spPr>
            <a:xfrm>
              <a:off x="4456158" y="-17897724"/>
              <a:ext cx="251187" cy="1900970"/>
            </a:xfrm>
            <a:prstGeom prst="rect">
              <a:avLst/>
            </a:prstGeom>
            <a:solidFill>
              <a:srgbClr val="5D17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梯形 50">
              <a:extLst>
                <a:ext uri="{FF2B5EF4-FFF2-40B4-BE49-F238E27FC236}">
                  <a16:creationId xmlns:a16="http://schemas.microsoft.com/office/drawing/2014/main" id="{13CC4800-552C-4E01-AE95-AB440B41831C}"/>
                </a:ext>
              </a:extLst>
            </p:cNvPr>
            <p:cNvSpPr/>
            <p:nvPr/>
          </p:nvSpPr>
          <p:spPr>
            <a:xfrm rot="16200000">
              <a:off x="4268697" y="-17415643"/>
              <a:ext cx="625291" cy="251188"/>
            </a:xfrm>
            <a:prstGeom prst="trapezoid">
              <a:avLst>
                <a:gd name="adj" fmla="val 55336"/>
              </a:avLst>
            </a:prstGeom>
            <a:solidFill>
              <a:srgbClr val="A32D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D4BDB7B9-3DCD-44EC-BFFD-2F0C923BF008}"/>
                </a:ext>
              </a:extLst>
            </p:cNvPr>
            <p:cNvSpPr/>
            <p:nvPr/>
          </p:nvSpPr>
          <p:spPr>
            <a:xfrm>
              <a:off x="4855759" y="-17523695"/>
              <a:ext cx="702326" cy="462958"/>
            </a:xfrm>
            <a:prstGeom prst="rect">
              <a:avLst/>
            </a:prstGeom>
            <a:solidFill>
              <a:srgbClr val="F8CC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96</a:t>
              </a:r>
              <a:endParaRPr lang="zh-CN" altLang="en-US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26E63884-94AC-47EB-8127-0C3904A11C18}"/>
                </a:ext>
              </a:extLst>
            </p:cNvPr>
            <p:cNvSpPr txBox="1"/>
            <p:nvPr/>
          </p:nvSpPr>
          <p:spPr>
            <a:xfrm>
              <a:off x="4707346" y="-17879986"/>
              <a:ext cx="996513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F8CCB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NAT</a:t>
              </a:r>
              <a:endParaRPr lang="zh-CN" altLang="en-US" sz="1600" b="1" dirty="0">
                <a:solidFill>
                  <a:srgbClr val="F8CC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08613701-C2B5-4A05-BADB-4AF2770EED92}"/>
                </a:ext>
              </a:extLst>
            </p:cNvPr>
            <p:cNvSpPr txBox="1"/>
            <p:nvPr/>
          </p:nvSpPr>
          <p:spPr>
            <a:xfrm>
              <a:off x="3399460" y="-16335307"/>
              <a:ext cx="1062398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rgbClr val="D74514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5.5.5.5</a:t>
              </a:r>
              <a:endParaRPr lang="zh-CN" altLang="en-US" sz="1600" dirty="0">
                <a:solidFill>
                  <a:srgbClr val="D74514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0C54CC8D-5F35-42F0-99F2-61B2D1780E38}"/>
                </a:ext>
              </a:extLst>
            </p:cNvPr>
            <p:cNvSpPr/>
            <p:nvPr/>
          </p:nvSpPr>
          <p:spPr>
            <a:xfrm>
              <a:off x="4855759" y="-16701888"/>
              <a:ext cx="702326" cy="462958"/>
            </a:xfrm>
            <a:prstGeom prst="rect">
              <a:avLst/>
            </a:prstGeom>
            <a:solidFill>
              <a:srgbClr val="F8CC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69</a:t>
              </a:r>
              <a:endParaRPr lang="zh-CN" altLang="en-US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6" name="梯形 55">
              <a:extLst>
                <a:ext uri="{FF2B5EF4-FFF2-40B4-BE49-F238E27FC236}">
                  <a16:creationId xmlns:a16="http://schemas.microsoft.com/office/drawing/2014/main" id="{D4AA5F5D-456A-436C-AD49-7B9195330D6A}"/>
                </a:ext>
              </a:extLst>
            </p:cNvPr>
            <p:cNvSpPr/>
            <p:nvPr/>
          </p:nvSpPr>
          <p:spPr>
            <a:xfrm rot="16200000">
              <a:off x="4268697" y="-16612348"/>
              <a:ext cx="625291" cy="251188"/>
            </a:xfrm>
            <a:prstGeom prst="trapezoid">
              <a:avLst>
                <a:gd name="adj" fmla="val 55336"/>
              </a:avLst>
            </a:prstGeom>
            <a:solidFill>
              <a:srgbClr val="A32D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40ECF43E-9F2A-41F7-9D5D-DBA646EE0F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0702" y="-17897724"/>
              <a:ext cx="914401" cy="914401"/>
            </a:xfrm>
            <a:prstGeom prst="rect">
              <a:avLst/>
            </a:prstGeom>
          </p:spPr>
        </p:pic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18D885B8-1D0F-42A4-ADE3-8452924679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60091" y="-16915010"/>
              <a:ext cx="914401" cy="914401"/>
            </a:xfrm>
            <a:prstGeom prst="rect">
              <a:avLst/>
            </a:prstGeom>
          </p:spPr>
        </p:pic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B169DF28-78C1-4C33-9A90-C4DD4FBFBD49}"/>
                </a:ext>
              </a:extLst>
            </p:cNvPr>
            <p:cNvCxnSpPr>
              <a:cxnSpLocks/>
              <a:stCxn id="52" idx="3"/>
            </p:cNvCxnSpPr>
            <p:nvPr/>
          </p:nvCxnSpPr>
          <p:spPr>
            <a:xfrm flipV="1">
              <a:off x="5558085" y="-17293154"/>
              <a:ext cx="148073" cy="938"/>
            </a:xfrm>
            <a:prstGeom prst="line">
              <a:avLst/>
            </a:prstGeom>
            <a:ln w="25400">
              <a:solidFill>
                <a:schemeClr val="bg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258CB5C3-D9E0-4550-9762-9584F6651B92}"/>
                </a:ext>
              </a:extLst>
            </p:cNvPr>
            <p:cNvCxnSpPr>
              <a:cxnSpLocks/>
              <a:stCxn id="55" idx="3"/>
            </p:cNvCxnSpPr>
            <p:nvPr/>
          </p:nvCxnSpPr>
          <p:spPr>
            <a:xfrm>
              <a:off x="5558085" y="-16470409"/>
              <a:ext cx="148073" cy="0"/>
            </a:xfrm>
            <a:prstGeom prst="line">
              <a:avLst/>
            </a:prstGeom>
            <a:ln w="25400">
              <a:solidFill>
                <a:schemeClr val="bg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C42DB052-6514-44B7-B0CA-EF43A80244CB}"/>
                </a:ext>
              </a:extLst>
            </p:cNvPr>
            <p:cNvCxnSpPr>
              <a:cxnSpLocks/>
            </p:cNvCxnSpPr>
            <p:nvPr/>
          </p:nvCxnSpPr>
          <p:spPr>
            <a:xfrm>
              <a:off x="5703857" y="-17293154"/>
              <a:ext cx="374627" cy="0"/>
            </a:xfrm>
            <a:prstGeom prst="line">
              <a:avLst/>
            </a:prstGeom>
            <a:ln w="25400">
              <a:solidFill>
                <a:schemeClr val="tx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85D22553-2BF9-4D12-AE42-7736604EF293}"/>
                </a:ext>
              </a:extLst>
            </p:cNvPr>
            <p:cNvCxnSpPr>
              <a:cxnSpLocks/>
            </p:cNvCxnSpPr>
            <p:nvPr/>
          </p:nvCxnSpPr>
          <p:spPr>
            <a:xfrm>
              <a:off x="5703857" y="-16470409"/>
              <a:ext cx="374627" cy="0"/>
            </a:xfrm>
            <a:prstGeom prst="line">
              <a:avLst/>
            </a:prstGeom>
            <a:ln w="25400">
              <a:solidFill>
                <a:schemeClr val="tx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86278BFA-DCF3-40A9-87FE-DAD06B1CD350}"/>
                </a:ext>
              </a:extLst>
            </p:cNvPr>
            <p:cNvSpPr txBox="1"/>
            <p:nvPr/>
          </p:nvSpPr>
          <p:spPr>
            <a:xfrm>
              <a:off x="2312743" y="-17302503"/>
              <a:ext cx="1355937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2.2.2.2:??</a:t>
              </a:r>
              <a:endParaRPr lang="zh-CN" altLang="en-US" sz="1600" b="1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2D36B0E0-C7BB-4CC8-8D7A-665484DC6AB8}"/>
                </a:ext>
              </a:extLst>
            </p:cNvPr>
            <p:cNvCxnSpPr>
              <a:cxnSpLocks/>
              <a:stCxn id="48" idx="3"/>
            </p:cNvCxnSpPr>
            <p:nvPr/>
          </p:nvCxnSpPr>
          <p:spPr>
            <a:xfrm>
              <a:off x="900084" y="-16950167"/>
              <a:ext cx="3005044" cy="0"/>
            </a:xfrm>
            <a:prstGeom prst="line">
              <a:avLst/>
            </a:prstGeom>
            <a:ln w="25400">
              <a:solidFill>
                <a:schemeClr val="tx1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2A43A762-DFBF-47EA-BC8C-FBB88E20D835}"/>
                </a:ext>
              </a:extLst>
            </p:cNvPr>
            <p:cNvCxnSpPr>
              <a:cxnSpLocks/>
              <a:endCxn id="51" idx="0"/>
            </p:cNvCxnSpPr>
            <p:nvPr/>
          </p:nvCxnSpPr>
          <p:spPr>
            <a:xfrm flipV="1">
              <a:off x="3904719" y="-17290049"/>
              <a:ext cx="551030" cy="350743"/>
            </a:xfrm>
            <a:prstGeom prst="line">
              <a:avLst/>
            </a:prstGeom>
            <a:ln w="25400">
              <a:solidFill>
                <a:schemeClr val="tx1"/>
              </a:solidFill>
              <a:prstDash val="sysDash"/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4E92BB6D-689C-4FF7-8537-4A48BD0E2DA5}"/>
                </a:ext>
              </a:extLst>
            </p:cNvPr>
            <p:cNvCxnSpPr>
              <a:cxnSpLocks/>
              <a:endCxn id="56" idx="0"/>
            </p:cNvCxnSpPr>
            <p:nvPr/>
          </p:nvCxnSpPr>
          <p:spPr>
            <a:xfrm>
              <a:off x="3904718" y="-16918091"/>
              <a:ext cx="551031" cy="431337"/>
            </a:xfrm>
            <a:prstGeom prst="line">
              <a:avLst/>
            </a:prstGeom>
            <a:ln w="25400">
              <a:solidFill>
                <a:schemeClr val="tx1"/>
              </a:solidFill>
              <a:prstDash val="sysDash"/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27D0F27E-9DED-4ADC-B454-F7AFCD54C3E1}"/>
              </a:ext>
            </a:extLst>
          </p:cNvPr>
          <p:cNvGrpSpPr/>
          <p:nvPr/>
        </p:nvGrpSpPr>
        <p:grpSpPr>
          <a:xfrm>
            <a:off x="7338178" y="2290327"/>
            <a:ext cx="4566180" cy="2179523"/>
            <a:chOff x="7506555" y="-18038370"/>
            <a:chExt cx="4566180" cy="2179523"/>
          </a:xfrm>
        </p:grpSpPr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2F52ADA4-2FD2-44E6-8566-DC1DEFACD634}"/>
                </a:ext>
              </a:extLst>
            </p:cNvPr>
            <p:cNvSpPr/>
            <p:nvPr/>
          </p:nvSpPr>
          <p:spPr>
            <a:xfrm>
              <a:off x="10279285" y="-18027292"/>
              <a:ext cx="1793450" cy="2168445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F3DFF019-903C-4CF3-86A4-A7DDF81DDC83}"/>
                </a:ext>
              </a:extLst>
            </p:cNvPr>
            <p:cNvSpPr/>
            <p:nvPr/>
          </p:nvSpPr>
          <p:spPr>
            <a:xfrm>
              <a:off x="7506555" y="-16911745"/>
              <a:ext cx="1701972" cy="1049697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0" name="图片 69">
              <a:extLst>
                <a:ext uri="{FF2B5EF4-FFF2-40B4-BE49-F238E27FC236}">
                  <a16:creationId xmlns:a16="http://schemas.microsoft.com/office/drawing/2014/main" id="{E489535E-D343-449C-A8E8-C798459D6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920101" y="-16848831"/>
              <a:ext cx="914399" cy="914399"/>
            </a:xfrm>
            <a:prstGeom prst="rect">
              <a:avLst/>
            </a:prstGeom>
          </p:spPr>
        </p:pic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03114E52-E942-40C4-97E2-1CC3517B1184}"/>
                </a:ext>
              </a:extLst>
            </p:cNvPr>
            <p:cNvSpPr/>
            <p:nvPr/>
          </p:nvSpPr>
          <p:spPr>
            <a:xfrm>
              <a:off x="10031543" y="-17894458"/>
              <a:ext cx="631611" cy="1900968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6F7C2582-56D0-4B82-BDC9-94E99588DA48}"/>
                </a:ext>
              </a:extLst>
            </p:cNvPr>
            <p:cNvSpPr/>
            <p:nvPr/>
          </p:nvSpPr>
          <p:spPr>
            <a:xfrm>
              <a:off x="9780015" y="-17894459"/>
              <a:ext cx="251187" cy="1900970"/>
            </a:xfrm>
            <a:prstGeom prst="rect">
              <a:avLst/>
            </a:prstGeom>
            <a:solidFill>
              <a:srgbClr val="5D17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C62C6B23-8714-4732-A94B-902A32B8EA2F}"/>
                </a:ext>
              </a:extLst>
            </p:cNvPr>
            <p:cNvSpPr txBox="1"/>
            <p:nvPr/>
          </p:nvSpPr>
          <p:spPr>
            <a:xfrm>
              <a:off x="9951435" y="-17876721"/>
              <a:ext cx="791488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F8CCB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NAT</a:t>
              </a:r>
              <a:endParaRPr lang="zh-CN" altLang="en-US" sz="1600" b="1" dirty="0">
                <a:solidFill>
                  <a:srgbClr val="F8CC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74" name="梯形 73">
              <a:extLst>
                <a:ext uri="{FF2B5EF4-FFF2-40B4-BE49-F238E27FC236}">
                  <a16:creationId xmlns:a16="http://schemas.microsoft.com/office/drawing/2014/main" id="{6AF7C8F8-2706-433D-8B73-22CAB036C01B}"/>
                </a:ext>
              </a:extLst>
            </p:cNvPr>
            <p:cNvSpPr/>
            <p:nvPr/>
          </p:nvSpPr>
          <p:spPr>
            <a:xfrm rot="16200000">
              <a:off x="9592623" y="-16654941"/>
              <a:ext cx="625291" cy="251188"/>
            </a:xfrm>
            <a:prstGeom prst="trapezoid">
              <a:avLst>
                <a:gd name="adj" fmla="val 55336"/>
              </a:avLst>
            </a:prstGeom>
            <a:solidFill>
              <a:srgbClr val="A32D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75" name="图片 74">
              <a:extLst>
                <a:ext uri="{FF2B5EF4-FFF2-40B4-BE49-F238E27FC236}">
                  <a16:creationId xmlns:a16="http://schemas.microsoft.com/office/drawing/2014/main" id="{6E4E0543-5939-4C01-8C81-CB4A85474D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45798" y="-16911745"/>
              <a:ext cx="914401" cy="914401"/>
            </a:xfrm>
            <a:prstGeom prst="rect">
              <a:avLst/>
            </a:prstGeom>
          </p:spPr>
        </p:pic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10D190CF-F190-4326-964C-87819219CB51}"/>
                </a:ext>
              </a:extLst>
            </p:cNvPr>
            <p:cNvCxnSpPr>
              <a:cxnSpLocks/>
            </p:cNvCxnSpPr>
            <p:nvPr/>
          </p:nvCxnSpPr>
          <p:spPr>
            <a:xfrm>
              <a:off x="8834158" y="-16391632"/>
              <a:ext cx="945516" cy="12757"/>
            </a:xfrm>
            <a:prstGeom prst="line">
              <a:avLst/>
            </a:prstGeom>
            <a:ln w="25400">
              <a:solidFill>
                <a:srgbClr val="00B050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81933C93-4A95-4277-B488-4508BF04A3A5}"/>
                </a:ext>
              </a:extLst>
            </p:cNvPr>
            <p:cNvSpPr/>
            <p:nvPr/>
          </p:nvSpPr>
          <p:spPr>
            <a:xfrm>
              <a:off x="7506555" y="-18038370"/>
              <a:ext cx="1701972" cy="1049697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8" name="图片 77">
              <a:extLst>
                <a:ext uri="{FF2B5EF4-FFF2-40B4-BE49-F238E27FC236}">
                  <a16:creationId xmlns:a16="http://schemas.microsoft.com/office/drawing/2014/main" id="{64028D18-B1A8-4296-8F4A-61D56131A0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920100" y="-17966108"/>
              <a:ext cx="914399" cy="914399"/>
            </a:xfrm>
            <a:prstGeom prst="rect">
              <a:avLst/>
            </a:prstGeom>
          </p:spPr>
        </p:pic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106F25E0-79DC-4636-BCFC-38C0C926AB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34159" y="-16686907"/>
              <a:ext cx="945515" cy="7353"/>
            </a:xfrm>
            <a:prstGeom prst="line">
              <a:avLst/>
            </a:prstGeom>
            <a:ln w="25400">
              <a:solidFill>
                <a:srgbClr val="00B050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422B23B5-1726-4686-A121-DC3ABFC83621}"/>
                </a:ext>
              </a:extLst>
            </p:cNvPr>
            <p:cNvCxnSpPr>
              <a:cxnSpLocks/>
            </p:cNvCxnSpPr>
            <p:nvPr/>
          </p:nvCxnSpPr>
          <p:spPr>
            <a:xfrm>
              <a:off x="9779674" y="-16686907"/>
              <a:ext cx="883480" cy="0"/>
            </a:xfrm>
            <a:prstGeom prst="line">
              <a:avLst/>
            </a:prstGeom>
            <a:ln w="25400">
              <a:solidFill>
                <a:schemeClr val="bg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EEB57251-7969-41D5-81D1-B6CBEABFE707}"/>
                </a:ext>
              </a:extLst>
            </p:cNvPr>
            <p:cNvCxnSpPr>
              <a:cxnSpLocks/>
            </p:cNvCxnSpPr>
            <p:nvPr/>
          </p:nvCxnSpPr>
          <p:spPr>
            <a:xfrm>
              <a:off x="9779674" y="-16385191"/>
              <a:ext cx="883480" cy="12632"/>
            </a:xfrm>
            <a:prstGeom prst="line">
              <a:avLst/>
            </a:prstGeom>
            <a:ln w="25400">
              <a:solidFill>
                <a:schemeClr val="bg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5BEC4573-33C0-473C-8FC9-88CF58B21B9F}"/>
                </a:ext>
              </a:extLst>
            </p:cNvPr>
            <p:cNvCxnSpPr>
              <a:cxnSpLocks/>
            </p:cNvCxnSpPr>
            <p:nvPr/>
          </p:nvCxnSpPr>
          <p:spPr>
            <a:xfrm>
              <a:off x="10663155" y="-16372559"/>
              <a:ext cx="282643" cy="0"/>
            </a:xfrm>
            <a:prstGeom prst="line">
              <a:avLst/>
            </a:prstGeom>
            <a:ln w="25400">
              <a:solidFill>
                <a:srgbClr val="00B050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98CD855B-203A-471A-A9BD-ACAD2BF9879A}"/>
                </a:ext>
              </a:extLst>
            </p:cNvPr>
            <p:cNvCxnSpPr>
              <a:cxnSpLocks/>
            </p:cNvCxnSpPr>
            <p:nvPr/>
          </p:nvCxnSpPr>
          <p:spPr>
            <a:xfrm>
              <a:off x="10663155" y="-16686908"/>
              <a:ext cx="291676" cy="0"/>
            </a:xfrm>
            <a:prstGeom prst="line">
              <a:avLst/>
            </a:prstGeom>
            <a:ln w="25400">
              <a:solidFill>
                <a:srgbClr val="00B050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7B4F1374-0126-404B-970A-CBE0AA4075A2}"/>
                </a:ext>
              </a:extLst>
            </p:cNvPr>
            <p:cNvCxnSpPr>
              <a:cxnSpLocks/>
              <a:stCxn id="78" idx="1"/>
            </p:cNvCxnSpPr>
            <p:nvPr/>
          </p:nvCxnSpPr>
          <p:spPr>
            <a:xfrm>
              <a:off x="8834499" y="-17508908"/>
              <a:ext cx="945175" cy="4626"/>
            </a:xfrm>
            <a:prstGeom prst="line">
              <a:avLst/>
            </a:prstGeom>
            <a:ln w="25400">
              <a:solidFill>
                <a:srgbClr val="FF0000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F69DE3EA-9BAF-4777-87B0-440DDE94A776}"/>
                </a:ext>
              </a:extLst>
            </p:cNvPr>
            <p:cNvSpPr txBox="1"/>
            <p:nvPr/>
          </p:nvSpPr>
          <p:spPr>
            <a:xfrm>
              <a:off x="9248044" y="-17857149"/>
              <a:ext cx="38919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rgbClr val="FF0000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❶</a:t>
              </a:r>
              <a:endParaRPr lang="zh-CN" alt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823068A6-20D1-405D-B7A2-187F18F3116D}"/>
                </a:ext>
              </a:extLst>
            </p:cNvPr>
            <p:cNvSpPr txBox="1"/>
            <p:nvPr/>
          </p:nvSpPr>
          <p:spPr>
            <a:xfrm>
              <a:off x="9250006" y="-17018108"/>
              <a:ext cx="38919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zh-CN" altLang="en-US" sz="1600" dirty="0">
                  <a:solidFill>
                    <a:srgbClr val="00B050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❷</a:t>
              </a:r>
              <a:endParaRPr lang="zh-CN" alt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39368245-9E80-4B75-AAB8-1635E65D7E29}"/>
                </a:ext>
              </a:extLst>
            </p:cNvPr>
            <p:cNvSpPr txBox="1"/>
            <p:nvPr/>
          </p:nvSpPr>
          <p:spPr>
            <a:xfrm>
              <a:off x="9248044" y="-16377788"/>
              <a:ext cx="38919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zh-CN" altLang="en-US" sz="1600" dirty="0">
                  <a:solidFill>
                    <a:srgbClr val="00B050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❸</a:t>
              </a:r>
              <a:endParaRPr lang="zh-CN" alt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0EEE9D08-8EB2-4A28-8511-B0306AB4D983}"/>
              </a:ext>
            </a:extLst>
          </p:cNvPr>
          <p:cNvGrpSpPr/>
          <p:nvPr/>
        </p:nvGrpSpPr>
        <p:grpSpPr>
          <a:xfrm>
            <a:off x="337580" y="4508554"/>
            <a:ext cx="7414143" cy="2171646"/>
            <a:chOff x="505957" y="-15820143"/>
            <a:chExt cx="7414143" cy="2171646"/>
          </a:xfrm>
        </p:grpSpPr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C3638C8C-5353-409B-8236-842CBB66BE2D}"/>
                </a:ext>
              </a:extLst>
            </p:cNvPr>
            <p:cNvSpPr/>
            <p:nvPr/>
          </p:nvSpPr>
          <p:spPr>
            <a:xfrm>
              <a:off x="5205945" y="-15816942"/>
              <a:ext cx="2714155" cy="2168445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EF934CC6-4D30-4F36-AB55-D434E07F9D2C}"/>
                </a:ext>
              </a:extLst>
            </p:cNvPr>
            <p:cNvSpPr/>
            <p:nvPr/>
          </p:nvSpPr>
          <p:spPr>
            <a:xfrm>
              <a:off x="506298" y="-15820143"/>
              <a:ext cx="1701972" cy="2168445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01BEAE01-8671-4D66-A7E0-1CF5E391C940}"/>
                </a:ext>
              </a:extLst>
            </p:cNvPr>
            <p:cNvSpPr txBox="1"/>
            <p:nvPr/>
          </p:nvSpPr>
          <p:spPr>
            <a:xfrm>
              <a:off x="506298" y="-15815787"/>
              <a:ext cx="1701975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公网用户</a:t>
              </a:r>
            </a:p>
          </p:txBody>
        </p: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765F7B41-F3EB-420C-813C-0C2D9BF76C1E}"/>
                </a:ext>
              </a:extLst>
            </p:cNvPr>
            <p:cNvSpPr/>
            <p:nvPr/>
          </p:nvSpPr>
          <p:spPr>
            <a:xfrm>
              <a:off x="4707686" y="-15684108"/>
              <a:ext cx="996513" cy="1900968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AB4A74DC-ECD3-4A4E-8021-8A70011B0AC5}"/>
                </a:ext>
              </a:extLst>
            </p:cNvPr>
            <p:cNvSpPr/>
            <p:nvPr/>
          </p:nvSpPr>
          <p:spPr>
            <a:xfrm>
              <a:off x="4456158" y="-15684109"/>
              <a:ext cx="251187" cy="1900970"/>
            </a:xfrm>
            <a:prstGeom prst="rect">
              <a:avLst/>
            </a:prstGeom>
            <a:solidFill>
              <a:srgbClr val="5D17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084AD899-84ED-4046-8349-D6C44FBF1E71}"/>
                </a:ext>
              </a:extLst>
            </p:cNvPr>
            <p:cNvSpPr/>
            <p:nvPr/>
          </p:nvSpPr>
          <p:spPr>
            <a:xfrm>
              <a:off x="4851020" y="-14962855"/>
              <a:ext cx="702326" cy="458462"/>
            </a:xfrm>
            <a:prstGeom prst="rect">
              <a:avLst/>
            </a:prstGeom>
            <a:solidFill>
              <a:srgbClr val="F8CC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80</a:t>
              </a:r>
              <a:endParaRPr lang="zh-CN" altLang="en-US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8760FD61-B1C1-41EB-871F-69BAB7B45310}"/>
                </a:ext>
              </a:extLst>
            </p:cNvPr>
            <p:cNvSpPr txBox="1"/>
            <p:nvPr/>
          </p:nvSpPr>
          <p:spPr>
            <a:xfrm>
              <a:off x="4707346" y="-15666371"/>
              <a:ext cx="996513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F8CCB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NAT</a:t>
              </a:r>
              <a:endParaRPr lang="zh-CN" altLang="en-US" sz="1600" b="1" dirty="0">
                <a:solidFill>
                  <a:srgbClr val="F8CC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C5B7FFF6-6170-4EB4-989F-9AEE78AD8314}"/>
                </a:ext>
              </a:extLst>
            </p:cNvPr>
            <p:cNvSpPr txBox="1"/>
            <p:nvPr/>
          </p:nvSpPr>
          <p:spPr>
            <a:xfrm>
              <a:off x="3399460" y="-14121692"/>
              <a:ext cx="1062398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rgbClr val="D74514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5.5.5.5</a:t>
              </a:r>
              <a:endParaRPr lang="zh-CN" altLang="en-US" sz="1600" dirty="0">
                <a:solidFill>
                  <a:srgbClr val="D74514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97" name="梯形 96">
              <a:extLst>
                <a:ext uri="{FF2B5EF4-FFF2-40B4-BE49-F238E27FC236}">
                  <a16:creationId xmlns:a16="http://schemas.microsoft.com/office/drawing/2014/main" id="{6F20C468-E871-4300-9F12-4416CFF7266C}"/>
                </a:ext>
              </a:extLst>
            </p:cNvPr>
            <p:cNvSpPr/>
            <p:nvPr/>
          </p:nvSpPr>
          <p:spPr>
            <a:xfrm rot="16200000">
              <a:off x="4268696" y="-14862484"/>
              <a:ext cx="625291" cy="251188"/>
            </a:xfrm>
            <a:prstGeom prst="trapezoid">
              <a:avLst>
                <a:gd name="adj" fmla="val 55336"/>
              </a:avLst>
            </a:prstGeom>
            <a:solidFill>
              <a:srgbClr val="A32D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98" name="图片 97">
              <a:extLst>
                <a:ext uri="{FF2B5EF4-FFF2-40B4-BE49-F238E27FC236}">
                  <a16:creationId xmlns:a16="http://schemas.microsoft.com/office/drawing/2014/main" id="{4F4ED03E-3A2A-468E-8FA4-2A92939E68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0467" y="-15207535"/>
              <a:ext cx="914401" cy="914401"/>
            </a:xfrm>
            <a:prstGeom prst="rect">
              <a:avLst/>
            </a:prstGeom>
          </p:spPr>
        </p:pic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6468320D-4CB2-4661-9529-389599D5AB44}"/>
                </a:ext>
              </a:extLst>
            </p:cNvPr>
            <p:cNvCxnSpPr>
              <a:cxnSpLocks/>
            </p:cNvCxnSpPr>
            <p:nvPr/>
          </p:nvCxnSpPr>
          <p:spPr>
            <a:xfrm>
              <a:off x="4455747" y="-14562721"/>
              <a:ext cx="395273" cy="0"/>
            </a:xfrm>
            <a:prstGeom prst="line">
              <a:avLst/>
            </a:prstGeom>
            <a:ln w="25400">
              <a:solidFill>
                <a:schemeClr val="bg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B2B19F28-33A7-4156-BB72-D99A16A1579D}"/>
                </a:ext>
              </a:extLst>
            </p:cNvPr>
            <p:cNvCxnSpPr>
              <a:cxnSpLocks/>
            </p:cNvCxnSpPr>
            <p:nvPr/>
          </p:nvCxnSpPr>
          <p:spPr>
            <a:xfrm>
              <a:off x="4455747" y="-14908097"/>
              <a:ext cx="395273" cy="0"/>
            </a:xfrm>
            <a:prstGeom prst="line">
              <a:avLst/>
            </a:prstGeom>
            <a:ln w="25400">
              <a:solidFill>
                <a:schemeClr val="bg1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ABC09714-69C8-4A7C-B3C3-5841E20157EE}"/>
                </a:ext>
              </a:extLst>
            </p:cNvPr>
            <p:cNvCxnSpPr>
              <a:cxnSpLocks/>
            </p:cNvCxnSpPr>
            <p:nvPr/>
          </p:nvCxnSpPr>
          <p:spPr>
            <a:xfrm>
              <a:off x="5703857" y="-14908097"/>
              <a:ext cx="353226" cy="0"/>
            </a:xfrm>
            <a:prstGeom prst="line">
              <a:avLst/>
            </a:prstGeom>
            <a:ln w="25400">
              <a:solidFill>
                <a:schemeClr val="tx1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03F3783F-BFDF-424E-ADC0-386C9D7DD650}"/>
                </a:ext>
              </a:extLst>
            </p:cNvPr>
            <p:cNvCxnSpPr>
              <a:cxnSpLocks/>
            </p:cNvCxnSpPr>
            <p:nvPr/>
          </p:nvCxnSpPr>
          <p:spPr>
            <a:xfrm>
              <a:off x="5703856" y="-14563856"/>
              <a:ext cx="353227" cy="0"/>
            </a:xfrm>
            <a:prstGeom prst="line">
              <a:avLst/>
            </a:prstGeom>
            <a:ln w="25400">
              <a:solidFill>
                <a:schemeClr val="tx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9397A1B8-9112-4D00-87AA-35D6F8435136}"/>
                </a:ext>
              </a:extLst>
            </p:cNvPr>
            <p:cNvSpPr txBox="1"/>
            <p:nvPr/>
          </p:nvSpPr>
          <p:spPr>
            <a:xfrm>
              <a:off x="2138485" y="-15249217"/>
              <a:ext cx="2365104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16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❶</a:t>
              </a:r>
              <a:r>
                <a:rPr lang="zh-CN" altLang="en-US" sz="1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altLang="zh-CN" sz="1600" b="1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http://5.5.5.5/</a:t>
              </a:r>
              <a:endParaRPr lang="zh-CN" altLang="en-US" sz="1600" b="1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6E90EFC4-B1F3-4F17-9480-1503F26906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60772" y="-14563856"/>
              <a:ext cx="2494976" cy="4969"/>
            </a:xfrm>
            <a:prstGeom prst="line">
              <a:avLst/>
            </a:prstGeom>
            <a:ln w="25400">
              <a:solidFill>
                <a:schemeClr val="tx1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5" name="图片 104">
              <a:extLst>
                <a:ext uri="{FF2B5EF4-FFF2-40B4-BE49-F238E27FC236}">
                  <a16:creationId xmlns:a16="http://schemas.microsoft.com/office/drawing/2014/main" id="{91810B6C-EC46-443E-AE8E-7C8BC507A0A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970518" y="-15193753"/>
              <a:ext cx="914401" cy="914401"/>
            </a:xfrm>
            <a:prstGeom prst="rect">
              <a:avLst/>
            </a:prstGeom>
          </p:spPr>
        </p:pic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ACF3DF57-D234-4E41-9633-81B6647012D7}"/>
                </a:ext>
              </a:extLst>
            </p:cNvPr>
            <p:cNvSpPr/>
            <p:nvPr/>
          </p:nvSpPr>
          <p:spPr>
            <a:xfrm>
              <a:off x="6057083" y="-14966121"/>
              <a:ext cx="702326" cy="458462"/>
            </a:xfrm>
            <a:prstGeom prst="rect">
              <a:avLst/>
            </a:prstGeom>
            <a:solidFill>
              <a:srgbClr val="F8CC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80</a:t>
              </a:r>
              <a:endParaRPr lang="zh-CN" altLang="en-US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A75ADEB7-BF26-4F6B-A7C7-282DBAA38FFA}"/>
                </a:ext>
              </a:extLst>
            </p:cNvPr>
            <p:cNvCxnSpPr>
              <a:cxnSpLocks/>
            </p:cNvCxnSpPr>
            <p:nvPr/>
          </p:nvCxnSpPr>
          <p:spPr>
            <a:xfrm>
              <a:off x="5553346" y="-14908097"/>
              <a:ext cx="150511" cy="0"/>
            </a:xfrm>
            <a:prstGeom prst="line">
              <a:avLst/>
            </a:prstGeom>
            <a:ln w="25400">
              <a:solidFill>
                <a:schemeClr val="bg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C241E7E7-AED9-4CC8-8354-4D2C6C6230B7}"/>
                </a:ext>
              </a:extLst>
            </p:cNvPr>
            <p:cNvCxnSpPr>
              <a:cxnSpLocks/>
            </p:cNvCxnSpPr>
            <p:nvPr/>
          </p:nvCxnSpPr>
          <p:spPr>
            <a:xfrm>
              <a:off x="5553346" y="-14563856"/>
              <a:ext cx="150511" cy="0"/>
            </a:xfrm>
            <a:prstGeom prst="line">
              <a:avLst/>
            </a:prstGeom>
            <a:ln w="25400">
              <a:solidFill>
                <a:schemeClr val="bg1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BA36CDC1-53E4-4D52-969E-3E497011F6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60772" y="-14909738"/>
              <a:ext cx="2494976" cy="4969"/>
            </a:xfrm>
            <a:prstGeom prst="line">
              <a:avLst/>
            </a:prstGeom>
            <a:ln w="25400">
              <a:solidFill>
                <a:schemeClr val="tx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0" name="图片 109">
              <a:extLst>
                <a:ext uri="{FF2B5EF4-FFF2-40B4-BE49-F238E27FC236}">
                  <a16:creationId xmlns:a16="http://schemas.microsoft.com/office/drawing/2014/main" id="{4667E413-42DB-48E4-B6B2-6D0476E7AC1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0167" y="-15637197"/>
              <a:ext cx="453590" cy="453590"/>
            </a:xfrm>
            <a:prstGeom prst="rect">
              <a:avLst/>
            </a:prstGeom>
          </p:spPr>
        </p:pic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6CC3BCE5-2C8A-4BC8-8C2E-4F237B08D503}"/>
                </a:ext>
              </a:extLst>
            </p:cNvPr>
            <p:cNvCxnSpPr>
              <a:cxnSpLocks/>
              <a:stCxn id="110" idx="1"/>
            </p:cNvCxnSpPr>
            <p:nvPr/>
          </p:nvCxnSpPr>
          <p:spPr>
            <a:xfrm flipH="1">
              <a:off x="5703688" y="-15410402"/>
              <a:ext cx="1636479" cy="0"/>
            </a:xfrm>
            <a:prstGeom prst="line">
              <a:avLst/>
            </a:prstGeom>
            <a:ln w="25400">
              <a:solidFill>
                <a:schemeClr val="tx1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E4B4F865-B8B9-4BD6-839D-294CC1DADB10}"/>
                </a:ext>
              </a:extLst>
            </p:cNvPr>
            <p:cNvSpPr txBox="1"/>
            <p:nvPr/>
          </p:nvSpPr>
          <p:spPr>
            <a:xfrm>
              <a:off x="5657251" y="-15241551"/>
              <a:ext cx="38919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zh-CN" altLang="en-US" sz="16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❷</a:t>
              </a:r>
              <a:endParaRPr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A31D327B-ADAE-492D-B0C7-142FFBC84A29}"/>
                </a:ext>
              </a:extLst>
            </p:cNvPr>
            <p:cNvSpPr txBox="1"/>
            <p:nvPr/>
          </p:nvSpPr>
          <p:spPr>
            <a:xfrm>
              <a:off x="5657250" y="-14566287"/>
              <a:ext cx="38919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zh-CN" altLang="en-US" sz="16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❸</a:t>
              </a:r>
              <a:endParaRPr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14" name="文本框 113">
              <a:extLst>
                <a:ext uri="{FF2B5EF4-FFF2-40B4-BE49-F238E27FC236}">
                  <a16:creationId xmlns:a16="http://schemas.microsoft.com/office/drawing/2014/main" id="{146A8C90-310B-4347-920E-D4A683993BA9}"/>
                </a:ext>
              </a:extLst>
            </p:cNvPr>
            <p:cNvSpPr txBox="1"/>
            <p:nvPr/>
          </p:nvSpPr>
          <p:spPr>
            <a:xfrm>
              <a:off x="5935531" y="-15768229"/>
              <a:ext cx="1355937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1600" dirty="0">
                  <a:latin typeface="等线" panose="02010600030101010101" pitchFamily="2" charset="-122"/>
                  <a:ea typeface="等线" panose="02010600030101010101" pitchFamily="2" charset="-122"/>
                  <a:cs typeface="Courier New" panose="02070309020205020404" pitchFamily="49" charset="0"/>
                </a:rPr>
                <a:t>① 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修改端口</a:t>
              </a:r>
            </a:p>
          </p:txBody>
        </p:sp>
        <p:sp>
          <p:nvSpPr>
            <p:cNvPr id="115" name="文本框 114">
              <a:extLst>
                <a:ext uri="{FF2B5EF4-FFF2-40B4-BE49-F238E27FC236}">
                  <a16:creationId xmlns:a16="http://schemas.microsoft.com/office/drawing/2014/main" id="{6E7E03A7-59C0-4DA3-A705-C3CC920A4A77}"/>
                </a:ext>
              </a:extLst>
            </p:cNvPr>
            <p:cNvSpPr txBox="1"/>
            <p:nvPr/>
          </p:nvSpPr>
          <p:spPr>
            <a:xfrm>
              <a:off x="5978766" y="-14005355"/>
              <a:ext cx="1701974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rgbClr val="D74514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1.0.0.2</a:t>
              </a:r>
              <a:endParaRPr lang="zh-CN" altLang="en-US" sz="1600" dirty="0">
                <a:solidFill>
                  <a:srgbClr val="D74514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116" name="文本框 115">
              <a:extLst>
                <a:ext uri="{FF2B5EF4-FFF2-40B4-BE49-F238E27FC236}">
                  <a16:creationId xmlns:a16="http://schemas.microsoft.com/office/drawing/2014/main" id="{3CE75F34-4BF5-43BD-B888-B3593F2EE7E6}"/>
                </a:ext>
              </a:extLst>
            </p:cNvPr>
            <p:cNvSpPr txBox="1"/>
            <p:nvPr/>
          </p:nvSpPr>
          <p:spPr>
            <a:xfrm>
              <a:off x="505957" y="-14003714"/>
              <a:ext cx="1701974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rgbClr val="D74514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2.2.2.2</a:t>
              </a:r>
              <a:endParaRPr lang="zh-CN" altLang="en-US" sz="1600" dirty="0">
                <a:solidFill>
                  <a:srgbClr val="D74514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117" name="文本框 116">
              <a:extLst>
                <a:ext uri="{FF2B5EF4-FFF2-40B4-BE49-F238E27FC236}">
                  <a16:creationId xmlns:a16="http://schemas.microsoft.com/office/drawing/2014/main" id="{1D3B4C9B-E349-47DC-BE56-C68ABA749A8F}"/>
                </a:ext>
              </a:extLst>
            </p:cNvPr>
            <p:cNvSpPr txBox="1"/>
            <p:nvPr/>
          </p:nvSpPr>
          <p:spPr>
            <a:xfrm>
              <a:off x="3068778" y="-14566287"/>
              <a:ext cx="38919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zh-CN" altLang="en-US" sz="16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❹</a:t>
              </a:r>
              <a:endParaRPr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0426317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28847878-5916-4B6B-BC63-1944E6AD687A}"/>
              </a:ext>
            </a:extLst>
          </p:cNvPr>
          <p:cNvGrpSpPr/>
          <p:nvPr/>
        </p:nvGrpSpPr>
        <p:grpSpPr>
          <a:xfrm>
            <a:off x="527549" y="-292100"/>
            <a:ext cx="11346951" cy="2186749"/>
            <a:chOff x="548407" y="-13446742"/>
            <a:chExt cx="11346951" cy="2186749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C9E45908-EFEB-402B-8FF4-6B9D44293D30}"/>
                </a:ext>
              </a:extLst>
            </p:cNvPr>
            <p:cNvSpPr/>
            <p:nvPr/>
          </p:nvSpPr>
          <p:spPr>
            <a:xfrm>
              <a:off x="9181203" y="-13428438"/>
              <a:ext cx="2714155" cy="2168445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13C66758-422C-4A43-8B92-701D91624E57}"/>
                </a:ext>
              </a:extLst>
            </p:cNvPr>
            <p:cNvSpPr/>
            <p:nvPr/>
          </p:nvSpPr>
          <p:spPr>
            <a:xfrm>
              <a:off x="8682944" y="-13295604"/>
              <a:ext cx="996513" cy="1900968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D9AB2D03-8229-4871-A390-15F308F2D9F7}"/>
                </a:ext>
              </a:extLst>
            </p:cNvPr>
            <p:cNvSpPr/>
            <p:nvPr/>
          </p:nvSpPr>
          <p:spPr>
            <a:xfrm>
              <a:off x="8431416" y="-13295605"/>
              <a:ext cx="251187" cy="1900970"/>
            </a:xfrm>
            <a:prstGeom prst="rect">
              <a:avLst/>
            </a:prstGeom>
            <a:solidFill>
              <a:srgbClr val="5D17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3EA2FCBF-91DE-4334-850D-AC5A91FC18B4}"/>
                </a:ext>
              </a:extLst>
            </p:cNvPr>
            <p:cNvSpPr/>
            <p:nvPr/>
          </p:nvSpPr>
          <p:spPr>
            <a:xfrm>
              <a:off x="8826278" y="-12574351"/>
              <a:ext cx="702326" cy="458462"/>
            </a:xfrm>
            <a:prstGeom prst="rect">
              <a:avLst/>
            </a:prstGeom>
            <a:solidFill>
              <a:srgbClr val="F8CC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69</a:t>
              </a:r>
              <a:endParaRPr lang="zh-CN" altLang="en-US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4F3B83E6-5C7F-400F-ACB6-D7A38490E7EE}"/>
                </a:ext>
              </a:extLst>
            </p:cNvPr>
            <p:cNvSpPr txBox="1"/>
            <p:nvPr/>
          </p:nvSpPr>
          <p:spPr>
            <a:xfrm>
              <a:off x="8682604" y="-13277867"/>
              <a:ext cx="996513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F8CCB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NAT</a:t>
              </a:r>
              <a:endParaRPr lang="zh-CN" altLang="en-US" sz="1600" b="1" dirty="0">
                <a:solidFill>
                  <a:srgbClr val="F8CC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8" name="梯形 7">
              <a:extLst>
                <a:ext uri="{FF2B5EF4-FFF2-40B4-BE49-F238E27FC236}">
                  <a16:creationId xmlns:a16="http://schemas.microsoft.com/office/drawing/2014/main" id="{5FEC66BB-416E-4516-B3E9-0F03B307AA51}"/>
                </a:ext>
              </a:extLst>
            </p:cNvPr>
            <p:cNvSpPr/>
            <p:nvPr/>
          </p:nvSpPr>
          <p:spPr>
            <a:xfrm rot="16200000">
              <a:off x="8243954" y="-12473980"/>
              <a:ext cx="625291" cy="251188"/>
            </a:xfrm>
            <a:prstGeom prst="trapezoid">
              <a:avLst>
                <a:gd name="adj" fmla="val 55336"/>
              </a:avLst>
            </a:prstGeom>
            <a:solidFill>
              <a:srgbClr val="A32D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0C21E49B-3FB7-4DF9-932C-09669E6DF6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75725" y="-12819031"/>
              <a:ext cx="914401" cy="914401"/>
            </a:xfrm>
            <a:prstGeom prst="rect">
              <a:avLst/>
            </a:prstGeom>
          </p:spPr>
        </p:pic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0AC34A5C-67F8-4088-BBEE-C58379D6D180}"/>
                </a:ext>
              </a:extLst>
            </p:cNvPr>
            <p:cNvCxnSpPr>
              <a:cxnSpLocks/>
            </p:cNvCxnSpPr>
            <p:nvPr/>
          </p:nvCxnSpPr>
          <p:spPr>
            <a:xfrm>
              <a:off x="8431005" y="-12174217"/>
              <a:ext cx="395273" cy="0"/>
            </a:xfrm>
            <a:prstGeom prst="line">
              <a:avLst/>
            </a:prstGeom>
            <a:ln w="25400">
              <a:solidFill>
                <a:schemeClr val="bg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D78B4E74-9C8F-49E8-8B64-D23FFA48388A}"/>
                </a:ext>
              </a:extLst>
            </p:cNvPr>
            <p:cNvCxnSpPr>
              <a:cxnSpLocks/>
            </p:cNvCxnSpPr>
            <p:nvPr/>
          </p:nvCxnSpPr>
          <p:spPr>
            <a:xfrm>
              <a:off x="8431005" y="-12519593"/>
              <a:ext cx="395273" cy="0"/>
            </a:xfrm>
            <a:prstGeom prst="line">
              <a:avLst/>
            </a:prstGeom>
            <a:ln w="25400">
              <a:solidFill>
                <a:schemeClr val="bg1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3BB35F7D-51BD-4865-A123-EF78994F126B}"/>
                </a:ext>
              </a:extLst>
            </p:cNvPr>
            <p:cNvCxnSpPr>
              <a:cxnSpLocks/>
            </p:cNvCxnSpPr>
            <p:nvPr/>
          </p:nvCxnSpPr>
          <p:spPr>
            <a:xfrm>
              <a:off x="9679115" y="-12519593"/>
              <a:ext cx="353226" cy="0"/>
            </a:xfrm>
            <a:prstGeom prst="line">
              <a:avLst/>
            </a:prstGeom>
            <a:ln w="25400">
              <a:solidFill>
                <a:schemeClr val="tx1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14029B10-23E1-457D-B25D-8BA85D3FF083}"/>
                </a:ext>
              </a:extLst>
            </p:cNvPr>
            <p:cNvCxnSpPr>
              <a:cxnSpLocks/>
            </p:cNvCxnSpPr>
            <p:nvPr/>
          </p:nvCxnSpPr>
          <p:spPr>
            <a:xfrm>
              <a:off x="9679114" y="-12175352"/>
              <a:ext cx="353227" cy="0"/>
            </a:xfrm>
            <a:prstGeom prst="line">
              <a:avLst/>
            </a:prstGeom>
            <a:ln w="25400">
              <a:solidFill>
                <a:schemeClr val="tx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656949DB-02D9-4C31-BF43-7D36A8D9825A}"/>
                </a:ext>
              </a:extLst>
            </p:cNvPr>
            <p:cNvSpPr/>
            <p:nvPr/>
          </p:nvSpPr>
          <p:spPr>
            <a:xfrm>
              <a:off x="10032341" y="-12577617"/>
              <a:ext cx="702326" cy="458462"/>
            </a:xfrm>
            <a:prstGeom prst="rect">
              <a:avLst/>
            </a:prstGeom>
            <a:solidFill>
              <a:srgbClr val="F8CC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80</a:t>
              </a:r>
              <a:endParaRPr lang="zh-CN" altLang="en-US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1093B9C1-410C-4475-8C5C-6B386D470CDF}"/>
                </a:ext>
              </a:extLst>
            </p:cNvPr>
            <p:cNvCxnSpPr>
              <a:cxnSpLocks/>
            </p:cNvCxnSpPr>
            <p:nvPr/>
          </p:nvCxnSpPr>
          <p:spPr>
            <a:xfrm>
              <a:off x="9528604" y="-12519593"/>
              <a:ext cx="150511" cy="0"/>
            </a:xfrm>
            <a:prstGeom prst="line">
              <a:avLst/>
            </a:prstGeom>
            <a:ln w="25400">
              <a:solidFill>
                <a:schemeClr val="bg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68CC5508-8F96-49C3-8B96-3602B2B24AA2}"/>
                </a:ext>
              </a:extLst>
            </p:cNvPr>
            <p:cNvCxnSpPr>
              <a:cxnSpLocks/>
            </p:cNvCxnSpPr>
            <p:nvPr/>
          </p:nvCxnSpPr>
          <p:spPr>
            <a:xfrm>
              <a:off x="9528604" y="-12175352"/>
              <a:ext cx="150511" cy="0"/>
            </a:xfrm>
            <a:prstGeom prst="line">
              <a:avLst/>
            </a:prstGeom>
            <a:ln w="25400">
              <a:solidFill>
                <a:schemeClr val="bg1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84194B9B-6782-4008-BE22-0CBD30DDA42A}"/>
                </a:ext>
              </a:extLst>
            </p:cNvPr>
            <p:cNvSpPr txBox="1"/>
            <p:nvPr/>
          </p:nvSpPr>
          <p:spPr>
            <a:xfrm>
              <a:off x="9632509" y="-12853047"/>
              <a:ext cx="38919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zh-CN" altLang="en-US" sz="16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❸</a:t>
              </a:r>
              <a:endParaRPr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3D1247D4-3113-430C-926B-6C243EA323EC}"/>
                </a:ext>
              </a:extLst>
            </p:cNvPr>
            <p:cNvSpPr txBox="1"/>
            <p:nvPr/>
          </p:nvSpPr>
          <p:spPr>
            <a:xfrm>
              <a:off x="9632508" y="-12177783"/>
              <a:ext cx="38919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zh-CN" altLang="en-US" sz="16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❹</a:t>
              </a:r>
              <a:endParaRPr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0D32270C-B187-4348-8A81-942058269A5C}"/>
                </a:ext>
              </a:extLst>
            </p:cNvPr>
            <p:cNvSpPr txBox="1"/>
            <p:nvPr/>
          </p:nvSpPr>
          <p:spPr>
            <a:xfrm>
              <a:off x="9954024" y="-11616851"/>
              <a:ext cx="1701974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rgbClr val="D74514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1.0.0.2</a:t>
              </a:r>
              <a:endParaRPr lang="zh-CN" altLang="en-US" sz="1600" dirty="0">
                <a:solidFill>
                  <a:srgbClr val="D74514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B5A5CB3F-AB50-4307-B0F5-3110137957D2}"/>
                </a:ext>
              </a:extLst>
            </p:cNvPr>
            <p:cNvSpPr/>
            <p:nvPr/>
          </p:nvSpPr>
          <p:spPr>
            <a:xfrm>
              <a:off x="548748" y="-13446742"/>
              <a:ext cx="1701972" cy="2168445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B82369DF-3A71-47BC-BD74-66554FD0DAB8}"/>
                </a:ext>
              </a:extLst>
            </p:cNvPr>
            <p:cNvSpPr txBox="1"/>
            <p:nvPr/>
          </p:nvSpPr>
          <p:spPr>
            <a:xfrm>
              <a:off x="548748" y="-13442386"/>
              <a:ext cx="1701975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公网用户</a:t>
              </a:r>
            </a:p>
          </p:txBody>
        </p:sp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FF4465FD-D74F-4EC2-A68B-BAFC6B712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012968" y="-12820352"/>
              <a:ext cx="914401" cy="914401"/>
            </a:xfrm>
            <a:prstGeom prst="rect">
              <a:avLst/>
            </a:prstGeom>
          </p:spPr>
        </p:pic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C780102-5820-422A-B0D7-FE864D0FA838}"/>
                </a:ext>
              </a:extLst>
            </p:cNvPr>
            <p:cNvSpPr txBox="1"/>
            <p:nvPr/>
          </p:nvSpPr>
          <p:spPr>
            <a:xfrm>
              <a:off x="548407" y="-11630313"/>
              <a:ext cx="1701974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rgbClr val="D74514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2.2.2.2</a:t>
              </a:r>
              <a:endParaRPr lang="zh-CN" altLang="en-US" sz="1600" dirty="0">
                <a:solidFill>
                  <a:srgbClr val="D74514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DE822FB9-D985-48CF-B1B6-9A8F3DF30DA4}"/>
                </a:ext>
              </a:extLst>
            </p:cNvPr>
            <p:cNvSpPr/>
            <p:nvPr/>
          </p:nvSpPr>
          <p:spPr>
            <a:xfrm>
              <a:off x="4443336" y="-13441384"/>
              <a:ext cx="2197207" cy="2168445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1B9E7D80-5B87-4AE7-907B-58E996025D56}"/>
                </a:ext>
              </a:extLst>
            </p:cNvPr>
            <p:cNvSpPr/>
            <p:nvPr/>
          </p:nvSpPr>
          <p:spPr>
            <a:xfrm>
              <a:off x="4777526" y="-12590563"/>
              <a:ext cx="702326" cy="458462"/>
            </a:xfrm>
            <a:prstGeom prst="rect">
              <a:avLst/>
            </a:prstGeom>
            <a:solidFill>
              <a:srgbClr val="F8CC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80</a:t>
              </a:r>
              <a:endParaRPr lang="zh-CN" altLang="en-US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206F6284-4B3D-44FC-B412-3224C1C121FA}"/>
                </a:ext>
              </a:extLst>
            </p:cNvPr>
            <p:cNvSpPr txBox="1"/>
            <p:nvPr/>
          </p:nvSpPr>
          <p:spPr>
            <a:xfrm>
              <a:off x="4699209" y="-11629797"/>
              <a:ext cx="1701974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rgbClr val="D74514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1.0.0.2</a:t>
              </a:r>
              <a:endParaRPr lang="zh-CN" altLang="en-US" sz="1600" dirty="0">
                <a:solidFill>
                  <a:srgbClr val="D74514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B3F2B29B-FAF4-4A83-BE8B-3674395CE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79852" y="-12805586"/>
              <a:ext cx="914399" cy="914399"/>
            </a:xfrm>
            <a:prstGeom prst="rect">
              <a:avLst/>
            </a:prstGeom>
          </p:spPr>
        </p:pic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CEBBE153-E7F1-4B71-A564-45F3F6C506BE}"/>
                </a:ext>
              </a:extLst>
            </p:cNvPr>
            <p:cNvSpPr txBox="1"/>
            <p:nvPr/>
          </p:nvSpPr>
          <p:spPr>
            <a:xfrm>
              <a:off x="4699209" y="-13414150"/>
              <a:ext cx="1701975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中继服务器</a:t>
              </a:r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AB9498B5-55AD-4812-B140-88B7418424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78817" y="-12519593"/>
              <a:ext cx="2052188" cy="1699"/>
            </a:xfrm>
            <a:prstGeom prst="line">
              <a:avLst/>
            </a:prstGeom>
            <a:ln w="25400">
              <a:solidFill>
                <a:schemeClr val="tx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97AFCD1B-7C25-49CB-BA56-8E0B657424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85904" y="-12177837"/>
              <a:ext cx="2041281" cy="3620"/>
            </a:xfrm>
            <a:prstGeom prst="line">
              <a:avLst/>
            </a:prstGeom>
            <a:ln w="25400">
              <a:solidFill>
                <a:schemeClr val="tx1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C2B5A946-1B82-4481-918B-5D15271C8E07}"/>
                </a:ext>
              </a:extLst>
            </p:cNvPr>
            <p:cNvSpPr txBox="1"/>
            <p:nvPr/>
          </p:nvSpPr>
          <p:spPr>
            <a:xfrm>
              <a:off x="6649721" y="-12837226"/>
              <a:ext cx="1785104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16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❷</a:t>
              </a:r>
              <a:r>
                <a:rPr lang="zh-CN" altLang="en-US" sz="1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altLang="zh-CN" sz="1600" b="1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5.5.5.5:69</a:t>
              </a:r>
              <a:endParaRPr lang="zh-CN" altLang="en-US" sz="1600" b="1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0898C5E4-2D12-4081-A730-F7036D11361E}"/>
                </a:ext>
              </a:extLst>
            </p:cNvPr>
            <p:cNvSpPr txBox="1"/>
            <p:nvPr/>
          </p:nvSpPr>
          <p:spPr>
            <a:xfrm>
              <a:off x="2125664" y="-12860103"/>
              <a:ext cx="2365104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16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❶</a:t>
              </a:r>
              <a:r>
                <a:rPr lang="zh-CN" altLang="en-US" sz="1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altLang="zh-CN" sz="1600" b="1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http://3.3.3.3/</a:t>
              </a:r>
              <a:endParaRPr lang="zh-CN" altLang="en-US" sz="1600" b="1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A2735709-4BE2-4086-A940-6AC4C2D2B5C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47951" y="-12169773"/>
              <a:ext cx="2825755" cy="3024"/>
            </a:xfrm>
            <a:prstGeom prst="line">
              <a:avLst/>
            </a:prstGeom>
            <a:ln w="25400">
              <a:solidFill>
                <a:schemeClr val="tx1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29805D8D-F40D-42B3-91A4-4BEEF8BD22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47951" y="-12522551"/>
              <a:ext cx="2832107" cy="6896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3B800033-217D-4C1B-B7D2-2345CA2BDB15}"/>
                </a:ext>
              </a:extLst>
            </p:cNvPr>
            <p:cNvSpPr txBox="1"/>
            <p:nvPr/>
          </p:nvSpPr>
          <p:spPr>
            <a:xfrm>
              <a:off x="3055957" y="-12177173"/>
              <a:ext cx="38919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❻</a:t>
              </a:r>
              <a:endParaRPr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EA0FC04B-900A-4BB4-9D9B-7B25D6EEE5B4}"/>
                </a:ext>
              </a:extLst>
            </p:cNvPr>
            <p:cNvSpPr txBox="1"/>
            <p:nvPr/>
          </p:nvSpPr>
          <p:spPr>
            <a:xfrm>
              <a:off x="7339264" y="-12166749"/>
              <a:ext cx="38919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❺</a:t>
              </a:r>
              <a:endParaRPr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87E43168-8A78-43C6-9A74-1053A1D4E611}"/>
              </a:ext>
            </a:extLst>
          </p:cNvPr>
          <p:cNvGrpSpPr/>
          <p:nvPr/>
        </p:nvGrpSpPr>
        <p:grpSpPr>
          <a:xfrm>
            <a:off x="527549" y="2060489"/>
            <a:ext cx="7414143" cy="2171646"/>
            <a:chOff x="548407" y="-11094153"/>
            <a:chExt cx="7414143" cy="2171646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622A6C1A-F2AA-49F8-B2A8-6302E65EAAF7}"/>
                </a:ext>
              </a:extLst>
            </p:cNvPr>
            <p:cNvSpPr/>
            <p:nvPr/>
          </p:nvSpPr>
          <p:spPr>
            <a:xfrm>
              <a:off x="5248395" y="-11090952"/>
              <a:ext cx="2714155" cy="2168445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994331DE-C224-4646-816A-DEACFA2C1A5E}"/>
                </a:ext>
              </a:extLst>
            </p:cNvPr>
            <p:cNvSpPr/>
            <p:nvPr/>
          </p:nvSpPr>
          <p:spPr>
            <a:xfrm>
              <a:off x="548748" y="-11094153"/>
              <a:ext cx="1701972" cy="2168445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64AEE8C1-2922-4E3D-9B4B-215539F9DA3A}"/>
                </a:ext>
              </a:extLst>
            </p:cNvPr>
            <p:cNvSpPr txBox="1"/>
            <p:nvPr/>
          </p:nvSpPr>
          <p:spPr>
            <a:xfrm>
              <a:off x="548748" y="-11089797"/>
              <a:ext cx="1701975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公网用户</a:t>
              </a: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A3A84C99-840A-409E-8B37-AEB3E95E6412}"/>
                </a:ext>
              </a:extLst>
            </p:cNvPr>
            <p:cNvSpPr/>
            <p:nvPr/>
          </p:nvSpPr>
          <p:spPr>
            <a:xfrm>
              <a:off x="4750136" y="-10958118"/>
              <a:ext cx="996513" cy="1900968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64C32869-14A3-45B9-8925-A0E9C39EE1FE}"/>
                </a:ext>
              </a:extLst>
            </p:cNvPr>
            <p:cNvSpPr/>
            <p:nvPr/>
          </p:nvSpPr>
          <p:spPr>
            <a:xfrm>
              <a:off x="4498608" y="-10958119"/>
              <a:ext cx="251187" cy="1900970"/>
            </a:xfrm>
            <a:prstGeom prst="rect">
              <a:avLst/>
            </a:prstGeom>
            <a:solidFill>
              <a:srgbClr val="5D17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8A8BBC9D-FB97-4995-B38F-9E1F8828F7B1}"/>
                </a:ext>
              </a:extLst>
            </p:cNvPr>
            <p:cNvSpPr/>
            <p:nvPr/>
          </p:nvSpPr>
          <p:spPr>
            <a:xfrm>
              <a:off x="4893470" y="-10236865"/>
              <a:ext cx="702326" cy="458462"/>
            </a:xfrm>
            <a:prstGeom prst="rect">
              <a:avLst/>
            </a:prstGeom>
            <a:solidFill>
              <a:srgbClr val="F8CC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69</a:t>
              </a:r>
              <a:endParaRPr lang="zh-CN" altLang="en-US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3A0719A5-DFA4-4F95-B4A8-8889B904C405}"/>
                </a:ext>
              </a:extLst>
            </p:cNvPr>
            <p:cNvSpPr txBox="1"/>
            <p:nvPr/>
          </p:nvSpPr>
          <p:spPr>
            <a:xfrm>
              <a:off x="4749796" y="-10940381"/>
              <a:ext cx="996513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F8CCB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NAT</a:t>
              </a:r>
              <a:endParaRPr lang="zh-CN" altLang="en-US" sz="1600" b="1" dirty="0">
                <a:solidFill>
                  <a:srgbClr val="F8CC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235934AC-9624-438A-AD06-7685F5960326}"/>
                </a:ext>
              </a:extLst>
            </p:cNvPr>
            <p:cNvSpPr txBox="1"/>
            <p:nvPr/>
          </p:nvSpPr>
          <p:spPr>
            <a:xfrm>
              <a:off x="3441910" y="-9395702"/>
              <a:ext cx="1062398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rgbClr val="D74514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5.5.5.5</a:t>
              </a:r>
              <a:endParaRPr lang="zh-CN" altLang="en-US" sz="1600" dirty="0">
                <a:solidFill>
                  <a:srgbClr val="D74514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46" name="梯形 45">
              <a:extLst>
                <a:ext uri="{FF2B5EF4-FFF2-40B4-BE49-F238E27FC236}">
                  <a16:creationId xmlns:a16="http://schemas.microsoft.com/office/drawing/2014/main" id="{FA1AD042-6D51-4ACA-8173-94D64CDEA952}"/>
                </a:ext>
              </a:extLst>
            </p:cNvPr>
            <p:cNvSpPr/>
            <p:nvPr/>
          </p:nvSpPr>
          <p:spPr>
            <a:xfrm rot="16200000">
              <a:off x="4311146" y="-10136494"/>
              <a:ext cx="625291" cy="251188"/>
            </a:xfrm>
            <a:prstGeom prst="trapezoid">
              <a:avLst>
                <a:gd name="adj" fmla="val 55336"/>
              </a:avLst>
            </a:prstGeom>
            <a:solidFill>
              <a:srgbClr val="A32D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47" name="图片 46">
              <a:extLst>
                <a:ext uri="{FF2B5EF4-FFF2-40B4-BE49-F238E27FC236}">
                  <a16:creationId xmlns:a16="http://schemas.microsoft.com/office/drawing/2014/main" id="{34719F0C-0446-4052-BBCA-9F0CB0BAE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2917" y="-10481545"/>
              <a:ext cx="914401" cy="914401"/>
            </a:xfrm>
            <a:prstGeom prst="rect">
              <a:avLst/>
            </a:prstGeom>
          </p:spPr>
        </p:pic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51B3A28F-11B0-42B0-8830-920754F1571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197" y="-9836731"/>
              <a:ext cx="395273" cy="0"/>
            </a:xfrm>
            <a:prstGeom prst="line">
              <a:avLst/>
            </a:prstGeom>
            <a:ln w="25400">
              <a:solidFill>
                <a:schemeClr val="bg1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C1DDEE02-A058-469E-A863-44B70E148620}"/>
                </a:ext>
              </a:extLst>
            </p:cNvPr>
            <p:cNvCxnSpPr>
              <a:cxnSpLocks/>
            </p:cNvCxnSpPr>
            <p:nvPr/>
          </p:nvCxnSpPr>
          <p:spPr>
            <a:xfrm>
              <a:off x="4498197" y="-10182107"/>
              <a:ext cx="395273" cy="0"/>
            </a:xfrm>
            <a:prstGeom prst="line">
              <a:avLst/>
            </a:prstGeom>
            <a:ln w="25400">
              <a:solidFill>
                <a:schemeClr val="bg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44FA3E2E-2E00-439F-8F55-0FF5EFBABD2D}"/>
                </a:ext>
              </a:extLst>
            </p:cNvPr>
            <p:cNvCxnSpPr>
              <a:cxnSpLocks/>
            </p:cNvCxnSpPr>
            <p:nvPr/>
          </p:nvCxnSpPr>
          <p:spPr>
            <a:xfrm>
              <a:off x="5746307" y="-10182107"/>
              <a:ext cx="353226" cy="0"/>
            </a:xfrm>
            <a:prstGeom prst="line">
              <a:avLst/>
            </a:prstGeom>
            <a:ln w="25400">
              <a:solidFill>
                <a:schemeClr val="tx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291A4E1-6CBC-41DB-9AC8-8CBBF42F7BFC}"/>
                </a:ext>
              </a:extLst>
            </p:cNvPr>
            <p:cNvCxnSpPr>
              <a:cxnSpLocks/>
            </p:cNvCxnSpPr>
            <p:nvPr/>
          </p:nvCxnSpPr>
          <p:spPr>
            <a:xfrm>
              <a:off x="5746306" y="-9837866"/>
              <a:ext cx="353227" cy="0"/>
            </a:xfrm>
            <a:prstGeom prst="line">
              <a:avLst/>
            </a:prstGeom>
            <a:ln w="25400">
              <a:solidFill>
                <a:schemeClr val="tx1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54307416-B85C-46E9-877D-F8E797F741EC}"/>
                </a:ext>
              </a:extLst>
            </p:cNvPr>
            <p:cNvSpPr txBox="1"/>
            <p:nvPr/>
          </p:nvSpPr>
          <p:spPr>
            <a:xfrm>
              <a:off x="2250381" y="-10523227"/>
              <a:ext cx="2243997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16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❷</a:t>
              </a:r>
              <a:r>
                <a:rPr lang="zh-CN" altLang="en-US" sz="1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altLang="zh-CN" sz="1600" b="1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2.2.2.2</a:t>
              </a:r>
              <a:endParaRPr lang="zh-CN" altLang="en-US" sz="1600" b="1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C82EEE8-5E2B-4C1C-83B1-E25A3BAB25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03222" y="-9837866"/>
              <a:ext cx="2494976" cy="4969"/>
            </a:xfrm>
            <a:prstGeom prst="line">
              <a:avLst/>
            </a:prstGeom>
            <a:ln w="25400">
              <a:solidFill>
                <a:schemeClr val="tx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4" name="图片 53">
              <a:extLst>
                <a:ext uri="{FF2B5EF4-FFF2-40B4-BE49-F238E27FC236}">
                  <a16:creationId xmlns:a16="http://schemas.microsoft.com/office/drawing/2014/main" id="{B7E9DF54-192A-4721-82CC-C9F46BB678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012968" y="-10467763"/>
              <a:ext cx="914401" cy="914401"/>
            </a:xfrm>
            <a:prstGeom prst="rect">
              <a:avLst/>
            </a:prstGeom>
          </p:spPr>
        </p:pic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BCDB79C2-9630-4DAF-840E-EF2B794D9604}"/>
                </a:ext>
              </a:extLst>
            </p:cNvPr>
            <p:cNvSpPr/>
            <p:nvPr/>
          </p:nvSpPr>
          <p:spPr>
            <a:xfrm>
              <a:off x="6099533" y="-10240131"/>
              <a:ext cx="702326" cy="458462"/>
            </a:xfrm>
            <a:prstGeom prst="rect">
              <a:avLst/>
            </a:prstGeom>
            <a:solidFill>
              <a:srgbClr val="F8CC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80</a:t>
              </a:r>
              <a:endParaRPr lang="zh-CN" altLang="en-US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D262DD63-A603-46FE-A646-0FF47A89DFFD}"/>
                </a:ext>
              </a:extLst>
            </p:cNvPr>
            <p:cNvCxnSpPr>
              <a:cxnSpLocks/>
            </p:cNvCxnSpPr>
            <p:nvPr/>
          </p:nvCxnSpPr>
          <p:spPr>
            <a:xfrm>
              <a:off x="5595796" y="-10182107"/>
              <a:ext cx="150511" cy="0"/>
            </a:xfrm>
            <a:prstGeom prst="line">
              <a:avLst/>
            </a:prstGeom>
            <a:ln w="25400">
              <a:solidFill>
                <a:schemeClr val="bg1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3BC43B6B-B7AA-48FA-9474-210551AC241F}"/>
                </a:ext>
              </a:extLst>
            </p:cNvPr>
            <p:cNvCxnSpPr>
              <a:cxnSpLocks/>
            </p:cNvCxnSpPr>
            <p:nvPr/>
          </p:nvCxnSpPr>
          <p:spPr>
            <a:xfrm>
              <a:off x="5595796" y="-9837866"/>
              <a:ext cx="150511" cy="0"/>
            </a:xfrm>
            <a:prstGeom prst="line">
              <a:avLst/>
            </a:prstGeom>
            <a:ln w="25400">
              <a:solidFill>
                <a:schemeClr val="bg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F85EC7BE-68D3-4AAB-8F85-8BCA333BD9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03222" y="-10183748"/>
              <a:ext cx="2494976" cy="4969"/>
            </a:xfrm>
            <a:prstGeom prst="line">
              <a:avLst/>
            </a:prstGeom>
            <a:ln w="25400">
              <a:solidFill>
                <a:schemeClr val="tx1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E2D21958-5EDB-4686-8426-A90BC45EB016}"/>
                </a:ext>
              </a:extLst>
            </p:cNvPr>
            <p:cNvSpPr txBox="1"/>
            <p:nvPr/>
          </p:nvSpPr>
          <p:spPr>
            <a:xfrm>
              <a:off x="5699701" y="-10515561"/>
              <a:ext cx="38919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zh-CN" altLang="en-US" sz="16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❶</a:t>
              </a:r>
              <a:endParaRPr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FE7D7713-D45C-4B57-816C-5D89A910CE57}"/>
                </a:ext>
              </a:extLst>
            </p:cNvPr>
            <p:cNvSpPr txBox="1"/>
            <p:nvPr/>
          </p:nvSpPr>
          <p:spPr>
            <a:xfrm>
              <a:off x="5699700" y="-9840297"/>
              <a:ext cx="38919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zh-CN" altLang="en-US" sz="16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❹</a:t>
              </a:r>
              <a:endParaRPr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5DED25DA-987C-4BBD-8D06-2F1765885FA3}"/>
                </a:ext>
              </a:extLst>
            </p:cNvPr>
            <p:cNvSpPr txBox="1"/>
            <p:nvPr/>
          </p:nvSpPr>
          <p:spPr>
            <a:xfrm>
              <a:off x="6021216" y="-9279365"/>
              <a:ext cx="1701974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rgbClr val="D74514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1.0.0.2</a:t>
              </a:r>
              <a:endParaRPr lang="zh-CN" altLang="en-US" sz="1600" dirty="0">
                <a:solidFill>
                  <a:srgbClr val="D74514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F969B57D-DA9C-480D-8B11-49987F04959D}"/>
                </a:ext>
              </a:extLst>
            </p:cNvPr>
            <p:cNvSpPr txBox="1"/>
            <p:nvPr/>
          </p:nvSpPr>
          <p:spPr>
            <a:xfrm>
              <a:off x="548407" y="-9277724"/>
              <a:ext cx="1701974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rgbClr val="D74514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2.2.2.2</a:t>
              </a:r>
              <a:endParaRPr lang="zh-CN" altLang="en-US" sz="1600" dirty="0">
                <a:solidFill>
                  <a:srgbClr val="D74514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43D17765-5757-43A9-96B9-BA984002CA99}"/>
                </a:ext>
              </a:extLst>
            </p:cNvPr>
            <p:cNvSpPr txBox="1"/>
            <p:nvPr/>
          </p:nvSpPr>
          <p:spPr>
            <a:xfrm>
              <a:off x="2261353" y="-9840297"/>
              <a:ext cx="224066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❸</a:t>
              </a:r>
              <a:r>
                <a:rPr lang="zh-CN" altLang="en-US" sz="1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altLang="zh-CN" sz="1600" b="1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5.5.5.5:69</a:t>
              </a:r>
              <a:endParaRPr lang="zh-CN" altLang="en-US" sz="1600" b="1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C85E8032-2029-4737-8E6A-A9DD1C0E67C1}"/>
              </a:ext>
            </a:extLst>
          </p:cNvPr>
          <p:cNvGrpSpPr/>
          <p:nvPr/>
        </p:nvGrpSpPr>
        <p:grpSpPr>
          <a:xfrm>
            <a:off x="527207" y="4857080"/>
            <a:ext cx="7414143" cy="2371227"/>
            <a:chOff x="548065" y="-8297562"/>
            <a:chExt cx="7414143" cy="2371227"/>
          </a:xfrm>
        </p:grpSpPr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0761F679-C241-4687-99E8-C4E38A333EA2}"/>
                </a:ext>
              </a:extLst>
            </p:cNvPr>
            <p:cNvSpPr/>
            <p:nvPr/>
          </p:nvSpPr>
          <p:spPr>
            <a:xfrm>
              <a:off x="5248053" y="-8094780"/>
              <a:ext cx="2714155" cy="2168445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55D22636-DD4B-4020-818D-6D7998FC93D0}"/>
                </a:ext>
              </a:extLst>
            </p:cNvPr>
            <p:cNvSpPr/>
            <p:nvPr/>
          </p:nvSpPr>
          <p:spPr>
            <a:xfrm>
              <a:off x="548406" y="-8097981"/>
              <a:ext cx="1701972" cy="2168445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595AC00E-A41E-4F9A-B8D9-CFAAAB184F74}"/>
                </a:ext>
              </a:extLst>
            </p:cNvPr>
            <p:cNvSpPr txBox="1"/>
            <p:nvPr/>
          </p:nvSpPr>
          <p:spPr>
            <a:xfrm>
              <a:off x="548406" y="-8093625"/>
              <a:ext cx="1701975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公网用户</a:t>
              </a:r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D60A3C47-5402-4535-9FE8-1117BB6FAF37}"/>
                </a:ext>
              </a:extLst>
            </p:cNvPr>
            <p:cNvSpPr/>
            <p:nvPr/>
          </p:nvSpPr>
          <p:spPr>
            <a:xfrm>
              <a:off x="4749794" y="-7961946"/>
              <a:ext cx="996513" cy="1900968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698D0650-5811-4770-B201-033C8F0957A5}"/>
                </a:ext>
              </a:extLst>
            </p:cNvPr>
            <p:cNvSpPr/>
            <p:nvPr/>
          </p:nvSpPr>
          <p:spPr>
            <a:xfrm>
              <a:off x="4498266" y="-7961947"/>
              <a:ext cx="251187" cy="1900970"/>
            </a:xfrm>
            <a:prstGeom prst="rect">
              <a:avLst/>
            </a:prstGeom>
            <a:solidFill>
              <a:srgbClr val="5D17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DD2F047A-2EB8-4C43-902E-C0CC9DAB7225}"/>
                </a:ext>
              </a:extLst>
            </p:cNvPr>
            <p:cNvSpPr/>
            <p:nvPr/>
          </p:nvSpPr>
          <p:spPr>
            <a:xfrm>
              <a:off x="4893128" y="-7240693"/>
              <a:ext cx="702326" cy="458462"/>
            </a:xfrm>
            <a:prstGeom prst="rect">
              <a:avLst/>
            </a:prstGeom>
            <a:solidFill>
              <a:srgbClr val="F8CC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69</a:t>
              </a:r>
              <a:endParaRPr lang="zh-CN" altLang="en-US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E411D9EA-C9EC-4E7E-A7CA-E3232C8C9C81}"/>
                </a:ext>
              </a:extLst>
            </p:cNvPr>
            <p:cNvSpPr txBox="1"/>
            <p:nvPr/>
          </p:nvSpPr>
          <p:spPr>
            <a:xfrm>
              <a:off x="4749454" y="-7944209"/>
              <a:ext cx="996513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F8CCB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NAT</a:t>
              </a:r>
              <a:endParaRPr lang="zh-CN" altLang="en-US" sz="1600" b="1" dirty="0">
                <a:solidFill>
                  <a:srgbClr val="F8CC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B8C2AEED-7ED1-4AA3-9DAF-9325661965CA}"/>
                </a:ext>
              </a:extLst>
            </p:cNvPr>
            <p:cNvSpPr txBox="1"/>
            <p:nvPr/>
          </p:nvSpPr>
          <p:spPr>
            <a:xfrm>
              <a:off x="3441568" y="-6399530"/>
              <a:ext cx="1062398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rgbClr val="D74514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5.5.5.5</a:t>
              </a:r>
              <a:endParaRPr lang="zh-CN" altLang="en-US" sz="1600" dirty="0">
                <a:solidFill>
                  <a:srgbClr val="D74514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73" name="梯形 72">
              <a:extLst>
                <a:ext uri="{FF2B5EF4-FFF2-40B4-BE49-F238E27FC236}">
                  <a16:creationId xmlns:a16="http://schemas.microsoft.com/office/drawing/2014/main" id="{F59AB5AD-51D8-4371-8BC6-BCB3F58DB4F7}"/>
                </a:ext>
              </a:extLst>
            </p:cNvPr>
            <p:cNvSpPr/>
            <p:nvPr/>
          </p:nvSpPr>
          <p:spPr>
            <a:xfrm rot="16200000">
              <a:off x="4310804" y="-7140322"/>
              <a:ext cx="625291" cy="251188"/>
            </a:xfrm>
            <a:prstGeom prst="trapezoid">
              <a:avLst>
                <a:gd name="adj" fmla="val 55336"/>
              </a:avLst>
            </a:prstGeom>
            <a:solidFill>
              <a:srgbClr val="A32D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74" name="图片 73">
              <a:extLst>
                <a:ext uri="{FF2B5EF4-FFF2-40B4-BE49-F238E27FC236}">
                  <a16:creationId xmlns:a16="http://schemas.microsoft.com/office/drawing/2014/main" id="{689B0E06-F6DB-4B04-ACE5-4DC1B3B036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2575" y="-7485373"/>
              <a:ext cx="914401" cy="914401"/>
            </a:xfrm>
            <a:prstGeom prst="rect">
              <a:avLst/>
            </a:prstGeom>
          </p:spPr>
        </p:pic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EB9BDD24-3A54-4C8A-A9CF-F56462623EDB}"/>
                </a:ext>
              </a:extLst>
            </p:cNvPr>
            <p:cNvCxnSpPr>
              <a:cxnSpLocks/>
            </p:cNvCxnSpPr>
            <p:nvPr/>
          </p:nvCxnSpPr>
          <p:spPr>
            <a:xfrm>
              <a:off x="4497855" y="-6840559"/>
              <a:ext cx="395273" cy="0"/>
            </a:xfrm>
            <a:prstGeom prst="line">
              <a:avLst/>
            </a:prstGeom>
            <a:ln w="25400">
              <a:solidFill>
                <a:schemeClr val="bg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63CC4E7F-BD09-4A37-A2F9-1941FA769A27}"/>
                </a:ext>
              </a:extLst>
            </p:cNvPr>
            <p:cNvCxnSpPr>
              <a:cxnSpLocks/>
            </p:cNvCxnSpPr>
            <p:nvPr/>
          </p:nvCxnSpPr>
          <p:spPr>
            <a:xfrm>
              <a:off x="4497855" y="-7185935"/>
              <a:ext cx="395273" cy="0"/>
            </a:xfrm>
            <a:prstGeom prst="line">
              <a:avLst/>
            </a:prstGeom>
            <a:ln w="25400">
              <a:solidFill>
                <a:schemeClr val="bg1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B2CEA397-9F04-4AF5-966B-C934D6E57F34}"/>
                </a:ext>
              </a:extLst>
            </p:cNvPr>
            <p:cNvCxnSpPr>
              <a:cxnSpLocks/>
            </p:cNvCxnSpPr>
            <p:nvPr/>
          </p:nvCxnSpPr>
          <p:spPr>
            <a:xfrm>
              <a:off x="5745965" y="-7185935"/>
              <a:ext cx="353226" cy="0"/>
            </a:xfrm>
            <a:prstGeom prst="line">
              <a:avLst/>
            </a:prstGeom>
            <a:ln w="25400">
              <a:solidFill>
                <a:schemeClr val="tx1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A1BE584E-1B3B-46C8-A73E-4997D5F22248}"/>
                </a:ext>
              </a:extLst>
            </p:cNvPr>
            <p:cNvCxnSpPr>
              <a:cxnSpLocks/>
            </p:cNvCxnSpPr>
            <p:nvPr/>
          </p:nvCxnSpPr>
          <p:spPr>
            <a:xfrm>
              <a:off x="5745964" y="-6841694"/>
              <a:ext cx="353227" cy="0"/>
            </a:xfrm>
            <a:prstGeom prst="line">
              <a:avLst/>
            </a:prstGeom>
            <a:ln w="25400">
              <a:solidFill>
                <a:schemeClr val="tx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A0610839-D64F-4F5E-96F0-502E127D381B}"/>
                </a:ext>
              </a:extLst>
            </p:cNvPr>
            <p:cNvSpPr txBox="1"/>
            <p:nvPr/>
          </p:nvSpPr>
          <p:spPr>
            <a:xfrm>
              <a:off x="2250039" y="-7527055"/>
              <a:ext cx="2243997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16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❶</a:t>
              </a:r>
              <a:r>
                <a:rPr lang="zh-CN" altLang="en-US" sz="1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altLang="zh-CN" sz="1600" b="1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5.5.5.5:69</a:t>
              </a:r>
              <a:endParaRPr lang="zh-CN" altLang="en-US" sz="1600" b="1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F4753C4A-80E7-4700-A4EB-0AA74C5F20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02880" y="-6841694"/>
              <a:ext cx="2494976" cy="4969"/>
            </a:xfrm>
            <a:prstGeom prst="line">
              <a:avLst/>
            </a:prstGeom>
            <a:ln w="25400">
              <a:solidFill>
                <a:schemeClr val="tx1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1" name="图片 80">
              <a:extLst>
                <a:ext uri="{FF2B5EF4-FFF2-40B4-BE49-F238E27FC236}">
                  <a16:creationId xmlns:a16="http://schemas.microsoft.com/office/drawing/2014/main" id="{F4DC6F61-9D20-4EB4-B44A-7652E1CC83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012626" y="-7471591"/>
              <a:ext cx="914401" cy="914401"/>
            </a:xfrm>
            <a:prstGeom prst="rect">
              <a:avLst/>
            </a:prstGeom>
          </p:spPr>
        </p:pic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261B7F6D-E108-4063-89D8-E3CA3A360198}"/>
                </a:ext>
              </a:extLst>
            </p:cNvPr>
            <p:cNvSpPr/>
            <p:nvPr/>
          </p:nvSpPr>
          <p:spPr>
            <a:xfrm>
              <a:off x="6099191" y="-7243959"/>
              <a:ext cx="702326" cy="458462"/>
            </a:xfrm>
            <a:prstGeom prst="rect">
              <a:avLst/>
            </a:prstGeom>
            <a:solidFill>
              <a:srgbClr val="F8CC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80</a:t>
              </a:r>
              <a:endParaRPr lang="zh-CN" altLang="en-US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CB4799AF-03F7-44B1-BC0D-C7157E040F57}"/>
                </a:ext>
              </a:extLst>
            </p:cNvPr>
            <p:cNvCxnSpPr>
              <a:cxnSpLocks/>
            </p:cNvCxnSpPr>
            <p:nvPr/>
          </p:nvCxnSpPr>
          <p:spPr>
            <a:xfrm>
              <a:off x="5595454" y="-7185935"/>
              <a:ext cx="150511" cy="0"/>
            </a:xfrm>
            <a:prstGeom prst="line">
              <a:avLst/>
            </a:prstGeom>
            <a:ln w="25400">
              <a:solidFill>
                <a:schemeClr val="bg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FC983D97-BBAB-4D96-8FA3-44A94A0D0995}"/>
                </a:ext>
              </a:extLst>
            </p:cNvPr>
            <p:cNvCxnSpPr>
              <a:cxnSpLocks/>
            </p:cNvCxnSpPr>
            <p:nvPr/>
          </p:nvCxnSpPr>
          <p:spPr>
            <a:xfrm>
              <a:off x="5595454" y="-6841694"/>
              <a:ext cx="150511" cy="0"/>
            </a:xfrm>
            <a:prstGeom prst="line">
              <a:avLst/>
            </a:prstGeom>
            <a:ln w="25400">
              <a:solidFill>
                <a:schemeClr val="bg1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9C8C797A-460A-4394-9AB7-7E1B918B91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02880" y="-7187576"/>
              <a:ext cx="2494976" cy="4969"/>
            </a:xfrm>
            <a:prstGeom prst="line">
              <a:avLst/>
            </a:prstGeom>
            <a:ln w="25400">
              <a:solidFill>
                <a:schemeClr val="tx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D3C23CA3-265C-4B74-9E79-8091DBE72CF1}"/>
                </a:ext>
              </a:extLst>
            </p:cNvPr>
            <p:cNvSpPr txBox="1"/>
            <p:nvPr/>
          </p:nvSpPr>
          <p:spPr>
            <a:xfrm>
              <a:off x="5699359" y="-7528913"/>
              <a:ext cx="38919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zh-CN" altLang="en-US" sz="16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❷</a:t>
              </a:r>
              <a:endParaRPr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834DE6AD-3F0A-4FE2-A3A0-25A46E84737B}"/>
                </a:ext>
              </a:extLst>
            </p:cNvPr>
            <p:cNvSpPr txBox="1"/>
            <p:nvPr/>
          </p:nvSpPr>
          <p:spPr>
            <a:xfrm>
              <a:off x="5699358" y="-6825073"/>
              <a:ext cx="38919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zh-CN" altLang="en-US" sz="16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❸</a:t>
              </a:r>
              <a:endParaRPr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781C7D89-0668-480E-B2EC-CAFBD971EFAF}"/>
                </a:ext>
              </a:extLst>
            </p:cNvPr>
            <p:cNvSpPr txBox="1"/>
            <p:nvPr/>
          </p:nvSpPr>
          <p:spPr>
            <a:xfrm>
              <a:off x="6020874" y="-6283193"/>
              <a:ext cx="1701974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rgbClr val="D74514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1.0.0.2</a:t>
              </a:r>
              <a:endParaRPr lang="zh-CN" altLang="en-US" sz="1600" dirty="0">
                <a:solidFill>
                  <a:srgbClr val="D74514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22C7144C-13C3-4413-8046-F2C96014ECEE}"/>
                </a:ext>
              </a:extLst>
            </p:cNvPr>
            <p:cNvSpPr txBox="1"/>
            <p:nvPr/>
          </p:nvSpPr>
          <p:spPr>
            <a:xfrm>
              <a:off x="548065" y="-6281552"/>
              <a:ext cx="1701974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rgbClr val="D74514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2.2.2.2</a:t>
              </a:r>
              <a:endParaRPr lang="zh-CN" altLang="en-US" sz="1600" dirty="0">
                <a:solidFill>
                  <a:srgbClr val="D74514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C1A2966E-C53F-470B-8B35-2674992A12A7}"/>
                </a:ext>
              </a:extLst>
            </p:cNvPr>
            <p:cNvSpPr txBox="1"/>
            <p:nvPr/>
          </p:nvSpPr>
          <p:spPr>
            <a:xfrm>
              <a:off x="2261011" y="-6844125"/>
              <a:ext cx="224066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❹</a:t>
              </a:r>
              <a:endParaRPr lang="zh-CN" altLang="en-US" sz="1600" b="1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F7A38F1A-DFEC-4602-97F2-D5B7F92E45FB}"/>
                </a:ext>
              </a:extLst>
            </p:cNvPr>
            <p:cNvSpPr/>
            <p:nvPr/>
          </p:nvSpPr>
          <p:spPr>
            <a:xfrm>
              <a:off x="5639314" y="-7861342"/>
              <a:ext cx="106651" cy="9516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endParaRPr lang="zh-CN" altLang="en-US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A770008C-F90C-49C5-B6A4-2783142BA285}"/>
                </a:ext>
              </a:extLst>
            </p:cNvPr>
            <p:cNvSpPr/>
            <p:nvPr/>
          </p:nvSpPr>
          <p:spPr>
            <a:xfrm>
              <a:off x="5639313" y="-7766175"/>
              <a:ext cx="106651" cy="9516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endParaRPr lang="zh-CN" altLang="en-US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5C3A09C7-113E-48E3-B116-714629A9269E}"/>
                </a:ext>
              </a:extLst>
            </p:cNvPr>
            <p:cNvSpPr/>
            <p:nvPr/>
          </p:nvSpPr>
          <p:spPr>
            <a:xfrm>
              <a:off x="7175849" y="-7503677"/>
              <a:ext cx="106651" cy="9516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endParaRPr lang="zh-CN" altLang="en-US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9F588B7A-9498-4B6A-9927-53355D938D77}"/>
                </a:ext>
              </a:extLst>
            </p:cNvPr>
            <p:cNvSpPr/>
            <p:nvPr/>
          </p:nvSpPr>
          <p:spPr>
            <a:xfrm>
              <a:off x="7280453" y="-7503677"/>
              <a:ext cx="106651" cy="9516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endParaRPr lang="zh-CN" altLang="en-US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5" name="矩形 94">
              <a:extLst>
                <a:ext uri="{FF2B5EF4-FFF2-40B4-BE49-F238E27FC236}">
                  <a16:creationId xmlns:a16="http://schemas.microsoft.com/office/drawing/2014/main" id="{D5E0B942-06B8-4229-9E3E-C4456C3AE6AC}"/>
                </a:ext>
              </a:extLst>
            </p:cNvPr>
            <p:cNvSpPr/>
            <p:nvPr/>
          </p:nvSpPr>
          <p:spPr>
            <a:xfrm>
              <a:off x="7385057" y="-7503677"/>
              <a:ext cx="106651" cy="9516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endParaRPr lang="zh-CN" altLang="en-US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96" name="连接符: 肘形 95">
              <a:extLst>
                <a:ext uri="{FF2B5EF4-FFF2-40B4-BE49-F238E27FC236}">
                  <a16:creationId xmlns:a16="http://schemas.microsoft.com/office/drawing/2014/main" id="{E109A947-293E-4358-9E31-0CADDE142586}"/>
                </a:ext>
              </a:extLst>
            </p:cNvPr>
            <p:cNvCxnSpPr>
              <a:cxnSpLocks/>
              <a:stCxn id="92" idx="3"/>
              <a:endCxn id="93" idx="0"/>
            </p:cNvCxnSpPr>
            <p:nvPr/>
          </p:nvCxnSpPr>
          <p:spPr>
            <a:xfrm>
              <a:off x="5745964" y="-7718591"/>
              <a:ext cx="1483211" cy="214914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连接符: 肘形 96">
              <a:extLst>
                <a:ext uri="{FF2B5EF4-FFF2-40B4-BE49-F238E27FC236}">
                  <a16:creationId xmlns:a16="http://schemas.microsoft.com/office/drawing/2014/main" id="{09C06F30-362B-4051-B612-E6648D8CF1ED}"/>
                </a:ext>
              </a:extLst>
            </p:cNvPr>
            <p:cNvCxnSpPr>
              <a:cxnSpLocks/>
              <a:stCxn id="94" idx="0"/>
              <a:endCxn id="91" idx="3"/>
            </p:cNvCxnSpPr>
            <p:nvPr/>
          </p:nvCxnSpPr>
          <p:spPr>
            <a:xfrm rot="16200000" flipV="1">
              <a:off x="6384832" y="-8452624"/>
              <a:ext cx="310081" cy="1587814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连接符: 肘形 97">
              <a:extLst>
                <a:ext uri="{FF2B5EF4-FFF2-40B4-BE49-F238E27FC236}">
                  <a16:creationId xmlns:a16="http://schemas.microsoft.com/office/drawing/2014/main" id="{9419A9C4-6FD2-4CBE-8219-5B7C14003E8E}"/>
                </a:ext>
              </a:extLst>
            </p:cNvPr>
            <p:cNvCxnSpPr>
              <a:cxnSpLocks/>
              <a:stCxn id="95" idx="0"/>
              <a:endCxn id="67" idx="0"/>
            </p:cNvCxnSpPr>
            <p:nvPr/>
          </p:nvCxnSpPr>
          <p:spPr>
            <a:xfrm rot="16200000" flipV="1">
              <a:off x="4123915" y="-10818146"/>
              <a:ext cx="589948" cy="6038989"/>
            </a:xfrm>
            <a:prstGeom prst="bentConnector3">
              <a:avLst>
                <a:gd name="adj1" fmla="val 138749"/>
              </a:avLst>
            </a:prstGeom>
            <a:ln w="2540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DFDFB396-663E-45A9-B70A-F3AF4F366A7E}"/>
                </a:ext>
              </a:extLst>
            </p:cNvPr>
            <p:cNvSpPr txBox="1"/>
            <p:nvPr/>
          </p:nvSpPr>
          <p:spPr>
            <a:xfrm>
              <a:off x="2277461" y="-8297562"/>
              <a:ext cx="2243997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1600" dirty="0">
                  <a:latin typeface="等线" panose="02010600030101010101" pitchFamily="2" charset="-122"/>
                  <a:ea typeface="等线" panose="02010600030101010101" pitchFamily="2" charset="-122"/>
                  <a:cs typeface="Courier New" panose="02070309020205020404" pitchFamily="49" charset="0"/>
                </a:rPr>
                <a:t>③</a:t>
              </a:r>
              <a:r>
                <a:rPr lang="zh-CN" altLang="en-US" sz="1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altLang="zh-CN" sz="1600" b="1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69</a:t>
              </a:r>
              <a:endParaRPr lang="zh-CN" altLang="en-US" sz="1600" b="1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095328B4-EEA7-468F-BFC3-3FA2571E26A1}"/>
                </a:ext>
              </a:extLst>
            </p:cNvPr>
            <p:cNvSpPr txBox="1"/>
            <p:nvPr/>
          </p:nvSpPr>
          <p:spPr>
            <a:xfrm>
              <a:off x="5959924" y="-8114700"/>
              <a:ext cx="1114733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1600" dirty="0">
                  <a:latin typeface="等线" panose="02010600030101010101" pitchFamily="2" charset="-122"/>
                  <a:ea typeface="等线" panose="02010600030101010101" pitchFamily="2" charset="-122"/>
                  <a:cs typeface="Courier New" panose="02070309020205020404" pitchFamily="49" charset="0"/>
                </a:rPr>
                <a:t>①</a:t>
              </a:r>
              <a:r>
                <a:rPr lang="zh-CN" altLang="en-US" sz="1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altLang="zh-CN" sz="1600" b="1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STUN</a:t>
              </a:r>
              <a:endParaRPr lang="zh-CN" altLang="en-US" sz="1600" b="1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8F90138E-1C9D-4799-97FA-61A623AFA3A9}"/>
                </a:ext>
              </a:extLst>
            </p:cNvPr>
            <p:cNvSpPr txBox="1"/>
            <p:nvPr/>
          </p:nvSpPr>
          <p:spPr>
            <a:xfrm>
              <a:off x="6009836" y="-7742097"/>
              <a:ext cx="1114733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1600" dirty="0">
                  <a:latin typeface="等线" panose="02010600030101010101" pitchFamily="2" charset="-122"/>
                  <a:ea typeface="等线" panose="02010600030101010101" pitchFamily="2" charset="-122"/>
                  <a:cs typeface="Courier New" panose="02070309020205020404" pitchFamily="49" charset="0"/>
                </a:rPr>
                <a:t>②</a:t>
              </a:r>
              <a:r>
                <a:rPr lang="zh-CN" altLang="en-US" sz="1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altLang="zh-CN" sz="1600" b="1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69</a:t>
              </a:r>
              <a:endParaRPr lang="zh-CN" altLang="en-US" sz="1600" b="1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511879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86C0A9E-063A-4BB6-918E-C2D417E5FB36}"/>
              </a:ext>
            </a:extLst>
          </p:cNvPr>
          <p:cNvGrpSpPr/>
          <p:nvPr/>
        </p:nvGrpSpPr>
        <p:grpSpPr>
          <a:xfrm>
            <a:off x="1005606" y="9891"/>
            <a:ext cx="6680770" cy="2171646"/>
            <a:chOff x="548406" y="-5704194"/>
            <a:chExt cx="6680770" cy="2171646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63E71925-6F5D-4223-AB6F-E6F6868090F8}"/>
                </a:ext>
              </a:extLst>
            </p:cNvPr>
            <p:cNvSpPr/>
            <p:nvPr/>
          </p:nvSpPr>
          <p:spPr>
            <a:xfrm>
              <a:off x="5248054" y="-5700993"/>
              <a:ext cx="1981122" cy="2168445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1230E3E0-4BCE-440F-8A92-A07D827D1A81}"/>
                </a:ext>
              </a:extLst>
            </p:cNvPr>
            <p:cNvSpPr/>
            <p:nvPr/>
          </p:nvSpPr>
          <p:spPr>
            <a:xfrm>
              <a:off x="548406" y="-5704194"/>
              <a:ext cx="1701972" cy="2168445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77E0A7FD-3A87-4961-83F2-AE54C25B7CE4}"/>
                </a:ext>
              </a:extLst>
            </p:cNvPr>
            <p:cNvSpPr txBox="1"/>
            <p:nvPr/>
          </p:nvSpPr>
          <p:spPr>
            <a:xfrm>
              <a:off x="548406" y="-5699838"/>
              <a:ext cx="1701975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STUN </a:t>
              </a:r>
              <a:r>
                <a:rPr lang="zh-CN" altLang="en-US" sz="16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服务器</a:t>
              </a: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D36EB38-1A4F-4247-A658-38D766BBFB77}"/>
                </a:ext>
              </a:extLst>
            </p:cNvPr>
            <p:cNvSpPr/>
            <p:nvPr/>
          </p:nvSpPr>
          <p:spPr>
            <a:xfrm>
              <a:off x="4749794" y="-5568159"/>
              <a:ext cx="996513" cy="1900968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AAF8730-046A-4B57-965E-49415DEFF83C}"/>
                </a:ext>
              </a:extLst>
            </p:cNvPr>
            <p:cNvSpPr/>
            <p:nvPr/>
          </p:nvSpPr>
          <p:spPr>
            <a:xfrm>
              <a:off x="4498266" y="-5568160"/>
              <a:ext cx="251187" cy="1900970"/>
            </a:xfrm>
            <a:prstGeom prst="rect">
              <a:avLst/>
            </a:prstGeom>
            <a:solidFill>
              <a:srgbClr val="5D17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3BD2C416-32F4-4FCF-A003-892232A9BCA6}"/>
                </a:ext>
              </a:extLst>
            </p:cNvPr>
            <p:cNvSpPr/>
            <p:nvPr/>
          </p:nvSpPr>
          <p:spPr>
            <a:xfrm>
              <a:off x="4893128" y="-4846906"/>
              <a:ext cx="702326" cy="458462"/>
            </a:xfrm>
            <a:prstGeom prst="rect">
              <a:avLst/>
            </a:prstGeom>
            <a:solidFill>
              <a:srgbClr val="F8CC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69</a:t>
              </a:r>
              <a:endParaRPr lang="zh-CN" altLang="en-US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751E2DD9-35F3-4917-973D-7750647E15CF}"/>
                </a:ext>
              </a:extLst>
            </p:cNvPr>
            <p:cNvSpPr txBox="1"/>
            <p:nvPr/>
          </p:nvSpPr>
          <p:spPr>
            <a:xfrm>
              <a:off x="4749454" y="-5550422"/>
              <a:ext cx="996513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F8CCB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NAT</a:t>
              </a:r>
              <a:endParaRPr lang="zh-CN" altLang="en-US" sz="1600" b="1" dirty="0">
                <a:solidFill>
                  <a:srgbClr val="F8CC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CB1794F-9F98-4056-A8BD-AC11EEFF7C6A}"/>
                </a:ext>
              </a:extLst>
            </p:cNvPr>
            <p:cNvSpPr txBox="1"/>
            <p:nvPr/>
          </p:nvSpPr>
          <p:spPr>
            <a:xfrm>
              <a:off x="3441568" y="-4005743"/>
              <a:ext cx="1062398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rgbClr val="D74514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5.5.5.5</a:t>
              </a:r>
              <a:endParaRPr lang="zh-CN" altLang="en-US" sz="1600" dirty="0">
                <a:solidFill>
                  <a:srgbClr val="D74514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11" name="梯形 10">
              <a:extLst>
                <a:ext uri="{FF2B5EF4-FFF2-40B4-BE49-F238E27FC236}">
                  <a16:creationId xmlns:a16="http://schemas.microsoft.com/office/drawing/2014/main" id="{AD83DB7E-BB34-4EDC-843D-391F73DB8CB3}"/>
                </a:ext>
              </a:extLst>
            </p:cNvPr>
            <p:cNvSpPr/>
            <p:nvPr/>
          </p:nvSpPr>
          <p:spPr>
            <a:xfrm rot="16200000">
              <a:off x="4310804" y="-4746535"/>
              <a:ext cx="625291" cy="251188"/>
            </a:xfrm>
            <a:prstGeom prst="trapezoid">
              <a:avLst>
                <a:gd name="adj" fmla="val 55336"/>
              </a:avLst>
            </a:prstGeom>
            <a:solidFill>
              <a:srgbClr val="A32D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95B39DA3-5E03-4B91-80AB-FC23B14ED6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0702" y="-5133268"/>
              <a:ext cx="914401" cy="914401"/>
            </a:xfrm>
            <a:prstGeom prst="rect">
              <a:avLst/>
            </a:prstGeom>
          </p:spPr>
        </p:pic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93896E53-EC42-451F-8860-102EBC26313F}"/>
                </a:ext>
              </a:extLst>
            </p:cNvPr>
            <p:cNvCxnSpPr>
              <a:cxnSpLocks/>
            </p:cNvCxnSpPr>
            <p:nvPr/>
          </p:nvCxnSpPr>
          <p:spPr>
            <a:xfrm>
              <a:off x="4497855" y="-4446772"/>
              <a:ext cx="395273" cy="0"/>
            </a:xfrm>
            <a:prstGeom prst="line">
              <a:avLst/>
            </a:prstGeom>
            <a:ln w="25400">
              <a:solidFill>
                <a:schemeClr val="bg1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304A02BC-D789-4035-976E-02BA3C927B5E}"/>
                </a:ext>
              </a:extLst>
            </p:cNvPr>
            <p:cNvCxnSpPr>
              <a:cxnSpLocks/>
            </p:cNvCxnSpPr>
            <p:nvPr/>
          </p:nvCxnSpPr>
          <p:spPr>
            <a:xfrm>
              <a:off x="4497855" y="-4792148"/>
              <a:ext cx="395273" cy="0"/>
            </a:xfrm>
            <a:prstGeom prst="line">
              <a:avLst/>
            </a:prstGeom>
            <a:ln w="25400">
              <a:solidFill>
                <a:schemeClr val="bg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59FA3371-1338-4487-A075-C1C7424431F8}"/>
                </a:ext>
              </a:extLst>
            </p:cNvPr>
            <p:cNvCxnSpPr>
              <a:cxnSpLocks/>
            </p:cNvCxnSpPr>
            <p:nvPr/>
          </p:nvCxnSpPr>
          <p:spPr>
            <a:xfrm>
              <a:off x="5745965" y="-4792148"/>
              <a:ext cx="353226" cy="0"/>
            </a:xfrm>
            <a:prstGeom prst="line">
              <a:avLst/>
            </a:prstGeom>
            <a:ln w="25400">
              <a:solidFill>
                <a:schemeClr val="tx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ABC4DF9A-7FCE-4B99-AA3B-C9B3C89371E0}"/>
                </a:ext>
              </a:extLst>
            </p:cNvPr>
            <p:cNvCxnSpPr>
              <a:cxnSpLocks/>
            </p:cNvCxnSpPr>
            <p:nvPr/>
          </p:nvCxnSpPr>
          <p:spPr>
            <a:xfrm>
              <a:off x="5745964" y="-4447907"/>
              <a:ext cx="353227" cy="0"/>
            </a:xfrm>
            <a:prstGeom prst="line">
              <a:avLst/>
            </a:prstGeom>
            <a:ln w="25400">
              <a:solidFill>
                <a:schemeClr val="tx1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6C7D0920-6A6F-430D-9817-8263BDDEC608}"/>
                </a:ext>
              </a:extLst>
            </p:cNvPr>
            <p:cNvSpPr txBox="1"/>
            <p:nvPr/>
          </p:nvSpPr>
          <p:spPr>
            <a:xfrm>
              <a:off x="2250039" y="-5133268"/>
              <a:ext cx="2243997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16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❷</a:t>
              </a:r>
              <a:r>
                <a:rPr lang="zh-CN" altLang="en-US" sz="1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zh-CN" altLang="en-US" sz="16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我是谁</a:t>
              </a:r>
            </a:p>
          </p:txBody>
        </p: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34C5A915-0FB4-4872-8AA4-4A3F621C0D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02880" y="-4447907"/>
              <a:ext cx="2494976" cy="4969"/>
            </a:xfrm>
            <a:prstGeom prst="line">
              <a:avLst/>
            </a:prstGeom>
            <a:ln w="25400">
              <a:solidFill>
                <a:schemeClr val="tx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25F3288-A93E-46DC-8CE9-73FCD3B2C3A8}"/>
                </a:ext>
              </a:extLst>
            </p:cNvPr>
            <p:cNvCxnSpPr>
              <a:cxnSpLocks/>
            </p:cNvCxnSpPr>
            <p:nvPr/>
          </p:nvCxnSpPr>
          <p:spPr>
            <a:xfrm>
              <a:off x="5595454" y="-4792148"/>
              <a:ext cx="150511" cy="0"/>
            </a:xfrm>
            <a:prstGeom prst="line">
              <a:avLst/>
            </a:prstGeom>
            <a:ln w="25400">
              <a:solidFill>
                <a:schemeClr val="bg1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1DC20FEE-4963-4497-85CF-62D42088A346}"/>
                </a:ext>
              </a:extLst>
            </p:cNvPr>
            <p:cNvCxnSpPr>
              <a:cxnSpLocks/>
            </p:cNvCxnSpPr>
            <p:nvPr/>
          </p:nvCxnSpPr>
          <p:spPr>
            <a:xfrm>
              <a:off x="5595454" y="-4447907"/>
              <a:ext cx="150511" cy="0"/>
            </a:xfrm>
            <a:prstGeom prst="line">
              <a:avLst/>
            </a:prstGeom>
            <a:ln w="25400">
              <a:solidFill>
                <a:schemeClr val="bg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32FF99F1-8031-4D68-A798-ADE1C31B62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02880" y="-4793789"/>
              <a:ext cx="2494976" cy="4969"/>
            </a:xfrm>
            <a:prstGeom prst="line">
              <a:avLst/>
            </a:prstGeom>
            <a:ln w="25400">
              <a:solidFill>
                <a:schemeClr val="tx1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DD0E32FC-7654-46AB-9461-B0875BDB606F}"/>
                </a:ext>
              </a:extLst>
            </p:cNvPr>
            <p:cNvSpPr txBox="1"/>
            <p:nvPr/>
          </p:nvSpPr>
          <p:spPr>
            <a:xfrm>
              <a:off x="5699359" y="-5125602"/>
              <a:ext cx="38919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zh-CN" altLang="en-US" sz="16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❶</a:t>
              </a:r>
              <a:endParaRPr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351F692C-FE92-4634-8532-FEAE86ECDA15}"/>
                </a:ext>
              </a:extLst>
            </p:cNvPr>
            <p:cNvSpPr txBox="1"/>
            <p:nvPr/>
          </p:nvSpPr>
          <p:spPr>
            <a:xfrm>
              <a:off x="5699358" y="-4450338"/>
              <a:ext cx="38919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zh-CN" altLang="en-US" sz="16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❹</a:t>
              </a:r>
              <a:endParaRPr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F31D69F4-1A4C-4E50-9DF8-D5D078525C94}"/>
                </a:ext>
              </a:extLst>
            </p:cNvPr>
            <p:cNvSpPr txBox="1"/>
            <p:nvPr/>
          </p:nvSpPr>
          <p:spPr>
            <a:xfrm>
              <a:off x="5806152" y="-3889406"/>
              <a:ext cx="1380874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rgbClr val="D74514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1.0.0.2</a:t>
              </a:r>
              <a:endParaRPr lang="zh-CN" altLang="en-US" sz="1600" dirty="0">
                <a:solidFill>
                  <a:srgbClr val="D74514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54CB229E-39B7-44AB-AD85-6DAEEE736A0B}"/>
                </a:ext>
              </a:extLst>
            </p:cNvPr>
            <p:cNvSpPr txBox="1"/>
            <p:nvPr/>
          </p:nvSpPr>
          <p:spPr>
            <a:xfrm>
              <a:off x="2207931" y="-4450338"/>
              <a:ext cx="234682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❸</a:t>
              </a:r>
              <a:r>
                <a:rPr lang="zh-CN" altLang="en-US" sz="1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zh-CN" alt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你是</a:t>
              </a:r>
              <a:r>
                <a:rPr lang="en-US" altLang="zh-CN" sz="1600" b="1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5.5.5.5:69</a:t>
              </a:r>
              <a:endParaRPr lang="zh-CN" altLang="en-US" sz="1600" b="1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EBBF95B3-CB25-4BFD-B907-07AC55BB98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012626" y="-5078141"/>
              <a:ext cx="914399" cy="914399"/>
            </a:xfrm>
            <a:prstGeom prst="rect">
              <a:avLst/>
            </a:prstGeom>
          </p:spPr>
        </p:pic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89959D17-EC33-44C1-AC4E-8CB0637A37FB}"/>
              </a:ext>
            </a:extLst>
          </p:cNvPr>
          <p:cNvGrpSpPr/>
          <p:nvPr/>
        </p:nvGrpSpPr>
        <p:grpSpPr>
          <a:xfrm>
            <a:off x="1005265" y="2353129"/>
            <a:ext cx="6679496" cy="2177041"/>
            <a:chOff x="548065" y="-3360956"/>
            <a:chExt cx="6679496" cy="2177041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6D333031-E65E-4D20-86BD-1CBBA87F2341}"/>
                </a:ext>
              </a:extLst>
            </p:cNvPr>
            <p:cNvSpPr/>
            <p:nvPr/>
          </p:nvSpPr>
          <p:spPr>
            <a:xfrm>
              <a:off x="548065" y="-2233612"/>
              <a:ext cx="1701972" cy="1049697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E26C0C6F-36DD-478B-BC68-15A25C2D9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961611" y="-2170698"/>
              <a:ext cx="914399" cy="914399"/>
            </a:xfrm>
            <a:prstGeom prst="rect">
              <a:avLst/>
            </a:prstGeom>
          </p:spPr>
        </p:pic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14E14B1C-4004-4BD2-B1BD-F1F068CA520C}"/>
                </a:ext>
              </a:extLst>
            </p:cNvPr>
            <p:cNvSpPr/>
            <p:nvPr/>
          </p:nvSpPr>
          <p:spPr>
            <a:xfrm>
              <a:off x="548065" y="-3360237"/>
              <a:ext cx="1701972" cy="1049697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9D4BFB6D-BB05-4593-809B-B2A2A7BC39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961610" y="-3287975"/>
              <a:ext cx="914399" cy="914399"/>
            </a:xfrm>
            <a:prstGeom prst="rect">
              <a:avLst/>
            </a:prstGeom>
          </p:spPr>
        </p:pic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EE99029F-A4AF-488C-8DBB-E65F8A9CCF75}"/>
                </a:ext>
              </a:extLst>
            </p:cNvPr>
            <p:cNvSpPr/>
            <p:nvPr/>
          </p:nvSpPr>
          <p:spPr>
            <a:xfrm>
              <a:off x="5246479" y="-3360956"/>
              <a:ext cx="1981082" cy="2168445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65A48E76-C611-4A27-8E09-01F98A4249E5}"/>
                </a:ext>
              </a:extLst>
            </p:cNvPr>
            <p:cNvSpPr/>
            <p:nvPr/>
          </p:nvSpPr>
          <p:spPr>
            <a:xfrm>
              <a:off x="4748219" y="-3228122"/>
              <a:ext cx="996513" cy="1900968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5796DB64-78B8-4313-BB30-050F8080A292}"/>
                </a:ext>
              </a:extLst>
            </p:cNvPr>
            <p:cNvSpPr/>
            <p:nvPr/>
          </p:nvSpPr>
          <p:spPr>
            <a:xfrm>
              <a:off x="4496691" y="-3228123"/>
              <a:ext cx="251187" cy="1900970"/>
            </a:xfrm>
            <a:prstGeom prst="rect">
              <a:avLst/>
            </a:prstGeom>
            <a:solidFill>
              <a:srgbClr val="5D17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梯形 34">
              <a:extLst>
                <a:ext uri="{FF2B5EF4-FFF2-40B4-BE49-F238E27FC236}">
                  <a16:creationId xmlns:a16="http://schemas.microsoft.com/office/drawing/2014/main" id="{44588141-95EB-4973-A5D7-7D3282AD4CB5}"/>
                </a:ext>
              </a:extLst>
            </p:cNvPr>
            <p:cNvSpPr/>
            <p:nvPr/>
          </p:nvSpPr>
          <p:spPr>
            <a:xfrm rot="16200000">
              <a:off x="4309230" y="-2746042"/>
              <a:ext cx="625291" cy="251188"/>
            </a:xfrm>
            <a:prstGeom prst="trapezoid">
              <a:avLst>
                <a:gd name="adj" fmla="val 55336"/>
              </a:avLst>
            </a:prstGeom>
            <a:solidFill>
              <a:srgbClr val="A32D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459BACA5-C595-4FF2-B68B-6839DD9068A4}"/>
                </a:ext>
              </a:extLst>
            </p:cNvPr>
            <p:cNvSpPr/>
            <p:nvPr/>
          </p:nvSpPr>
          <p:spPr>
            <a:xfrm>
              <a:off x="4896292" y="-2854094"/>
              <a:ext cx="702326" cy="462958"/>
            </a:xfrm>
            <a:prstGeom prst="rect">
              <a:avLst/>
            </a:prstGeom>
            <a:solidFill>
              <a:srgbClr val="F8CC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69</a:t>
              </a:r>
              <a:endParaRPr lang="zh-CN" altLang="en-US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3B4E47A6-E747-44E8-AEE8-30FE375EEA8D}"/>
                </a:ext>
              </a:extLst>
            </p:cNvPr>
            <p:cNvSpPr txBox="1"/>
            <p:nvPr/>
          </p:nvSpPr>
          <p:spPr>
            <a:xfrm>
              <a:off x="4747879" y="-3210385"/>
              <a:ext cx="996513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F8CCB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NAT</a:t>
              </a:r>
              <a:endParaRPr lang="zh-CN" altLang="en-US" sz="1600" b="1" dirty="0">
                <a:solidFill>
                  <a:srgbClr val="F8CC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0E5DF2F2-CAD9-4E51-A1AB-3FE799B4B04B}"/>
                </a:ext>
              </a:extLst>
            </p:cNvPr>
            <p:cNvSpPr txBox="1"/>
            <p:nvPr/>
          </p:nvSpPr>
          <p:spPr>
            <a:xfrm>
              <a:off x="3439993" y="-1665706"/>
              <a:ext cx="1062398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rgbClr val="D74514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5.5.5.5</a:t>
              </a:r>
              <a:endParaRPr lang="zh-CN" altLang="en-US" sz="1600" dirty="0">
                <a:solidFill>
                  <a:srgbClr val="D74514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DB5B6D64-D6B5-4AA6-9A03-D47E3E12B81D}"/>
                </a:ext>
              </a:extLst>
            </p:cNvPr>
            <p:cNvSpPr/>
            <p:nvPr/>
          </p:nvSpPr>
          <p:spPr>
            <a:xfrm>
              <a:off x="4896292" y="-2032287"/>
              <a:ext cx="702326" cy="462958"/>
            </a:xfrm>
            <a:prstGeom prst="rect">
              <a:avLst/>
            </a:prstGeom>
            <a:solidFill>
              <a:srgbClr val="F8CC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96</a:t>
              </a:r>
              <a:endParaRPr lang="zh-CN" altLang="en-US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0" name="梯形 39">
              <a:extLst>
                <a:ext uri="{FF2B5EF4-FFF2-40B4-BE49-F238E27FC236}">
                  <a16:creationId xmlns:a16="http://schemas.microsoft.com/office/drawing/2014/main" id="{EBA6D4F5-9D64-4324-A7D8-147F5CEFDB7C}"/>
                </a:ext>
              </a:extLst>
            </p:cNvPr>
            <p:cNvSpPr/>
            <p:nvPr/>
          </p:nvSpPr>
          <p:spPr>
            <a:xfrm rot="16200000">
              <a:off x="4309230" y="-1942747"/>
              <a:ext cx="625291" cy="251188"/>
            </a:xfrm>
            <a:prstGeom prst="trapezoid">
              <a:avLst>
                <a:gd name="adj" fmla="val 55336"/>
              </a:avLst>
            </a:prstGeom>
            <a:solidFill>
              <a:srgbClr val="A32D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97F24915-97EF-4090-945F-823C805B05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47929" y="-2705691"/>
              <a:ext cx="914401" cy="914401"/>
            </a:xfrm>
            <a:prstGeom prst="rect">
              <a:avLst/>
            </a:prstGeom>
          </p:spPr>
        </p:pic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F9A1A746-6747-4DAF-B033-4FFB51ED7F3B}"/>
                </a:ext>
              </a:extLst>
            </p:cNvPr>
            <p:cNvCxnSpPr>
              <a:cxnSpLocks/>
              <a:stCxn id="36" idx="3"/>
            </p:cNvCxnSpPr>
            <p:nvPr/>
          </p:nvCxnSpPr>
          <p:spPr>
            <a:xfrm flipV="1">
              <a:off x="5598618" y="-2623553"/>
              <a:ext cx="148073" cy="938"/>
            </a:xfrm>
            <a:prstGeom prst="line">
              <a:avLst/>
            </a:prstGeom>
            <a:ln w="25400">
              <a:solidFill>
                <a:schemeClr val="bg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C1FA0084-B2C1-4F4D-B9E8-B22CB9A3290B}"/>
                </a:ext>
              </a:extLst>
            </p:cNvPr>
            <p:cNvCxnSpPr>
              <a:cxnSpLocks/>
              <a:stCxn id="39" idx="3"/>
            </p:cNvCxnSpPr>
            <p:nvPr/>
          </p:nvCxnSpPr>
          <p:spPr>
            <a:xfrm>
              <a:off x="5598618" y="-1800808"/>
              <a:ext cx="148073" cy="0"/>
            </a:xfrm>
            <a:prstGeom prst="line">
              <a:avLst/>
            </a:prstGeom>
            <a:ln w="25400">
              <a:solidFill>
                <a:schemeClr val="bg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4F9B6B81-9722-4F50-81D7-3D7027C8FFBA}"/>
                </a:ext>
              </a:extLst>
            </p:cNvPr>
            <p:cNvCxnSpPr>
              <a:cxnSpLocks/>
            </p:cNvCxnSpPr>
            <p:nvPr/>
          </p:nvCxnSpPr>
          <p:spPr>
            <a:xfrm>
              <a:off x="5744390" y="-2623553"/>
              <a:ext cx="136079" cy="0"/>
            </a:xfrm>
            <a:prstGeom prst="line">
              <a:avLst/>
            </a:prstGeom>
            <a:ln w="25400">
              <a:solidFill>
                <a:schemeClr val="tx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6AE6194E-71FF-4539-99E7-4C36AFE33022}"/>
                </a:ext>
              </a:extLst>
            </p:cNvPr>
            <p:cNvCxnSpPr>
              <a:cxnSpLocks/>
            </p:cNvCxnSpPr>
            <p:nvPr/>
          </p:nvCxnSpPr>
          <p:spPr>
            <a:xfrm>
              <a:off x="5744390" y="-1800808"/>
              <a:ext cx="136079" cy="0"/>
            </a:xfrm>
            <a:prstGeom prst="line">
              <a:avLst/>
            </a:prstGeom>
            <a:ln w="25400">
              <a:solidFill>
                <a:schemeClr val="tx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8A67118A-F055-47A6-B6A4-CD9D0287024A}"/>
                </a:ext>
              </a:extLst>
            </p:cNvPr>
            <p:cNvCxnSpPr>
              <a:cxnSpLocks/>
              <a:endCxn id="41" idx="1"/>
            </p:cNvCxnSpPr>
            <p:nvPr/>
          </p:nvCxnSpPr>
          <p:spPr>
            <a:xfrm>
              <a:off x="5880469" y="-2623553"/>
              <a:ext cx="267460" cy="375063"/>
            </a:xfrm>
            <a:prstGeom prst="line">
              <a:avLst/>
            </a:prstGeom>
            <a:ln w="25400">
              <a:solidFill>
                <a:schemeClr val="tx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5A284D3F-BA0D-4B8E-9CBF-EF48E6823E1F}"/>
                </a:ext>
              </a:extLst>
            </p:cNvPr>
            <p:cNvCxnSpPr>
              <a:cxnSpLocks/>
              <a:endCxn id="41" idx="1"/>
            </p:cNvCxnSpPr>
            <p:nvPr/>
          </p:nvCxnSpPr>
          <p:spPr>
            <a:xfrm flipV="1">
              <a:off x="5873274" y="-2248490"/>
              <a:ext cx="274655" cy="447682"/>
            </a:xfrm>
            <a:prstGeom prst="line">
              <a:avLst/>
            </a:prstGeom>
            <a:ln w="25400">
              <a:solidFill>
                <a:schemeClr val="tx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BCD5FE1E-2882-4F1F-8B49-633F65539735}"/>
                </a:ext>
              </a:extLst>
            </p:cNvPr>
            <p:cNvCxnSpPr>
              <a:cxnSpLocks/>
            </p:cNvCxnSpPr>
            <p:nvPr/>
          </p:nvCxnSpPr>
          <p:spPr>
            <a:xfrm>
              <a:off x="4494616" y="-2449881"/>
              <a:ext cx="395273" cy="0"/>
            </a:xfrm>
            <a:prstGeom prst="line">
              <a:avLst/>
            </a:prstGeom>
            <a:ln w="25400">
              <a:solidFill>
                <a:schemeClr val="bg1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6C444E92-9EFD-4A10-B75B-0B491E025D77}"/>
                </a:ext>
              </a:extLst>
            </p:cNvPr>
            <p:cNvCxnSpPr>
              <a:cxnSpLocks/>
            </p:cNvCxnSpPr>
            <p:nvPr/>
          </p:nvCxnSpPr>
          <p:spPr>
            <a:xfrm>
              <a:off x="4494616" y="-2795257"/>
              <a:ext cx="395273" cy="0"/>
            </a:xfrm>
            <a:prstGeom prst="line">
              <a:avLst/>
            </a:prstGeom>
            <a:ln w="25400">
              <a:solidFill>
                <a:schemeClr val="bg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9FA1C13E-E78A-45B1-BACB-A3861A4604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99641" y="-2451016"/>
              <a:ext cx="2494976" cy="4969"/>
            </a:xfrm>
            <a:prstGeom prst="line">
              <a:avLst/>
            </a:prstGeom>
            <a:ln w="25400">
              <a:solidFill>
                <a:srgbClr val="00B050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9A9CE827-4835-44F0-90AC-B4BDC1DF76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99641" y="-2796898"/>
              <a:ext cx="2494976" cy="4969"/>
            </a:xfrm>
            <a:prstGeom prst="line">
              <a:avLst/>
            </a:prstGeom>
            <a:ln w="25400">
              <a:solidFill>
                <a:srgbClr val="00B050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F780DB8A-F54D-40A3-8D4E-C8F423D8A2EB}"/>
                </a:ext>
              </a:extLst>
            </p:cNvPr>
            <p:cNvCxnSpPr>
              <a:cxnSpLocks/>
            </p:cNvCxnSpPr>
            <p:nvPr/>
          </p:nvCxnSpPr>
          <p:spPr>
            <a:xfrm>
              <a:off x="4494616" y="-1979500"/>
              <a:ext cx="395273" cy="0"/>
            </a:xfrm>
            <a:prstGeom prst="line">
              <a:avLst/>
            </a:prstGeom>
            <a:ln w="25400">
              <a:solidFill>
                <a:schemeClr val="bg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A1F8373F-A8EB-4DFA-A349-71DDA5863F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99641" y="-1981141"/>
              <a:ext cx="2494976" cy="4969"/>
            </a:xfrm>
            <a:prstGeom prst="line">
              <a:avLst/>
            </a:prstGeom>
            <a:ln w="25400">
              <a:solidFill>
                <a:srgbClr val="00B050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E0B62AF6-41A9-424F-B173-1193024D79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03344" y="-1628778"/>
              <a:ext cx="1357484" cy="0"/>
            </a:xfrm>
            <a:prstGeom prst="line">
              <a:avLst/>
            </a:prstGeom>
            <a:ln w="25400">
              <a:solidFill>
                <a:srgbClr val="FF0000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77D26DD0-E74F-422D-8D13-F09A3F81B202}"/>
                </a:ext>
              </a:extLst>
            </p:cNvPr>
            <p:cNvCxnSpPr>
              <a:cxnSpLocks/>
              <a:endCxn id="34" idx="1"/>
            </p:cNvCxnSpPr>
            <p:nvPr/>
          </p:nvCxnSpPr>
          <p:spPr>
            <a:xfrm flipV="1">
              <a:off x="3360829" y="-2277638"/>
              <a:ext cx="1135862" cy="645534"/>
            </a:xfrm>
            <a:prstGeom prst="line">
              <a:avLst/>
            </a:prstGeom>
            <a:ln w="25400">
              <a:solidFill>
                <a:srgbClr val="FF0000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AC66D0E9-7445-47CB-B9D1-2932B6FA3DDF}"/>
                </a:ext>
              </a:extLst>
            </p:cNvPr>
            <p:cNvSpPr txBox="1"/>
            <p:nvPr/>
          </p:nvSpPr>
          <p:spPr>
            <a:xfrm>
              <a:off x="2204971" y="-2792896"/>
              <a:ext cx="170197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00" b="1" dirty="0">
                  <a:solidFill>
                    <a:srgbClr val="00B050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5.5.5.5:69</a:t>
              </a:r>
              <a:endParaRPr lang="zh-CN" altLang="en-US" sz="1600" b="1" dirty="0">
                <a:solidFill>
                  <a:srgbClr val="00B05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9FE1B7BC-4FB1-4381-B06D-6C0EFA99F3D3}"/>
                </a:ext>
              </a:extLst>
            </p:cNvPr>
            <p:cNvSpPr txBox="1"/>
            <p:nvPr/>
          </p:nvSpPr>
          <p:spPr>
            <a:xfrm>
              <a:off x="2199331" y="-1961254"/>
              <a:ext cx="170197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00" b="1" dirty="0">
                  <a:solidFill>
                    <a:srgbClr val="FF0000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5.5.5.5:69</a:t>
              </a:r>
              <a:endParaRPr lang="zh-CN" altLang="en-US" sz="1600" b="1" dirty="0">
                <a:solidFill>
                  <a:srgbClr val="FF000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D9F93986-B051-45F6-ABB4-3C48B1CFA42C}"/>
              </a:ext>
            </a:extLst>
          </p:cNvPr>
          <p:cNvGrpSpPr/>
          <p:nvPr/>
        </p:nvGrpSpPr>
        <p:grpSpPr>
          <a:xfrm>
            <a:off x="1010494" y="4683768"/>
            <a:ext cx="6661181" cy="2174232"/>
            <a:chOff x="553294" y="-1030317"/>
            <a:chExt cx="6661181" cy="2174232"/>
          </a:xfrm>
        </p:grpSpPr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EA8929BB-0773-4334-8C5C-F797EB24B9B9}"/>
                </a:ext>
              </a:extLst>
            </p:cNvPr>
            <p:cNvSpPr/>
            <p:nvPr/>
          </p:nvSpPr>
          <p:spPr>
            <a:xfrm>
              <a:off x="5233352" y="-1030317"/>
              <a:ext cx="1981122" cy="2168445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64CFB87C-69EE-4CD5-ACA9-2BA56CB9A912}"/>
                </a:ext>
              </a:extLst>
            </p:cNvPr>
            <p:cNvSpPr/>
            <p:nvPr/>
          </p:nvSpPr>
          <p:spPr>
            <a:xfrm>
              <a:off x="4735092" y="-897483"/>
              <a:ext cx="996513" cy="1900968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6109C3CF-5977-4C54-9A75-D0E3AE394F7D}"/>
                </a:ext>
              </a:extLst>
            </p:cNvPr>
            <p:cNvSpPr/>
            <p:nvPr/>
          </p:nvSpPr>
          <p:spPr>
            <a:xfrm>
              <a:off x="4483564" y="-897484"/>
              <a:ext cx="251187" cy="1900970"/>
            </a:xfrm>
            <a:prstGeom prst="rect">
              <a:avLst/>
            </a:prstGeom>
            <a:solidFill>
              <a:srgbClr val="5D17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0870DDED-A53F-44B6-8A31-C1811A11FADF}"/>
                </a:ext>
              </a:extLst>
            </p:cNvPr>
            <p:cNvSpPr/>
            <p:nvPr/>
          </p:nvSpPr>
          <p:spPr>
            <a:xfrm>
              <a:off x="4878426" y="-176230"/>
              <a:ext cx="702326" cy="458462"/>
            </a:xfrm>
            <a:prstGeom prst="rect">
              <a:avLst/>
            </a:prstGeom>
            <a:solidFill>
              <a:srgbClr val="F8CC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96</a:t>
              </a:r>
              <a:endParaRPr lang="zh-CN" altLang="en-US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CE8E479A-FDEA-4D08-99BE-D2EFE4B077AB}"/>
                </a:ext>
              </a:extLst>
            </p:cNvPr>
            <p:cNvSpPr txBox="1"/>
            <p:nvPr/>
          </p:nvSpPr>
          <p:spPr>
            <a:xfrm>
              <a:off x="4734752" y="-879746"/>
              <a:ext cx="996513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F8CCB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NAT</a:t>
              </a:r>
              <a:endParaRPr lang="zh-CN" altLang="en-US" sz="1600" b="1" dirty="0">
                <a:solidFill>
                  <a:srgbClr val="F8CC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64" name="梯形 63">
              <a:extLst>
                <a:ext uri="{FF2B5EF4-FFF2-40B4-BE49-F238E27FC236}">
                  <a16:creationId xmlns:a16="http://schemas.microsoft.com/office/drawing/2014/main" id="{379D362B-019A-4CCB-B265-DF4BF4CCED80}"/>
                </a:ext>
              </a:extLst>
            </p:cNvPr>
            <p:cNvSpPr/>
            <p:nvPr/>
          </p:nvSpPr>
          <p:spPr>
            <a:xfrm rot="16200000">
              <a:off x="4296102" y="-75859"/>
              <a:ext cx="625291" cy="251188"/>
            </a:xfrm>
            <a:prstGeom prst="trapezoid">
              <a:avLst>
                <a:gd name="adj" fmla="val 55336"/>
              </a:avLst>
            </a:prstGeom>
            <a:solidFill>
              <a:srgbClr val="A32D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65" name="图片 64">
              <a:extLst>
                <a:ext uri="{FF2B5EF4-FFF2-40B4-BE49-F238E27FC236}">
                  <a16:creationId xmlns:a16="http://schemas.microsoft.com/office/drawing/2014/main" id="{897CCC6D-7056-40CD-A791-4E054DE63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-462592"/>
              <a:ext cx="914401" cy="914401"/>
            </a:xfrm>
            <a:prstGeom prst="rect">
              <a:avLst/>
            </a:prstGeom>
          </p:spPr>
        </p:pic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6F38280-8BFD-4D60-B61C-8CFC1C7DEB52}"/>
                </a:ext>
              </a:extLst>
            </p:cNvPr>
            <p:cNvCxnSpPr>
              <a:cxnSpLocks/>
            </p:cNvCxnSpPr>
            <p:nvPr/>
          </p:nvCxnSpPr>
          <p:spPr>
            <a:xfrm>
              <a:off x="4483153" y="223904"/>
              <a:ext cx="395273" cy="0"/>
            </a:xfrm>
            <a:prstGeom prst="line">
              <a:avLst/>
            </a:prstGeom>
            <a:ln w="25400">
              <a:solidFill>
                <a:schemeClr val="bg1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ECEA7FFA-BFE3-41BC-AA6E-27B5EE3D14B1}"/>
                </a:ext>
              </a:extLst>
            </p:cNvPr>
            <p:cNvCxnSpPr>
              <a:cxnSpLocks/>
              <a:stCxn id="62" idx="3"/>
              <a:endCxn id="60" idx="3"/>
            </p:cNvCxnSpPr>
            <p:nvPr/>
          </p:nvCxnSpPr>
          <p:spPr>
            <a:xfrm>
              <a:off x="5580752" y="53001"/>
              <a:ext cx="150853" cy="0"/>
            </a:xfrm>
            <a:prstGeom prst="line">
              <a:avLst/>
            </a:prstGeom>
            <a:ln w="25400">
              <a:solidFill>
                <a:schemeClr val="bg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C3B3E4A9-B614-45D2-B2DC-B3D6CAE25976}"/>
                </a:ext>
              </a:extLst>
            </p:cNvPr>
            <p:cNvCxnSpPr>
              <a:cxnSpLocks/>
              <a:stCxn id="60" idx="3"/>
            </p:cNvCxnSpPr>
            <p:nvPr/>
          </p:nvCxnSpPr>
          <p:spPr>
            <a:xfrm>
              <a:off x="5731605" y="53001"/>
              <a:ext cx="346879" cy="0"/>
            </a:xfrm>
            <a:prstGeom prst="line">
              <a:avLst/>
            </a:prstGeom>
            <a:ln w="25400">
              <a:solidFill>
                <a:schemeClr val="tx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CFCC4104-E027-4B97-84DC-87103706EB59}"/>
                </a:ext>
              </a:extLst>
            </p:cNvPr>
            <p:cNvSpPr txBox="1"/>
            <p:nvPr/>
          </p:nvSpPr>
          <p:spPr>
            <a:xfrm>
              <a:off x="5739041" y="-1024530"/>
              <a:ext cx="1475434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办公子网</a:t>
              </a:r>
            </a:p>
          </p:txBody>
        </p: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F9406516-99D9-4867-BA6E-21F1167CC790}"/>
                </a:ext>
              </a:extLst>
            </p:cNvPr>
            <p:cNvCxnSpPr>
              <a:cxnSpLocks/>
            </p:cNvCxnSpPr>
            <p:nvPr/>
          </p:nvCxnSpPr>
          <p:spPr>
            <a:xfrm>
              <a:off x="4476671" y="43881"/>
              <a:ext cx="395273" cy="0"/>
            </a:xfrm>
            <a:prstGeom prst="line">
              <a:avLst/>
            </a:prstGeom>
            <a:ln w="25400">
              <a:solidFill>
                <a:schemeClr val="bg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4770BC1F-C4DF-4CB3-A643-EF30179110A6}"/>
                </a:ext>
              </a:extLst>
            </p:cNvPr>
            <p:cNvSpPr/>
            <p:nvPr/>
          </p:nvSpPr>
          <p:spPr>
            <a:xfrm flipH="1">
              <a:off x="553295" y="-1024530"/>
              <a:ext cx="1981122" cy="2168445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056522EA-916D-4EDB-BF1E-9272A00BF410}"/>
                </a:ext>
              </a:extLst>
            </p:cNvPr>
            <p:cNvSpPr/>
            <p:nvPr/>
          </p:nvSpPr>
          <p:spPr>
            <a:xfrm flipH="1">
              <a:off x="2036164" y="-891696"/>
              <a:ext cx="996513" cy="1900968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EA8CC557-41F5-4B66-ADEE-E60ADE27B750}"/>
                </a:ext>
              </a:extLst>
            </p:cNvPr>
            <p:cNvSpPr/>
            <p:nvPr/>
          </p:nvSpPr>
          <p:spPr>
            <a:xfrm flipH="1">
              <a:off x="3033018" y="-891697"/>
              <a:ext cx="251187" cy="1900970"/>
            </a:xfrm>
            <a:prstGeom prst="rect">
              <a:avLst/>
            </a:prstGeom>
            <a:solidFill>
              <a:srgbClr val="5D17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77F76362-E7BD-4431-B860-0FB9DDA42825}"/>
                </a:ext>
              </a:extLst>
            </p:cNvPr>
            <p:cNvSpPr/>
            <p:nvPr/>
          </p:nvSpPr>
          <p:spPr>
            <a:xfrm flipH="1">
              <a:off x="2187017" y="-170443"/>
              <a:ext cx="702326" cy="458462"/>
            </a:xfrm>
            <a:prstGeom prst="rect">
              <a:avLst/>
            </a:prstGeom>
            <a:solidFill>
              <a:srgbClr val="F8CC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69</a:t>
              </a:r>
              <a:endParaRPr lang="zh-CN" altLang="en-US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EBF2DDDE-F34A-4543-BE2B-3819223C835F}"/>
                </a:ext>
              </a:extLst>
            </p:cNvPr>
            <p:cNvSpPr txBox="1"/>
            <p:nvPr/>
          </p:nvSpPr>
          <p:spPr>
            <a:xfrm flipH="1">
              <a:off x="2036504" y="-873959"/>
              <a:ext cx="996513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F8CCB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NAT</a:t>
              </a:r>
              <a:endParaRPr lang="zh-CN" altLang="en-US" sz="1600" b="1" dirty="0">
                <a:solidFill>
                  <a:srgbClr val="F8CC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76" name="梯形 75">
              <a:extLst>
                <a:ext uri="{FF2B5EF4-FFF2-40B4-BE49-F238E27FC236}">
                  <a16:creationId xmlns:a16="http://schemas.microsoft.com/office/drawing/2014/main" id="{873625D0-2550-459E-BB3E-25F8F3681895}"/>
                </a:ext>
              </a:extLst>
            </p:cNvPr>
            <p:cNvSpPr/>
            <p:nvPr/>
          </p:nvSpPr>
          <p:spPr>
            <a:xfrm rot="5400000" flipH="1">
              <a:off x="2846376" y="-70072"/>
              <a:ext cx="625291" cy="251188"/>
            </a:xfrm>
            <a:prstGeom prst="trapezoid">
              <a:avLst>
                <a:gd name="adj" fmla="val 55336"/>
              </a:avLst>
            </a:prstGeom>
            <a:solidFill>
              <a:srgbClr val="A32D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77" name="图片 76">
              <a:extLst>
                <a:ext uri="{FF2B5EF4-FFF2-40B4-BE49-F238E27FC236}">
                  <a16:creationId xmlns:a16="http://schemas.microsoft.com/office/drawing/2014/main" id="{2262C612-EB81-4B02-B45B-35F1A4E6A8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7368" y="-456805"/>
              <a:ext cx="914401" cy="914401"/>
            </a:xfrm>
            <a:prstGeom prst="rect">
              <a:avLst/>
            </a:prstGeom>
          </p:spPr>
        </p:pic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B5459E15-0D18-4A15-A733-085D65A376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89343" y="229691"/>
              <a:ext cx="395273" cy="0"/>
            </a:xfrm>
            <a:prstGeom prst="line">
              <a:avLst/>
            </a:prstGeom>
            <a:ln w="25400">
              <a:solidFill>
                <a:schemeClr val="bg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A5A744AE-9133-4CF8-A695-3D13400361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89343" y="-115685"/>
              <a:ext cx="395273" cy="0"/>
            </a:xfrm>
            <a:prstGeom prst="line">
              <a:avLst/>
            </a:prstGeom>
            <a:ln w="25400">
              <a:solidFill>
                <a:schemeClr val="bg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D074442B-8DA2-45C8-905D-6609CAF92264}"/>
                </a:ext>
              </a:extLst>
            </p:cNvPr>
            <p:cNvCxnSpPr>
              <a:cxnSpLocks/>
              <a:stCxn id="74" idx="3"/>
              <a:endCxn id="72" idx="3"/>
            </p:cNvCxnSpPr>
            <p:nvPr/>
          </p:nvCxnSpPr>
          <p:spPr>
            <a:xfrm flipH="1">
              <a:off x="2036164" y="58788"/>
              <a:ext cx="150853" cy="0"/>
            </a:xfrm>
            <a:prstGeom prst="line">
              <a:avLst/>
            </a:prstGeom>
            <a:ln w="25400">
              <a:solidFill>
                <a:schemeClr val="bg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5628C7C6-D630-40FD-806A-280A40F9A991}"/>
                </a:ext>
              </a:extLst>
            </p:cNvPr>
            <p:cNvCxnSpPr>
              <a:cxnSpLocks/>
              <a:stCxn id="72" idx="3"/>
            </p:cNvCxnSpPr>
            <p:nvPr/>
          </p:nvCxnSpPr>
          <p:spPr>
            <a:xfrm flipH="1">
              <a:off x="1689285" y="58788"/>
              <a:ext cx="346879" cy="0"/>
            </a:xfrm>
            <a:prstGeom prst="line">
              <a:avLst/>
            </a:prstGeom>
            <a:ln w="25400">
              <a:solidFill>
                <a:schemeClr val="tx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83B99C5F-276B-4BEB-BA0C-994BAF1CE480}"/>
                </a:ext>
              </a:extLst>
            </p:cNvPr>
            <p:cNvSpPr txBox="1"/>
            <p:nvPr/>
          </p:nvSpPr>
          <p:spPr>
            <a:xfrm flipH="1">
              <a:off x="553294" y="-1018743"/>
              <a:ext cx="1475434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家庭子网</a:t>
              </a:r>
            </a:p>
          </p:txBody>
        </p: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0D0C6994-B298-45DC-8E8C-61141F0997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95825" y="49668"/>
              <a:ext cx="395273" cy="0"/>
            </a:xfrm>
            <a:prstGeom prst="line">
              <a:avLst/>
            </a:prstGeom>
            <a:ln w="25400">
              <a:solidFill>
                <a:schemeClr val="bg1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86D354D8-9FBD-4DAA-A0B9-AAD3BD155C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84205" y="223904"/>
              <a:ext cx="1198948" cy="9120"/>
            </a:xfrm>
            <a:prstGeom prst="line">
              <a:avLst/>
            </a:prstGeom>
            <a:ln w="25400">
              <a:solidFill>
                <a:srgbClr val="00B050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5F7B1770-B6BE-4B87-B3FE-E484266F16A1}"/>
                </a:ext>
              </a:extLst>
            </p:cNvPr>
            <p:cNvCxnSpPr>
              <a:cxnSpLocks/>
              <a:stCxn id="64" idx="0"/>
              <a:endCxn id="76" idx="0"/>
            </p:cNvCxnSpPr>
            <p:nvPr/>
          </p:nvCxnSpPr>
          <p:spPr>
            <a:xfrm flipH="1">
              <a:off x="3284616" y="49735"/>
              <a:ext cx="1198538" cy="5787"/>
            </a:xfrm>
            <a:prstGeom prst="line">
              <a:avLst/>
            </a:prstGeom>
            <a:ln w="25400">
              <a:solidFill>
                <a:srgbClr val="00B050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18FF233E-A1B2-4754-A3DC-5A55425655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46937" y="-476861"/>
              <a:ext cx="535805" cy="343548"/>
            </a:xfrm>
            <a:prstGeom prst="line">
              <a:avLst/>
            </a:prstGeom>
            <a:ln w="25400">
              <a:solidFill>
                <a:srgbClr val="FF0000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587B3AF6-1FEF-401E-90AE-C383AB1560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84206" y="-130354"/>
              <a:ext cx="662731" cy="11710"/>
            </a:xfrm>
            <a:prstGeom prst="line">
              <a:avLst/>
            </a:prstGeom>
            <a:ln w="25400">
              <a:solidFill>
                <a:srgbClr val="FF0000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C28245EE-C00E-4428-9B5D-91D6E0F94A2D}"/>
                </a:ext>
              </a:extLst>
            </p:cNvPr>
            <p:cNvSpPr txBox="1"/>
            <p:nvPr/>
          </p:nvSpPr>
          <p:spPr>
            <a:xfrm>
              <a:off x="3427662" y="-439221"/>
              <a:ext cx="38919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zh-CN" altLang="en-US" sz="1600" dirty="0">
                  <a:solidFill>
                    <a:srgbClr val="FF0000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❶</a:t>
              </a:r>
              <a:endParaRPr lang="zh-CN" alt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A3FBA70D-905D-40A7-B75B-D414F4BFC7FE}"/>
                </a:ext>
              </a:extLst>
            </p:cNvPr>
            <p:cNvSpPr txBox="1"/>
            <p:nvPr/>
          </p:nvSpPr>
          <p:spPr>
            <a:xfrm>
              <a:off x="4086518" y="-273426"/>
              <a:ext cx="38919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zh-CN" altLang="en-US" sz="1600" dirty="0">
                  <a:solidFill>
                    <a:srgbClr val="00B050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❷</a:t>
              </a:r>
              <a:endParaRPr lang="zh-CN" alt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D51C1B41-4931-4817-8040-43407EEF43CD}"/>
                </a:ext>
              </a:extLst>
            </p:cNvPr>
            <p:cNvSpPr txBox="1"/>
            <p:nvPr/>
          </p:nvSpPr>
          <p:spPr>
            <a:xfrm>
              <a:off x="3697319" y="232129"/>
              <a:ext cx="38919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zh-CN" altLang="en-US" sz="1600" dirty="0">
                  <a:solidFill>
                    <a:srgbClr val="00B050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❸</a:t>
              </a:r>
              <a:endParaRPr lang="zh-CN" alt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297978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59DE05CE-C424-4D81-8555-65D6C680C84E}"/>
              </a:ext>
            </a:extLst>
          </p:cNvPr>
          <p:cNvGrpSpPr/>
          <p:nvPr/>
        </p:nvGrpSpPr>
        <p:grpSpPr>
          <a:xfrm>
            <a:off x="624025" y="0"/>
            <a:ext cx="5692185" cy="2168445"/>
            <a:chOff x="547825" y="1260555"/>
            <a:chExt cx="5692185" cy="2168445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87C3B15-1162-4B8F-804C-5F803A6AD3E6}"/>
                </a:ext>
              </a:extLst>
            </p:cNvPr>
            <p:cNvSpPr/>
            <p:nvPr/>
          </p:nvSpPr>
          <p:spPr>
            <a:xfrm>
              <a:off x="3284205" y="1260555"/>
              <a:ext cx="2955805" cy="2168445"/>
            </a:xfrm>
            <a:prstGeom prst="rect">
              <a:avLst/>
            </a:prstGeom>
            <a:solidFill>
              <a:srgbClr val="F8CC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2AF02D77-77E1-4C1C-8E17-232EDC20B42D}"/>
                </a:ext>
              </a:extLst>
            </p:cNvPr>
            <p:cNvSpPr/>
            <p:nvPr/>
          </p:nvSpPr>
          <p:spPr>
            <a:xfrm>
              <a:off x="4419259" y="1331307"/>
              <a:ext cx="1730847" cy="2028208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6699738F-81EC-4E6A-A05E-313BD355F1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21537" y="1828913"/>
              <a:ext cx="914401" cy="914401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093E8E55-305C-4FA2-A4EE-AEEBCC7562A0}"/>
                </a:ext>
              </a:extLst>
            </p:cNvPr>
            <p:cNvSpPr/>
            <p:nvPr/>
          </p:nvSpPr>
          <p:spPr>
            <a:xfrm>
              <a:off x="547825" y="1260555"/>
              <a:ext cx="1701972" cy="2168445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10B7F3EA-FF56-49E7-88BB-D5E2A2687B1B}"/>
                </a:ext>
              </a:extLst>
            </p:cNvPr>
            <p:cNvSpPr txBox="1"/>
            <p:nvPr/>
          </p:nvSpPr>
          <p:spPr>
            <a:xfrm>
              <a:off x="547825" y="1264911"/>
              <a:ext cx="1701975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公网用户</a:t>
              </a: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D8C22B42-B3EF-45A8-AC8E-E9C4A1824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012045" y="1886945"/>
              <a:ext cx="914401" cy="914401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CBEC64C7-93A0-4544-9AB0-32503E50DEF9}"/>
                </a:ext>
              </a:extLst>
            </p:cNvPr>
            <p:cNvSpPr/>
            <p:nvPr/>
          </p:nvSpPr>
          <p:spPr>
            <a:xfrm>
              <a:off x="4125191" y="1386798"/>
              <a:ext cx="631611" cy="1900968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46DE89C5-9BD2-433D-9F56-983D4753C007}"/>
                </a:ext>
              </a:extLst>
            </p:cNvPr>
            <p:cNvSpPr txBox="1"/>
            <p:nvPr/>
          </p:nvSpPr>
          <p:spPr>
            <a:xfrm>
              <a:off x="3979999" y="1404535"/>
              <a:ext cx="921656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F8CCB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NAT</a:t>
              </a:r>
              <a:endParaRPr lang="zh-CN" altLang="en-US" sz="1600" b="1" dirty="0">
                <a:solidFill>
                  <a:srgbClr val="F8CC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BA3BADE2-D409-4EA7-A1A9-9667BB1C8F2E}"/>
                </a:ext>
              </a:extLst>
            </p:cNvPr>
            <p:cNvSpPr/>
            <p:nvPr/>
          </p:nvSpPr>
          <p:spPr>
            <a:xfrm>
              <a:off x="3873290" y="1386796"/>
              <a:ext cx="251187" cy="1900970"/>
            </a:xfrm>
            <a:prstGeom prst="rect">
              <a:avLst/>
            </a:prstGeom>
            <a:solidFill>
              <a:srgbClr val="5D17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梯形 11">
              <a:extLst>
                <a:ext uri="{FF2B5EF4-FFF2-40B4-BE49-F238E27FC236}">
                  <a16:creationId xmlns:a16="http://schemas.microsoft.com/office/drawing/2014/main" id="{E51B37A7-EEC0-4046-9D18-C9E20F934533}"/>
                </a:ext>
              </a:extLst>
            </p:cNvPr>
            <p:cNvSpPr/>
            <p:nvPr/>
          </p:nvSpPr>
          <p:spPr>
            <a:xfrm rot="16200000">
              <a:off x="3685828" y="2208421"/>
              <a:ext cx="625291" cy="251188"/>
            </a:xfrm>
            <a:prstGeom prst="trapezoid">
              <a:avLst>
                <a:gd name="adj" fmla="val 55336"/>
              </a:avLst>
            </a:prstGeom>
            <a:solidFill>
              <a:srgbClr val="A32D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FA22631-DAD7-44B5-81BF-23D315DE3FBE}"/>
                </a:ext>
              </a:extLst>
            </p:cNvPr>
            <p:cNvSpPr/>
            <p:nvPr/>
          </p:nvSpPr>
          <p:spPr>
            <a:xfrm>
              <a:off x="2984074" y="1386798"/>
              <a:ext cx="631611" cy="1900968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7058A161-DF19-425B-83C1-ABC3600ED68D}"/>
                </a:ext>
              </a:extLst>
            </p:cNvPr>
            <p:cNvSpPr txBox="1"/>
            <p:nvPr/>
          </p:nvSpPr>
          <p:spPr>
            <a:xfrm>
              <a:off x="2838882" y="1404535"/>
              <a:ext cx="921656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F8CCB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NAT</a:t>
              </a:r>
              <a:endParaRPr lang="zh-CN" altLang="en-US" sz="1600" b="1" dirty="0">
                <a:solidFill>
                  <a:srgbClr val="F8CC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21E8E12A-80EC-4B1B-A23D-396F2F424041}"/>
                </a:ext>
              </a:extLst>
            </p:cNvPr>
            <p:cNvSpPr/>
            <p:nvPr/>
          </p:nvSpPr>
          <p:spPr>
            <a:xfrm>
              <a:off x="2732173" y="1386796"/>
              <a:ext cx="251187" cy="1900970"/>
            </a:xfrm>
            <a:prstGeom prst="rect">
              <a:avLst/>
            </a:prstGeom>
            <a:solidFill>
              <a:srgbClr val="5D17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梯形 15">
              <a:extLst>
                <a:ext uri="{FF2B5EF4-FFF2-40B4-BE49-F238E27FC236}">
                  <a16:creationId xmlns:a16="http://schemas.microsoft.com/office/drawing/2014/main" id="{0BFDB054-076D-4FDE-B3FE-9300C23306EE}"/>
                </a:ext>
              </a:extLst>
            </p:cNvPr>
            <p:cNvSpPr/>
            <p:nvPr/>
          </p:nvSpPr>
          <p:spPr>
            <a:xfrm rot="16200000">
              <a:off x="2544711" y="2208421"/>
              <a:ext cx="625291" cy="251188"/>
            </a:xfrm>
            <a:prstGeom prst="trapezoid">
              <a:avLst>
                <a:gd name="adj" fmla="val 55336"/>
              </a:avLst>
            </a:prstGeom>
            <a:solidFill>
              <a:srgbClr val="A32D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38FC3BE-A4CE-4660-AA89-03D04C97EE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31762" y="2158990"/>
              <a:ext cx="883809" cy="8582"/>
            </a:xfrm>
            <a:prstGeom prst="line">
              <a:avLst/>
            </a:prstGeom>
            <a:ln w="25400">
              <a:solidFill>
                <a:schemeClr val="bg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92680F33-F0AD-4033-8D36-65303A343E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31762" y="2500948"/>
              <a:ext cx="883923" cy="0"/>
            </a:xfrm>
            <a:prstGeom prst="line">
              <a:avLst/>
            </a:prstGeom>
            <a:ln w="25400">
              <a:solidFill>
                <a:schemeClr val="bg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037CB957-A10B-4586-953B-6FFB9BF431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72165" y="2150464"/>
              <a:ext cx="883809" cy="8582"/>
            </a:xfrm>
            <a:prstGeom prst="line">
              <a:avLst/>
            </a:prstGeom>
            <a:ln w="25400">
              <a:solidFill>
                <a:schemeClr val="bg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F09E4727-8A1A-4CC2-993D-CC88A2AF0C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72165" y="2497184"/>
              <a:ext cx="883923" cy="0"/>
            </a:xfrm>
            <a:prstGeom prst="line">
              <a:avLst/>
            </a:prstGeom>
            <a:ln w="25400">
              <a:solidFill>
                <a:schemeClr val="bg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057E04E2-2EB8-4D58-81CA-A00B6AFE3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15571" y="2497184"/>
              <a:ext cx="256594" cy="3764"/>
            </a:xfrm>
            <a:prstGeom prst="line">
              <a:avLst/>
            </a:prstGeom>
            <a:ln w="25400">
              <a:solidFill>
                <a:schemeClr val="tx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2C0511FC-E3D1-4712-A01C-9DBEECBC02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15480" y="2158519"/>
              <a:ext cx="255857" cy="1"/>
            </a:xfrm>
            <a:prstGeom prst="line">
              <a:avLst/>
            </a:prstGeom>
            <a:ln w="25400">
              <a:solidFill>
                <a:schemeClr val="tx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0FA28283-1659-484E-9BDA-21B22B61B0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55974" y="2151346"/>
              <a:ext cx="364735" cy="0"/>
            </a:xfrm>
            <a:prstGeom prst="line">
              <a:avLst/>
            </a:prstGeom>
            <a:ln w="25400">
              <a:solidFill>
                <a:schemeClr val="tx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5A37F7A8-83B8-4FB9-882C-8413E78375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55974" y="2497184"/>
              <a:ext cx="364735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3DE5D0FF-D8A6-4A01-9ED1-D0DC20AE88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26446" y="2167572"/>
              <a:ext cx="805316" cy="0"/>
            </a:xfrm>
            <a:prstGeom prst="line">
              <a:avLst/>
            </a:prstGeom>
            <a:ln w="25400">
              <a:solidFill>
                <a:schemeClr val="tx1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CDA2341F-5A0B-46AC-9141-41963EF6D2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23341" y="2501946"/>
              <a:ext cx="808421" cy="0"/>
            </a:xfrm>
            <a:prstGeom prst="line">
              <a:avLst/>
            </a:prstGeom>
            <a:ln w="25400">
              <a:solidFill>
                <a:schemeClr val="tx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4706B7D5-96F4-406A-A797-A6165D9FC0B2}"/>
              </a:ext>
            </a:extLst>
          </p:cNvPr>
          <p:cNvGrpSpPr/>
          <p:nvPr/>
        </p:nvGrpSpPr>
        <p:grpSpPr>
          <a:xfrm>
            <a:off x="628453" y="2420657"/>
            <a:ext cx="3908297" cy="2168445"/>
            <a:chOff x="628453" y="2420657"/>
            <a:chExt cx="3908297" cy="2168445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3985C8C6-CF2B-40D9-BB8B-A691995B4485}"/>
                </a:ext>
              </a:extLst>
            </p:cNvPr>
            <p:cNvSpPr/>
            <p:nvPr/>
          </p:nvSpPr>
          <p:spPr>
            <a:xfrm>
              <a:off x="1186083" y="2420657"/>
              <a:ext cx="3350667" cy="2168445"/>
            </a:xfrm>
            <a:prstGeom prst="rect">
              <a:avLst/>
            </a:prstGeom>
            <a:solidFill>
              <a:srgbClr val="F8CC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4E6A4AE9-6F0A-488D-B989-7ACC21B8980A}"/>
                </a:ext>
              </a:extLst>
            </p:cNvPr>
            <p:cNvSpPr/>
            <p:nvPr/>
          </p:nvSpPr>
          <p:spPr>
            <a:xfrm>
              <a:off x="2713822" y="2484531"/>
              <a:ext cx="1730847" cy="963577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E939ECEA-8D32-4BCC-A496-CAF741750854}"/>
                </a:ext>
              </a:extLst>
            </p:cNvPr>
            <p:cNvSpPr/>
            <p:nvPr/>
          </p:nvSpPr>
          <p:spPr>
            <a:xfrm>
              <a:off x="2715999" y="3560411"/>
              <a:ext cx="1730847" cy="963577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D6C20FE8-A2BD-46A0-9CBE-0BBAA38A7F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18277" y="3580457"/>
              <a:ext cx="914401" cy="914401"/>
            </a:xfrm>
            <a:prstGeom prst="rect">
              <a:avLst/>
            </a:prstGeom>
          </p:spPr>
        </p:pic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E48015E8-DC17-417A-9AC5-C9A8FBFEA92B}"/>
                </a:ext>
              </a:extLst>
            </p:cNvPr>
            <p:cNvSpPr/>
            <p:nvPr/>
          </p:nvSpPr>
          <p:spPr>
            <a:xfrm>
              <a:off x="2382667" y="3658476"/>
              <a:ext cx="676484" cy="798281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rgbClr val="F8CCB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NAT</a:t>
              </a:r>
              <a:endParaRPr lang="zh-CN" altLang="en-US" sz="1600" b="1" dirty="0">
                <a:solidFill>
                  <a:srgbClr val="F8CC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73EFB1E1-2A4B-403B-B653-AAE37B7FDDB9}"/>
                </a:ext>
              </a:extLst>
            </p:cNvPr>
            <p:cNvSpPr/>
            <p:nvPr/>
          </p:nvSpPr>
          <p:spPr>
            <a:xfrm>
              <a:off x="2170030" y="3658476"/>
              <a:ext cx="251187" cy="798282"/>
            </a:xfrm>
            <a:prstGeom prst="rect">
              <a:avLst/>
            </a:prstGeom>
            <a:solidFill>
              <a:srgbClr val="5D17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梯形 33">
              <a:extLst>
                <a:ext uri="{FF2B5EF4-FFF2-40B4-BE49-F238E27FC236}">
                  <a16:creationId xmlns:a16="http://schemas.microsoft.com/office/drawing/2014/main" id="{39AEEB04-1165-4AE2-A891-349E4AB75A60}"/>
                </a:ext>
              </a:extLst>
            </p:cNvPr>
            <p:cNvSpPr/>
            <p:nvPr/>
          </p:nvSpPr>
          <p:spPr>
            <a:xfrm rot="16200000">
              <a:off x="1982568" y="3935873"/>
              <a:ext cx="625291" cy="251188"/>
            </a:xfrm>
            <a:prstGeom prst="trapezoid">
              <a:avLst>
                <a:gd name="adj" fmla="val 55336"/>
              </a:avLst>
            </a:prstGeom>
            <a:solidFill>
              <a:srgbClr val="A32D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89EF470A-5169-4288-9A5D-9C4A351B1FCB}"/>
                </a:ext>
              </a:extLst>
            </p:cNvPr>
            <p:cNvSpPr/>
            <p:nvPr/>
          </p:nvSpPr>
          <p:spPr>
            <a:xfrm>
              <a:off x="880764" y="2555790"/>
              <a:ext cx="631611" cy="1900968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5DEE304D-590D-4BA6-8D77-D0C3BB7119CF}"/>
                </a:ext>
              </a:extLst>
            </p:cNvPr>
            <p:cNvSpPr txBox="1"/>
            <p:nvPr/>
          </p:nvSpPr>
          <p:spPr>
            <a:xfrm>
              <a:off x="821347" y="2573527"/>
              <a:ext cx="750106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F8CCB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NAT</a:t>
              </a:r>
              <a:endParaRPr lang="zh-CN" altLang="en-US" sz="1600" b="1" dirty="0">
                <a:solidFill>
                  <a:srgbClr val="F8CC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784CC46E-6953-459F-82CD-3079149E358E}"/>
                </a:ext>
              </a:extLst>
            </p:cNvPr>
            <p:cNvSpPr/>
            <p:nvPr/>
          </p:nvSpPr>
          <p:spPr>
            <a:xfrm>
              <a:off x="628863" y="2555788"/>
              <a:ext cx="251187" cy="1900970"/>
            </a:xfrm>
            <a:prstGeom prst="rect">
              <a:avLst/>
            </a:prstGeom>
            <a:solidFill>
              <a:srgbClr val="5D17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梯形 37">
              <a:extLst>
                <a:ext uri="{FF2B5EF4-FFF2-40B4-BE49-F238E27FC236}">
                  <a16:creationId xmlns:a16="http://schemas.microsoft.com/office/drawing/2014/main" id="{3BB14ECA-2403-4194-AF5B-BB1B230B160E}"/>
                </a:ext>
              </a:extLst>
            </p:cNvPr>
            <p:cNvSpPr/>
            <p:nvPr/>
          </p:nvSpPr>
          <p:spPr>
            <a:xfrm rot="16200000">
              <a:off x="441401" y="3377413"/>
              <a:ext cx="625291" cy="251188"/>
            </a:xfrm>
            <a:prstGeom prst="trapezoid">
              <a:avLst>
                <a:gd name="adj" fmla="val 55336"/>
              </a:avLst>
            </a:prstGeom>
            <a:solidFill>
              <a:srgbClr val="A32D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971222FD-7BDD-43D0-A7F9-39D57EC380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68905" y="3884606"/>
              <a:ext cx="883809" cy="8582"/>
            </a:xfrm>
            <a:prstGeom prst="line">
              <a:avLst/>
            </a:prstGeom>
            <a:ln w="25400">
              <a:solidFill>
                <a:schemeClr val="bg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A56A6DFB-E0A5-45AA-8A8E-675BF747DA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68905" y="4231326"/>
              <a:ext cx="883923" cy="0"/>
            </a:xfrm>
            <a:prstGeom prst="line">
              <a:avLst/>
            </a:prstGeom>
            <a:ln w="25400">
              <a:solidFill>
                <a:schemeClr val="bg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8A811B66-E5D6-462E-9E59-72143F173C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52714" y="3885488"/>
              <a:ext cx="364735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2C4930DB-61D1-4530-8FF7-2EBD4BFAB1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52714" y="4231326"/>
              <a:ext cx="364735" cy="0"/>
            </a:xfrm>
            <a:prstGeom prst="line">
              <a:avLst/>
            </a:prstGeom>
            <a:ln w="25400">
              <a:solidFill>
                <a:schemeClr val="tx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3" name="图片 42">
              <a:extLst>
                <a:ext uri="{FF2B5EF4-FFF2-40B4-BE49-F238E27FC236}">
                  <a16:creationId xmlns:a16="http://schemas.microsoft.com/office/drawing/2014/main" id="{F4B61CDD-A018-4754-BF61-804E0AC5DF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6626" y="2517151"/>
              <a:ext cx="914401" cy="914401"/>
            </a:xfrm>
            <a:prstGeom prst="rect">
              <a:avLst/>
            </a:prstGeom>
          </p:spPr>
        </p:pic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5C439F6A-DD43-4493-8DDE-536D585917FD}"/>
                </a:ext>
              </a:extLst>
            </p:cNvPr>
            <p:cNvSpPr/>
            <p:nvPr/>
          </p:nvSpPr>
          <p:spPr>
            <a:xfrm>
              <a:off x="2381839" y="2559963"/>
              <a:ext cx="676484" cy="798281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8CCB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NAT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8CCB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16CCF49B-1D59-42E2-BED8-46E4FE4D9DF4}"/>
                </a:ext>
              </a:extLst>
            </p:cNvPr>
            <p:cNvSpPr/>
            <p:nvPr/>
          </p:nvSpPr>
          <p:spPr>
            <a:xfrm>
              <a:off x="2169202" y="2559963"/>
              <a:ext cx="251187" cy="798282"/>
            </a:xfrm>
            <a:prstGeom prst="rect">
              <a:avLst/>
            </a:prstGeom>
            <a:solidFill>
              <a:srgbClr val="5D17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梯形 45">
              <a:extLst>
                <a:ext uri="{FF2B5EF4-FFF2-40B4-BE49-F238E27FC236}">
                  <a16:creationId xmlns:a16="http://schemas.microsoft.com/office/drawing/2014/main" id="{08E50D1B-646C-462C-A7EA-AAD7B3DD6B58}"/>
                </a:ext>
              </a:extLst>
            </p:cNvPr>
            <p:cNvSpPr/>
            <p:nvPr/>
          </p:nvSpPr>
          <p:spPr>
            <a:xfrm rot="16200000">
              <a:off x="1981740" y="2837360"/>
              <a:ext cx="625291" cy="251188"/>
            </a:xfrm>
            <a:prstGeom prst="trapezoid">
              <a:avLst>
                <a:gd name="adj" fmla="val 55336"/>
              </a:avLst>
            </a:prstGeom>
            <a:solidFill>
              <a:srgbClr val="A32D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5166D5B-A5BD-4535-BD07-FB292A9C08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68077" y="2786093"/>
              <a:ext cx="883809" cy="8582"/>
            </a:xfrm>
            <a:prstGeom prst="line">
              <a:avLst/>
            </a:prstGeom>
            <a:ln w="25400">
              <a:solidFill>
                <a:schemeClr val="bg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759538FF-FF4C-40BF-B802-3F0DCFAAC1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68077" y="3132813"/>
              <a:ext cx="883923" cy="0"/>
            </a:xfrm>
            <a:prstGeom prst="line">
              <a:avLst/>
            </a:prstGeom>
            <a:ln w="25400">
              <a:solidFill>
                <a:schemeClr val="bg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5DE5119C-BD07-4365-9CCB-327A77619C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51886" y="2786975"/>
              <a:ext cx="364735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56D77254-8BC6-458A-99DC-8388AAA946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51886" y="3132813"/>
              <a:ext cx="364735" cy="0"/>
            </a:xfrm>
            <a:prstGeom prst="line">
              <a:avLst/>
            </a:prstGeom>
            <a:ln w="25400">
              <a:solidFill>
                <a:schemeClr val="tx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连接符: 肘形 50">
              <a:extLst>
                <a:ext uri="{FF2B5EF4-FFF2-40B4-BE49-F238E27FC236}">
                  <a16:creationId xmlns:a16="http://schemas.microsoft.com/office/drawing/2014/main" id="{FBD324C9-C0BB-488F-B296-0E504BD1F695}"/>
                </a:ext>
              </a:extLst>
            </p:cNvPr>
            <p:cNvCxnSpPr>
              <a:cxnSpLocks/>
              <a:stCxn id="55" idx="1"/>
              <a:endCxn id="52" idx="1"/>
            </p:cNvCxnSpPr>
            <p:nvPr/>
          </p:nvCxnSpPr>
          <p:spPr>
            <a:xfrm rot="10800000">
              <a:off x="2168261" y="2796485"/>
              <a:ext cx="3284" cy="1430076"/>
            </a:xfrm>
            <a:prstGeom prst="bentConnector3">
              <a:avLst>
                <a:gd name="adj1" fmla="val 15375579"/>
              </a:avLst>
            </a:prstGeom>
            <a:ln w="25400">
              <a:solidFill>
                <a:schemeClr val="tx1"/>
              </a:solidFill>
              <a:prstDash val="solid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139A25B3-700D-4132-85D6-809865C41C73}"/>
                </a:ext>
              </a:extLst>
            </p:cNvPr>
            <p:cNvSpPr/>
            <p:nvPr/>
          </p:nvSpPr>
          <p:spPr>
            <a:xfrm>
              <a:off x="2168261" y="2748901"/>
              <a:ext cx="106651" cy="9516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endParaRPr lang="zh-CN" altLang="en-US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70405151-A2CE-4F7E-8D08-5005A0C0F6C0}"/>
                </a:ext>
              </a:extLst>
            </p:cNvPr>
            <p:cNvSpPr/>
            <p:nvPr/>
          </p:nvSpPr>
          <p:spPr>
            <a:xfrm>
              <a:off x="2168261" y="3085926"/>
              <a:ext cx="106651" cy="9516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endParaRPr lang="zh-CN" altLang="en-US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8D0D1A8C-4116-4382-ACA7-30E95158A537}"/>
                </a:ext>
              </a:extLst>
            </p:cNvPr>
            <p:cNvSpPr/>
            <p:nvPr/>
          </p:nvSpPr>
          <p:spPr>
            <a:xfrm>
              <a:off x="2168261" y="3845604"/>
              <a:ext cx="106651" cy="9516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endParaRPr lang="zh-CN" altLang="en-US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0B784BE0-CB49-4639-A348-A624E5184C2B}"/>
                </a:ext>
              </a:extLst>
            </p:cNvPr>
            <p:cNvSpPr/>
            <p:nvPr/>
          </p:nvSpPr>
          <p:spPr>
            <a:xfrm>
              <a:off x="2171545" y="4178977"/>
              <a:ext cx="106651" cy="9516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endParaRPr lang="zh-CN" altLang="en-US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56" name="连接符: 肘形 55">
              <a:extLst>
                <a:ext uri="{FF2B5EF4-FFF2-40B4-BE49-F238E27FC236}">
                  <a16:creationId xmlns:a16="http://schemas.microsoft.com/office/drawing/2014/main" id="{576A58A8-5A31-4D8D-B0D3-E6DC262982EA}"/>
                </a:ext>
              </a:extLst>
            </p:cNvPr>
            <p:cNvCxnSpPr>
              <a:cxnSpLocks/>
              <a:stCxn id="54" idx="1"/>
              <a:endCxn id="53" idx="1"/>
            </p:cNvCxnSpPr>
            <p:nvPr/>
          </p:nvCxnSpPr>
          <p:spPr>
            <a:xfrm rot="10800000">
              <a:off x="2168261" y="3133510"/>
              <a:ext cx="12700" cy="759678"/>
            </a:xfrm>
            <a:prstGeom prst="bentConnector3">
              <a:avLst>
                <a:gd name="adj1" fmla="val 1800000"/>
              </a:avLst>
            </a:prstGeom>
            <a:ln w="25400">
              <a:solidFill>
                <a:schemeClr val="tx1"/>
              </a:solidFill>
              <a:prstDash val="solid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1E8FB437-8897-4EA6-95C4-125C18D7203F}"/>
              </a:ext>
            </a:extLst>
          </p:cNvPr>
          <p:cNvGrpSpPr/>
          <p:nvPr/>
        </p:nvGrpSpPr>
        <p:grpSpPr>
          <a:xfrm>
            <a:off x="4901485" y="4342957"/>
            <a:ext cx="7171473" cy="2176911"/>
            <a:chOff x="4832493" y="2412191"/>
            <a:chExt cx="7171473" cy="2176911"/>
          </a:xfrm>
        </p:grpSpPr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833A7A8B-F3D5-49C1-9D73-E721F028822F}"/>
                </a:ext>
              </a:extLst>
            </p:cNvPr>
            <p:cNvSpPr/>
            <p:nvPr/>
          </p:nvSpPr>
          <p:spPr>
            <a:xfrm>
              <a:off x="10022844" y="2412192"/>
              <a:ext cx="1981122" cy="2168445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16D1B4DC-B885-43F4-AB34-5181FD478C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85492" y="2979917"/>
              <a:ext cx="914401" cy="914401"/>
            </a:xfrm>
            <a:prstGeom prst="rect">
              <a:avLst/>
            </a:prstGeom>
          </p:spPr>
        </p:pic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B2060AC2-FD02-4D08-9843-DD57D4B8A430}"/>
                </a:ext>
              </a:extLst>
            </p:cNvPr>
            <p:cNvSpPr txBox="1"/>
            <p:nvPr/>
          </p:nvSpPr>
          <p:spPr>
            <a:xfrm>
              <a:off x="10018252" y="2412191"/>
              <a:ext cx="1984895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IPv6-only </a:t>
              </a:r>
              <a:r>
                <a:rPr lang="zh-CN" altLang="en-US" sz="16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子网</a:t>
              </a:r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24DB6CAB-7A37-4612-B55D-31994600CADD}"/>
                </a:ext>
              </a:extLst>
            </p:cNvPr>
            <p:cNvSpPr/>
            <p:nvPr/>
          </p:nvSpPr>
          <p:spPr>
            <a:xfrm>
              <a:off x="9738928" y="3650011"/>
              <a:ext cx="674989" cy="798281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zh-CN" sz="1600" b="1" dirty="0">
                  <a:solidFill>
                    <a:srgbClr val="F8CCB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NAT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zh-CN" sz="1600" b="1" dirty="0">
                  <a:solidFill>
                    <a:srgbClr val="F8CCB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64</a:t>
              </a:r>
              <a:endParaRPr lang="zh-CN" altLang="en-US" sz="1600" b="1" dirty="0">
                <a:solidFill>
                  <a:srgbClr val="F8CC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12571A17-4ED3-434B-9C02-F7BD15A00173}"/>
                </a:ext>
              </a:extLst>
            </p:cNvPr>
            <p:cNvSpPr/>
            <p:nvPr/>
          </p:nvSpPr>
          <p:spPr>
            <a:xfrm>
              <a:off x="9530405" y="3650011"/>
              <a:ext cx="251187" cy="798282"/>
            </a:xfrm>
            <a:prstGeom prst="rect">
              <a:avLst/>
            </a:prstGeom>
            <a:solidFill>
              <a:srgbClr val="5D17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梯形 61">
              <a:extLst>
                <a:ext uri="{FF2B5EF4-FFF2-40B4-BE49-F238E27FC236}">
                  <a16:creationId xmlns:a16="http://schemas.microsoft.com/office/drawing/2014/main" id="{937739F9-740B-46FC-AD03-C63862E1E685}"/>
                </a:ext>
              </a:extLst>
            </p:cNvPr>
            <p:cNvSpPr/>
            <p:nvPr/>
          </p:nvSpPr>
          <p:spPr>
            <a:xfrm rot="16200000">
              <a:off x="9341066" y="3925530"/>
              <a:ext cx="625291" cy="254943"/>
            </a:xfrm>
            <a:prstGeom prst="trapezoid">
              <a:avLst>
                <a:gd name="adj" fmla="val 55336"/>
              </a:avLst>
            </a:prstGeom>
            <a:solidFill>
              <a:srgbClr val="A32D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70EBA887-0B34-45CE-BD04-A3C349CEF98F}"/>
                </a:ext>
              </a:extLst>
            </p:cNvPr>
            <p:cNvCxnSpPr>
              <a:cxnSpLocks/>
              <a:stCxn id="60" idx="3"/>
              <a:endCxn id="62" idx="0"/>
            </p:cNvCxnSpPr>
            <p:nvPr/>
          </p:nvCxnSpPr>
          <p:spPr>
            <a:xfrm flipH="1">
              <a:off x="9526240" y="4049152"/>
              <a:ext cx="887677" cy="3849"/>
            </a:xfrm>
            <a:prstGeom prst="line">
              <a:avLst/>
            </a:prstGeom>
            <a:ln w="25400">
              <a:solidFill>
                <a:schemeClr val="bg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844658B2-3B9B-4DD1-BBD9-BC23DB406D0F}"/>
                </a:ext>
              </a:extLst>
            </p:cNvPr>
            <p:cNvSpPr/>
            <p:nvPr/>
          </p:nvSpPr>
          <p:spPr>
            <a:xfrm>
              <a:off x="9528636" y="3837139"/>
              <a:ext cx="106651" cy="9516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endParaRPr lang="zh-CN" altLang="en-US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5A918241-AB79-4829-989C-D89984B2DA4C}"/>
                </a:ext>
              </a:extLst>
            </p:cNvPr>
            <p:cNvSpPr/>
            <p:nvPr/>
          </p:nvSpPr>
          <p:spPr>
            <a:xfrm>
              <a:off x="9531920" y="4170512"/>
              <a:ext cx="106651" cy="9516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endParaRPr lang="zh-CN" altLang="en-US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6942F6D9-7C99-4034-9532-08C02EFCF662}"/>
                </a:ext>
              </a:extLst>
            </p:cNvPr>
            <p:cNvSpPr/>
            <p:nvPr/>
          </p:nvSpPr>
          <p:spPr>
            <a:xfrm>
              <a:off x="9301422" y="3291370"/>
              <a:ext cx="1120728" cy="296012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rgbClr val="F8CCB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DNS </a:t>
              </a:r>
              <a:r>
                <a:rPr lang="zh-CN" altLang="en-US" sz="1600" b="1" dirty="0">
                  <a:solidFill>
                    <a:srgbClr val="F8CCB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解析</a:t>
              </a:r>
              <a:endParaRPr lang="en-US" altLang="zh-CN" sz="1600" b="1" dirty="0">
                <a:solidFill>
                  <a:srgbClr val="F8CC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4B66C1D7-DABE-4729-936F-172A85A3C67F}"/>
                </a:ext>
              </a:extLst>
            </p:cNvPr>
            <p:cNvSpPr/>
            <p:nvPr/>
          </p:nvSpPr>
          <p:spPr>
            <a:xfrm>
              <a:off x="4832493" y="3539405"/>
              <a:ext cx="2042943" cy="1049697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440D3374-ACB0-466C-A8F7-470AF88A9C6D}"/>
                </a:ext>
              </a:extLst>
            </p:cNvPr>
            <p:cNvSpPr/>
            <p:nvPr/>
          </p:nvSpPr>
          <p:spPr>
            <a:xfrm>
              <a:off x="4832494" y="2412780"/>
              <a:ext cx="2042944" cy="1049697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9" name="图片 68">
              <a:extLst>
                <a:ext uri="{FF2B5EF4-FFF2-40B4-BE49-F238E27FC236}">
                  <a16:creationId xmlns:a16="http://schemas.microsoft.com/office/drawing/2014/main" id="{866D6032-4181-4802-B6FF-8D62A47884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4909637" y="2477067"/>
              <a:ext cx="914401" cy="914401"/>
            </a:xfrm>
            <a:prstGeom prst="rect">
              <a:avLst/>
            </a:prstGeom>
          </p:spPr>
        </p:pic>
        <p:pic>
          <p:nvPicPr>
            <p:cNvPr id="70" name="图片 69">
              <a:extLst>
                <a:ext uri="{FF2B5EF4-FFF2-40B4-BE49-F238E27FC236}">
                  <a16:creationId xmlns:a16="http://schemas.microsoft.com/office/drawing/2014/main" id="{C5FA20F3-38C3-4962-A567-4359F3212C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4923560" y="3609587"/>
              <a:ext cx="914401" cy="914401"/>
            </a:xfrm>
            <a:prstGeom prst="rect">
              <a:avLst/>
            </a:prstGeom>
          </p:spPr>
        </p:pic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889AFF19-9430-4455-B1C2-D6E32D6DADB6}"/>
                </a:ext>
              </a:extLst>
            </p:cNvPr>
            <p:cNvSpPr txBox="1"/>
            <p:nvPr/>
          </p:nvSpPr>
          <p:spPr>
            <a:xfrm>
              <a:off x="5748162" y="3117201"/>
              <a:ext cx="1111486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6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IPv6 </a:t>
              </a:r>
              <a:r>
                <a:rPr lang="zh-CN" altLang="en-US" sz="16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用户</a:t>
              </a:r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B47253AB-F1DC-4592-97FA-0264B86A3B3B}"/>
                </a:ext>
              </a:extLst>
            </p:cNvPr>
            <p:cNvSpPr txBox="1"/>
            <p:nvPr/>
          </p:nvSpPr>
          <p:spPr>
            <a:xfrm>
              <a:off x="5763950" y="4250548"/>
              <a:ext cx="1111486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6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IPv4 </a:t>
              </a:r>
              <a:r>
                <a:rPr lang="zh-CN" altLang="en-US" sz="16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用户</a:t>
              </a:r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F8571459-CD61-43A2-BF0D-DE15C313847B}"/>
                </a:ext>
              </a:extLst>
            </p:cNvPr>
            <p:cNvSpPr/>
            <p:nvPr/>
          </p:nvSpPr>
          <p:spPr>
            <a:xfrm>
              <a:off x="6991027" y="3121157"/>
              <a:ext cx="1882071" cy="296012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rgbClr val="F8CCB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IPv4 DNS </a:t>
              </a:r>
              <a:r>
                <a:rPr lang="zh-CN" altLang="en-US" sz="1600" b="1" dirty="0">
                  <a:solidFill>
                    <a:srgbClr val="F8CCB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服务器</a:t>
              </a:r>
              <a:endParaRPr lang="en-US" altLang="zh-CN" sz="1600" b="1" dirty="0">
                <a:solidFill>
                  <a:srgbClr val="F8CC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2E8688DD-8656-450F-98D4-E73D20D3C83A}"/>
                </a:ext>
              </a:extLst>
            </p:cNvPr>
            <p:cNvSpPr/>
            <p:nvPr/>
          </p:nvSpPr>
          <p:spPr>
            <a:xfrm>
              <a:off x="6994209" y="3503023"/>
              <a:ext cx="1882071" cy="296012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rgbClr val="F8CCB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IPv6 DNS </a:t>
              </a:r>
              <a:r>
                <a:rPr lang="zh-CN" altLang="en-US" sz="1600" b="1" dirty="0">
                  <a:solidFill>
                    <a:srgbClr val="F8CCB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服务器</a:t>
              </a:r>
              <a:endParaRPr lang="en-US" altLang="zh-CN" sz="1600" b="1" dirty="0">
                <a:solidFill>
                  <a:srgbClr val="F8CC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896EEA9D-D9FF-4A13-95FD-728FD93D3B19}"/>
                </a:ext>
              </a:extLst>
            </p:cNvPr>
            <p:cNvCxnSpPr>
              <a:cxnSpLocks/>
              <a:endCxn id="62" idx="0"/>
            </p:cNvCxnSpPr>
            <p:nvPr/>
          </p:nvCxnSpPr>
          <p:spPr>
            <a:xfrm>
              <a:off x="5853964" y="4053001"/>
              <a:ext cx="3672276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连接符: 肘形 75">
              <a:extLst>
                <a:ext uri="{FF2B5EF4-FFF2-40B4-BE49-F238E27FC236}">
                  <a16:creationId xmlns:a16="http://schemas.microsoft.com/office/drawing/2014/main" id="{2623D407-9E33-4602-BDAC-9D32BFC1EFF7}"/>
                </a:ext>
              </a:extLst>
            </p:cNvPr>
            <p:cNvCxnSpPr>
              <a:cxnSpLocks/>
              <a:stCxn id="58" idx="2"/>
              <a:endCxn id="60" idx="3"/>
            </p:cNvCxnSpPr>
            <p:nvPr/>
          </p:nvCxnSpPr>
          <p:spPr>
            <a:xfrm rot="5400000">
              <a:off x="10800888" y="3507347"/>
              <a:ext cx="154834" cy="928776"/>
            </a:xfrm>
            <a:prstGeom prst="bentConnector2">
              <a:avLst/>
            </a:prstGeom>
            <a:ln w="25400">
              <a:solidFill>
                <a:schemeClr val="tx1"/>
              </a:solidFill>
              <a:prstDash val="solid"/>
              <a:headEnd type="triangle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连接符: 肘形 76">
              <a:extLst>
                <a:ext uri="{FF2B5EF4-FFF2-40B4-BE49-F238E27FC236}">
                  <a16:creationId xmlns:a16="http://schemas.microsoft.com/office/drawing/2014/main" id="{A2E01DCA-101C-458D-A017-518AD8C1C393}"/>
                </a:ext>
              </a:extLst>
            </p:cNvPr>
            <p:cNvCxnSpPr>
              <a:cxnSpLocks/>
              <a:stCxn id="58" idx="0"/>
            </p:cNvCxnSpPr>
            <p:nvPr/>
          </p:nvCxnSpPr>
          <p:spPr>
            <a:xfrm rot="16200000" flipV="1">
              <a:off x="8555745" y="192969"/>
              <a:ext cx="112326" cy="5461570"/>
            </a:xfrm>
            <a:prstGeom prst="bentConnector2">
              <a:avLst/>
            </a:prstGeom>
            <a:ln w="25400">
              <a:solidFill>
                <a:schemeClr val="tx1"/>
              </a:solidFill>
              <a:prstDash val="solid"/>
              <a:headEnd type="triangl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5ED10355-2A13-4812-BA3D-AF0560CB2E94}"/>
                </a:ext>
              </a:extLst>
            </p:cNvPr>
            <p:cNvCxnSpPr>
              <a:cxnSpLocks/>
              <a:stCxn id="58" idx="1"/>
              <a:endCxn id="66" idx="3"/>
            </p:cNvCxnSpPr>
            <p:nvPr/>
          </p:nvCxnSpPr>
          <p:spPr>
            <a:xfrm flipH="1">
              <a:off x="10422150" y="3437118"/>
              <a:ext cx="463342" cy="2258"/>
            </a:xfrm>
            <a:prstGeom prst="line">
              <a:avLst/>
            </a:prstGeom>
            <a:ln w="25400">
              <a:solidFill>
                <a:schemeClr val="tx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5ACB4C36-030B-47BB-B828-36481C09DEDF}"/>
                </a:ext>
              </a:extLst>
            </p:cNvPr>
            <p:cNvCxnSpPr>
              <a:cxnSpLocks/>
              <a:stCxn id="73" idx="3"/>
              <a:endCxn id="66" idx="1"/>
            </p:cNvCxnSpPr>
            <p:nvPr/>
          </p:nvCxnSpPr>
          <p:spPr>
            <a:xfrm>
              <a:off x="8873098" y="3269163"/>
              <a:ext cx="428324" cy="170213"/>
            </a:xfrm>
            <a:prstGeom prst="line">
              <a:avLst/>
            </a:prstGeom>
            <a:ln w="25400">
              <a:solidFill>
                <a:schemeClr val="tx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76FF9E45-63A6-4898-A92E-AB2EA67B7512}"/>
                </a:ext>
              </a:extLst>
            </p:cNvPr>
            <p:cNvCxnSpPr>
              <a:cxnSpLocks/>
              <a:stCxn id="74" idx="3"/>
              <a:endCxn id="66" idx="1"/>
            </p:cNvCxnSpPr>
            <p:nvPr/>
          </p:nvCxnSpPr>
          <p:spPr>
            <a:xfrm flipV="1">
              <a:off x="8876280" y="3439376"/>
              <a:ext cx="425142" cy="211653"/>
            </a:xfrm>
            <a:prstGeom prst="line">
              <a:avLst/>
            </a:prstGeom>
            <a:ln w="25400">
              <a:solidFill>
                <a:schemeClr val="tx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2495542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" name="组合 1023">
            <a:extLst>
              <a:ext uri="{FF2B5EF4-FFF2-40B4-BE49-F238E27FC236}">
                <a16:creationId xmlns:a16="http://schemas.microsoft.com/office/drawing/2014/main" id="{325A46FA-D843-46EE-BAE5-54C317504416}"/>
              </a:ext>
            </a:extLst>
          </p:cNvPr>
          <p:cNvGrpSpPr/>
          <p:nvPr/>
        </p:nvGrpSpPr>
        <p:grpSpPr>
          <a:xfrm>
            <a:off x="338716" y="2684"/>
            <a:ext cx="13016605" cy="9687830"/>
            <a:chOff x="338716" y="2684"/>
            <a:chExt cx="13016605" cy="9687830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9C9D4482-1797-438C-825C-887674456BED}"/>
                </a:ext>
              </a:extLst>
            </p:cNvPr>
            <p:cNvSpPr/>
            <p:nvPr/>
          </p:nvSpPr>
          <p:spPr>
            <a:xfrm>
              <a:off x="738414" y="344432"/>
              <a:ext cx="12070356" cy="8650516"/>
            </a:xfrm>
            <a:prstGeom prst="roundRect">
              <a:avLst>
                <a:gd name="adj" fmla="val 7066"/>
              </a:avLst>
            </a:prstGeom>
            <a:solidFill>
              <a:srgbClr val="D74514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EDA06FB0-2141-4D9C-87E8-56C13C895342}"/>
                </a:ext>
              </a:extLst>
            </p:cNvPr>
            <p:cNvSpPr/>
            <p:nvPr/>
          </p:nvSpPr>
          <p:spPr>
            <a:xfrm rot="16200000">
              <a:off x="1573766" y="1899578"/>
              <a:ext cx="1994053" cy="135507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Wi-Fi / BT</a:t>
              </a:r>
            </a:p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Dual band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矩形: 剪去单角 3">
              <a:extLst>
                <a:ext uri="{FF2B5EF4-FFF2-40B4-BE49-F238E27FC236}">
                  <a16:creationId xmlns:a16="http://schemas.microsoft.com/office/drawing/2014/main" id="{B6EB9F92-03BF-40E8-B16E-7CB77D2925C3}"/>
                </a:ext>
              </a:extLst>
            </p:cNvPr>
            <p:cNvSpPr/>
            <p:nvPr/>
          </p:nvSpPr>
          <p:spPr>
            <a:xfrm rot="10800000">
              <a:off x="3824511" y="3108679"/>
              <a:ext cx="2508152" cy="2308860"/>
            </a:xfrm>
            <a:prstGeom prst="snip1Rect">
              <a:avLst>
                <a:gd name="adj" fmla="val 12047"/>
              </a:avLst>
            </a:prstGeom>
            <a:solidFill>
              <a:schemeClr val="bg1">
                <a:lumMod val="85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70D2C77-EB27-4CE1-A2D6-9C17A966F4FD}"/>
                </a:ext>
              </a:extLst>
            </p:cNvPr>
            <p:cNvSpPr/>
            <p:nvPr/>
          </p:nvSpPr>
          <p:spPr>
            <a:xfrm>
              <a:off x="4027224" y="3306799"/>
              <a:ext cx="2082666" cy="185863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CPU / GPU</a:t>
              </a:r>
            </a:p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Broadcom</a:t>
              </a:r>
            </a:p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BCM2711</a:t>
              </a:r>
            </a:p>
            <a:p>
              <a:pPr algn="ctr"/>
              <a:endPara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ARM Cortex A72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BB39A3DA-F859-4F81-A4B1-10B75F2DE95C}"/>
                </a:ext>
              </a:extLst>
            </p:cNvPr>
            <p:cNvSpPr/>
            <p:nvPr/>
          </p:nvSpPr>
          <p:spPr>
            <a:xfrm>
              <a:off x="6596269" y="3098746"/>
              <a:ext cx="1571923" cy="230886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DRAM</a:t>
              </a:r>
            </a:p>
            <a:p>
              <a:pPr algn="ctr"/>
              <a:endPara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 GB /</a:t>
              </a:r>
            </a:p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 GB /</a:t>
              </a:r>
            </a:p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 GB /</a:t>
              </a:r>
            </a:p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8 GB  ​</a:t>
              </a:r>
            </a:p>
          </p:txBody>
        </p:sp>
        <p:pic>
          <p:nvPicPr>
            <p:cNvPr id="8" name="图形 7">
              <a:extLst>
                <a:ext uri="{FF2B5EF4-FFF2-40B4-BE49-F238E27FC236}">
                  <a16:creationId xmlns:a16="http://schemas.microsoft.com/office/drawing/2014/main" id="{7E34C85F-A758-458F-A387-15908E32D8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112794" y="3740497"/>
              <a:ext cx="1711718" cy="1711718"/>
            </a:xfrm>
            <a:prstGeom prst="rect">
              <a:avLst/>
            </a:prstGeom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CF57138-6C8E-412E-91B3-15AFE6EB7CD9}"/>
                </a:ext>
              </a:extLst>
            </p:cNvPr>
            <p:cNvSpPr/>
            <p:nvPr/>
          </p:nvSpPr>
          <p:spPr>
            <a:xfrm>
              <a:off x="8618041" y="2577115"/>
              <a:ext cx="1355076" cy="127024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Gigabit</a:t>
              </a:r>
            </a:p>
            <a:p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Ethernet</a:t>
              </a:r>
            </a:p>
            <a:p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Controller</a:t>
              </a:r>
              <a:endPara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2F4976BF-6CB4-40B6-982D-8598D710A957}"/>
                </a:ext>
              </a:extLst>
            </p:cNvPr>
            <p:cNvSpPr/>
            <p:nvPr/>
          </p:nvSpPr>
          <p:spPr>
            <a:xfrm>
              <a:off x="8618041" y="4416381"/>
              <a:ext cx="1355076" cy="127024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2×USB3 +</a:t>
              </a:r>
            </a:p>
            <a:p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2×USB2</a:t>
              </a:r>
            </a:p>
            <a:p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controller</a:t>
              </a:r>
              <a:endPara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D0D94338-3DB2-400F-A2E8-FE85A45C3030}"/>
                </a:ext>
              </a:extLst>
            </p:cNvPr>
            <p:cNvSpPr/>
            <p:nvPr/>
          </p:nvSpPr>
          <p:spPr>
            <a:xfrm rot="16200000">
              <a:off x="10048578" y="3768094"/>
              <a:ext cx="1571923" cy="92266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USB</a:t>
              </a:r>
            </a:p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Decoupling cap</a:t>
              </a:r>
              <a:endPara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2E4FA32-A130-41D8-9404-CCBC081884DC}"/>
                </a:ext>
              </a:extLst>
            </p:cNvPr>
            <p:cNvSpPr/>
            <p:nvPr/>
          </p:nvSpPr>
          <p:spPr>
            <a:xfrm>
              <a:off x="10757242" y="982116"/>
              <a:ext cx="2598079" cy="208235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1Gb Ethernet</a:t>
              </a:r>
            </a:p>
            <a:p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RJ45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1AD8DFFC-CE1F-45EF-811C-02CE92B7E76C}"/>
                </a:ext>
              </a:extLst>
            </p:cNvPr>
            <p:cNvSpPr/>
            <p:nvPr/>
          </p:nvSpPr>
          <p:spPr>
            <a:xfrm>
              <a:off x="11561940" y="3816387"/>
              <a:ext cx="1791123" cy="181456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2×USB3.0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622AF564-017E-416D-A3F4-F72EF784CFE6}"/>
                </a:ext>
              </a:extLst>
            </p:cNvPr>
            <p:cNvSpPr/>
            <p:nvPr/>
          </p:nvSpPr>
          <p:spPr>
            <a:xfrm>
              <a:off x="11561940" y="6535622"/>
              <a:ext cx="1793381" cy="181456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2×USB2.0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B3CBC6D-9252-45C7-9C92-8E31D361D063}"/>
                </a:ext>
              </a:extLst>
            </p:cNvPr>
            <p:cNvSpPr/>
            <p:nvPr/>
          </p:nvSpPr>
          <p:spPr>
            <a:xfrm>
              <a:off x="4617717" y="1580089"/>
              <a:ext cx="3793314" cy="651372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Raspberry Pi 4 Model B</a:t>
              </a:r>
            </a:p>
            <a:p>
              <a:pPr algn="ctr"/>
              <a:r>
                <a:rPr lang="en-US" altLang="zh-CN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(c) Raspberry Pi 2018</a:t>
              </a:r>
              <a:endParaRPr lang="zh-CN" altLang="en-US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09" name="组合 208">
              <a:extLst>
                <a:ext uri="{FF2B5EF4-FFF2-40B4-BE49-F238E27FC236}">
                  <a16:creationId xmlns:a16="http://schemas.microsoft.com/office/drawing/2014/main" id="{DEDD645D-5709-4EBE-B463-48E406590FD3}"/>
                </a:ext>
              </a:extLst>
            </p:cNvPr>
            <p:cNvGrpSpPr/>
            <p:nvPr/>
          </p:nvGrpSpPr>
          <p:grpSpPr>
            <a:xfrm>
              <a:off x="1893255" y="547716"/>
              <a:ext cx="4779234" cy="780270"/>
              <a:chOff x="354741" y="319397"/>
              <a:chExt cx="4779234" cy="780270"/>
            </a:xfrm>
          </p:grpSpPr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52513BC5-9BC0-43BC-86D6-D3C65E828BF8}"/>
                  </a:ext>
                </a:extLst>
              </p:cNvPr>
              <p:cNvSpPr/>
              <p:nvPr/>
            </p:nvSpPr>
            <p:spPr>
              <a:xfrm>
                <a:off x="354741" y="319397"/>
                <a:ext cx="4779234" cy="78027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F06920F3-9F29-4CEF-BEE6-5F21728941A2}"/>
                  </a:ext>
                </a:extLst>
              </p:cNvPr>
              <p:cNvSpPr/>
              <p:nvPr/>
            </p:nvSpPr>
            <p:spPr>
              <a:xfrm>
                <a:off x="474242" y="438024"/>
                <a:ext cx="208020" cy="208020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DBCA9D8C-41E6-4B7C-BCCE-FC2943D5C259}"/>
                  </a:ext>
                </a:extLst>
              </p:cNvPr>
              <p:cNvSpPr/>
              <p:nvPr/>
            </p:nvSpPr>
            <p:spPr>
              <a:xfrm>
                <a:off x="513246" y="477028"/>
                <a:ext cx="130013" cy="130013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E84E7EEB-CC8A-4D0C-A5A1-61BB1BBA17F4}"/>
                  </a:ext>
                </a:extLst>
              </p:cNvPr>
              <p:cNvSpPr/>
              <p:nvPr/>
            </p:nvSpPr>
            <p:spPr>
              <a:xfrm>
                <a:off x="835879" y="438024"/>
                <a:ext cx="208020" cy="208020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8712978D-0C3F-458C-B925-98D30F772C1F}"/>
                  </a:ext>
                </a:extLst>
              </p:cNvPr>
              <p:cNvSpPr/>
              <p:nvPr/>
            </p:nvSpPr>
            <p:spPr>
              <a:xfrm>
                <a:off x="874883" y="477028"/>
                <a:ext cx="130013" cy="130013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45B960C9-854F-4301-8447-8AA13C1322EB}"/>
                  </a:ext>
                </a:extLst>
              </p:cNvPr>
              <p:cNvSpPr/>
              <p:nvPr/>
            </p:nvSpPr>
            <p:spPr>
              <a:xfrm>
                <a:off x="1197516" y="438024"/>
                <a:ext cx="208020" cy="208020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06E73D17-E7A3-4B3B-915C-EEBB724E8EDB}"/>
                  </a:ext>
                </a:extLst>
              </p:cNvPr>
              <p:cNvSpPr/>
              <p:nvPr/>
            </p:nvSpPr>
            <p:spPr>
              <a:xfrm>
                <a:off x="1236520" y="477028"/>
                <a:ext cx="130013" cy="130013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9E7A726A-9220-4683-BD3D-80F398174512}"/>
                  </a:ext>
                </a:extLst>
              </p:cNvPr>
              <p:cNvSpPr/>
              <p:nvPr/>
            </p:nvSpPr>
            <p:spPr>
              <a:xfrm>
                <a:off x="1559153" y="438024"/>
                <a:ext cx="208020" cy="208020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87F5478F-86C5-465D-9E09-A405BCA71F53}"/>
                  </a:ext>
                </a:extLst>
              </p:cNvPr>
              <p:cNvSpPr/>
              <p:nvPr/>
            </p:nvSpPr>
            <p:spPr>
              <a:xfrm>
                <a:off x="1598157" y="477028"/>
                <a:ext cx="130013" cy="130013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F38949ED-F2E1-4B67-BC62-9651DBDAC62E}"/>
                  </a:ext>
                </a:extLst>
              </p:cNvPr>
              <p:cNvSpPr/>
              <p:nvPr/>
            </p:nvSpPr>
            <p:spPr>
              <a:xfrm>
                <a:off x="1920790" y="438024"/>
                <a:ext cx="208020" cy="208020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32F26447-B87E-45FC-801D-926C8C488569}"/>
                  </a:ext>
                </a:extLst>
              </p:cNvPr>
              <p:cNvSpPr/>
              <p:nvPr/>
            </p:nvSpPr>
            <p:spPr>
              <a:xfrm>
                <a:off x="1959794" y="477028"/>
                <a:ext cx="130013" cy="130013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14666B80-0E5D-4FB2-B272-340F2AC97586}"/>
                  </a:ext>
                </a:extLst>
              </p:cNvPr>
              <p:cNvSpPr/>
              <p:nvPr/>
            </p:nvSpPr>
            <p:spPr>
              <a:xfrm>
                <a:off x="2282427" y="438024"/>
                <a:ext cx="208020" cy="208020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FC54F299-76C4-43F3-90CF-FEAFF01563D4}"/>
                  </a:ext>
                </a:extLst>
              </p:cNvPr>
              <p:cNvSpPr/>
              <p:nvPr/>
            </p:nvSpPr>
            <p:spPr>
              <a:xfrm>
                <a:off x="2321431" y="477028"/>
                <a:ext cx="130013" cy="130013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11B6FA60-2A3A-49A2-92AB-FB591FA62A56}"/>
                  </a:ext>
                </a:extLst>
              </p:cNvPr>
              <p:cNvSpPr/>
              <p:nvPr/>
            </p:nvSpPr>
            <p:spPr>
              <a:xfrm>
                <a:off x="2644064" y="438024"/>
                <a:ext cx="208020" cy="208020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00AF9FD8-D5D2-43C7-93FF-3F295C8FDDC2}"/>
                  </a:ext>
                </a:extLst>
              </p:cNvPr>
              <p:cNvSpPr/>
              <p:nvPr/>
            </p:nvSpPr>
            <p:spPr>
              <a:xfrm>
                <a:off x="2683068" y="477028"/>
                <a:ext cx="130013" cy="130013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8EC180FC-59CC-4C2B-BF3D-E5C7978DDEF7}"/>
                  </a:ext>
                </a:extLst>
              </p:cNvPr>
              <p:cNvSpPr/>
              <p:nvPr/>
            </p:nvSpPr>
            <p:spPr>
              <a:xfrm>
                <a:off x="3005701" y="438024"/>
                <a:ext cx="208020" cy="208020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AD2BD5D8-8387-4A80-96C4-FC0A4BC2672E}"/>
                  </a:ext>
                </a:extLst>
              </p:cNvPr>
              <p:cNvSpPr/>
              <p:nvPr/>
            </p:nvSpPr>
            <p:spPr>
              <a:xfrm>
                <a:off x="3044705" y="477028"/>
                <a:ext cx="130013" cy="130013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94F2C8AA-DCDD-42A2-B3B2-090AE8721DCE}"/>
                  </a:ext>
                </a:extLst>
              </p:cNvPr>
              <p:cNvSpPr/>
              <p:nvPr/>
            </p:nvSpPr>
            <p:spPr>
              <a:xfrm>
                <a:off x="3367338" y="438024"/>
                <a:ext cx="208020" cy="208020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F69555ED-ED4A-43F8-AD27-9CDE9A679A61}"/>
                  </a:ext>
                </a:extLst>
              </p:cNvPr>
              <p:cNvSpPr/>
              <p:nvPr/>
            </p:nvSpPr>
            <p:spPr>
              <a:xfrm>
                <a:off x="3406342" y="477028"/>
                <a:ext cx="130013" cy="130013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BECAD668-9E8D-4BC3-AAFD-62D7FE94ED25}"/>
                  </a:ext>
                </a:extLst>
              </p:cNvPr>
              <p:cNvSpPr/>
              <p:nvPr/>
            </p:nvSpPr>
            <p:spPr>
              <a:xfrm>
                <a:off x="3728975" y="438024"/>
                <a:ext cx="208020" cy="208020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765489EC-A160-462E-9B31-A9CEED76A057}"/>
                  </a:ext>
                </a:extLst>
              </p:cNvPr>
              <p:cNvSpPr/>
              <p:nvPr/>
            </p:nvSpPr>
            <p:spPr>
              <a:xfrm>
                <a:off x="3767979" y="477028"/>
                <a:ext cx="130013" cy="130013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BD2F0C1D-9B8C-4B27-A16D-831CC449FF32}"/>
                  </a:ext>
                </a:extLst>
              </p:cNvPr>
              <p:cNvSpPr/>
              <p:nvPr/>
            </p:nvSpPr>
            <p:spPr>
              <a:xfrm>
                <a:off x="4090612" y="438024"/>
                <a:ext cx="208020" cy="208020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034DA015-CD57-475C-BD90-1C552D1F91A3}"/>
                  </a:ext>
                </a:extLst>
              </p:cNvPr>
              <p:cNvSpPr/>
              <p:nvPr/>
            </p:nvSpPr>
            <p:spPr>
              <a:xfrm>
                <a:off x="4129616" y="477028"/>
                <a:ext cx="130013" cy="130013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9A36CF53-BC5A-430F-BE80-1BE36D12BBAD}"/>
                  </a:ext>
                </a:extLst>
              </p:cNvPr>
              <p:cNvSpPr/>
              <p:nvPr/>
            </p:nvSpPr>
            <p:spPr>
              <a:xfrm>
                <a:off x="4452249" y="438024"/>
                <a:ext cx="208020" cy="208020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8244FA69-4888-40DC-944C-EEF7BE744C89}"/>
                  </a:ext>
                </a:extLst>
              </p:cNvPr>
              <p:cNvSpPr/>
              <p:nvPr/>
            </p:nvSpPr>
            <p:spPr>
              <a:xfrm>
                <a:off x="4491253" y="477028"/>
                <a:ext cx="130013" cy="130013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EB18A8B0-CDE7-40A6-83AD-51F5A3582658}"/>
                  </a:ext>
                </a:extLst>
              </p:cNvPr>
              <p:cNvSpPr/>
              <p:nvPr/>
            </p:nvSpPr>
            <p:spPr>
              <a:xfrm>
                <a:off x="4813888" y="438024"/>
                <a:ext cx="208020" cy="208020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9110F114-5FAF-4166-93D8-1A2DCF9A764B}"/>
                  </a:ext>
                </a:extLst>
              </p:cNvPr>
              <p:cNvSpPr/>
              <p:nvPr/>
            </p:nvSpPr>
            <p:spPr>
              <a:xfrm>
                <a:off x="4852892" y="477028"/>
                <a:ext cx="130013" cy="130013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C62A7B0E-11CE-4382-B53C-707766632233}"/>
                  </a:ext>
                </a:extLst>
              </p:cNvPr>
              <p:cNvSpPr/>
              <p:nvPr/>
            </p:nvSpPr>
            <p:spPr>
              <a:xfrm>
                <a:off x="474242" y="761082"/>
                <a:ext cx="208020" cy="208020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19AAA134-8D22-400A-84C7-CAEE1FF36549}"/>
                  </a:ext>
                </a:extLst>
              </p:cNvPr>
              <p:cNvSpPr/>
              <p:nvPr/>
            </p:nvSpPr>
            <p:spPr>
              <a:xfrm>
                <a:off x="513246" y="800086"/>
                <a:ext cx="130013" cy="130013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4EF87FF8-DFC7-4AD7-91E6-7EA6DDF0EC2B}"/>
                  </a:ext>
                </a:extLst>
              </p:cNvPr>
              <p:cNvSpPr/>
              <p:nvPr/>
            </p:nvSpPr>
            <p:spPr>
              <a:xfrm>
                <a:off x="835879" y="761082"/>
                <a:ext cx="208020" cy="208020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69E8CA91-534A-4EF2-B85E-D7DC73A7983F}"/>
                  </a:ext>
                </a:extLst>
              </p:cNvPr>
              <p:cNvSpPr/>
              <p:nvPr/>
            </p:nvSpPr>
            <p:spPr>
              <a:xfrm>
                <a:off x="874883" y="800086"/>
                <a:ext cx="130013" cy="130013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F5981865-13DC-4147-AFCE-BD9AD118054A}"/>
                  </a:ext>
                </a:extLst>
              </p:cNvPr>
              <p:cNvSpPr/>
              <p:nvPr/>
            </p:nvSpPr>
            <p:spPr>
              <a:xfrm>
                <a:off x="1197516" y="761082"/>
                <a:ext cx="208020" cy="208020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A7F9CB2F-26CC-45D8-AD0F-908A383AF1A9}"/>
                  </a:ext>
                </a:extLst>
              </p:cNvPr>
              <p:cNvSpPr/>
              <p:nvPr/>
            </p:nvSpPr>
            <p:spPr>
              <a:xfrm>
                <a:off x="1236520" y="800086"/>
                <a:ext cx="130013" cy="130013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CFA10228-58C5-4572-ACB8-608C96A4EBAC}"/>
                  </a:ext>
                </a:extLst>
              </p:cNvPr>
              <p:cNvSpPr/>
              <p:nvPr/>
            </p:nvSpPr>
            <p:spPr>
              <a:xfrm>
                <a:off x="1559153" y="761082"/>
                <a:ext cx="208020" cy="208020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EEFDB817-E9F6-46F5-AF75-ECF384E20A4F}"/>
                  </a:ext>
                </a:extLst>
              </p:cNvPr>
              <p:cNvSpPr/>
              <p:nvPr/>
            </p:nvSpPr>
            <p:spPr>
              <a:xfrm>
                <a:off x="1598157" y="800086"/>
                <a:ext cx="130013" cy="130013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9B62DA36-B9DF-45CD-87A6-FC5F8C3481D3}"/>
                  </a:ext>
                </a:extLst>
              </p:cNvPr>
              <p:cNvSpPr/>
              <p:nvPr/>
            </p:nvSpPr>
            <p:spPr>
              <a:xfrm>
                <a:off x="1920790" y="761082"/>
                <a:ext cx="208020" cy="208020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CC663E4F-5C55-4176-9600-D5BEA8795663}"/>
                  </a:ext>
                </a:extLst>
              </p:cNvPr>
              <p:cNvSpPr/>
              <p:nvPr/>
            </p:nvSpPr>
            <p:spPr>
              <a:xfrm>
                <a:off x="1959794" y="800086"/>
                <a:ext cx="130013" cy="130013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79A2509C-8D63-4C24-836F-6D2BE54AD956}"/>
                  </a:ext>
                </a:extLst>
              </p:cNvPr>
              <p:cNvSpPr/>
              <p:nvPr/>
            </p:nvSpPr>
            <p:spPr>
              <a:xfrm>
                <a:off x="2282427" y="761082"/>
                <a:ext cx="208020" cy="208020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BF2F760C-0AB5-4E57-9870-701143B6C708}"/>
                  </a:ext>
                </a:extLst>
              </p:cNvPr>
              <p:cNvSpPr/>
              <p:nvPr/>
            </p:nvSpPr>
            <p:spPr>
              <a:xfrm>
                <a:off x="2321431" y="800086"/>
                <a:ext cx="130013" cy="130013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B75094C2-1BD2-4314-8793-5226F438785A}"/>
                  </a:ext>
                </a:extLst>
              </p:cNvPr>
              <p:cNvSpPr/>
              <p:nvPr/>
            </p:nvSpPr>
            <p:spPr>
              <a:xfrm>
                <a:off x="2644064" y="761082"/>
                <a:ext cx="208020" cy="208020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A2402AE0-9560-4DA7-8FD0-C532B93B415A}"/>
                  </a:ext>
                </a:extLst>
              </p:cNvPr>
              <p:cNvSpPr/>
              <p:nvPr/>
            </p:nvSpPr>
            <p:spPr>
              <a:xfrm>
                <a:off x="2683068" y="800086"/>
                <a:ext cx="130013" cy="130013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0EE06A1B-19A5-440C-B21D-8BACBF86A8E6}"/>
                  </a:ext>
                </a:extLst>
              </p:cNvPr>
              <p:cNvSpPr/>
              <p:nvPr/>
            </p:nvSpPr>
            <p:spPr>
              <a:xfrm>
                <a:off x="3005701" y="761082"/>
                <a:ext cx="208020" cy="208020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86146CE0-3DB7-4A49-9390-2F22C29C128E}"/>
                  </a:ext>
                </a:extLst>
              </p:cNvPr>
              <p:cNvSpPr/>
              <p:nvPr/>
            </p:nvSpPr>
            <p:spPr>
              <a:xfrm>
                <a:off x="3044705" y="800086"/>
                <a:ext cx="130013" cy="130013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D2FD019E-0D36-4F01-863E-4EF29818EAAC}"/>
                  </a:ext>
                </a:extLst>
              </p:cNvPr>
              <p:cNvSpPr/>
              <p:nvPr/>
            </p:nvSpPr>
            <p:spPr>
              <a:xfrm>
                <a:off x="3367338" y="761082"/>
                <a:ext cx="208020" cy="208020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99D94C15-17C7-41C6-AA75-3DFA48184C87}"/>
                  </a:ext>
                </a:extLst>
              </p:cNvPr>
              <p:cNvSpPr/>
              <p:nvPr/>
            </p:nvSpPr>
            <p:spPr>
              <a:xfrm>
                <a:off x="3406342" y="800086"/>
                <a:ext cx="130013" cy="130013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298D1A03-7B2C-4E54-9564-1BFBDDBE83B4}"/>
                  </a:ext>
                </a:extLst>
              </p:cNvPr>
              <p:cNvSpPr/>
              <p:nvPr/>
            </p:nvSpPr>
            <p:spPr>
              <a:xfrm>
                <a:off x="3728975" y="761082"/>
                <a:ext cx="208020" cy="208020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339058AA-D8D2-4277-9A1B-E662E496AE61}"/>
                  </a:ext>
                </a:extLst>
              </p:cNvPr>
              <p:cNvSpPr/>
              <p:nvPr/>
            </p:nvSpPr>
            <p:spPr>
              <a:xfrm>
                <a:off x="3767979" y="800086"/>
                <a:ext cx="130013" cy="130013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" name="矩形 87">
                <a:extLst>
                  <a:ext uri="{FF2B5EF4-FFF2-40B4-BE49-F238E27FC236}">
                    <a16:creationId xmlns:a16="http://schemas.microsoft.com/office/drawing/2014/main" id="{58206396-B647-4933-B060-96A70A49E897}"/>
                  </a:ext>
                </a:extLst>
              </p:cNvPr>
              <p:cNvSpPr/>
              <p:nvPr/>
            </p:nvSpPr>
            <p:spPr>
              <a:xfrm>
                <a:off x="4090612" y="761082"/>
                <a:ext cx="208020" cy="208020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" name="矩形 88">
                <a:extLst>
                  <a:ext uri="{FF2B5EF4-FFF2-40B4-BE49-F238E27FC236}">
                    <a16:creationId xmlns:a16="http://schemas.microsoft.com/office/drawing/2014/main" id="{ACB47579-ED54-4DCF-8F06-6140B5201095}"/>
                  </a:ext>
                </a:extLst>
              </p:cNvPr>
              <p:cNvSpPr/>
              <p:nvPr/>
            </p:nvSpPr>
            <p:spPr>
              <a:xfrm>
                <a:off x="4129616" y="800086"/>
                <a:ext cx="130013" cy="130013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A3C95917-E866-4A33-8BDE-F5AB93FF76C8}"/>
                  </a:ext>
                </a:extLst>
              </p:cNvPr>
              <p:cNvSpPr/>
              <p:nvPr/>
            </p:nvSpPr>
            <p:spPr>
              <a:xfrm>
                <a:off x="4452249" y="761082"/>
                <a:ext cx="208020" cy="208020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5A0F3AB2-5F59-4A4A-8906-773E6E9A29FE}"/>
                  </a:ext>
                </a:extLst>
              </p:cNvPr>
              <p:cNvSpPr/>
              <p:nvPr/>
            </p:nvSpPr>
            <p:spPr>
              <a:xfrm>
                <a:off x="4491253" y="800086"/>
                <a:ext cx="130013" cy="130013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4" name="矩形 93">
                <a:extLst>
                  <a:ext uri="{FF2B5EF4-FFF2-40B4-BE49-F238E27FC236}">
                    <a16:creationId xmlns:a16="http://schemas.microsoft.com/office/drawing/2014/main" id="{D802E6B4-36CC-487B-9B0D-D7470BAAE70F}"/>
                  </a:ext>
                </a:extLst>
              </p:cNvPr>
              <p:cNvSpPr/>
              <p:nvPr/>
            </p:nvSpPr>
            <p:spPr>
              <a:xfrm>
                <a:off x="4813888" y="761082"/>
                <a:ext cx="208020" cy="208020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3755C718-7914-4C95-9831-4FDF46BA5181}"/>
                  </a:ext>
                </a:extLst>
              </p:cNvPr>
              <p:cNvSpPr/>
              <p:nvPr/>
            </p:nvSpPr>
            <p:spPr>
              <a:xfrm>
                <a:off x="4852892" y="800086"/>
                <a:ext cx="130013" cy="130013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10" name="组合 209">
              <a:extLst>
                <a:ext uri="{FF2B5EF4-FFF2-40B4-BE49-F238E27FC236}">
                  <a16:creationId xmlns:a16="http://schemas.microsoft.com/office/drawing/2014/main" id="{58B67B0E-42B7-4247-BF43-277B8BAAB0B9}"/>
                </a:ext>
              </a:extLst>
            </p:cNvPr>
            <p:cNvGrpSpPr/>
            <p:nvPr/>
          </p:nvGrpSpPr>
          <p:grpSpPr>
            <a:xfrm>
              <a:off x="6675964" y="547716"/>
              <a:ext cx="2607387" cy="780270"/>
              <a:chOff x="5137450" y="319397"/>
              <a:chExt cx="2607387" cy="780270"/>
            </a:xfrm>
          </p:grpSpPr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30F9F2F8-6020-46FB-BD1A-D6D3FD233BA9}"/>
                  </a:ext>
                </a:extLst>
              </p:cNvPr>
              <p:cNvSpPr/>
              <p:nvPr/>
            </p:nvSpPr>
            <p:spPr>
              <a:xfrm>
                <a:off x="5137450" y="319397"/>
                <a:ext cx="2607387" cy="78027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BB3F2A12-964E-4027-AF59-3D375C8D6972}"/>
                  </a:ext>
                </a:extLst>
              </p:cNvPr>
              <p:cNvSpPr/>
              <p:nvPr/>
            </p:nvSpPr>
            <p:spPr>
              <a:xfrm>
                <a:off x="5256951" y="438024"/>
                <a:ext cx="208020" cy="208020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" name="矩形 98">
                <a:extLst>
                  <a:ext uri="{FF2B5EF4-FFF2-40B4-BE49-F238E27FC236}">
                    <a16:creationId xmlns:a16="http://schemas.microsoft.com/office/drawing/2014/main" id="{267EFE08-BCCB-4ED5-B1AE-7A1195CB27A0}"/>
                  </a:ext>
                </a:extLst>
              </p:cNvPr>
              <p:cNvSpPr/>
              <p:nvPr/>
            </p:nvSpPr>
            <p:spPr>
              <a:xfrm>
                <a:off x="5295955" y="477028"/>
                <a:ext cx="130013" cy="130013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80BA6A27-A559-4D3C-AB13-DD536B41A7FB}"/>
                  </a:ext>
                </a:extLst>
              </p:cNvPr>
              <p:cNvSpPr/>
              <p:nvPr/>
            </p:nvSpPr>
            <p:spPr>
              <a:xfrm>
                <a:off x="5618588" y="438024"/>
                <a:ext cx="208020" cy="208020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DB5842AF-F14E-4814-BAE8-369F409960A5}"/>
                  </a:ext>
                </a:extLst>
              </p:cNvPr>
              <p:cNvSpPr/>
              <p:nvPr/>
            </p:nvSpPr>
            <p:spPr>
              <a:xfrm>
                <a:off x="5657592" y="477028"/>
                <a:ext cx="130013" cy="130013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07F99E97-59CE-4FB2-8386-CACF02662B6B}"/>
                  </a:ext>
                </a:extLst>
              </p:cNvPr>
              <p:cNvSpPr/>
              <p:nvPr/>
            </p:nvSpPr>
            <p:spPr>
              <a:xfrm>
                <a:off x="5980225" y="438024"/>
                <a:ext cx="208020" cy="208020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003228ED-38D3-4ACC-AA26-055D18DA4577}"/>
                  </a:ext>
                </a:extLst>
              </p:cNvPr>
              <p:cNvSpPr/>
              <p:nvPr/>
            </p:nvSpPr>
            <p:spPr>
              <a:xfrm>
                <a:off x="6019229" y="477028"/>
                <a:ext cx="130013" cy="130013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B6E92566-37BB-4794-B471-3B1707633C41}"/>
                  </a:ext>
                </a:extLst>
              </p:cNvPr>
              <p:cNvSpPr/>
              <p:nvPr/>
            </p:nvSpPr>
            <p:spPr>
              <a:xfrm>
                <a:off x="6341862" y="438024"/>
                <a:ext cx="208020" cy="208020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65EC8E2D-FCD9-43D3-8234-E7945F27A909}"/>
                  </a:ext>
                </a:extLst>
              </p:cNvPr>
              <p:cNvSpPr/>
              <p:nvPr/>
            </p:nvSpPr>
            <p:spPr>
              <a:xfrm>
                <a:off x="6380866" y="477028"/>
                <a:ext cx="130013" cy="130013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8C1FA80C-7393-4836-B32D-3E84A2095D68}"/>
                  </a:ext>
                </a:extLst>
              </p:cNvPr>
              <p:cNvSpPr/>
              <p:nvPr/>
            </p:nvSpPr>
            <p:spPr>
              <a:xfrm>
                <a:off x="6703499" y="438024"/>
                <a:ext cx="208020" cy="208020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8504FFB1-C1B0-4194-8CBB-66046A970B43}"/>
                  </a:ext>
                </a:extLst>
              </p:cNvPr>
              <p:cNvSpPr/>
              <p:nvPr/>
            </p:nvSpPr>
            <p:spPr>
              <a:xfrm>
                <a:off x="6742503" y="477028"/>
                <a:ext cx="130013" cy="130013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3" name="矩形 112">
                <a:extLst>
                  <a:ext uri="{FF2B5EF4-FFF2-40B4-BE49-F238E27FC236}">
                    <a16:creationId xmlns:a16="http://schemas.microsoft.com/office/drawing/2014/main" id="{EEA6BD89-F486-40BC-9772-B26FDCA194E3}"/>
                  </a:ext>
                </a:extLst>
              </p:cNvPr>
              <p:cNvSpPr/>
              <p:nvPr/>
            </p:nvSpPr>
            <p:spPr>
              <a:xfrm>
                <a:off x="7065136" y="438024"/>
                <a:ext cx="208020" cy="208020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4" name="矩形 113">
                <a:extLst>
                  <a:ext uri="{FF2B5EF4-FFF2-40B4-BE49-F238E27FC236}">
                    <a16:creationId xmlns:a16="http://schemas.microsoft.com/office/drawing/2014/main" id="{5AC3A68C-79B3-4371-970B-6CFB00FCE0B0}"/>
                  </a:ext>
                </a:extLst>
              </p:cNvPr>
              <p:cNvSpPr/>
              <p:nvPr/>
            </p:nvSpPr>
            <p:spPr>
              <a:xfrm>
                <a:off x="7104140" y="477028"/>
                <a:ext cx="130013" cy="130013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6" name="矩形 115">
                <a:extLst>
                  <a:ext uri="{FF2B5EF4-FFF2-40B4-BE49-F238E27FC236}">
                    <a16:creationId xmlns:a16="http://schemas.microsoft.com/office/drawing/2014/main" id="{1095BDA7-0CF5-407A-B623-0D0A0FA47333}"/>
                  </a:ext>
                </a:extLst>
              </p:cNvPr>
              <p:cNvSpPr/>
              <p:nvPr/>
            </p:nvSpPr>
            <p:spPr>
              <a:xfrm>
                <a:off x="7426773" y="438024"/>
                <a:ext cx="208020" cy="208020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7" name="矩形 116">
                <a:extLst>
                  <a:ext uri="{FF2B5EF4-FFF2-40B4-BE49-F238E27FC236}">
                    <a16:creationId xmlns:a16="http://schemas.microsoft.com/office/drawing/2014/main" id="{3236C6D4-1F03-46AA-8469-7D81ADA95B09}"/>
                  </a:ext>
                </a:extLst>
              </p:cNvPr>
              <p:cNvSpPr/>
              <p:nvPr/>
            </p:nvSpPr>
            <p:spPr>
              <a:xfrm>
                <a:off x="7465777" y="477028"/>
                <a:ext cx="130013" cy="130013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7" name="矩形 136">
                <a:extLst>
                  <a:ext uri="{FF2B5EF4-FFF2-40B4-BE49-F238E27FC236}">
                    <a16:creationId xmlns:a16="http://schemas.microsoft.com/office/drawing/2014/main" id="{C1F629F8-9568-4E3A-8E39-2178174DA237}"/>
                  </a:ext>
                </a:extLst>
              </p:cNvPr>
              <p:cNvSpPr/>
              <p:nvPr/>
            </p:nvSpPr>
            <p:spPr>
              <a:xfrm>
                <a:off x="5256951" y="761082"/>
                <a:ext cx="208020" cy="208020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9D639713-15F2-4DD4-B708-B714E61C7855}"/>
                  </a:ext>
                </a:extLst>
              </p:cNvPr>
              <p:cNvSpPr/>
              <p:nvPr/>
            </p:nvSpPr>
            <p:spPr>
              <a:xfrm>
                <a:off x="5295955" y="800086"/>
                <a:ext cx="130013" cy="130013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0" name="矩形 139">
                <a:extLst>
                  <a:ext uri="{FF2B5EF4-FFF2-40B4-BE49-F238E27FC236}">
                    <a16:creationId xmlns:a16="http://schemas.microsoft.com/office/drawing/2014/main" id="{1CF02AF5-8E06-40E0-ADAA-4A55C7B27E7A}"/>
                  </a:ext>
                </a:extLst>
              </p:cNvPr>
              <p:cNvSpPr/>
              <p:nvPr/>
            </p:nvSpPr>
            <p:spPr>
              <a:xfrm>
                <a:off x="5618588" y="761082"/>
                <a:ext cx="208020" cy="208020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" name="矩形 140">
                <a:extLst>
                  <a:ext uri="{FF2B5EF4-FFF2-40B4-BE49-F238E27FC236}">
                    <a16:creationId xmlns:a16="http://schemas.microsoft.com/office/drawing/2014/main" id="{38B6397F-D717-4471-B681-F5B0DDBDC29A}"/>
                  </a:ext>
                </a:extLst>
              </p:cNvPr>
              <p:cNvSpPr/>
              <p:nvPr/>
            </p:nvSpPr>
            <p:spPr>
              <a:xfrm>
                <a:off x="5657592" y="800086"/>
                <a:ext cx="130013" cy="130013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3" name="矩形 142">
                <a:extLst>
                  <a:ext uri="{FF2B5EF4-FFF2-40B4-BE49-F238E27FC236}">
                    <a16:creationId xmlns:a16="http://schemas.microsoft.com/office/drawing/2014/main" id="{A458B60B-A118-467C-92A3-95C219103E8C}"/>
                  </a:ext>
                </a:extLst>
              </p:cNvPr>
              <p:cNvSpPr/>
              <p:nvPr/>
            </p:nvSpPr>
            <p:spPr>
              <a:xfrm>
                <a:off x="5980225" y="761082"/>
                <a:ext cx="208020" cy="208020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4" name="矩形 143">
                <a:extLst>
                  <a:ext uri="{FF2B5EF4-FFF2-40B4-BE49-F238E27FC236}">
                    <a16:creationId xmlns:a16="http://schemas.microsoft.com/office/drawing/2014/main" id="{E2CBBC84-E5A3-4EBD-A63E-A8F65BC3B299}"/>
                  </a:ext>
                </a:extLst>
              </p:cNvPr>
              <p:cNvSpPr/>
              <p:nvPr/>
            </p:nvSpPr>
            <p:spPr>
              <a:xfrm>
                <a:off x="6019229" y="800086"/>
                <a:ext cx="130013" cy="130013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6" name="矩形 145">
                <a:extLst>
                  <a:ext uri="{FF2B5EF4-FFF2-40B4-BE49-F238E27FC236}">
                    <a16:creationId xmlns:a16="http://schemas.microsoft.com/office/drawing/2014/main" id="{557257CB-BDEF-4134-9962-7D181909D6CC}"/>
                  </a:ext>
                </a:extLst>
              </p:cNvPr>
              <p:cNvSpPr/>
              <p:nvPr/>
            </p:nvSpPr>
            <p:spPr>
              <a:xfrm>
                <a:off x="6341862" y="761082"/>
                <a:ext cx="208020" cy="208020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7" name="矩形 146">
                <a:extLst>
                  <a:ext uri="{FF2B5EF4-FFF2-40B4-BE49-F238E27FC236}">
                    <a16:creationId xmlns:a16="http://schemas.microsoft.com/office/drawing/2014/main" id="{1AF710A0-BDCB-496F-8899-4F13253D20D9}"/>
                  </a:ext>
                </a:extLst>
              </p:cNvPr>
              <p:cNvSpPr/>
              <p:nvPr/>
            </p:nvSpPr>
            <p:spPr>
              <a:xfrm>
                <a:off x="6380866" y="800086"/>
                <a:ext cx="130013" cy="130013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9" name="矩形 148">
                <a:extLst>
                  <a:ext uri="{FF2B5EF4-FFF2-40B4-BE49-F238E27FC236}">
                    <a16:creationId xmlns:a16="http://schemas.microsoft.com/office/drawing/2014/main" id="{23726775-8CF3-48A9-A5D5-9DEBED5E56DB}"/>
                  </a:ext>
                </a:extLst>
              </p:cNvPr>
              <p:cNvSpPr/>
              <p:nvPr/>
            </p:nvSpPr>
            <p:spPr>
              <a:xfrm>
                <a:off x="6703499" y="761082"/>
                <a:ext cx="208020" cy="208020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0" name="矩形 149">
                <a:extLst>
                  <a:ext uri="{FF2B5EF4-FFF2-40B4-BE49-F238E27FC236}">
                    <a16:creationId xmlns:a16="http://schemas.microsoft.com/office/drawing/2014/main" id="{D0821906-92B5-4C66-B552-8E6B7B075434}"/>
                  </a:ext>
                </a:extLst>
              </p:cNvPr>
              <p:cNvSpPr/>
              <p:nvPr/>
            </p:nvSpPr>
            <p:spPr>
              <a:xfrm>
                <a:off x="6742503" y="800086"/>
                <a:ext cx="130013" cy="130013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2" name="矩形 151">
                <a:extLst>
                  <a:ext uri="{FF2B5EF4-FFF2-40B4-BE49-F238E27FC236}">
                    <a16:creationId xmlns:a16="http://schemas.microsoft.com/office/drawing/2014/main" id="{39D86996-DE48-46C8-B96E-6C6700BC7F47}"/>
                  </a:ext>
                </a:extLst>
              </p:cNvPr>
              <p:cNvSpPr/>
              <p:nvPr/>
            </p:nvSpPr>
            <p:spPr>
              <a:xfrm>
                <a:off x="7065136" y="761082"/>
                <a:ext cx="208020" cy="208020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3" name="矩形 152">
                <a:extLst>
                  <a:ext uri="{FF2B5EF4-FFF2-40B4-BE49-F238E27FC236}">
                    <a16:creationId xmlns:a16="http://schemas.microsoft.com/office/drawing/2014/main" id="{4D0E4E57-F668-4E23-8158-9F6BF3103984}"/>
                  </a:ext>
                </a:extLst>
              </p:cNvPr>
              <p:cNvSpPr/>
              <p:nvPr/>
            </p:nvSpPr>
            <p:spPr>
              <a:xfrm>
                <a:off x="7104140" y="800086"/>
                <a:ext cx="130013" cy="130013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5" name="矩形 154">
                <a:extLst>
                  <a:ext uri="{FF2B5EF4-FFF2-40B4-BE49-F238E27FC236}">
                    <a16:creationId xmlns:a16="http://schemas.microsoft.com/office/drawing/2014/main" id="{10AD7687-DA71-4372-B6B8-CC87EDEF82F6}"/>
                  </a:ext>
                </a:extLst>
              </p:cNvPr>
              <p:cNvSpPr/>
              <p:nvPr/>
            </p:nvSpPr>
            <p:spPr>
              <a:xfrm>
                <a:off x="7426773" y="761082"/>
                <a:ext cx="208020" cy="208020"/>
              </a:xfrm>
              <a:prstGeom prst="rect">
                <a:avLst/>
              </a:prstGeom>
              <a:solidFill>
                <a:srgbClr val="F8CC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6" name="矩形 155">
                <a:extLst>
                  <a:ext uri="{FF2B5EF4-FFF2-40B4-BE49-F238E27FC236}">
                    <a16:creationId xmlns:a16="http://schemas.microsoft.com/office/drawing/2014/main" id="{D8B5DC77-20C2-4CBA-995B-E1BFDF4EAE5A}"/>
                  </a:ext>
                </a:extLst>
              </p:cNvPr>
              <p:cNvSpPr/>
              <p:nvPr/>
            </p:nvSpPr>
            <p:spPr>
              <a:xfrm>
                <a:off x="7465777" y="800086"/>
                <a:ext cx="130013" cy="130013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77" name="组合 176">
              <a:extLst>
                <a:ext uri="{FF2B5EF4-FFF2-40B4-BE49-F238E27FC236}">
                  <a16:creationId xmlns:a16="http://schemas.microsoft.com/office/drawing/2014/main" id="{97996E25-8732-4533-A6EF-B3A9F038BE91}"/>
                </a:ext>
              </a:extLst>
            </p:cNvPr>
            <p:cNvGrpSpPr/>
            <p:nvPr/>
          </p:nvGrpSpPr>
          <p:grpSpPr>
            <a:xfrm>
              <a:off x="934712" y="545422"/>
              <a:ext cx="780270" cy="780270"/>
              <a:chOff x="-390268" y="314456"/>
              <a:chExt cx="780270" cy="780270"/>
            </a:xfrm>
          </p:grpSpPr>
          <p:sp>
            <p:nvSpPr>
              <p:cNvPr id="175" name="椭圆 174">
                <a:extLst>
                  <a:ext uri="{FF2B5EF4-FFF2-40B4-BE49-F238E27FC236}">
                    <a16:creationId xmlns:a16="http://schemas.microsoft.com/office/drawing/2014/main" id="{651BE126-16E6-4D06-AA15-2099FF60A8B5}"/>
                  </a:ext>
                </a:extLst>
              </p:cNvPr>
              <p:cNvSpPr/>
              <p:nvPr/>
            </p:nvSpPr>
            <p:spPr>
              <a:xfrm>
                <a:off x="-390268" y="314456"/>
                <a:ext cx="780270" cy="780270"/>
              </a:xfrm>
              <a:prstGeom prst="ellipse">
                <a:avLst/>
              </a:prstGeom>
              <a:solidFill>
                <a:srgbClr val="F8CCB9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6" name="椭圆 175">
                <a:extLst>
                  <a:ext uri="{FF2B5EF4-FFF2-40B4-BE49-F238E27FC236}">
                    <a16:creationId xmlns:a16="http://schemas.microsoft.com/office/drawing/2014/main" id="{792119BF-7B3E-4B44-AFBD-8D8D2E16B900}"/>
                  </a:ext>
                </a:extLst>
              </p:cNvPr>
              <p:cNvSpPr/>
              <p:nvPr/>
            </p:nvSpPr>
            <p:spPr>
              <a:xfrm>
                <a:off x="-160682" y="548050"/>
                <a:ext cx="313082" cy="313082"/>
              </a:xfrm>
              <a:prstGeom prst="ellipse">
                <a:avLst/>
              </a:prstGeom>
              <a:solidFill>
                <a:schemeClr val="bg1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78" name="组合 177">
              <a:extLst>
                <a:ext uri="{FF2B5EF4-FFF2-40B4-BE49-F238E27FC236}">
                  <a16:creationId xmlns:a16="http://schemas.microsoft.com/office/drawing/2014/main" id="{57A09959-9DE8-4187-8620-C96E944111C0}"/>
                </a:ext>
              </a:extLst>
            </p:cNvPr>
            <p:cNvGrpSpPr/>
            <p:nvPr/>
          </p:nvGrpSpPr>
          <p:grpSpPr>
            <a:xfrm>
              <a:off x="9538636" y="545422"/>
              <a:ext cx="780270" cy="780270"/>
              <a:chOff x="-390268" y="314456"/>
              <a:chExt cx="780270" cy="780270"/>
            </a:xfrm>
          </p:grpSpPr>
          <p:sp>
            <p:nvSpPr>
              <p:cNvPr id="179" name="椭圆 178">
                <a:extLst>
                  <a:ext uri="{FF2B5EF4-FFF2-40B4-BE49-F238E27FC236}">
                    <a16:creationId xmlns:a16="http://schemas.microsoft.com/office/drawing/2014/main" id="{0749A582-3C5F-4F3A-83DA-B89B18152162}"/>
                  </a:ext>
                </a:extLst>
              </p:cNvPr>
              <p:cNvSpPr/>
              <p:nvPr/>
            </p:nvSpPr>
            <p:spPr>
              <a:xfrm>
                <a:off x="-390268" y="314456"/>
                <a:ext cx="780270" cy="780270"/>
              </a:xfrm>
              <a:prstGeom prst="ellipse">
                <a:avLst/>
              </a:prstGeom>
              <a:solidFill>
                <a:srgbClr val="F8CCB9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" name="椭圆 179">
                <a:extLst>
                  <a:ext uri="{FF2B5EF4-FFF2-40B4-BE49-F238E27FC236}">
                    <a16:creationId xmlns:a16="http://schemas.microsoft.com/office/drawing/2014/main" id="{65E61432-71F2-4863-A856-6ECD4351CB9A}"/>
                  </a:ext>
                </a:extLst>
              </p:cNvPr>
              <p:cNvSpPr/>
              <p:nvPr/>
            </p:nvSpPr>
            <p:spPr>
              <a:xfrm>
                <a:off x="-160682" y="548050"/>
                <a:ext cx="313082" cy="313082"/>
              </a:xfrm>
              <a:prstGeom prst="ellipse">
                <a:avLst/>
              </a:prstGeom>
              <a:solidFill>
                <a:schemeClr val="bg1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12" name="组合 211">
              <a:extLst>
                <a:ext uri="{FF2B5EF4-FFF2-40B4-BE49-F238E27FC236}">
                  <a16:creationId xmlns:a16="http://schemas.microsoft.com/office/drawing/2014/main" id="{90E29130-1B1C-44A3-8D82-45D693B7B4E0}"/>
                </a:ext>
              </a:extLst>
            </p:cNvPr>
            <p:cNvGrpSpPr/>
            <p:nvPr/>
          </p:nvGrpSpPr>
          <p:grpSpPr>
            <a:xfrm>
              <a:off x="9600166" y="2023295"/>
              <a:ext cx="773041" cy="454595"/>
              <a:chOff x="8061652" y="1794976"/>
              <a:chExt cx="773041" cy="454595"/>
            </a:xfrm>
          </p:grpSpPr>
          <p:sp>
            <p:nvSpPr>
              <p:cNvPr id="181" name="矩形 180">
                <a:extLst>
                  <a:ext uri="{FF2B5EF4-FFF2-40B4-BE49-F238E27FC236}">
                    <a16:creationId xmlns:a16="http://schemas.microsoft.com/office/drawing/2014/main" id="{602873C4-C212-4FD4-A900-657AE7D4FC37}"/>
                  </a:ext>
                </a:extLst>
              </p:cNvPr>
              <p:cNvSpPr/>
              <p:nvPr/>
            </p:nvSpPr>
            <p:spPr>
              <a:xfrm>
                <a:off x="8061652" y="1794976"/>
                <a:ext cx="773041" cy="454595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82" name="组合 181">
                <a:extLst>
                  <a:ext uri="{FF2B5EF4-FFF2-40B4-BE49-F238E27FC236}">
                    <a16:creationId xmlns:a16="http://schemas.microsoft.com/office/drawing/2014/main" id="{7538E667-0389-4BEE-BFDF-8D135D5FCA0D}"/>
                  </a:ext>
                </a:extLst>
              </p:cNvPr>
              <p:cNvGrpSpPr/>
              <p:nvPr/>
            </p:nvGrpSpPr>
            <p:grpSpPr>
              <a:xfrm>
                <a:off x="8181153" y="1913603"/>
                <a:ext cx="208020" cy="208020"/>
                <a:chOff x="4292600" y="509530"/>
                <a:chExt cx="304800" cy="304800"/>
              </a:xfrm>
            </p:grpSpPr>
            <p:sp>
              <p:nvSpPr>
                <p:cNvPr id="183" name="矩形 182">
                  <a:extLst>
                    <a:ext uri="{FF2B5EF4-FFF2-40B4-BE49-F238E27FC236}">
                      <a16:creationId xmlns:a16="http://schemas.microsoft.com/office/drawing/2014/main" id="{69145F9A-FDE8-4CE8-881B-3816D9BD5BD8}"/>
                    </a:ext>
                  </a:extLst>
                </p:cNvPr>
                <p:cNvSpPr/>
                <p:nvPr/>
              </p:nvSpPr>
              <p:spPr>
                <a:xfrm>
                  <a:off x="4292600" y="509530"/>
                  <a:ext cx="304800" cy="304800"/>
                </a:xfrm>
                <a:prstGeom prst="rect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84" name="矩形 183">
                  <a:extLst>
                    <a:ext uri="{FF2B5EF4-FFF2-40B4-BE49-F238E27FC236}">
                      <a16:creationId xmlns:a16="http://schemas.microsoft.com/office/drawing/2014/main" id="{FF84B000-AB0C-418F-8279-2C50459CF688}"/>
                    </a:ext>
                  </a:extLst>
                </p:cNvPr>
                <p:cNvSpPr/>
                <p:nvPr/>
              </p:nvSpPr>
              <p:spPr>
                <a:xfrm>
                  <a:off x="4349750" y="566680"/>
                  <a:ext cx="190500" cy="190500"/>
                </a:xfrm>
                <a:prstGeom prst="rect">
                  <a:avLst/>
                </a:prstGeom>
                <a:solidFill>
                  <a:srgbClr val="F0835C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85" name="组合 184">
                <a:extLst>
                  <a:ext uri="{FF2B5EF4-FFF2-40B4-BE49-F238E27FC236}">
                    <a16:creationId xmlns:a16="http://schemas.microsoft.com/office/drawing/2014/main" id="{7E49E3D5-7C2C-461A-B8D9-1206025A0EC5}"/>
                  </a:ext>
                </a:extLst>
              </p:cNvPr>
              <p:cNvGrpSpPr/>
              <p:nvPr/>
            </p:nvGrpSpPr>
            <p:grpSpPr>
              <a:xfrm>
                <a:off x="8542790" y="1913603"/>
                <a:ext cx="208020" cy="208020"/>
                <a:chOff x="4292600" y="509530"/>
                <a:chExt cx="304800" cy="304800"/>
              </a:xfrm>
            </p:grpSpPr>
            <p:sp>
              <p:nvSpPr>
                <p:cNvPr id="186" name="矩形 185">
                  <a:extLst>
                    <a:ext uri="{FF2B5EF4-FFF2-40B4-BE49-F238E27FC236}">
                      <a16:creationId xmlns:a16="http://schemas.microsoft.com/office/drawing/2014/main" id="{C9727058-5122-4D12-88FB-582A2CF17853}"/>
                    </a:ext>
                  </a:extLst>
                </p:cNvPr>
                <p:cNvSpPr/>
                <p:nvPr/>
              </p:nvSpPr>
              <p:spPr>
                <a:xfrm>
                  <a:off x="4292600" y="509530"/>
                  <a:ext cx="304800" cy="304800"/>
                </a:xfrm>
                <a:prstGeom prst="rect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87" name="矩形 186">
                  <a:extLst>
                    <a:ext uri="{FF2B5EF4-FFF2-40B4-BE49-F238E27FC236}">
                      <a16:creationId xmlns:a16="http://schemas.microsoft.com/office/drawing/2014/main" id="{F1913BF3-8C0A-4C89-B696-C0C68D4F6D2E}"/>
                    </a:ext>
                  </a:extLst>
                </p:cNvPr>
                <p:cNvSpPr/>
                <p:nvPr/>
              </p:nvSpPr>
              <p:spPr>
                <a:xfrm>
                  <a:off x="4349750" y="566680"/>
                  <a:ext cx="190500" cy="190500"/>
                </a:xfrm>
                <a:prstGeom prst="rect">
                  <a:avLst/>
                </a:prstGeom>
                <a:solidFill>
                  <a:srgbClr val="F0835C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</p:grpSp>
        <p:grpSp>
          <p:nvGrpSpPr>
            <p:cNvPr id="211" name="组合 210">
              <a:extLst>
                <a:ext uri="{FF2B5EF4-FFF2-40B4-BE49-F238E27FC236}">
                  <a16:creationId xmlns:a16="http://schemas.microsoft.com/office/drawing/2014/main" id="{2721CC6F-D62D-4B45-B731-EF99B8F75CF8}"/>
                </a:ext>
              </a:extLst>
            </p:cNvPr>
            <p:cNvGrpSpPr/>
            <p:nvPr/>
          </p:nvGrpSpPr>
          <p:grpSpPr>
            <a:xfrm>
              <a:off x="9600166" y="1509386"/>
              <a:ext cx="773041" cy="454595"/>
              <a:chOff x="8061652" y="1281067"/>
              <a:chExt cx="773041" cy="454595"/>
            </a:xfrm>
          </p:grpSpPr>
          <p:sp>
            <p:nvSpPr>
              <p:cNvPr id="188" name="矩形 187">
                <a:extLst>
                  <a:ext uri="{FF2B5EF4-FFF2-40B4-BE49-F238E27FC236}">
                    <a16:creationId xmlns:a16="http://schemas.microsoft.com/office/drawing/2014/main" id="{EBDA59CE-A497-438D-8C5A-DCDF9C0859D3}"/>
                  </a:ext>
                </a:extLst>
              </p:cNvPr>
              <p:cNvSpPr/>
              <p:nvPr/>
            </p:nvSpPr>
            <p:spPr>
              <a:xfrm>
                <a:off x="8061652" y="1281067"/>
                <a:ext cx="773041" cy="454595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89" name="组合 188">
                <a:extLst>
                  <a:ext uri="{FF2B5EF4-FFF2-40B4-BE49-F238E27FC236}">
                    <a16:creationId xmlns:a16="http://schemas.microsoft.com/office/drawing/2014/main" id="{0BB172F9-512B-4CC2-AAD9-64EAD020B635}"/>
                  </a:ext>
                </a:extLst>
              </p:cNvPr>
              <p:cNvGrpSpPr/>
              <p:nvPr/>
            </p:nvGrpSpPr>
            <p:grpSpPr>
              <a:xfrm>
                <a:off x="8181153" y="1399694"/>
                <a:ext cx="208020" cy="208020"/>
                <a:chOff x="4292600" y="509530"/>
                <a:chExt cx="304800" cy="304800"/>
              </a:xfrm>
            </p:grpSpPr>
            <p:sp>
              <p:nvSpPr>
                <p:cNvPr id="190" name="矩形 189">
                  <a:extLst>
                    <a:ext uri="{FF2B5EF4-FFF2-40B4-BE49-F238E27FC236}">
                      <a16:creationId xmlns:a16="http://schemas.microsoft.com/office/drawing/2014/main" id="{FB9842FB-75B2-44DC-AA54-500200DF1016}"/>
                    </a:ext>
                  </a:extLst>
                </p:cNvPr>
                <p:cNvSpPr/>
                <p:nvPr/>
              </p:nvSpPr>
              <p:spPr>
                <a:xfrm>
                  <a:off x="4292600" y="509530"/>
                  <a:ext cx="304800" cy="304800"/>
                </a:xfrm>
                <a:prstGeom prst="rect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91" name="矩形 190">
                  <a:extLst>
                    <a:ext uri="{FF2B5EF4-FFF2-40B4-BE49-F238E27FC236}">
                      <a16:creationId xmlns:a16="http://schemas.microsoft.com/office/drawing/2014/main" id="{0BB914B0-3302-4454-A23B-3FCCBFFE314F}"/>
                    </a:ext>
                  </a:extLst>
                </p:cNvPr>
                <p:cNvSpPr/>
                <p:nvPr/>
              </p:nvSpPr>
              <p:spPr>
                <a:xfrm>
                  <a:off x="4349750" y="566680"/>
                  <a:ext cx="190500" cy="190500"/>
                </a:xfrm>
                <a:prstGeom prst="rect">
                  <a:avLst/>
                </a:prstGeom>
                <a:solidFill>
                  <a:srgbClr val="F0835C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92" name="组合 191">
                <a:extLst>
                  <a:ext uri="{FF2B5EF4-FFF2-40B4-BE49-F238E27FC236}">
                    <a16:creationId xmlns:a16="http://schemas.microsoft.com/office/drawing/2014/main" id="{88D24D4E-DDE9-4528-8421-A9DFC3F298A5}"/>
                  </a:ext>
                </a:extLst>
              </p:cNvPr>
              <p:cNvGrpSpPr/>
              <p:nvPr/>
            </p:nvGrpSpPr>
            <p:grpSpPr>
              <a:xfrm>
                <a:off x="8542790" y="1399694"/>
                <a:ext cx="208020" cy="208020"/>
                <a:chOff x="4292600" y="509530"/>
                <a:chExt cx="304800" cy="304800"/>
              </a:xfrm>
            </p:grpSpPr>
            <p:sp>
              <p:nvSpPr>
                <p:cNvPr id="193" name="矩形 192">
                  <a:extLst>
                    <a:ext uri="{FF2B5EF4-FFF2-40B4-BE49-F238E27FC236}">
                      <a16:creationId xmlns:a16="http://schemas.microsoft.com/office/drawing/2014/main" id="{ADA6A4D7-EE44-4014-A302-6F372F809186}"/>
                    </a:ext>
                  </a:extLst>
                </p:cNvPr>
                <p:cNvSpPr/>
                <p:nvPr/>
              </p:nvSpPr>
              <p:spPr>
                <a:xfrm>
                  <a:off x="4292600" y="509530"/>
                  <a:ext cx="304800" cy="304800"/>
                </a:xfrm>
                <a:prstGeom prst="rect">
                  <a:avLst/>
                </a:prstGeom>
                <a:solidFill>
                  <a:srgbClr val="F8CC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94" name="矩形 193">
                  <a:extLst>
                    <a:ext uri="{FF2B5EF4-FFF2-40B4-BE49-F238E27FC236}">
                      <a16:creationId xmlns:a16="http://schemas.microsoft.com/office/drawing/2014/main" id="{A905C7B2-845C-4A7B-AED9-EFC3342E3D9A}"/>
                    </a:ext>
                  </a:extLst>
                </p:cNvPr>
                <p:cNvSpPr/>
                <p:nvPr/>
              </p:nvSpPr>
              <p:spPr>
                <a:xfrm>
                  <a:off x="4349750" y="566680"/>
                  <a:ext cx="190500" cy="190500"/>
                </a:xfrm>
                <a:prstGeom prst="rect">
                  <a:avLst/>
                </a:prstGeom>
                <a:solidFill>
                  <a:srgbClr val="F0835C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</p:grpSp>
        <p:grpSp>
          <p:nvGrpSpPr>
            <p:cNvPr id="197" name="组合 196">
              <a:extLst>
                <a:ext uri="{FF2B5EF4-FFF2-40B4-BE49-F238E27FC236}">
                  <a16:creationId xmlns:a16="http://schemas.microsoft.com/office/drawing/2014/main" id="{B8E73A41-B2F0-4D66-AB59-BD9B7B91D6AE}"/>
                </a:ext>
              </a:extLst>
            </p:cNvPr>
            <p:cNvGrpSpPr/>
            <p:nvPr/>
          </p:nvGrpSpPr>
          <p:grpSpPr>
            <a:xfrm>
              <a:off x="7253924" y="5649277"/>
              <a:ext cx="464420" cy="3469041"/>
              <a:chOff x="5515805" y="5387340"/>
              <a:chExt cx="464420" cy="2773486"/>
            </a:xfrm>
          </p:grpSpPr>
          <p:sp>
            <p:nvSpPr>
              <p:cNvPr id="195" name="矩形 194">
                <a:extLst>
                  <a:ext uri="{FF2B5EF4-FFF2-40B4-BE49-F238E27FC236}">
                    <a16:creationId xmlns:a16="http://schemas.microsoft.com/office/drawing/2014/main" id="{9ADC075A-19CB-4BF8-89F7-8F7BC81CD91C}"/>
                  </a:ext>
                </a:extLst>
              </p:cNvPr>
              <p:cNvSpPr/>
              <p:nvPr/>
            </p:nvSpPr>
            <p:spPr>
              <a:xfrm>
                <a:off x="5515805" y="5387340"/>
                <a:ext cx="464420" cy="277348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6" name="矩形 195">
                <a:extLst>
                  <a:ext uri="{FF2B5EF4-FFF2-40B4-BE49-F238E27FC236}">
                    <a16:creationId xmlns:a16="http://schemas.microsoft.com/office/drawing/2014/main" id="{673D1063-F281-485E-B63F-E5DA37703468}"/>
                  </a:ext>
                </a:extLst>
              </p:cNvPr>
              <p:cNvSpPr/>
              <p:nvPr/>
            </p:nvSpPr>
            <p:spPr>
              <a:xfrm>
                <a:off x="5535011" y="5855958"/>
                <a:ext cx="202374" cy="1898137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01" name="矩形 200">
              <a:extLst>
                <a:ext uri="{FF2B5EF4-FFF2-40B4-BE49-F238E27FC236}">
                  <a16:creationId xmlns:a16="http://schemas.microsoft.com/office/drawing/2014/main" id="{BA4A55F3-D8F1-426E-A285-9F1E787B95DC}"/>
                </a:ext>
              </a:extLst>
            </p:cNvPr>
            <p:cNvSpPr/>
            <p:nvPr/>
          </p:nvSpPr>
          <p:spPr>
            <a:xfrm rot="16200000">
              <a:off x="5782802" y="6441235"/>
              <a:ext cx="2441475" cy="651372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32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Camera</a:t>
              </a:r>
              <a:r>
                <a:rPr lang="en-US" altLang="zh-CN" sz="3200" dirty="0">
                  <a:solidFill>
                    <a:schemeClr val="tx1"/>
                  </a:solidFill>
                  <a:latin typeface="Lucida Console" panose="020B0609040504020204" pitchFamily="49" charset="0"/>
                </a:rPr>
                <a:t>CSI</a:t>
              </a:r>
              <a:endParaRPr lang="zh-CN" altLang="en-US" sz="3200" dirty="0">
                <a:solidFill>
                  <a:schemeClr val="tx1"/>
                </a:solidFill>
                <a:latin typeface="Lucida Console" panose="020B0609040504020204" pitchFamily="49" charset="0"/>
              </a:endParaRPr>
            </a:p>
          </p:txBody>
        </p:sp>
        <p:grpSp>
          <p:nvGrpSpPr>
            <p:cNvPr id="202" name="组合 201">
              <a:extLst>
                <a:ext uri="{FF2B5EF4-FFF2-40B4-BE49-F238E27FC236}">
                  <a16:creationId xmlns:a16="http://schemas.microsoft.com/office/drawing/2014/main" id="{B707BC7F-5873-4D10-8FC4-C0123F17AAED}"/>
                </a:ext>
              </a:extLst>
            </p:cNvPr>
            <p:cNvGrpSpPr/>
            <p:nvPr/>
          </p:nvGrpSpPr>
          <p:grpSpPr>
            <a:xfrm rot="10800000">
              <a:off x="1104080" y="3066581"/>
              <a:ext cx="464420" cy="3469041"/>
              <a:chOff x="5515805" y="5387340"/>
              <a:chExt cx="464420" cy="2773486"/>
            </a:xfrm>
          </p:grpSpPr>
          <p:sp>
            <p:nvSpPr>
              <p:cNvPr id="203" name="矩形 202">
                <a:extLst>
                  <a:ext uri="{FF2B5EF4-FFF2-40B4-BE49-F238E27FC236}">
                    <a16:creationId xmlns:a16="http://schemas.microsoft.com/office/drawing/2014/main" id="{7C18FBC0-AB2C-499C-9E20-D50477329460}"/>
                  </a:ext>
                </a:extLst>
              </p:cNvPr>
              <p:cNvSpPr/>
              <p:nvPr/>
            </p:nvSpPr>
            <p:spPr>
              <a:xfrm>
                <a:off x="5515805" y="5387340"/>
                <a:ext cx="464420" cy="277348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4" name="矩形 203">
                <a:extLst>
                  <a:ext uri="{FF2B5EF4-FFF2-40B4-BE49-F238E27FC236}">
                    <a16:creationId xmlns:a16="http://schemas.microsoft.com/office/drawing/2014/main" id="{CD1C88A4-4E97-48AC-9B3F-807EE6D53CEE}"/>
                  </a:ext>
                </a:extLst>
              </p:cNvPr>
              <p:cNvSpPr/>
              <p:nvPr/>
            </p:nvSpPr>
            <p:spPr>
              <a:xfrm>
                <a:off x="5545171" y="5855958"/>
                <a:ext cx="202374" cy="1898137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05" name="矩形 204">
              <a:extLst>
                <a:ext uri="{FF2B5EF4-FFF2-40B4-BE49-F238E27FC236}">
                  <a16:creationId xmlns:a16="http://schemas.microsoft.com/office/drawing/2014/main" id="{D5AEBA16-DDDB-491A-9C08-5099E2C04418}"/>
                </a:ext>
              </a:extLst>
            </p:cNvPr>
            <p:cNvSpPr/>
            <p:nvPr/>
          </p:nvSpPr>
          <p:spPr>
            <a:xfrm rot="16200000">
              <a:off x="505157" y="4622426"/>
              <a:ext cx="2676242" cy="651372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32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Display</a:t>
              </a:r>
              <a:r>
                <a:rPr lang="en-US" altLang="zh-CN" sz="3200" dirty="0">
                  <a:solidFill>
                    <a:schemeClr val="tx1"/>
                  </a:solidFill>
                  <a:latin typeface="Lucida Console" panose="020B0609040504020204" pitchFamily="49" charset="0"/>
                </a:rPr>
                <a:t>DSI</a:t>
              </a:r>
              <a:endParaRPr lang="zh-CN" altLang="en-US" sz="3200" dirty="0">
                <a:solidFill>
                  <a:schemeClr val="tx1"/>
                </a:solidFill>
                <a:latin typeface="Lucida Console" panose="020B0609040504020204" pitchFamily="49" charset="0"/>
              </a:endParaRPr>
            </a:p>
          </p:txBody>
        </p:sp>
        <p:pic>
          <p:nvPicPr>
            <p:cNvPr id="208" name="图形 207">
              <a:extLst>
                <a:ext uri="{FF2B5EF4-FFF2-40B4-BE49-F238E27FC236}">
                  <a16:creationId xmlns:a16="http://schemas.microsoft.com/office/drawing/2014/main" id="{584BCFBB-D56B-494F-87D7-9A40E477C3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687682" y="7383797"/>
              <a:ext cx="2514348" cy="443833"/>
            </a:xfrm>
            <a:prstGeom prst="rect">
              <a:avLst/>
            </a:prstGeom>
          </p:spPr>
        </p:pic>
        <p:sp>
          <p:nvSpPr>
            <p:cNvPr id="215" name="矩形 214">
              <a:extLst>
                <a:ext uri="{FF2B5EF4-FFF2-40B4-BE49-F238E27FC236}">
                  <a16:creationId xmlns:a16="http://schemas.microsoft.com/office/drawing/2014/main" id="{8969A7C4-FD97-41C4-ACB0-62C7912FD286}"/>
                </a:ext>
              </a:extLst>
            </p:cNvPr>
            <p:cNvSpPr/>
            <p:nvPr/>
          </p:nvSpPr>
          <p:spPr>
            <a:xfrm>
              <a:off x="5436505" y="8051191"/>
              <a:ext cx="1133147" cy="119586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HDMI1</a:t>
              </a:r>
            </a:p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out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" name="矩形 215">
              <a:extLst>
                <a:ext uri="{FF2B5EF4-FFF2-40B4-BE49-F238E27FC236}">
                  <a16:creationId xmlns:a16="http://schemas.microsoft.com/office/drawing/2014/main" id="{3D243A4C-29D5-45D6-9E05-99024B640BA8}"/>
                </a:ext>
              </a:extLst>
            </p:cNvPr>
            <p:cNvSpPr/>
            <p:nvPr/>
          </p:nvSpPr>
          <p:spPr>
            <a:xfrm>
              <a:off x="3619087" y="8051190"/>
              <a:ext cx="1133147" cy="119586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HDMI0</a:t>
              </a:r>
            </a:p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out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17" name="组合 216">
              <a:extLst>
                <a:ext uri="{FF2B5EF4-FFF2-40B4-BE49-F238E27FC236}">
                  <a16:creationId xmlns:a16="http://schemas.microsoft.com/office/drawing/2014/main" id="{5C291A28-347F-43C0-A443-3029873CEA2A}"/>
                </a:ext>
              </a:extLst>
            </p:cNvPr>
            <p:cNvGrpSpPr/>
            <p:nvPr/>
          </p:nvGrpSpPr>
          <p:grpSpPr>
            <a:xfrm>
              <a:off x="930704" y="8004261"/>
              <a:ext cx="780270" cy="780270"/>
              <a:chOff x="-390268" y="314456"/>
              <a:chExt cx="780270" cy="780270"/>
            </a:xfrm>
          </p:grpSpPr>
          <p:sp>
            <p:nvSpPr>
              <p:cNvPr id="218" name="椭圆 217">
                <a:extLst>
                  <a:ext uri="{FF2B5EF4-FFF2-40B4-BE49-F238E27FC236}">
                    <a16:creationId xmlns:a16="http://schemas.microsoft.com/office/drawing/2014/main" id="{95DC0F9C-D6D3-4475-8A0E-D6F011082B1F}"/>
                  </a:ext>
                </a:extLst>
              </p:cNvPr>
              <p:cNvSpPr/>
              <p:nvPr/>
            </p:nvSpPr>
            <p:spPr>
              <a:xfrm>
                <a:off x="-390268" y="314456"/>
                <a:ext cx="780270" cy="780270"/>
              </a:xfrm>
              <a:prstGeom prst="ellipse">
                <a:avLst/>
              </a:prstGeom>
              <a:solidFill>
                <a:srgbClr val="F8CCB9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9" name="椭圆 218">
                <a:extLst>
                  <a:ext uri="{FF2B5EF4-FFF2-40B4-BE49-F238E27FC236}">
                    <a16:creationId xmlns:a16="http://schemas.microsoft.com/office/drawing/2014/main" id="{979C548E-70B9-4810-93F7-AEE0556D8C72}"/>
                  </a:ext>
                </a:extLst>
              </p:cNvPr>
              <p:cNvSpPr/>
              <p:nvPr/>
            </p:nvSpPr>
            <p:spPr>
              <a:xfrm>
                <a:off x="-160682" y="548050"/>
                <a:ext cx="313082" cy="313082"/>
              </a:xfrm>
              <a:prstGeom prst="ellipse">
                <a:avLst/>
              </a:prstGeom>
              <a:solidFill>
                <a:schemeClr val="bg1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20" name="矩形 219">
              <a:extLst>
                <a:ext uri="{FF2B5EF4-FFF2-40B4-BE49-F238E27FC236}">
                  <a16:creationId xmlns:a16="http://schemas.microsoft.com/office/drawing/2014/main" id="{00FA3CC0-E167-468B-AE7F-4E6312A66396}"/>
                </a:ext>
              </a:extLst>
            </p:cNvPr>
            <p:cNvSpPr/>
            <p:nvPr/>
          </p:nvSpPr>
          <p:spPr>
            <a:xfrm>
              <a:off x="1875879" y="8051190"/>
              <a:ext cx="1058935" cy="119586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USB-C</a:t>
              </a:r>
              <a:endPara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23" name="组合 222">
              <a:extLst>
                <a:ext uri="{FF2B5EF4-FFF2-40B4-BE49-F238E27FC236}">
                  <a16:creationId xmlns:a16="http://schemas.microsoft.com/office/drawing/2014/main" id="{214AB8AB-164D-4C91-9FC5-833F51064B5F}"/>
                </a:ext>
              </a:extLst>
            </p:cNvPr>
            <p:cNvGrpSpPr/>
            <p:nvPr/>
          </p:nvGrpSpPr>
          <p:grpSpPr>
            <a:xfrm>
              <a:off x="1926031" y="6897478"/>
              <a:ext cx="650082" cy="650082"/>
              <a:chOff x="6801062" y="7305675"/>
              <a:chExt cx="650082" cy="650082"/>
            </a:xfrm>
          </p:grpSpPr>
          <p:grpSp>
            <p:nvGrpSpPr>
              <p:cNvPr id="222" name="组合 221">
                <a:extLst>
                  <a:ext uri="{FF2B5EF4-FFF2-40B4-BE49-F238E27FC236}">
                    <a16:creationId xmlns:a16="http://schemas.microsoft.com/office/drawing/2014/main" id="{CC418B91-2F0B-40F6-9B4E-37D4FC4EB30C}"/>
                  </a:ext>
                </a:extLst>
              </p:cNvPr>
              <p:cNvGrpSpPr/>
              <p:nvPr/>
            </p:nvGrpSpPr>
            <p:grpSpPr>
              <a:xfrm>
                <a:off x="6911519" y="7305675"/>
                <a:ext cx="430584" cy="650082"/>
                <a:chOff x="6911519" y="7312025"/>
                <a:chExt cx="430584" cy="835025"/>
              </a:xfrm>
            </p:grpSpPr>
            <p:cxnSp>
              <p:nvCxnSpPr>
                <p:cNvPr id="214" name="直接连接符 213">
                  <a:extLst>
                    <a:ext uri="{FF2B5EF4-FFF2-40B4-BE49-F238E27FC236}">
                      <a16:creationId xmlns:a16="http://schemas.microsoft.com/office/drawing/2014/main" id="{ED8E3F02-CC46-4E52-A8A3-4500C765C9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11519" y="7312025"/>
                  <a:ext cx="0" cy="835025"/>
                </a:xfrm>
                <a:prstGeom prst="line">
                  <a:avLst/>
                </a:prstGeom>
                <a:ln w="254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直接连接符 223">
                  <a:extLst>
                    <a:ext uri="{FF2B5EF4-FFF2-40B4-BE49-F238E27FC236}">
                      <a16:creationId xmlns:a16="http://schemas.microsoft.com/office/drawing/2014/main" id="{0BB3D985-3534-474F-BB87-15E0309334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73031" y="7312025"/>
                  <a:ext cx="0" cy="835025"/>
                </a:xfrm>
                <a:prstGeom prst="line">
                  <a:avLst/>
                </a:prstGeom>
                <a:ln w="254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" name="直接连接符 224">
                  <a:extLst>
                    <a:ext uri="{FF2B5EF4-FFF2-40B4-BE49-F238E27FC236}">
                      <a16:creationId xmlns:a16="http://schemas.microsoft.com/office/drawing/2014/main" id="{12C76C1E-E6FE-4FBF-AEF8-650811D8E6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34543" y="7312025"/>
                  <a:ext cx="0" cy="835025"/>
                </a:xfrm>
                <a:prstGeom prst="line">
                  <a:avLst/>
                </a:prstGeom>
                <a:ln w="254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直接连接符 225">
                  <a:extLst>
                    <a:ext uri="{FF2B5EF4-FFF2-40B4-BE49-F238E27FC236}">
                      <a16:creationId xmlns:a16="http://schemas.microsoft.com/office/drawing/2014/main" id="{DAE76C2F-ED4C-462E-8604-8A11369924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96055" y="7312025"/>
                  <a:ext cx="0" cy="835025"/>
                </a:xfrm>
                <a:prstGeom prst="line">
                  <a:avLst/>
                </a:prstGeom>
                <a:ln w="254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" name="直接连接符 226">
                  <a:extLst>
                    <a:ext uri="{FF2B5EF4-FFF2-40B4-BE49-F238E27FC236}">
                      <a16:creationId xmlns:a16="http://schemas.microsoft.com/office/drawing/2014/main" id="{C18F2259-41E7-47AA-BBCC-B66C198706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57567" y="7312025"/>
                  <a:ext cx="0" cy="835025"/>
                </a:xfrm>
                <a:prstGeom prst="line">
                  <a:avLst/>
                </a:prstGeom>
                <a:ln w="254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直接连接符 227">
                  <a:extLst>
                    <a:ext uri="{FF2B5EF4-FFF2-40B4-BE49-F238E27FC236}">
                      <a16:creationId xmlns:a16="http://schemas.microsoft.com/office/drawing/2014/main" id="{87FE4252-6FBB-405B-A80C-5CC5FCDC29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19079" y="7312025"/>
                  <a:ext cx="0" cy="835025"/>
                </a:xfrm>
                <a:prstGeom prst="line">
                  <a:avLst/>
                </a:prstGeom>
                <a:ln w="254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直接连接符 228">
                  <a:extLst>
                    <a:ext uri="{FF2B5EF4-FFF2-40B4-BE49-F238E27FC236}">
                      <a16:creationId xmlns:a16="http://schemas.microsoft.com/office/drawing/2014/main" id="{B04EF78D-E7DC-468B-B5CB-1086517E8D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80591" y="7312025"/>
                  <a:ext cx="0" cy="835025"/>
                </a:xfrm>
                <a:prstGeom prst="line">
                  <a:avLst/>
                </a:prstGeom>
                <a:ln w="254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直接连接符 229">
                  <a:extLst>
                    <a:ext uri="{FF2B5EF4-FFF2-40B4-BE49-F238E27FC236}">
                      <a16:creationId xmlns:a16="http://schemas.microsoft.com/office/drawing/2014/main" id="{0EFA9940-7FD4-4E35-85F9-52FD30F678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342103" y="7312025"/>
                  <a:ext cx="0" cy="835025"/>
                </a:xfrm>
                <a:prstGeom prst="line">
                  <a:avLst/>
                </a:prstGeom>
                <a:ln w="254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2" name="组合 231">
                <a:extLst>
                  <a:ext uri="{FF2B5EF4-FFF2-40B4-BE49-F238E27FC236}">
                    <a16:creationId xmlns:a16="http://schemas.microsoft.com/office/drawing/2014/main" id="{AE33E5D0-9E01-426A-BDDB-40EDD1E0E71D}"/>
                  </a:ext>
                </a:extLst>
              </p:cNvPr>
              <p:cNvGrpSpPr/>
              <p:nvPr/>
            </p:nvGrpSpPr>
            <p:grpSpPr>
              <a:xfrm rot="5400000">
                <a:off x="6910811" y="7305003"/>
                <a:ext cx="430584" cy="650082"/>
                <a:chOff x="6911519" y="7312025"/>
                <a:chExt cx="430584" cy="835025"/>
              </a:xfrm>
            </p:grpSpPr>
            <p:cxnSp>
              <p:nvCxnSpPr>
                <p:cNvPr id="233" name="直接连接符 232">
                  <a:extLst>
                    <a:ext uri="{FF2B5EF4-FFF2-40B4-BE49-F238E27FC236}">
                      <a16:creationId xmlns:a16="http://schemas.microsoft.com/office/drawing/2014/main" id="{5449B6F3-CB9E-4514-9AFA-011A2A071D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11519" y="7312025"/>
                  <a:ext cx="0" cy="835025"/>
                </a:xfrm>
                <a:prstGeom prst="line">
                  <a:avLst/>
                </a:prstGeom>
                <a:ln w="254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" name="直接连接符 233">
                  <a:extLst>
                    <a:ext uri="{FF2B5EF4-FFF2-40B4-BE49-F238E27FC236}">
                      <a16:creationId xmlns:a16="http://schemas.microsoft.com/office/drawing/2014/main" id="{62BFF433-D3DD-44DC-A835-8C8F0C540A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73031" y="7312025"/>
                  <a:ext cx="0" cy="835025"/>
                </a:xfrm>
                <a:prstGeom prst="line">
                  <a:avLst/>
                </a:prstGeom>
                <a:ln w="254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直接连接符 234">
                  <a:extLst>
                    <a:ext uri="{FF2B5EF4-FFF2-40B4-BE49-F238E27FC236}">
                      <a16:creationId xmlns:a16="http://schemas.microsoft.com/office/drawing/2014/main" id="{A8FCCD12-4E99-4203-838E-68AE5DE6C6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34543" y="7312025"/>
                  <a:ext cx="0" cy="835025"/>
                </a:xfrm>
                <a:prstGeom prst="line">
                  <a:avLst/>
                </a:prstGeom>
                <a:ln w="254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6" name="直接连接符 235">
                  <a:extLst>
                    <a:ext uri="{FF2B5EF4-FFF2-40B4-BE49-F238E27FC236}">
                      <a16:creationId xmlns:a16="http://schemas.microsoft.com/office/drawing/2014/main" id="{AE140914-4A94-4616-9586-EA37D21701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96055" y="7312025"/>
                  <a:ext cx="0" cy="835025"/>
                </a:xfrm>
                <a:prstGeom prst="line">
                  <a:avLst/>
                </a:prstGeom>
                <a:ln w="254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7" name="直接连接符 236">
                  <a:extLst>
                    <a:ext uri="{FF2B5EF4-FFF2-40B4-BE49-F238E27FC236}">
                      <a16:creationId xmlns:a16="http://schemas.microsoft.com/office/drawing/2014/main" id="{59ACF780-1570-4CE6-9620-FDB39B3176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57567" y="7312025"/>
                  <a:ext cx="0" cy="835025"/>
                </a:xfrm>
                <a:prstGeom prst="line">
                  <a:avLst/>
                </a:prstGeom>
                <a:ln w="254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8" name="直接连接符 237">
                  <a:extLst>
                    <a:ext uri="{FF2B5EF4-FFF2-40B4-BE49-F238E27FC236}">
                      <a16:creationId xmlns:a16="http://schemas.microsoft.com/office/drawing/2014/main" id="{CD431C28-9F22-4672-9CAD-5D3E23C8B08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19079" y="7312025"/>
                  <a:ext cx="0" cy="835025"/>
                </a:xfrm>
                <a:prstGeom prst="line">
                  <a:avLst/>
                </a:prstGeom>
                <a:ln w="254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9" name="直接连接符 238">
                  <a:extLst>
                    <a:ext uri="{FF2B5EF4-FFF2-40B4-BE49-F238E27FC236}">
                      <a16:creationId xmlns:a16="http://schemas.microsoft.com/office/drawing/2014/main" id="{217FBC7A-156D-42E1-A3F1-48BC92183A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80591" y="7312025"/>
                  <a:ext cx="0" cy="835025"/>
                </a:xfrm>
                <a:prstGeom prst="line">
                  <a:avLst/>
                </a:prstGeom>
                <a:ln w="254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0" name="直接连接符 239">
                  <a:extLst>
                    <a:ext uri="{FF2B5EF4-FFF2-40B4-BE49-F238E27FC236}">
                      <a16:creationId xmlns:a16="http://schemas.microsoft.com/office/drawing/2014/main" id="{706BF8DB-1927-4F06-AAB9-D8858C4AD5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342103" y="7312025"/>
                  <a:ext cx="0" cy="835025"/>
                </a:xfrm>
                <a:prstGeom prst="line">
                  <a:avLst/>
                </a:prstGeom>
                <a:ln w="254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1" name="矩形 220">
                <a:extLst>
                  <a:ext uri="{FF2B5EF4-FFF2-40B4-BE49-F238E27FC236}">
                    <a16:creationId xmlns:a16="http://schemas.microsoft.com/office/drawing/2014/main" id="{0F48DD7F-61B8-4CD4-9F84-6721F803AF31}"/>
                  </a:ext>
                </a:extLst>
              </p:cNvPr>
              <p:cNvSpPr/>
              <p:nvPr/>
            </p:nvSpPr>
            <p:spPr>
              <a:xfrm>
                <a:off x="6846906" y="7349463"/>
                <a:ext cx="561163" cy="561163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31" name="组合 230">
              <a:extLst>
                <a:ext uri="{FF2B5EF4-FFF2-40B4-BE49-F238E27FC236}">
                  <a16:creationId xmlns:a16="http://schemas.microsoft.com/office/drawing/2014/main" id="{1907CC2A-CA8E-4E08-9C69-3D455E531AB5}"/>
                </a:ext>
              </a:extLst>
            </p:cNvPr>
            <p:cNvGrpSpPr/>
            <p:nvPr/>
          </p:nvGrpSpPr>
          <p:grpSpPr>
            <a:xfrm>
              <a:off x="3072633" y="7123314"/>
              <a:ext cx="288190" cy="780270"/>
              <a:chOff x="6658553" y="6716853"/>
              <a:chExt cx="288190" cy="780270"/>
            </a:xfrm>
          </p:grpSpPr>
          <p:sp>
            <p:nvSpPr>
              <p:cNvPr id="242" name="矩形 241">
                <a:extLst>
                  <a:ext uri="{FF2B5EF4-FFF2-40B4-BE49-F238E27FC236}">
                    <a16:creationId xmlns:a16="http://schemas.microsoft.com/office/drawing/2014/main" id="{36FDBDFB-D9A8-4C5C-9B5A-8D5741780702}"/>
                  </a:ext>
                </a:extLst>
              </p:cNvPr>
              <p:cNvSpPr/>
              <p:nvPr/>
            </p:nvSpPr>
            <p:spPr>
              <a:xfrm>
                <a:off x="6693776" y="6716853"/>
                <a:ext cx="217743" cy="78027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3" name="矩形 242">
                <a:extLst>
                  <a:ext uri="{FF2B5EF4-FFF2-40B4-BE49-F238E27FC236}">
                    <a16:creationId xmlns:a16="http://schemas.microsoft.com/office/drawing/2014/main" id="{84B40036-2AF7-4779-9BCE-00220CB518A7}"/>
                  </a:ext>
                </a:extLst>
              </p:cNvPr>
              <p:cNvSpPr/>
              <p:nvPr/>
            </p:nvSpPr>
            <p:spPr>
              <a:xfrm>
                <a:off x="6658553" y="6807994"/>
                <a:ext cx="288190" cy="5852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44" name="矩形 243">
              <a:extLst>
                <a:ext uri="{FF2B5EF4-FFF2-40B4-BE49-F238E27FC236}">
                  <a16:creationId xmlns:a16="http://schemas.microsoft.com/office/drawing/2014/main" id="{0E1BFFD7-1073-4DAE-A4E9-39E974A261DB}"/>
                </a:ext>
              </a:extLst>
            </p:cNvPr>
            <p:cNvSpPr/>
            <p:nvPr/>
          </p:nvSpPr>
          <p:spPr>
            <a:xfrm>
              <a:off x="2413397" y="5917419"/>
              <a:ext cx="1526662" cy="475642"/>
            </a:xfrm>
            <a:prstGeom prst="rect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41" name="组合 240">
              <a:extLst>
                <a:ext uri="{FF2B5EF4-FFF2-40B4-BE49-F238E27FC236}">
                  <a16:creationId xmlns:a16="http://schemas.microsoft.com/office/drawing/2014/main" id="{5B8F779D-E784-4A67-8B4A-4466D1EE54BE}"/>
                </a:ext>
              </a:extLst>
            </p:cNvPr>
            <p:cNvGrpSpPr/>
            <p:nvPr/>
          </p:nvGrpSpPr>
          <p:grpSpPr>
            <a:xfrm>
              <a:off x="2450794" y="5943374"/>
              <a:ext cx="1443754" cy="421712"/>
              <a:chOff x="1167206" y="5364907"/>
              <a:chExt cx="2671297" cy="780270"/>
            </a:xfrm>
          </p:grpSpPr>
          <p:grpSp>
            <p:nvGrpSpPr>
              <p:cNvPr id="245" name="组合 244">
                <a:extLst>
                  <a:ext uri="{FF2B5EF4-FFF2-40B4-BE49-F238E27FC236}">
                    <a16:creationId xmlns:a16="http://schemas.microsoft.com/office/drawing/2014/main" id="{3A59891B-1C49-486F-A0C9-D8BC1C08FA40}"/>
                  </a:ext>
                </a:extLst>
              </p:cNvPr>
              <p:cNvGrpSpPr/>
              <p:nvPr/>
            </p:nvGrpSpPr>
            <p:grpSpPr>
              <a:xfrm>
                <a:off x="1167206" y="5364907"/>
                <a:ext cx="780270" cy="780270"/>
                <a:chOff x="-390268" y="314456"/>
                <a:chExt cx="780270" cy="780270"/>
              </a:xfrm>
            </p:grpSpPr>
            <p:sp>
              <p:nvSpPr>
                <p:cNvPr id="246" name="椭圆 245">
                  <a:extLst>
                    <a:ext uri="{FF2B5EF4-FFF2-40B4-BE49-F238E27FC236}">
                      <a16:creationId xmlns:a16="http://schemas.microsoft.com/office/drawing/2014/main" id="{1F499097-DD6C-448D-911E-CB7E4F368C77}"/>
                    </a:ext>
                  </a:extLst>
                </p:cNvPr>
                <p:cNvSpPr/>
                <p:nvPr/>
              </p:nvSpPr>
              <p:spPr>
                <a:xfrm>
                  <a:off x="-390268" y="314456"/>
                  <a:ext cx="780270" cy="780270"/>
                </a:xfrm>
                <a:prstGeom prst="ellipse">
                  <a:avLst/>
                </a:prstGeom>
                <a:solidFill>
                  <a:srgbClr val="F8CCB9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7" name="椭圆 246">
                  <a:extLst>
                    <a:ext uri="{FF2B5EF4-FFF2-40B4-BE49-F238E27FC236}">
                      <a16:creationId xmlns:a16="http://schemas.microsoft.com/office/drawing/2014/main" id="{4F660890-DD96-47CF-B655-4639766D09CE}"/>
                    </a:ext>
                  </a:extLst>
                </p:cNvPr>
                <p:cNvSpPr/>
                <p:nvPr/>
              </p:nvSpPr>
              <p:spPr>
                <a:xfrm>
                  <a:off x="-313954" y="394778"/>
                  <a:ext cx="619626" cy="619626"/>
                </a:xfrm>
                <a:prstGeom prst="ellipse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48" name="组合 247">
                <a:extLst>
                  <a:ext uri="{FF2B5EF4-FFF2-40B4-BE49-F238E27FC236}">
                    <a16:creationId xmlns:a16="http://schemas.microsoft.com/office/drawing/2014/main" id="{45DA3675-6096-40BD-B878-5A4CB8FE2244}"/>
                  </a:ext>
                </a:extLst>
              </p:cNvPr>
              <p:cNvGrpSpPr/>
              <p:nvPr/>
            </p:nvGrpSpPr>
            <p:grpSpPr>
              <a:xfrm>
                <a:off x="2112176" y="5364907"/>
                <a:ext cx="780270" cy="780270"/>
                <a:chOff x="-390268" y="314456"/>
                <a:chExt cx="780270" cy="780270"/>
              </a:xfrm>
            </p:grpSpPr>
            <p:sp>
              <p:nvSpPr>
                <p:cNvPr id="249" name="椭圆 248">
                  <a:extLst>
                    <a:ext uri="{FF2B5EF4-FFF2-40B4-BE49-F238E27FC236}">
                      <a16:creationId xmlns:a16="http://schemas.microsoft.com/office/drawing/2014/main" id="{DE81C4F9-CE8C-4AFD-A207-FC4AF5F37F9C}"/>
                    </a:ext>
                  </a:extLst>
                </p:cNvPr>
                <p:cNvSpPr/>
                <p:nvPr/>
              </p:nvSpPr>
              <p:spPr>
                <a:xfrm>
                  <a:off x="-390268" y="314456"/>
                  <a:ext cx="780270" cy="780270"/>
                </a:xfrm>
                <a:prstGeom prst="ellipse">
                  <a:avLst/>
                </a:prstGeom>
                <a:solidFill>
                  <a:srgbClr val="F8CCB9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0" name="椭圆 249">
                  <a:extLst>
                    <a:ext uri="{FF2B5EF4-FFF2-40B4-BE49-F238E27FC236}">
                      <a16:creationId xmlns:a16="http://schemas.microsoft.com/office/drawing/2014/main" id="{CF420A8F-D76E-4AA2-B81E-F5B1E6311315}"/>
                    </a:ext>
                  </a:extLst>
                </p:cNvPr>
                <p:cNvSpPr/>
                <p:nvPr/>
              </p:nvSpPr>
              <p:spPr>
                <a:xfrm>
                  <a:off x="-313954" y="394778"/>
                  <a:ext cx="619626" cy="619626"/>
                </a:xfrm>
                <a:prstGeom prst="ellipse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51" name="组合 250">
                <a:extLst>
                  <a:ext uri="{FF2B5EF4-FFF2-40B4-BE49-F238E27FC236}">
                    <a16:creationId xmlns:a16="http://schemas.microsoft.com/office/drawing/2014/main" id="{BD1F9692-454C-48BB-9582-BA833BAF1713}"/>
                  </a:ext>
                </a:extLst>
              </p:cNvPr>
              <p:cNvGrpSpPr/>
              <p:nvPr/>
            </p:nvGrpSpPr>
            <p:grpSpPr>
              <a:xfrm>
                <a:off x="3058233" y="5364907"/>
                <a:ext cx="780270" cy="780270"/>
                <a:chOff x="-390268" y="314456"/>
                <a:chExt cx="780270" cy="780270"/>
              </a:xfrm>
            </p:grpSpPr>
            <p:sp>
              <p:nvSpPr>
                <p:cNvPr id="252" name="矩形 251">
                  <a:extLst>
                    <a:ext uri="{FF2B5EF4-FFF2-40B4-BE49-F238E27FC236}">
                      <a16:creationId xmlns:a16="http://schemas.microsoft.com/office/drawing/2014/main" id="{BAC64D33-2072-40A7-988A-DAD2A1004C03}"/>
                    </a:ext>
                  </a:extLst>
                </p:cNvPr>
                <p:cNvSpPr/>
                <p:nvPr/>
              </p:nvSpPr>
              <p:spPr>
                <a:xfrm>
                  <a:off x="-390268" y="314456"/>
                  <a:ext cx="780270" cy="780270"/>
                </a:xfrm>
                <a:prstGeom prst="rect">
                  <a:avLst/>
                </a:prstGeom>
                <a:solidFill>
                  <a:srgbClr val="F8CCB9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3" name="椭圆 252">
                  <a:extLst>
                    <a:ext uri="{FF2B5EF4-FFF2-40B4-BE49-F238E27FC236}">
                      <a16:creationId xmlns:a16="http://schemas.microsoft.com/office/drawing/2014/main" id="{BC9235DD-2FD5-4CFF-94EA-E6A59C396FC0}"/>
                    </a:ext>
                  </a:extLst>
                </p:cNvPr>
                <p:cNvSpPr/>
                <p:nvPr/>
              </p:nvSpPr>
              <p:spPr>
                <a:xfrm>
                  <a:off x="-313954" y="394778"/>
                  <a:ext cx="619626" cy="619626"/>
                </a:xfrm>
                <a:prstGeom prst="ellipse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254" name="组合 253">
              <a:extLst>
                <a:ext uri="{FF2B5EF4-FFF2-40B4-BE49-F238E27FC236}">
                  <a16:creationId xmlns:a16="http://schemas.microsoft.com/office/drawing/2014/main" id="{CC35B924-9FA0-4CBF-B714-070EE0E9D88C}"/>
                </a:ext>
              </a:extLst>
            </p:cNvPr>
            <p:cNvGrpSpPr/>
            <p:nvPr/>
          </p:nvGrpSpPr>
          <p:grpSpPr>
            <a:xfrm>
              <a:off x="8192468" y="7060929"/>
              <a:ext cx="1139618" cy="2267272"/>
              <a:chOff x="6605220" y="6924062"/>
              <a:chExt cx="1139618" cy="2267272"/>
            </a:xfrm>
          </p:grpSpPr>
          <p:sp>
            <p:nvSpPr>
              <p:cNvPr id="256" name="矩形 255">
                <a:extLst>
                  <a:ext uri="{FF2B5EF4-FFF2-40B4-BE49-F238E27FC236}">
                    <a16:creationId xmlns:a16="http://schemas.microsoft.com/office/drawing/2014/main" id="{5AF0DA22-30A3-48F0-81A4-E1EC576D0465}"/>
                  </a:ext>
                </a:extLst>
              </p:cNvPr>
              <p:cNvSpPr/>
              <p:nvPr/>
            </p:nvSpPr>
            <p:spPr>
              <a:xfrm>
                <a:off x="6755900" y="7921090"/>
                <a:ext cx="839889" cy="1270244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7" name="矩形 256">
                <a:extLst>
                  <a:ext uri="{FF2B5EF4-FFF2-40B4-BE49-F238E27FC236}">
                    <a16:creationId xmlns:a16="http://schemas.microsoft.com/office/drawing/2014/main" id="{E4ADBA22-1806-4210-8193-3619F4D05AC6}"/>
                  </a:ext>
                </a:extLst>
              </p:cNvPr>
              <p:cNvSpPr/>
              <p:nvPr/>
            </p:nvSpPr>
            <p:spPr>
              <a:xfrm rot="16200000">
                <a:off x="6178002" y="7351280"/>
                <a:ext cx="1994053" cy="113961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3.5mm out</a:t>
                </a:r>
              </a:p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Composite</a:t>
                </a:r>
              </a:p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Video+Audio</a:t>
                </a:r>
                <a:endPara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59" name="组合 258">
              <a:extLst>
                <a:ext uri="{FF2B5EF4-FFF2-40B4-BE49-F238E27FC236}">
                  <a16:creationId xmlns:a16="http://schemas.microsoft.com/office/drawing/2014/main" id="{7DB5E798-C1F7-49F3-99B8-1E7BD7F0FE59}"/>
                </a:ext>
              </a:extLst>
            </p:cNvPr>
            <p:cNvGrpSpPr/>
            <p:nvPr/>
          </p:nvGrpSpPr>
          <p:grpSpPr>
            <a:xfrm>
              <a:off x="9666743" y="8117326"/>
              <a:ext cx="780270" cy="780270"/>
              <a:chOff x="-390268" y="314456"/>
              <a:chExt cx="780270" cy="780270"/>
            </a:xfrm>
          </p:grpSpPr>
          <p:sp>
            <p:nvSpPr>
              <p:cNvPr id="260" name="椭圆 259">
                <a:extLst>
                  <a:ext uri="{FF2B5EF4-FFF2-40B4-BE49-F238E27FC236}">
                    <a16:creationId xmlns:a16="http://schemas.microsoft.com/office/drawing/2014/main" id="{7EF38FC2-B774-4385-B37B-812B2A46FCF7}"/>
                  </a:ext>
                </a:extLst>
              </p:cNvPr>
              <p:cNvSpPr/>
              <p:nvPr/>
            </p:nvSpPr>
            <p:spPr>
              <a:xfrm>
                <a:off x="-390268" y="314456"/>
                <a:ext cx="780270" cy="780270"/>
              </a:xfrm>
              <a:prstGeom prst="ellipse">
                <a:avLst/>
              </a:prstGeom>
              <a:solidFill>
                <a:srgbClr val="F8CCB9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1" name="椭圆 260">
                <a:extLst>
                  <a:ext uri="{FF2B5EF4-FFF2-40B4-BE49-F238E27FC236}">
                    <a16:creationId xmlns:a16="http://schemas.microsoft.com/office/drawing/2014/main" id="{20F3B37B-4820-4A44-B91C-FA1FC4870D2D}"/>
                  </a:ext>
                </a:extLst>
              </p:cNvPr>
              <p:cNvSpPr/>
              <p:nvPr/>
            </p:nvSpPr>
            <p:spPr>
              <a:xfrm>
                <a:off x="-160682" y="548050"/>
                <a:ext cx="313082" cy="313082"/>
              </a:xfrm>
              <a:prstGeom prst="ellipse">
                <a:avLst/>
              </a:prstGeom>
              <a:solidFill>
                <a:schemeClr val="bg1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62" name="矩形 261">
              <a:extLst>
                <a:ext uri="{FF2B5EF4-FFF2-40B4-BE49-F238E27FC236}">
                  <a16:creationId xmlns:a16="http://schemas.microsoft.com/office/drawing/2014/main" id="{DA8320A6-A042-48F6-8C81-2E2C663DC86D}"/>
                </a:ext>
              </a:extLst>
            </p:cNvPr>
            <p:cNvSpPr/>
            <p:nvPr/>
          </p:nvSpPr>
          <p:spPr>
            <a:xfrm>
              <a:off x="3546554" y="1577737"/>
              <a:ext cx="762277" cy="269682"/>
            </a:xfrm>
            <a:prstGeom prst="rect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GPIO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3" name="矩形 262">
              <a:extLst>
                <a:ext uri="{FF2B5EF4-FFF2-40B4-BE49-F238E27FC236}">
                  <a16:creationId xmlns:a16="http://schemas.microsoft.com/office/drawing/2014/main" id="{F4C0896F-7C03-455B-AB79-361A91289642}"/>
                </a:ext>
              </a:extLst>
            </p:cNvPr>
            <p:cNvSpPr/>
            <p:nvPr/>
          </p:nvSpPr>
          <p:spPr>
            <a:xfrm>
              <a:off x="11458098" y="604681"/>
              <a:ext cx="1104310" cy="269682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Ethernet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4" name="矩形 263">
              <a:extLst>
                <a:ext uri="{FF2B5EF4-FFF2-40B4-BE49-F238E27FC236}">
                  <a16:creationId xmlns:a16="http://schemas.microsoft.com/office/drawing/2014/main" id="{8B2AA75D-BD7D-400E-AF4D-A3718E90235F}"/>
                </a:ext>
              </a:extLst>
            </p:cNvPr>
            <p:cNvSpPr/>
            <p:nvPr/>
          </p:nvSpPr>
          <p:spPr>
            <a:xfrm>
              <a:off x="11704460" y="5647737"/>
              <a:ext cx="1104310" cy="269682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USB3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5" name="矩形 264">
              <a:extLst>
                <a:ext uri="{FF2B5EF4-FFF2-40B4-BE49-F238E27FC236}">
                  <a16:creationId xmlns:a16="http://schemas.microsoft.com/office/drawing/2014/main" id="{4F036A43-4549-4593-8CFE-37CB3B70DD15}"/>
                </a:ext>
              </a:extLst>
            </p:cNvPr>
            <p:cNvSpPr/>
            <p:nvPr/>
          </p:nvSpPr>
          <p:spPr>
            <a:xfrm>
              <a:off x="11704460" y="8363593"/>
              <a:ext cx="1104310" cy="269682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USB2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6" name="矩形 265">
              <a:extLst>
                <a:ext uri="{FF2B5EF4-FFF2-40B4-BE49-F238E27FC236}">
                  <a16:creationId xmlns:a16="http://schemas.microsoft.com/office/drawing/2014/main" id="{5B5D6F6F-3A89-46B4-A6CA-3923B683F298}"/>
                </a:ext>
              </a:extLst>
            </p:cNvPr>
            <p:cNvSpPr/>
            <p:nvPr/>
          </p:nvSpPr>
          <p:spPr>
            <a:xfrm rot="16200000">
              <a:off x="7484075" y="8294969"/>
              <a:ext cx="1104310" cy="269682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A/V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7" name="矩形 266">
              <a:extLst>
                <a:ext uri="{FF2B5EF4-FFF2-40B4-BE49-F238E27FC236}">
                  <a16:creationId xmlns:a16="http://schemas.microsoft.com/office/drawing/2014/main" id="{DF704725-54F7-4EB3-A64C-47832DC06632}"/>
                </a:ext>
              </a:extLst>
            </p:cNvPr>
            <p:cNvSpPr/>
            <p:nvPr/>
          </p:nvSpPr>
          <p:spPr>
            <a:xfrm rot="16200000">
              <a:off x="4749867" y="8279026"/>
              <a:ext cx="1104310" cy="269682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HDMI1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8" name="矩形 267">
              <a:extLst>
                <a:ext uri="{FF2B5EF4-FFF2-40B4-BE49-F238E27FC236}">
                  <a16:creationId xmlns:a16="http://schemas.microsoft.com/office/drawing/2014/main" id="{0502B235-BA9C-464C-9CFC-E34D41AB6C00}"/>
                </a:ext>
              </a:extLst>
            </p:cNvPr>
            <p:cNvSpPr/>
            <p:nvPr/>
          </p:nvSpPr>
          <p:spPr>
            <a:xfrm rot="16200000">
              <a:off x="2938899" y="8277836"/>
              <a:ext cx="1104310" cy="269682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HDMI0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9" name="矩形 268">
              <a:extLst>
                <a:ext uri="{FF2B5EF4-FFF2-40B4-BE49-F238E27FC236}">
                  <a16:creationId xmlns:a16="http://schemas.microsoft.com/office/drawing/2014/main" id="{0B15C257-51AB-472E-ADAC-EE76C880B4EF}"/>
                </a:ext>
              </a:extLst>
            </p:cNvPr>
            <p:cNvSpPr/>
            <p:nvPr/>
          </p:nvSpPr>
          <p:spPr>
            <a:xfrm rot="16200000">
              <a:off x="2509215" y="8267092"/>
              <a:ext cx="1104310" cy="269682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PWR IN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0" name="矩形 269">
              <a:extLst>
                <a:ext uri="{FF2B5EF4-FFF2-40B4-BE49-F238E27FC236}">
                  <a16:creationId xmlns:a16="http://schemas.microsoft.com/office/drawing/2014/main" id="{A53C35C4-31DE-4527-B249-66446F72F20F}"/>
                </a:ext>
              </a:extLst>
            </p:cNvPr>
            <p:cNvSpPr/>
            <p:nvPr/>
          </p:nvSpPr>
          <p:spPr>
            <a:xfrm>
              <a:off x="2382276" y="5630956"/>
              <a:ext cx="522771" cy="269682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RUN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1" name="矩形 270">
              <a:extLst>
                <a:ext uri="{FF2B5EF4-FFF2-40B4-BE49-F238E27FC236}">
                  <a16:creationId xmlns:a16="http://schemas.microsoft.com/office/drawing/2014/main" id="{F66CD2AD-F354-40D6-A043-09FDFFC676F2}"/>
                </a:ext>
              </a:extLst>
            </p:cNvPr>
            <p:cNvSpPr/>
            <p:nvPr/>
          </p:nvSpPr>
          <p:spPr>
            <a:xfrm>
              <a:off x="3157324" y="5630956"/>
              <a:ext cx="1101620" cy="269682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GLOBAL_EN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2" name="矩形 271">
              <a:extLst>
                <a:ext uri="{FF2B5EF4-FFF2-40B4-BE49-F238E27FC236}">
                  <a16:creationId xmlns:a16="http://schemas.microsoft.com/office/drawing/2014/main" id="{0665435C-10A9-4197-94D9-63BC6B13DE51}"/>
                </a:ext>
              </a:extLst>
            </p:cNvPr>
            <p:cNvSpPr/>
            <p:nvPr/>
          </p:nvSpPr>
          <p:spPr>
            <a:xfrm rot="16200000">
              <a:off x="8918600" y="1858796"/>
              <a:ext cx="968504" cy="269682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PoE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3" name="矩形 272">
              <a:extLst>
                <a:ext uri="{FF2B5EF4-FFF2-40B4-BE49-F238E27FC236}">
                  <a16:creationId xmlns:a16="http://schemas.microsoft.com/office/drawing/2014/main" id="{01FC48F5-27C7-4047-8450-017890D65F61}"/>
                </a:ext>
              </a:extLst>
            </p:cNvPr>
            <p:cNvSpPr/>
            <p:nvPr/>
          </p:nvSpPr>
          <p:spPr>
            <a:xfrm>
              <a:off x="1893253" y="7703841"/>
              <a:ext cx="941003" cy="269682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Regulator</a:t>
              </a:r>
              <a:endPara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4" name="矩形 273">
              <a:extLst>
                <a:ext uri="{FF2B5EF4-FFF2-40B4-BE49-F238E27FC236}">
                  <a16:creationId xmlns:a16="http://schemas.microsoft.com/office/drawing/2014/main" id="{3DC3BC99-ECA9-4870-943D-327FF230FFA3}"/>
                </a:ext>
              </a:extLst>
            </p:cNvPr>
            <p:cNvSpPr/>
            <p:nvPr/>
          </p:nvSpPr>
          <p:spPr>
            <a:xfrm>
              <a:off x="952304" y="7502429"/>
              <a:ext cx="142382" cy="375226"/>
            </a:xfrm>
            <a:prstGeom prst="rect">
              <a:avLst/>
            </a:prstGeom>
            <a:solidFill>
              <a:srgbClr val="5D1709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5" name="矩形 274">
              <a:extLst>
                <a:ext uri="{FF2B5EF4-FFF2-40B4-BE49-F238E27FC236}">
                  <a16:creationId xmlns:a16="http://schemas.microsoft.com/office/drawing/2014/main" id="{E5B3C851-F3AB-4BBD-A23C-A11B08CD9636}"/>
                </a:ext>
              </a:extLst>
            </p:cNvPr>
            <p:cNvSpPr/>
            <p:nvPr/>
          </p:nvSpPr>
          <p:spPr>
            <a:xfrm>
              <a:off x="948533" y="7014803"/>
              <a:ext cx="142382" cy="375226"/>
            </a:xfrm>
            <a:prstGeom prst="rect">
              <a:avLst/>
            </a:prstGeom>
            <a:solidFill>
              <a:srgbClr val="5D1709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6" name="矩形 275">
              <a:extLst>
                <a:ext uri="{FF2B5EF4-FFF2-40B4-BE49-F238E27FC236}">
                  <a16:creationId xmlns:a16="http://schemas.microsoft.com/office/drawing/2014/main" id="{129DB7C6-5B2C-48D7-99E3-48A6D382D212}"/>
                </a:ext>
              </a:extLst>
            </p:cNvPr>
            <p:cNvSpPr/>
            <p:nvPr/>
          </p:nvSpPr>
          <p:spPr>
            <a:xfrm>
              <a:off x="1076012" y="7659003"/>
              <a:ext cx="593492" cy="269682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PWR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8" name="矩形 277">
              <a:extLst>
                <a:ext uri="{FF2B5EF4-FFF2-40B4-BE49-F238E27FC236}">
                  <a16:creationId xmlns:a16="http://schemas.microsoft.com/office/drawing/2014/main" id="{01ABC6CB-E841-43CF-BC9E-67A4868BEE61}"/>
                </a:ext>
              </a:extLst>
            </p:cNvPr>
            <p:cNvSpPr/>
            <p:nvPr/>
          </p:nvSpPr>
          <p:spPr>
            <a:xfrm rot="16200000">
              <a:off x="720755" y="6622282"/>
              <a:ext cx="593492" cy="269682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ACT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9" name="矩形 278">
              <a:extLst>
                <a:ext uri="{FF2B5EF4-FFF2-40B4-BE49-F238E27FC236}">
                  <a16:creationId xmlns:a16="http://schemas.microsoft.com/office/drawing/2014/main" id="{D71B77D7-A67A-47E4-BF63-1A0E3D3FF998}"/>
                </a:ext>
              </a:extLst>
            </p:cNvPr>
            <p:cNvSpPr/>
            <p:nvPr/>
          </p:nvSpPr>
          <p:spPr>
            <a:xfrm rot="16200000">
              <a:off x="-319315" y="7240178"/>
              <a:ext cx="1709986" cy="393922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Status LEDs</a:t>
              </a:r>
              <a:endParaRPr lang="zh-CN" altLang="en-US" b="1" dirty="0">
                <a:solidFill>
                  <a:schemeClr val="tx1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280" name="矩形 279">
              <a:extLst>
                <a:ext uri="{FF2B5EF4-FFF2-40B4-BE49-F238E27FC236}">
                  <a16:creationId xmlns:a16="http://schemas.microsoft.com/office/drawing/2014/main" id="{70D7E9E1-6539-4D6B-9981-8A9B4A8A2231}"/>
                </a:ext>
              </a:extLst>
            </p:cNvPr>
            <p:cNvSpPr/>
            <p:nvPr/>
          </p:nvSpPr>
          <p:spPr>
            <a:xfrm rot="16200000">
              <a:off x="-1432469" y="4121127"/>
              <a:ext cx="3936292" cy="393922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microSD slot on bottom side</a:t>
              </a:r>
              <a:endParaRPr lang="zh-CN" altLang="en-US" b="1" dirty="0">
                <a:solidFill>
                  <a:schemeClr val="tx1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281" name="矩形 280">
              <a:extLst>
                <a:ext uri="{FF2B5EF4-FFF2-40B4-BE49-F238E27FC236}">
                  <a16:creationId xmlns:a16="http://schemas.microsoft.com/office/drawing/2014/main" id="{7F8E3BC0-E74D-450D-B884-1411EADF90DE}"/>
                </a:ext>
              </a:extLst>
            </p:cNvPr>
            <p:cNvSpPr/>
            <p:nvPr/>
          </p:nvSpPr>
          <p:spPr>
            <a:xfrm>
              <a:off x="1570346" y="9235370"/>
              <a:ext cx="1709986" cy="393922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Power in</a:t>
              </a:r>
              <a:endParaRPr lang="zh-CN" altLang="en-US" b="1" dirty="0">
                <a:solidFill>
                  <a:schemeClr val="tx1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282" name="矩形 281">
              <a:extLst>
                <a:ext uri="{FF2B5EF4-FFF2-40B4-BE49-F238E27FC236}">
                  <a16:creationId xmlns:a16="http://schemas.microsoft.com/office/drawing/2014/main" id="{4507D16B-AD69-4878-BC08-0331F1D84367}"/>
                </a:ext>
              </a:extLst>
            </p:cNvPr>
            <p:cNvSpPr/>
            <p:nvPr/>
          </p:nvSpPr>
          <p:spPr>
            <a:xfrm>
              <a:off x="7777112" y="9296592"/>
              <a:ext cx="1991110" cy="393922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4 poles jack</a:t>
              </a:r>
              <a:endParaRPr lang="zh-CN" altLang="en-US" b="1" dirty="0">
                <a:solidFill>
                  <a:schemeClr val="tx1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283" name="矩形 282">
              <a:extLst>
                <a:ext uri="{FF2B5EF4-FFF2-40B4-BE49-F238E27FC236}">
                  <a16:creationId xmlns:a16="http://schemas.microsoft.com/office/drawing/2014/main" id="{5A372D0F-4365-4117-A98E-C126CC17F188}"/>
                </a:ext>
              </a:extLst>
            </p:cNvPr>
            <p:cNvSpPr/>
            <p:nvPr/>
          </p:nvSpPr>
          <p:spPr>
            <a:xfrm>
              <a:off x="1582693" y="1189484"/>
              <a:ext cx="320468" cy="269682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4" name="矩形 283">
              <a:extLst>
                <a:ext uri="{FF2B5EF4-FFF2-40B4-BE49-F238E27FC236}">
                  <a16:creationId xmlns:a16="http://schemas.microsoft.com/office/drawing/2014/main" id="{E557BA63-730C-4789-B0BF-73AACD53BA9D}"/>
                </a:ext>
              </a:extLst>
            </p:cNvPr>
            <p:cNvSpPr/>
            <p:nvPr/>
          </p:nvSpPr>
          <p:spPr>
            <a:xfrm>
              <a:off x="1875880" y="2684"/>
              <a:ext cx="4720390" cy="393922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b="1" dirty="0">
                  <a:solidFill>
                    <a:schemeClr val="tx1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40 pins: 28×GPIO, I2C, SPI, UART</a:t>
              </a:r>
              <a:endParaRPr lang="zh-CN" altLang="en-US" b="1" dirty="0">
                <a:solidFill>
                  <a:schemeClr val="tx1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415617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>
            <a:extLst>
              <a:ext uri="{FF2B5EF4-FFF2-40B4-BE49-F238E27FC236}">
                <a16:creationId xmlns:a16="http://schemas.microsoft.com/office/drawing/2014/main" id="{F5C1D901-F71D-41E5-997F-42936D7B89EE}"/>
              </a:ext>
            </a:extLst>
          </p:cNvPr>
          <p:cNvGrpSpPr/>
          <p:nvPr/>
        </p:nvGrpSpPr>
        <p:grpSpPr>
          <a:xfrm>
            <a:off x="1760895" y="897612"/>
            <a:ext cx="7214042" cy="5201281"/>
            <a:chOff x="1760895" y="897612"/>
            <a:chExt cx="7214042" cy="5201281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1418F8F4-1B78-4A35-810D-06173BB8E7CF}"/>
                </a:ext>
              </a:extLst>
            </p:cNvPr>
            <p:cNvSpPr/>
            <p:nvPr/>
          </p:nvSpPr>
          <p:spPr>
            <a:xfrm>
              <a:off x="1760896" y="3236589"/>
              <a:ext cx="1701872" cy="711471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AOP</a:t>
              </a:r>
              <a:endParaRPr lang="zh-CN" altLang="en-US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97F9858-9346-452F-9F21-CD67B0BBEE3A}"/>
                </a:ext>
              </a:extLst>
            </p:cNvPr>
            <p:cNvSpPr/>
            <p:nvPr/>
          </p:nvSpPr>
          <p:spPr>
            <a:xfrm>
              <a:off x="1760895" y="899149"/>
              <a:ext cx="3535005" cy="2186638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E89243DF-DD6D-4889-A45E-7D1F8EB7FD64}"/>
                </a:ext>
              </a:extLst>
            </p:cNvPr>
            <p:cNvSpPr/>
            <p:nvPr/>
          </p:nvSpPr>
          <p:spPr>
            <a:xfrm>
              <a:off x="1956100" y="899149"/>
              <a:ext cx="3153432" cy="4924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Data Access / Integration</a:t>
              </a:r>
              <a:endParaRPr lang="zh-CN" altLang="en-US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2652E5B-9711-46B4-9335-F73C3E6E56D5}"/>
                </a:ext>
              </a:extLst>
            </p:cNvPr>
            <p:cNvSpPr/>
            <p:nvPr/>
          </p:nvSpPr>
          <p:spPr>
            <a:xfrm>
              <a:off x="1956100" y="1391624"/>
              <a:ext cx="1506667" cy="409160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JDBC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416173C4-19C4-408E-BDF0-E424DD7727D7}"/>
                </a:ext>
              </a:extLst>
            </p:cNvPr>
            <p:cNvSpPr/>
            <p:nvPr/>
          </p:nvSpPr>
          <p:spPr>
            <a:xfrm>
              <a:off x="3606800" y="1391624"/>
              <a:ext cx="1506667" cy="409160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ORM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B418759-7E37-4F58-BD76-CB7401D96A8E}"/>
                </a:ext>
              </a:extLst>
            </p:cNvPr>
            <p:cNvSpPr/>
            <p:nvPr/>
          </p:nvSpPr>
          <p:spPr>
            <a:xfrm>
              <a:off x="1956100" y="1944671"/>
              <a:ext cx="1506667" cy="409160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OXM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9D400C42-133B-4E61-9E61-023232D2DB1F}"/>
                </a:ext>
              </a:extLst>
            </p:cNvPr>
            <p:cNvSpPr/>
            <p:nvPr/>
          </p:nvSpPr>
          <p:spPr>
            <a:xfrm>
              <a:off x="3606800" y="1944671"/>
              <a:ext cx="1506667" cy="409160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JMS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9FACC9B-1A80-49BD-898C-1655FDD3456E}"/>
                </a:ext>
              </a:extLst>
            </p:cNvPr>
            <p:cNvSpPr/>
            <p:nvPr/>
          </p:nvSpPr>
          <p:spPr>
            <a:xfrm>
              <a:off x="1956100" y="2497718"/>
              <a:ext cx="3153432" cy="409160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Transactions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D253424F-CB8E-4D65-99F4-77EFBFCC40FD}"/>
                </a:ext>
              </a:extLst>
            </p:cNvPr>
            <p:cNvSpPr/>
            <p:nvPr/>
          </p:nvSpPr>
          <p:spPr>
            <a:xfrm>
              <a:off x="5439932" y="897612"/>
              <a:ext cx="3535005" cy="2186638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DEF5A115-EF49-47BD-AD73-A8FAE4C8F2B7}"/>
                </a:ext>
              </a:extLst>
            </p:cNvPr>
            <p:cNvSpPr/>
            <p:nvPr/>
          </p:nvSpPr>
          <p:spPr>
            <a:xfrm>
              <a:off x="5635137" y="897612"/>
              <a:ext cx="3153432" cy="4924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Web</a:t>
              </a:r>
              <a:endParaRPr lang="zh-CN" altLang="en-US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534CEDE1-4596-4929-86E6-FB8E27573063}"/>
                </a:ext>
              </a:extLst>
            </p:cNvPr>
            <p:cNvSpPr/>
            <p:nvPr/>
          </p:nvSpPr>
          <p:spPr>
            <a:xfrm>
              <a:off x="5635137" y="1390086"/>
              <a:ext cx="1506667" cy="684377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WebSocket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E340FFB-EA11-453A-B19E-38CF69DD95D7}"/>
                </a:ext>
              </a:extLst>
            </p:cNvPr>
            <p:cNvSpPr/>
            <p:nvPr/>
          </p:nvSpPr>
          <p:spPr>
            <a:xfrm>
              <a:off x="7285837" y="1390086"/>
              <a:ext cx="1506667" cy="684377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Servlet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88DE760E-6EDD-403C-8651-04BB62948211}"/>
                </a:ext>
              </a:extLst>
            </p:cNvPr>
            <p:cNvSpPr/>
            <p:nvPr/>
          </p:nvSpPr>
          <p:spPr>
            <a:xfrm>
              <a:off x="5626300" y="2222500"/>
              <a:ext cx="1506667" cy="684378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Web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2439FFFB-5918-4F96-B6D4-DE216A70EBAE}"/>
                </a:ext>
              </a:extLst>
            </p:cNvPr>
            <p:cNvSpPr/>
            <p:nvPr/>
          </p:nvSpPr>
          <p:spPr>
            <a:xfrm>
              <a:off x="7277000" y="2222500"/>
              <a:ext cx="1506667" cy="684378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Portlet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C1070A4C-DD4D-4B98-A4D5-86BC2EB9746B}"/>
                </a:ext>
              </a:extLst>
            </p:cNvPr>
            <p:cNvSpPr/>
            <p:nvPr/>
          </p:nvSpPr>
          <p:spPr>
            <a:xfrm>
              <a:off x="3606800" y="3236589"/>
              <a:ext cx="1689100" cy="711471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Aspects</a:t>
              </a:r>
              <a:endParaRPr lang="zh-CN" altLang="en-US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0F1995EB-15F1-44F4-850C-9970A89123AA}"/>
                </a:ext>
              </a:extLst>
            </p:cNvPr>
            <p:cNvSpPr/>
            <p:nvPr/>
          </p:nvSpPr>
          <p:spPr>
            <a:xfrm>
              <a:off x="5439932" y="3236588"/>
              <a:ext cx="1689100" cy="711471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 err="1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Instru</a:t>
              </a:r>
              <a:r>
                <a: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-mentation</a:t>
              </a:r>
              <a:endParaRPr lang="zh-CN" altLang="en-US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33831774-A35B-4EBD-A5CA-A6E214FD0262}"/>
                </a:ext>
              </a:extLst>
            </p:cNvPr>
            <p:cNvSpPr/>
            <p:nvPr/>
          </p:nvSpPr>
          <p:spPr>
            <a:xfrm>
              <a:off x="7285837" y="3236588"/>
              <a:ext cx="1689100" cy="711471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Messaging</a:t>
              </a:r>
              <a:endParaRPr lang="zh-CN" altLang="en-US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5E34594A-B9AA-4347-BBBC-D5078F29F479}"/>
                </a:ext>
              </a:extLst>
            </p:cNvPr>
            <p:cNvSpPr/>
            <p:nvPr/>
          </p:nvSpPr>
          <p:spPr>
            <a:xfrm>
              <a:off x="1760895" y="4125307"/>
              <a:ext cx="7214042" cy="1084868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320FF65B-8A89-4825-BC6B-E6EA3696E3BA}"/>
                </a:ext>
              </a:extLst>
            </p:cNvPr>
            <p:cNvSpPr/>
            <p:nvPr/>
          </p:nvSpPr>
          <p:spPr>
            <a:xfrm>
              <a:off x="1956099" y="4125307"/>
              <a:ext cx="6827567" cy="4924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Core Container</a:t>
              </a:r>
              <a:endParaRPr lang="zh-CN" altLang="en-US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EC56E3EF-8BA8-4037-A35F-108A8F256342}"/>
                </a:ext>
              </a:extLst>
            </p:cNvPr>
            <p:cNvSpPr/>
            <p:nvPr/>
          </p:nvSpPr>
          <p:spPr>
            <a:xfrm>
              <a:off x="1956100" y="4617782"/>
              <a:ext cx="1574800" cy="409160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Beans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95F942B3-06E9-4F41-BE46-69394FEF2D2B}"/>
                </a:ext>
              </a:extLst>
            </p:cNvPr>
            <p:cNvSpPr/>
            <p:nvPr/>
          </p:nvSpPr>
          <p:spPr>
            <a:xfrm>
              <a:off x="3721100" y="4617782"/>
              <a:ext cx="1574800" cy="409160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Core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4203CBCD-4FFF-4186-AD78-550670D4D414}"/>
                </a:ext>
              </a:extLst>
            </p:cNvPr>
            <p:cNvSpPr/>
            <p:nvPr/>
          </p:nvSpPr>
          <p:spPr>
            <a:xfrm>
              <a:off x="5439932" y="4617782"/>
              <a:ext cx="1574800" cy="409160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Context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39B4C7F2-3F6C-4430-9FF3-4D66BE84C868}"/>
                </a:ext>
              </a:extLst>
            </p:cNvPr>
            <p:cNvSpPr/>
            <p:nvPr/>
          </p:nvSpPr>
          <p:spPr>
            <a:xfrm>
              <a:off x="7204932" y="4617782"/>
              <a:ext cx="1574800" cy="409160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SpEL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53199FF6-A0DB-4A63-8133-883D0DF5CDBA}"/>
                </a:ext>
              </a:extLst>
            </p:cNvPr>
            <p:cNvSpPr/>
            <p:nvPr/>
          </p:nvSpPr>
          <p:spPr>
            <a:xfrm>
              <a:off x="1760895" y="5387422"/>
              <a:ext cx="7214041" cy="711471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Test</a:t>
              </a:r>
              <a:endParaRPr lang="zh-CN" altLang="en-US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8805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组合 138">
            <a:extLst>
              <a:ext uri="{FF2B5EF4-FFF2-40B4-BE49-F238E27FC236}">
                <a16:creationId xmlns:a16="http://schemas.microsoft.com/office/drawing/2014/main" id="{ACF8F75F-55D5-41AF-AC10-054840B41331}"/>
              </a:ext>
            </a:extLst>
          </p:cNvPr>
          <p:cNvGrpSpPr/>
          <p:nvPr/>
        </p:nvGrpSpPr>
        <p:grpSpPr>
          <a:xfrm>
            <a:off x="619324" y="341922"/>
            <a:ext cx="9407476" cy="5312779"/>
            <a:chOff x="619324" y="341922"/>
            <a:chExt cx="9407476" cy="5312779"/>
          </a:xfrm>
        </p:grpSpPr>
        <p:grpSp>
          <p:nvGrpSpPr>
            <p:cNvPr id="98" name="组合 97">
              <a:extLst>
                <a:ext uri="{FF2B5EF4-FFF2-40B4-BE49-F238E27FC236}">
                  <a16:creationId xmlns:a16="http://schemas.microsoft.com/office/drawing/2014/main" id="{F4409A52-AB28-4645-9BD2-1B182B4D994D}"/>
                </a:ext>
              </a:extLst>
            </p:cNvPr>
            <p:cNvGrpSpPr/>
            <p:nvPr/>
          </p:nvGrpSpPr>
          <p:grpSpPr>
            <a:xfrm>
              <a:off x="6247278" y="1158705"/>
              <a:ext cx="3779522" cy="409160"/>
              <a:chOff x="7215503" y="1360852"/>
              <a:chExt cx="3779522" cy="409160"/>
            </a:xfrm>
          </p:grpSpPr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5386EA0D-D549-4151-B48E-29136FAAF051}"/>
                  </a:ext>
                </a:extLst>
              </p:cNvPr>
              <p:cNvSpPr/>
              <p:nvPr/>
            </p:nvSpPr>
            <p:spPr>
              <a:xfrm>
                <a:off x="7625903" y="1360852"/>
                <a:ext cx="3369122" cy="40916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DefaultListableBeanFactory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4C057C07-E9DD-4F7F-BA4B-87CA6AB79A13}"/>
                  </a:ext>
                </a:extLst>
              </p:cNvPr>
              <p:cNvGrpSpPr/>
              <p:nvPr/>
            </p:nvGrpSpPr>
            <p:grpSpPr>
              <a:xfrm>
                <a:off x="7215503" y="1360852"/>
                <a:ext cx="410400" cy="409160"/>
                <a:chOff x="3345178" y="3371050"/>
                <a:chExt cx="410400" cy="409160"/>
              </a:xfrm>
            </p:grpSpPr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1DE353AF-3497-403E-9B20-9415A13FA430}"/>
                    </a:ext>
                  </a:extLst>
                </p:cNvPr>
                <p:cNvSpPr/>
                <p:nvPr/>
              </p:nvSpPr>
              <p:spPr>
                <a:xfrm>
                  <a:off x="3345178" y="3371050"/>
                  <a:ext cx="410400" cy="409160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4" name="组合 3">
                  <a:extLst>
                    <a:ext uri="{FF2B5EF4-FFF2-40B4-BE49-F238E27FC236}">
                      <a16:creationId xmlns:a16="http://schemas.microsoft.com/office/drawing/2014/main" id="{F7657DDC-B9D6-41E0-9A33-0E416D66A906}"/>
                    </a:ext>
                  </a:extLst>
                </p:cNvPr>
                <p:cNvGrpSpPr/>
                <p:nvPr/>
              </p:nvGrpSpPr>
              <p:grpSpPr>
                <a:xfrm>
                  <a:off x="3405520" y="3430772"/>
                  <a:ext cx="289719" cy="289719"/>
                  <a:chOff x="3383756" y="3407569"/>
                  <a:chExt cx="333376" cy="333376"/>
                </a:xfrm>
              </p:grpSpPr>
              <p:sp>
                <p:nvSpPr>
                  <p:cNvPr id="3" name="椭圆 2">
                    <a:extLst>
                      <a:ext uri="{FF2B5EF4-FFF2-40B4-BE49-F238E27FC236}">
                        <a16:creationId xmlns:a16="http://schemas.microsoft.com/office/drawing/2014/main" id="{0D6CB703-BE79-4DED-A947-0F7034D79FA5}"/>
                      </a:ext>
                    </a:extLst>
                  </p:cNvPr>
                  <p:cNvSpPr/>
                  <p:nvPr/>
                </p:nvSpPr>
                <p:spPr>
                  <a:xfrm>
                    <a:off x="3383756" y="3407569"/>
                    <a:ext cx="333376" cy="33337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" name="椭圆 1">
                    <a:extLst>
                      <a:ext uri="{FF2B5EF4-FFF2-40B4-BE49-F238E27FC236}">
                        <a16:creationId xmlns:a16="http://schemas.microsoft.com/office/drawing/2014/main" id="{A962B24B-6662-4217-B36F-82CD164765BF}"/>
                      </a:ext>
                    </a:extLst>
                  </p:cNvPr>
                  <p:cNvSpPr/>
                  <p:nvPr/>
                </p:nvSpPr>
                <p:spPr>
                  <a:xfrm>
                    <a:off x="3426618" y="3450431"/>
                    <a:ext cx="247650" cy="24765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6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</a:t>
                    </a:r>
                    <a:endParaRPr lang="zh-CN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  <p:grpSp>
          <p:nvGrpSpPr>
            <p:cNvPr id="97" name="组合 96">
              <a:extLst>
                <a:ext uri="{FF2B5EF4-FFF2-40B4-BE49-F238E27FC236}">
                  <a16:creationId xmlns:a16="http://schemas.microsoft.com/office/drawing/2014/main" id="{045FC486-8C48-49B8-8196-015C139F7BAA}"/>
                </a:ext>
              </a:extLst>
            </p:cNvPr>
            <p:cNvGrpSpPr/>
            <p:nvPr/>
          </p:nvGrpSpPr>
          <p:grpSpPr>
            <a:xfrm>
              <a:off x="5367653" y="341922"/>
              <a:ext cx="1950722" cy="409160"/>
              <a:chOff x="5367653" y="341922"/>
              <a:chExt cx="1950722" cy="409160"/>
            </a:xfrm>
          </p:grpSpPr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3B584752-31FA-4070-89B2-AFAB94577FC7}"/>
                  </a:ext>
                </a:extLst>
              </p:cNvPr>
              <p:cNvSpPr/>
              <p:nvPr/>
            </p:nvSpPr>
            <p:spPr>
              <a:xfrm>
                <a:off x="5778053" y="341922"/>
                <a:ext cx="1540322" cy="40916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BeanFactory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33C73507-9B00-4E91-8E65-8DDCD643F700}"/>
                  </a:ext>
                </a:extLst>
              </p:cNvPr>
              <p:cNvGrpSpPr/>
              <p:nvPr/>
            </p:nvGrpSpPr>
            <p:grpSpPr>
              <a:xfrm>
                <a:off x="5367653" y="341922"/>
                <a:ext cx="410400" cy="409160"/>
                <a:chOff x="3345178" y="3371050"/>
                <a:chExt cx="410400" cy="409160"/>
              </a:xfrm>
            </p:grpSpPr>
            <p:sp>
              <p:nvSpPr>
                <p:cNvPr id="31" name="矩形 30">
                  <a:extLst>
                    <a:ext uri="{FF2B5EF4-FFF2-40B4-BE49-F238E27FC236}">
                      <a16:creationId xmlns:a16="http://schemas.microsoft.com/office/drawing/2014/main" id="{2A80922C-B6BF-483C-9E25-68DF514C3A3E}"/>
                    </a:ext>
                  </a:extLst>
                </p:cNvPr>
                <p:cNvSpPr/>
                <p:nvPr/>
              </p:nvSpPr>
              <p:spPr>
                <a:xfrm>
                  <a:off x="3345178" y="3371050"/>
                  <a:ext cx="410400" cy="409160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32" name="组合 31">
                  <a:extLst>
                    <a:ext uri="{FF2B5EF4-FFF2-40B4-BE49-F238E27FC236}">
                      <a16:creationId xmlns:a16="http://schemas.microsoft.com/office/drawing/2014/main" id="{2323C394-2740-4418-8322-7847B4F9F239}"/>
                    </a:ext>
                  </a:extLst>
                </p:cNvPr>
                <p:cNvGrpSpPr/>
                <p:nvPr/>
              </p:nvGrpSpPr>
              <p:grpSpPr>
                <a:xfrm>
                  <a:off x="3405520" y="3430772"/>
                  <a:ext cx="289719" cy="289719"/>
                  <a:chOff x="3383756" y="3407569"/>
                  <a:chExt cx="333376" cy="333376"/>
                </a:xfrm>
              </p:grpSpPr>
              <p:sp>
                <p:nvSpPr>
                  <p:cNvPr id="33" name="椭圆 32">
                    <a:extLst>
                      <a:ext uri="{FF2B5EF4-FFF2-40B4-BE49-F238E27FC236}">
                        <a16:creationId xmlns:a16="http://schemas.microsoft.com/office/drawing/2014/main" id="{3DA340A9-B2A3-4F9E-9FF4-88A19FEB7FA4}"/>
                      </a:ext>
                    </a:extLst>
                  </p:cNvPr>
                  <p:cNvSpPr/>
                  <p:nvPr/>
                </p:nvSpPr>
                <p:spPr>
                  <a:xfrm>
                    <a:off x="3383756" y="3407569"/>
                    <a:ext cx="333376" cy="33337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34" name="椭圆 33">
                    <a:extLst>
                      <a:ext uri="{FF2B5EF4-FFF2-40B4-BE49-F238E27FC236}">
                        <a16:creationId xmlns:a16="http://schemas.microsoft.com/office/drawing/2014/main" id="{108088DE-E099-4212-B234-466FB09056A2}"/>
                      </a:ext>
                    </a:extLst>
                  </p:cNvPr>
                  <p:cNvSpPr/>
                  <p:nvPr/>
                </p:nvSpPr>
                <p:spPr>
                  <a:xfrm>
                    <a:off x="3426618" y="3450431"/>
                    <a:ext cx="247650" cy="24765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6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I</a:t>
                    </a:r>
                    <a:endParaRPr lang="zh-CN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  <p:grpSp>
          <p:nvGrpSpPr>
            <p:cNvPr id="99" name="组合 98">
              <a:extLst>
                <a:ext uri="{FF2B5EF4-FFF2-40B4-BE49-F238E27FC236}">
                  <a16:creationId xmlns:a16="http://schemas.microsoft.com/office/drawing/2014/main" id="{0ABD7248-C0B7-4817-BE07-5FD5040BFB81}"/>
                </a:ext>
              </a:extLst>
            </p:cNvPr>
            <p:cNvGrpSpPr/>
            <p:nvPr/>
          </p:nvGrpSpPr>
          <p:grpSpPr>
            <a:xfrm>
              <a:off x="3233536" y="1164604"/>
              <a:ext cx="2707289" cy="409160"/>
              <a:chOff x="3840924" y="1356541"/>
              <a:chExt cx="2707289" cy="409160"/>
            </a:xfrm>
          </p:grpSpPr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EB2F49FD-D387-4DC8-AC88-EF8CD6C73098}"/>
                  </a:ext>
                </a:extLst>
              </p:cNvPr>
              <p:cNvSpPr/>
              <p:nvPr/>
            </p:nvSpPr>
            <p:spPr>
              <a:xfrm>
                <a:off x="4251324" y="1356541"/>
                <a:ext cx="2296889" cy="40916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ApplicationContext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A00C1362-5043-4435-A32D-93C6F8140090}"/>
                  </a:ext>
                </a:extLst>
              </p:cNvPr>
              <p:cNvGrpSpPr/>
              <p:nvPr/>
            </p:nvGrpSpPr>
            <p:grpSpPr>
              <a:xfrm>
                <a:off x="3840924" y="1356541"/>
                <a:ext cx="410400" cy="409160"/>
                <a:chOff x="3345178" y="3371050"/>
                <a:chExt cx="410400" cy="409160"/>
              </a:xfrm>
            </p:grpSpPr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530CA8FC-4412-4ADA-A8DD-1A21866B1792}"/>
                    </a:ext>
                  </a:extLst>
                </p:cNvPr>
                <p:cNvSpPr/>
                <p:nvPr/>
              </p:nvSpPr>
              <p:spPr>
                <a:xfrm>
                  <a:off x="3345178" y="3371050"/>
                  <a:ext cx="410400" cy="409160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38" name="组合 37">
                  <a:extLst>
                    <a:ext uri="{FF2B5EF4-FFF2-40B4-BE49-F238E27FC236}">
                      <a16:creationId xmlns:a16="http://schemas.microsoft.com/office/drawing/2014/main" id="{B58C5357-8251-4792-8BE5-E18B36406F1D}"/>
                    </a:ext>
                  </a:extLst>
                </p:cNvPr>
                <p:cNvGrpSpPr/>
                <p:nvPr/>
              </p:nvGrpSpPr>
              <p:grpSpPr>
                <a:xfrm>
                  <a:off x="3405520" y="3430772"/>
                  <a:ext cx="289719" cy="289719"/>
                  <a:chOff x="3383756" y="3407569"/>
                  <a:chExt cx="333376" cy="333376"/>
                </a:xfrm>
              </p:grpSpPr>
              <p:sp>
                <p:nvSpPr>
                  <p:cNvPr id="39" name="椭圆 38">
                    <a:extLst>
                      <a:ext uri="{FF2B5EF4-FFF2-40B4-BE49-F238E27FC236}">
                        <a16:creationId xmlns:a16="http://schemas.microsoft.com/office/drawing/2014/main" id="{0C584422-DD4A-47BF-96EC-976207DA746F}"/>
                      </a:ext>
                    </a:extLst>
                  </p:cNvPr>
                  <p:cNvSpPr/>
                  <p:nvPr/>
                </p:nvSpPr>
                <p:spPr>
                  <a:xfrm>
                    <a:off x="3383756" y="3407569"/>
                    <a:ext cx="333376" cy="33337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40" name="椭圆 39">
                    <a:extLst>
                      <a:ext uri="{FF2B5EF4-FFF2-40B4-BE49-F238E27FC236}">
                        <a16:creationId xmlns:a16="http://schemas.microsoft.com/office/drawing/2014/main" id="{3C44B178-41B7-4C93-8813-DE3CE4B7A1B4}"/>
                      </a:ext>
                    </a:extLst>
                  </p:cNvPr>
                  <p:cNvSpPr/>
                  <p:nvPr/>
                </p:nvSpPr>
                <p:spPr>
                  <a:xfrm>
                    <a:off x="3426618" y="3450431"/>
                    <a:ext cx="247650" cy="24765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6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I</a:t>
                    </a:r>
                    <a:endParaRPr lang="zh-CN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  <p:grpSp>
          <p:nvGrpSpPr>
            <p:cNvPr id="101" name="组合 100">
              <a:extLst>
                <a:ext uri="{FF2B5EF4-FFF2-40B4-BE49-F238E27FC236}">
                  <a16:creationId xmlns:a16="http://schemas.microsoft.com/office/drawing/2014/main" id="{8665FF29-FB1E-4F47-82BF-22D71655CB72}"/>
                </a:ext>
              </a:extLst>
            </p:cNvPr>
            <p:cNvGrpSpPr/>
            <p:nvPr/>
          </p:nvGrpSpPr>
          <p:grpSpPr>
            <a:xfrm>
              <a:off x="6792542" y="1976979"/>
              <a:ext cx="3234258" cy="409160"/>
              <a:chOff x="6084367" y="2379782"/>
              <a:chExt cx="3234258" cy="409160"/>
            </a:xfrm>
          </p:grpSpPr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0A993F50-2EF5-42DB-9A3F-95FD430F78B9}"/>
                  </a:ext>
                </a:extLst>
              </p:cNvPr>
              <p:cNvSpPr/>
              <p:nvPr/>
            </p:nvSpPr>
            <p:spPr>
              <a:xfrm>
                <a:off x="6477458" y="2379782"/>
                <a:ext cx="2841167" cy="40916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WebApplicationContext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7CC129F4-7C9B-4788-8F9A-DB3DEA8E48FC}"/>
                  </a:ext>
                </a:extLst>
              </p:cNvPr>
              <p:cNvGrpSpPr/>
              <p:nvPr/>
            </p:nvGrpSpPr>
            <p:grpSpPr>
              <a:xfrm>
                <a:off x="6084367" y="2379782"/>
                <a:ext cx="410400" cy="409160"/>
                <a:chOff x="3345178" y="3371050"/>
                <a:chExt cx="410400" cy="409160"/>
              </a:xfrm>
            </p:grpSpPr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A1CA666B-86C4-4E33-BCA3-C6B1F0C29770}"/>
                    </a:ext>
                  </a:extLst>
                </p:cNvPr>
                <p:cNvSpPr/>
                <p:nvPr/>
              </p:nvSpPr>
              <p:spPr>
                <a:xfrm>
                  <a:off x="3345178" y="3371050"/>
                  <a:ext cx="410400" cy="409160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44" name="组合 43">
                  <a:extLst>
                    <a:ext uri="{FF2B5EF4-FFF2-40B4-BE49-F238E27FC236}">
                      <a16:creationId xmlns:a16="http://schemas.microsoft.com/office/drawing/2014/main" id="{1D611E8A-E52E-4CA2-98E9-0E00511D3672}"/>
                    </a:ext>
                  </a:extLst>
                </p:cNvPr>
                <p:cNvGrpSpPr/>
                <p:nvPr/>
              </p:nvGrpSpPr>
              <p:grpSpPr>
                <a:xfrm>
                  <a:off x="3405520" y="3430772"/>
                  <a:ext cx="289719" cy="289719"/>
                  <a:chOff x="3383756" y="3407569"/>
                  <a:chExt cx="333376" cy="333376"/>
                </a:xfrm>
              </p:grpSpPr>
              <p:sp>
                <p:nvSpPr>
                  <p:cNvPr id="45" name="椭圆 44">
                    <a:extLst>
                      <a:ext uri="{FF2B5EF4-FFF2-40B4-BE49-F238E27FC236}">
                        <a16:creationId xmlns:a16="http://schemas.microsoft.com/office/drawing/2014/main" id="{FA4690B3-1276-4C9C-8CD4-7B5EE1C886AD}"/>
                      </a:ext>
                    </a:extLst>
                  </p:cNvPr>
                  <p:cNvSpPr/>
                  <p:nvPr/>
                </p:nvSpPr>
                <p:spPr>
                  <a:xfrm>
                    <a:off x="3383756" y="3407569"/>
                    <a:ext cx="333376" cy="33337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46" name="椭圆 45">
                    <a:extLst>
                      <a:ext uri="{FF2B5EF4-FFF2-40B4-BE49-F238E27FC236}">
                        <a16:creationId xmlns:a16="http://schemas.microsoft.com/office/drawing/2014/main" id="{45B737A2-2CA9-4154-A83B-CD156EAD601E}"/>
                      </a:ext>
                    </a:extLst>
                  </p:cNvPr>
                  <p:cNvSpPr/>
                  <p:nvPr/>
                </p:nvSpPr>
                <p:spPr>
                  <a:xfrm>
                    <a:off x="3426618" y="3450431"/>
                    <a:ext cx="247650" cy="24765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6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I</a:t>
                    </a:r>
                    <a:endParaRPr lang="zh-CN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  <p:grpSp>
          <p:nvGrpSpPr>
            <p:cNvPr id="100" name="组合 99">
              <a:extLst>
                <a:ext uri="{FF2B5EF4-FFF2-40B4-BE49-F238E27FC236}">
                  <a16:creationId xmlns:a16="http://schemas.microsoft.com/office/drawing/2014/main" id="{04672FAC-4362-4030-9367-531780B78B1D}"/>
                </a:ext>
              </a:extLst>
            </p:cNvPr>
            <p:cNvGrpSpPr/>
            <p:nvPr/>
          </p:nvGrpSpPr>
          <p:grpSpPr>
            <a:xfrm>
              <a:off x="2325061" y="1980294"/>
              <a:ext cx="4127417" cy="409160"/>
              <a:chOff x="1629220" y="2379782"/>
              <a:chExt cx="4127417" cy="409160"/>
            </a:xfrm>
          </p:grpSpPr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C093F77F-6E2E-4400-A153-ED00AE369DB4}"/>
                  </a:ext>
                </a:extLst>
              </p:cNvPr>
              <p:cNvSpPr/>
              <p:nvPr/>
            </p:nvSpPr>
            <p:spPr>
              <a:xfrm>
                <a:off x="2039620" y="2379782"/>
                <a:ext cx="3717017" cy="40916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ConfigurableApplicationContext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CEEF5132-149E-4463-B75D-61E0DB2BBE23}"/>
                  </a:ext>
                </a:extLst>
              </p:cNvPr>
              <p:cNvGrpSpPr/>
              <p:nvPr/>
            </p:nvGrpSpPr>
            <p:grpSpPr>
              <a:xfrm>
                <a:off x="1629220" y="2379782"/>
                <a:ext cx="410400" cy="409160"/>
                <a:chOff x="3345178" y="3371050"/>
                <a:chExt cx="410400" cy="409160"/>
              </a:xfrm>
            </p:grpSpPr>
            <p:sp>
              <p:nvSpPr>
                <p:cNvPr id="49" name="矩形 48">
                  <a:extLst>
                    <a:ext uri="{FF2B5EF4-FFF2-40B4-BE49-F238E27FC236}">
                      <a16:creationId xmlns:a16="http://schemas.microsoft.com/office/drawing/2014/main" id="{CE70B467-F4B7-41DC-A016-D47653A61922}"/>
                    </a:ext>
                  </a:extLst>
                </p:cNvPr>
                <p:cNvSpPr/>
                <p:nvPr/>
              </p:nvSpPr>
              <p:spPr>
                <a:xfrm>
                  <a:off x="3345178" y="3371050"/>
                  <a:ext cx="410400" cy="409160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50" name="组合 49">
                  <a:extLst>
                    <a:ext uri="{FF2B5EF4-FFF2-40B4-BE49-F238E27FC236}">
                      <a16:creationId xmlns:a16="http://schemas.microsoft.com/office/drawing/2014/main" id="{67B0E492-B947-4458-AC7C-85F26D8D8BBE}"/>
                    </a:ext>
                  </a:extLst>
                </p:cNvPr>
                <p:cNvGrpSpPr/>
                <p:nvPr/>
              </p:nvGrpSpPr>
              <p:grpSpPr>
                <a:xfrm>
                  <a:off x="3405520" y="3430772"/>
                  <a:ext cx="289719" cy="289719"/>
                  <a:chOff x="3383756" y="3407569"/>
                  <a:chExt cx="333376" cy="333376"/>
                </a:xfrm>
              </p:grpSpPr>
              <p:sp>
                <p:nvSpPr>
                  <p:cNvPr id="51" name="椭圆 50">
                    <a:extLst>
                      <a:ext uri="{FF2B5EF4-FFF2-40B4-BE49-F238E27FC236}">
                        <a16:creationId xmlns:a16="http://schemas.microsoft.com/office/drawing/2014/main" id="{B5458FB4-E00E-4872-84D0-12D1823164FA}"/>
                      </a:ext>
                    </a:extLst>
                  </p:cNvPr>
                  <p:cNvSpPr/>
                  <p:nvPr/>
                </p:nvSpPr>
                <p:spPr>
                  <a:xfrm>
                    <a:off x="3383756" y="3407569"/>
                    <a:ext cx="333376" cy="33337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52" name="椭圆 51">
                    <a:extLst>
                      <a:ext uri="{FF2B5EF4-FFF2-40B4-BE49-F238E27FC236}">
                        <a16:creationId xmlns:a16="http://schemas.microsoft.com/office/drawing/2014/main" id="{96DF6A3E-0AE6-4D9A-9B8B-B48FF069F3EA}"/>
                      </a:ext>
                    </a:extLst>
                  </p:cNvPr>
                  <p:cNvSpPr/>
                  <p:nvPr/>
                </p:nvSpPr>
                <p:spPr>
                  <a:xfrm>
                    <a:off x="3426618" y="3450431"/>
                    <a:ext cx="247650" cy="24765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6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I</a:t>
                    </a:r>
                    <a:endParaRPr lang="zh-CN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  <p:grpSp>
          <p:nvGrpSpPr>
            <p:cNvPr id="102" name="组合 101">
              <a:extLst>
                <a:ext uri="{FF2B5EF4-FFF2-40B4-BE49-F238E27FC236}">
                  <a16:creationId xmlns:a16="http://schemas.microsoft.com/office/drawing/2014/main" id="{6AC233C9-E833-41EE-94CC-0A6F38934D45}"/>
                </a:ext>
              </a:extLst>
            </p:cNvPr>
            <p:cNvGrpSpPr/>
            <p:nvPr/>
          </p:nvGrpSpPr>
          <p:grpSpPr>
            <a:xfrm>
              <a:off x="2555955" y="2800337"/>
              <a:ext cx="3669620" cy="410853"/>
              <a:chOff x="2317158" y="3299435"/>
              <a:chExt cx="3669620" cy="410853"/>
            </a:xfrm>
          </p:grpSpPr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6696506E-F43F-4D30-A44F-76AE397F11FD}"/>
                  </a:ext>
                </a:extLst>
              </p:cNvPr>
              <p:cNvSpPr/>
              <p:nvPr/>
            </p:nvSpPr>
            <p:spPr>
              <a:xfrm>
                <a:off x="2730500" y="3299435"/>
                <a:ext cx="3256278" cy="40916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AbstractApplicationContext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54" name="组合 53">
                <a:extLst>
                  <a:ext uri="{FF2B5EF4-FFF2-40B4-BE49-F238E27FC236}">
                    <a16:creationId xmlns:a16="http://schemas.microsoft.com/office/drawing/2014/main" id="{FD214055-2F2A-4083-8E51-1A67196292C6}"/>
                  </a:ext>
                </a:extLst>
              </p:cNvPr>
              <p:cNvGrpSpPr/>
              <p:nvPr/>
            </p:nvGrpSpPr>
            <p:grpSpPr>
              <a:xfrm>
                <a:off x="2317158" y="3301128"/>
                <a:ext cx="410400" cy="409160"/>
                <a:chOff x="3755578" y="5169687"/>
                <a:chExt cx="410400" cy="409160"/>
              </a:xfrm>
            </p:grpSpPr>
            <p:sp>
              <p:nvSpPr>
                <p:cNvPr id="55" name="矩形 54">
                  <a:extLst>
                    <a:ext uri="{FF2B5EF4-FFF2-40B4-BE49-F238E27FC236}">
                      <a16:creationId xmlns:a16="http://schemas.microsoft.com/office/drawing/2014/main" id="{2234995B-E7F7-4C1E-9864-0BB40D8D96B4}"/>
                    </a:ext>
                  </a:extLst>
                </p:cNvPr>
                <p:cNvSpPr/>
                <p:nvPr/>
              </p:nvSpPr>
              <p:spPr>
                <a:xfrm>
                  <a:off x="3755578" y="5169687"/>
                  <a:ext cx="410400" cy="409160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6" name="椭圆 55">
                  <a:extLst>
                    <a:ext uri="{FF2B5EF4-FFF2-40B4-BE49-F238E27FC236}">
                      <a16:creationId xmlns:a16="http://schemas.microsoft.com/office/drawing/2014/main" id="{485C67E2-284A-4C71-8F53-D5570AC428BA}"/>
                    </a:ext>
                  </a:extLst>
                </p:cNvPr>
                <p:cNvSpPr/>
                <p:nvPr/>
              </p:nvSpPr>
              <p:spPr>
                <a:xfrm>
                  <a:off x="3815918" y="5229407"/>
                  <a:ext cx="289719" cy="28971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cxnSp>
              <p:nvCxnSpPr>
                <p:cNvPr id="57" name="直接连接符 56">
                  <a:extLst>
                    <a:ext uri="{FF2B5EF4-FFF2-40B4-BE49-F238E27FC236}">
                      <a16:creationId xmlns:a16="http://schemas.microsoft.com/office/drawing/2014/main" id="{A31164D1-807C-4E2E-805B-68C158372742}"/>
                    </a:ext>
                  </a:extLst>
                </p:cNvPr>
                <p:cNvCxnSpPr>
                  <a:cxnSpLocks/>
                  <a:stCxn id="56" idx="2"/>
                  <a:endCxn id="56" idx="6"/>
                </p:cNvCxnSpPr>
                <p:nvPr/>
              </p:nvCxnSpPr>
              <p:spPr>
                <a:xfrm>
                  <a:off x="3815918" y="5374267"/>
                  <a:ext cx="289719" cy="0"/>
                </a:xfrm>
                <a:prstGeom prst="line">
                  <a:avLst/>
                </a:prstGeom>
                <a:ln w="63500" cap="flat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直接连接符 57">
                  <a:extLst>
                    <a:ext uri="{FF2B5EF4-FFF2-40B4-BE49-F238E27FC236}">
                      <a16:creationId xmlns:a16="http://schemas.microsoft.com/office/drawing/2014/main" id="{69AE946D-37A0-4E64-9A82-C041781851EC}"/>
                    </a:ext>
                  </a:extLst>
                </p:cNvPr>
                <p:cNvCxnSpPr>
                  <a:cxnSpLocks/>
                  <a:stCxn id="56" idx="0"/>
                  <a:endCxn id="56" idx="4"/>
                </p:cNvCxnSpPr>
                <p:nvPr/>
              </p:nvCxnSpPr>
              <p:spPr>
                <a:xfrm>
                  <a:off x="3960778" y="5229407"/>
                  <a:ext cx="0" cy="289719"/>
                </a:xfrm>
                <a:prstGeom prst="line">
                  <a:avLst/>
                </a:prstGeom>
                <a:ln w="63500" cap="flat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9" name="椭圆 58">
                  <a:extLst>
                    <a:ext uri="{FF2B5EF4-FFF2-40B4-BE49-F238E27FC236}">
                      <a16:creationId xmlns:a16="http://schemas.microsoft.com/office/drawing/2014/main" id="{9CE5B8FF-474E-4A4A-9993-497C568C83E0}"/>
                    </a:ext>
                  </a:extLst>
                </p:cNvPr>
                <p:cNvSpPr/>
                <p:nvPr/>
              </p:nvSpPr>
              <p:spPr>
                <a:xfrm>
                  <a:off x="3853167" y="5266656"/>
                  <a:ext cx="215219" cy="215219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</a:t>
                  </a:r>
                  <a:endParaRPr lang="zh-CN" altLang="en-US" sz="16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04" name="组合 103">
              <a:extLst>
                <a:ext uri="{FF2B5EF4-FFF2-40B4-BE49-F238E27FC236}">
                  <a16:creationId xmlns:a16="http://schemas.microsoft.com/office/drawing/2014/main" id="{9959F890-70D4-4F88-AC85-F6E0D9678C02}"/>
                </a:ext>
              </a:extLst>
            </p:cNvPr>
            <p:cNvGrpSpPr/>
            <p:nvPr/>
          </p:nvGrpSpPr>
          <p:grpSpPr>
            <a:xfrm>
              <a:off x="5100712" y="3607150"/>
              <a:ext cx="4926088" cy="410853"/>
              <a:chOff x="3545883" y="4587348"/>
              <a:chExt cx="4926088" cy="410853"/>
            </a:xfrm>
          </p:grpSpPr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B5584FCA-D69B-40B6-83A4-C39C7CD31168}"/>
                  </a:ext>
                </a:extLst>
              </p:cNvPr>
              <p:cNvSpPr/>
              <p:nvPr/>
            </p:nvSpPr>
            <p:spPr>
              <a:xfrm>
                <a:off x="3959225" y="4587348"/>
                <a:ext cx="4512746" cy="40916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AbstractRefreshableApplicationContext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1" name="组合 60">
                <a:extLst>
                  <a:ext uri="{FF2B5EF4-FFF2-40B4-BE49-F238E27FC236}">
                    <a16:creationId xmlns:a16="http://schemas.microsoft.com/office/drawing/2014/main" id="{22FA6B65-F7A6-49E3-84BF-BC90567ED344}"/>
                  </a:ext>
                </a:extLst>
              </p:cNvPr>
              <p:cNvGrpSpPr/>
              <p:nvPr/>
            </p:nvGrpSpPr>
            <p:grpSpPr>
              <a:xfrm>
                <a:off x="3545883" y="4589041"/>
                <a:ext cx="410400" cy="409160"/>
                <a:chOff x="3755578" y="5169687"/>
                <a:chExt cx="410400" cy="409160"/>
              </a:xfrm>
            </p:grpSpPr>
            <p:sp>
              <p:nvSpPr>
                <p:cNvPr id="62" name="矩形 61">
                  <a:extLst>
                    <a:ext uri="{FF2B5EF4-FFF2-40B4-BE49-F238E27FC236}">
                      <a16:creationId xmlns:a16="http://schemas.microsoft.com/office/drawing/2014/main" id="{69DDB02F-9328-47F4-92B2-DDC4A760067E}"/>
                    </a:ext>
                  </a:extLst>
                </p:cNvPr>
                <p:cNvSpPr/>
                <p:nvPr/>
              </p:nvSpPr>
              <p:spPr>
                <a:xfrm>
                  <a:off x="3755578" y="5169687"/>
                  <a:ext cx="410400" cy="409160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3" name="椭圆 62">
                  <a:extLst>
                    <a:ext uri="{FF2B5EF4-FFF2-40B4-BE49-F238E27FC236}">
                      <a16:creationId xmlns:a16="http://schemas.microsoft.com/office/drawing/2014/main" id="{BB68C089-19E6-493B-B062-E22BF4C499DE}"/>
                    </a:ext>
                  </a:extLst>
                </p:cNvPr>
                <p:cNvSpPr/>
                <p:nvPr/>
              </p:nvSpPr>
              <p:spPr>
                <a:xfrm>
                  <a:off x="3815918" y="5229407"/>
                  <a:ext cx="289719" cy="28971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cxnSp>
              <p:nvCxnSpPr>
                <p:cNvPr id="64" name="直接连接符 63">
                  <a:extLst>
                    <a:ext uri="{FF2B5EF4-FFF2-40B4-BE49-F238E27FC236}">
                      <a16:creationId xmlns:a16="http://schemas.microsoft.com/office/drawing/2014/main" id="{9D6C6331-4708-4D26-BB57-5D70DED9EAC4}"/>
                    </a:ext>
                  </a:extLst>
                </p:cNvPr>
                <p:cNvCxnSpPr>
                  <a:cxnSpLocks/>
                  <a:stCxn id="63" idx="2"/>
                  <a:endCxn id="63" idx="6"/>
                </p:cNvCxnSpPr>
                <p:nvPr/>
              </p:nvCxnSpPr>
              <p:spPr>
                <a:xfrm>
                  <a:off x="3815918" y="5374267"/>
                  <a:ext cx="289719" cy="0"/>
                </a:xfrm>
                <a:prstGeom prst="line">
                  <a:avLst/>
                </a:prstGeom>
                <a:ln w="63500" cap="flat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直接连接符 64">
                  <a:extLst>
                    <a:ext uri="{FF2B5EF4-FFF2-40B4-BE49-F238E27FC236}">
                      <a16:creationId xmlns:a16="http://schemas.microsoft.com/office/drawing/2014/main" id="{AC0E0C54-FF49-43E9-820C-65F282FAF703}"/>
                    </a:ext>
                  </a:extLst>
                </p:cNvPr>
                <p:cNvCxnSpPr>
                  <a:cxnSpLocks/>
                  <a:stCxn id="63" idx="0"/>
                  <a:endCxn id="63" idx="4"/>
                </p:cNvCxnSpPr>
                <p:nvPr/>
              </p:nvCxnSpPr>
              <p:spPr>
                <a:xfrm>
                  <a:off x="3960778" y="5229407"/>
                  <a:ext cx="0" cy="289719"/>
                </a:xfrm>
                <a:prstGeom prst="line">
                  <a:avLst/>
                </a:prstGeom>
                <a:ln w="63500" cap="flat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" name="椭圆 65">
                  <a:extLst>
                    <a:ext uri="{FF2B5EF4-FFF2-40B4-BE49-F238E27FC236}">
                      <a16:creationId xmlns:a16="http://schemas.microsoft.com/office/drawing/2014/main" id="{5554D9D8-D9EC-4ECF-8E56-13F7D859F4E4}"/>
                    </a:ext>
                  </a:extLst>
                </p:cNvPr>
                <p:cNvSpPr/>
                <p:nvPr/>
              </p:nvSpPr>
              <p:spPr>
                <a:xfrm>
                  <a:off x="3853167" y="5266656"/>
                  <a:ext cx="215219" cy="215219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</a:t>
                  </a:r>
                  <a:endParaRPr lang="zh-CN" altLang="en-US" sz="16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38" name="组合 137">
              <a:extLst>
                <a:ext uri="{FF2B5EF4-FFF2-40B4-BE49-F238E27FC236}">
                  <a16:creationId xmlns:a16="http://schemas.microsoft.com/office/drawing/2014/main" id="{A5F5B31D-A411-49D3-9C32-232F3311C4CE}"/>
                </a:ext>
              </a:extLst>
            </p:cNvPr>
            <p:cNvGrpSpPr/>
            <p:nvPr/>
          </p:nvGrpSpPr>
          <p:grpSpPr>
            <a:xfrm>
              <a:off x="1190113" y="3607150"/>
              <a:ext cx="3549879" cy="410851"/>
              <a:chOff x="1190113" y="3607150"/>
              <a:chExt cx="3549879" cy="410851"/>
            </a:xfrm>
          </p:grpSpPr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72975AC6-9AF1-407B-8C8B-54EB0DC3AB3D}"/>
                  </a:ext>
                </a:extLst>
              </p:cNvPr>
              <p:cNvSpPr/>
              <p:nvPr/>
            </p:nvSpPr>
            <p:spPr>
              <a:xfrm>
                <a:off x="1604509" y="3608841"/>
                <a:ext cx="3135483" cy="40916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GenericApplicationContext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8" name="组合 67">
                <a:extLst>
                  <a:ext uri="{FF2B5EF4-FFF2-40B4-BE49-F238E27FC236}">
                    <a16:creationId xmlns:a16="http://schemas.microsoft.com/office/drawing/2014/main" id="{4240BB5D-4FB4-4079-8977-65C6DA9F4A17}"/>
                  </a:ext>
                </a:extLst>
              </p:cNvPr>
              <p:cNvGrpSpPr/>
              <p:nvPr/>
            </p:nvGrpSpPr>
            <p:grpSpPr>
              <a:xfrm>
                <a:off x="1190113" y="3607150"/>
                <a:ext cx="410400" cy="409160"/>
                <a:chOff x="3345178" y="3371050"/>
                <a:chExt cx="410400" cy="409160"/>
              </a:xfrm>
            </p:grpSpPr>
            <p:sp>
              <p:nvSpPr>
                <p:cNvPr id="69" name="矩形 68">
                  <a:extLst>
                    <a:ext uri="{FF2B5EF4-FFF2-40B4-BE49-F238E27FC236}">
                      <a16:creationId xmlns:a16="http://schemas.microsoft.com/office/drawing/2014/main" id="{577AED0C-9CF6-4451-87F2-55E8A7B4F981}"/>
                    </a:ext>
                  </a:extLst>
                </p:cNvPr>
                <p:cNvSpPr/>
                <p:nvPr/>
              </p:nvSpPr>
              <p:spPr>
                <a:xfrm>
                  <a:off x="3345178" y="3371050"/>
                  <a:ext cx="410400" cy="409160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70" name="组合 69">
                  <a:extLst>
                    <a:ext uri="{FF2B5EF4-FFF2-40B4-BE49-F238E27FC236}">
                      <a16:creationId xmlns:a16="http://schemas.microsoft.com/office/drawing/2014/main" id="{E08120B6-8103-4288-8CC0-D741F96D7BEC}"/>
                    </a:ext>
                  </a:extLst>
                </p:cNvPr>
                <p:cNvGrpSpPr/>
                <p:nvPr/>
              </p:nvGrpSpPr>
              <p:grpSpPr>
                <a:xfrm>
                  <a:off x="3405520" y="3430772"/>
                  <a:ext cx="289719" cy="289719"/>
                  <a:chOff x="3383756" y="3407569"/>
                  <a:chExt cx="333376" cy="333376"/>
                </a:xfrm>
              </p:grpSpPr>
              <p:sp>
                <p:nvSpPr>
                  <p:cNvPr id="71" name="椭圆 70">
                    <a:extLst>
                      <a:ext uri="{FF2B5EF4-FFF2-40B4-BE49-F238E27FC236}">
                        <a16:creationId xmlns:a16="http://schemas.microsoft.com/office/drawing/2014/main" id="{C70EF49C-FBA2-492B-9D3E-4DE4390A1C34}"/>
                      </a:ext>
                    </a:extLst>
                  </p:cNvPr>
                  <p:cNvSpPr/>
                  <p:nvPr/>
                </p:nvSpPr>
                <p:spPr>
                  <a:xfrm>
                    <a:off x="3383756" y="3407569"/>
                    <a:ext cx="333376" cy="33337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72" name="椭圆 71">
                    <a:extLst>
                      <a:ext uri="{FF2B5EF4-FFF2-40B4-BE49-F238E27FC236}">
                        <a16:creationId xmlns:a16="http://schemas.microsoft.com/office/drawing/2014/main" id="{D271C424-237C-47D0-8AC6-0CB8E05A5D16}"/>
                      </a:ext>
                    </a:extLst>
                  </p:cNvPr>
                  <p:cNvSpPr/>
                  <p:nvPr/>
                </p:nvSpPr>
                <p:spPr>
                  <a:xfrm>
                    <a:off x="3426618" y="3450431"/>
                    <a:ext cx="247650" cy="24765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6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</a:t>
                    </a:r>
                    <a:endParaRPr lang="zh-CN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  <p:grpSp>
          <p:nvGrpSpPr>
            <p:cNvPr id="106" name="组合 105">
              <a:extLst>
                <a:ext uri="{FF2B5EF4-FFF2-40B4-BE49-F238E27FC236}">
                  <a16:creationId xmlns:a16="http://schemas.microsoft.com/office/drawing/2014/main" id="{D2FA95E3-8626-4902-9622-985A1F3D55E9}"/>
                </a:ext>
              </a:extLst>
            </p:cNvPr>
            <p:cNvGrpSpPr/>
            <p:nvPr/>
          </p:nvGrpSpPr>
          <p:grpSpPr>
            <a:xfrm>
              <a:off x="619324" y="4427192"/>
              <a:ext cx="4699000" cy="409160"/>
              <a:chOff x="-635000" y="5037749"/>
              <a:chExt cx="4699000" cy="409160"/>
            </a:xfrm>
          </p:grpSpPr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EAA42056-4C5E-48E5-9278-74F2ECC1C82A}"/>
                  </a:ext>
                </a:extLst>
              </p:cNvPr>
              <p:cNvSpPr/>
              <p:nvPr/>
            </p:nvSpPr>
            <p:spPr>
              <a:xfrm>
                <a:off x="-224600" y="5037749"/>
                <a:ext cx="4288600" cy="40916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AnnotationConfigApplicationContext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74" name="组合 73">
                <a:extLst>
                  <a:ext uri="{FF2B5EF4-FFF2-40B4-BE49-F238E27FC236}">
                    <a16:creationId xmlns:a16="http://schemas.microsoft.com/office/drawing/2014/main" id="{79008DCA-CB5E-4D0B-9613-44695D653125}"/>
                  </a:ext>
                </a:extLst>
              </p:cNvPr>
              <p:cNvGrpSpPr/>
              <p:nvPr/>
            </p:nvGrpSpPr>
            <p:grpSpPr>
              <a:xfrm>
                <a:off x="-635000" y="5037749"/>
                <a:ext cx="410400" cy="409160"/>
                <a:chOff x="3345178" y="3371050"/>
                <a:chExt cx="410400" cy="409160"/>
              </a:xfrm>
            </p:grpSpPr>
            <p:sp>
              <p:nvSpPr>
                <p:cNvPr id="75" name="矩形 74">
                  <a:extLst>
                    <a:ext uri="{FF2B5EF4-FFF2-40B4-BE49-F238E27FC236}">
                      <a16:creationId xmlns:a16="http://schemas.microsoft.com/office/drawing/2014/main" id="{D8F52942-539B-449A-870E-611D4B85ED9B}"/>
                    </a:ext>
                  </a:extLst>
                </p:cNvPr>
                <p:cNvSpPr/>
                <p:nvPr/>
              </p:nvSpPr>
              <p:spPr>
                <a:xfrm>
                  <a:off x="3345178" y="3371050"/>
                  <a:ext cx="410400" cy="409160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76" name="组合 75">
                  <a:extLst>
                    <a:ext uri="{FF2B5EF4-FFF2-40B4-BE49-F238E27FC236}">
                      <a16:creationId xmlns:a16="http://schemas.microsoft.com/office/drawing/2014/main" id="{4EEE7AE2-F125-4AC8-939B-6A109AC3DF80}"/>
                    </a:ext>
                  </a:extLst>
                </p:cNvPr>
                <p:cNvGrpSpPr/>
                <p:nvPr/>
              </p:nvGrpSpPr>
              <p:grpSpPr>
                <a:xfrm>
                  <a:off x="3405520" y="3430772"/>
                  <a:ext cx="289719" cy="289719"/>
                  <a:chOff x="3383756" y="3407569"/>
                  <a:chExt cx="333376" cy="333376"/>
                </a:xfrm>
              </p:grpSpPr>
              <p:sp>
                <p:nvSpPr>
                  <p:cNvPr id="77" name="椭圆 76">
                    <a:extLst>
                      <a:ext uri="{FF2B5EF4-FFF2-40B4-BE49-F238E27FC236}">
                        <a16:creationId xmlns:a16="http://schemas.microsoft.com/office/drawing/2014/main" id="{CF3C4BE9-EA4A-481A-B217-7C34953E0160}"/>
                      </a:ext>
                    </a:extLst>
                  </p:cNvPr>
                  <p:cNvSpPr/>
                  <p:nvPr/>
                </p:nvSpPr>
                <p:spPr>
                  <a:xfrm>
                    <a:off x="3383756" y="3407569"/>
                    <a:ext cx="333376" cy="33337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78" name="椭圆 77">
                    <a:extLst>
                      <a:ext uri="{FF2B5EF4-FFF2-40B4-BE49-F238E27FC236}">
                        <a16:creationId xmlns:a16="http://schemas.microsoft.com/office/drawing/2014/main" id="{A55BAFFC-81BF-4D4C-AE6B-3E1179177C85}"/>
                      </a:ext>
                    </a:extLst>
                  </p:cNvPr>
                  <p:cNvSpPr/>
                  <p:nvPr/>
                </p:nvSpPr>
                <p:spPr>
                  <a:xfrm>
                    <a:off x="3426618" y="3450431"/>
                    <a:ext cx="247650" cy="24765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6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</a:t>
                    </a:r>
                    <a:endParaRPr lang="zh-CN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  <p:grpSp>
          <p:nvGrpSpPr>
            <p:cNvPr id="105" name="组合 104">
              <a:extLst>
                <a:ext uri="{FF2B5EF4-FFF2-40B4-BE49-F238E27FC236}">
                  <a16:creationId xmlns:a16="http://schemas.microsoft.com/office/drawing/2014/main" id="{40C4EF56-43E4-44AC-9468-2BE2A2537DC7}"/>
                </a:ext>
              </a:extLst>
            </p:cNvPr>
            <p:cNvGrpSpPr/>
            <p:nvPr/>
          </p:nvGrpSpPr>
          <p:grpSpPr>
            <a:xfrm>
              <a:off x="5471280" y="4419001"/>
              <a:ext cx="4196080" cy="409160"/>
              <a:chOff x="4503420" y="5242329"/>
              <a:chExt cx="4196080" cy="409160"/>
            </a:xfrm>
          </p:grpSpPr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6633C12A-A4BC-412B-A61F-CCEF3E349CE9}"/>
                  </a:ext>
                </a:extLst>
              </p:cNvPr>
              <p:cNvSpPr/>
              <p:nvPr/>
            </p:nvSpPr>
            <p:spPr>
              <a:xfrm>
                <a:off x="4913820" y="5242329"/>
                <a:ext cx="3785680" cy="40916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ClassPathXmlApplicationContext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0" name="组合 79">
                <a:extLst>
                  <a:ext uri="{FF2B5EF4-FFF2-40B4-BE49-F238E27FC236}">
                    <a16:creationId xmlns:a16="http://schemas.microsoft.com/office/drawing/2014/main" id="{08DB27F8-32FA-4AEB-B999-BC9011A93EAE}"/>
                  </a:ext>
                </a:extLst>
              </p:cNvPr>
              <p:cNvGrpSpPr/>
              <p:nvPr/>
            </p:nvGrpSpPr>
            <p:grpSpPr>
              <a:xfrm>
                <a:off x="4503420" y="5242329"/>
                <a:ext cx="410400" cy="409160"/>
                <a:chOff x="3345178" y="3371050"/>
                <a:chExt cx="410400" cy="409160"/>
              </a:xfrm>
            </p:grpSpPr>
            <p:sp>
              <p:nvSpPr>
                <p:cNvPr id="81" name="矩形 80">
                  <a:extLst>
                    <a:ext uri="{FF2B5EF4-FFF2-40B4-BE49-F238E27FC236}">
                      <a16:creationId xmlns:a16="http://schemas.microsoft.com/office/drawing/2014/main" id="{01A48A2D-311B-4782-9BCB-7BD3212E32ED}"/>
                    </a:ext>
                  </a:extLst>
                </p:cNvPr>
                <p:cNvSpPr/>
                <p:nvPr/>
              </p:nvSpPr>
              <p:spPr>
                <a:xfrm>
                  <a:off x="3345178" y="3371050"/>
                  <a:ext cx="410400" cy="409160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82" name="组合 81">
                  <a:extLst>
                    <a:ext uri="{FF2B5EF4-FFF2-40B4-BE49-F238E27FC236}">
                      <a16:creationId xmlns:a16="http://schemas.microsoft.com/office/drawing/2014/main" id="{7B1DCC20-C773-4CEA-898A-347D370E15D1}"/>
                    </a:ext>
                  </a:extLst>
                </p:cNvPr>
                <p:cNvGrpSpPr/>
                <p:nvPr/>
              </p:nvGrpSpPr>
              <p:grpSpPr>
                <a:xfrm>
                  <a:off x="3405520" y="3430772"/>
                  <a:ext cx="289719" cy="289719"/>
                  <a:chOff x="3383756" y="3407569"/>
                  <a:chExt cx="333376" cy="333376"/>
                </a:xfrm>
              </p:grpSpPr>
              <p:sp>
                <p:nvSpPr>
                  <p:cNvPr id="83" name="椭圆 82">
                    <a:extLst>
                      <a:ext uri="{FF2B5EF4-FFF2-40B4-BE49-F238E27FC236}">
                        <a16:creationId xmlns:a16="http://schemas.microsoft.com/office/drawing/2014/main" id="{0C6C399D-CBE4-43A0-A613-A1B6DF9ADB49}"/>
                      </a:ext>
                    </a:extLst>
                  </p:cNvPr>
                  <p:cNvSpPr/>
                  <p:nvPr/>
                </p:nvSpPr>
                <p:spPr>
                  <a:xfrm>
                    <a:off x="3383756" y="3407569"/>
                    <a:ext cx="333376" cy="33337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84" name="椭圆 83">
                    <a:extLst>
                      <a:ext uri="{FF2B5EF4-FFF2-40B4-BE49-F238E27FC236}">
                        <a16:creationId xmlns:a16="http://schemas.microsoft.com/office/drawing/2014/main" id="{86E8EBB5-0A53-42A5-B29A-D57E54F5F9E8}"/>
                      </a:ext>
                    </a:extLst>
                  </p:cNvPr>
                  <p:cNvSpPr/>
                  <p:nvPr/>
                </p:nvSpPr>
                <p:spPr>
                  <a:xfrm>
                    <a:off x="3426618" y="3450431"/>
                    <a:ext cx="247650" cy="24765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6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</a:t>
                    </a:r>
                    <a:endParaRPr lang="zh-CN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  <p:grpSp>
          <p:nvGrpSpPr>
            <p:cNvPr id="107" name="组合 106">
              <a:extLst>
                <a:ext uri="{FF2B5EF4-FFF2-40B4-BE49-F238E27FC236}">
                  <a16:creationId xmlns:a16="http://schemas.microsoft.com/office/drawing/2014/main" id="{2CBE1F00-B8ED-450E-898E-F5F68BD20563}"/>
                </a:ext>
              </a:extLst>
            </p:cNvPr>
            <p:cNvGrpSpPr/>
            <p:nvPr/>
          </p:nvGrpSpPr>
          <p:grpSpPr>
            <a:xfrm>
              <a:off x="1803181" y="5245541"/>
              <a:ext cx="3502729" cy="409160"/>
              <a:chOff x="-289628" y="6303980"/>
              <a:chExt cx="3502729" cy="409160"/>
            </a:xfrm>
          </p:grpSpPr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982853DD-E069-470C-BDFC-414329A6B830}"/>
                  </a:ext>
                </a:extLst>
              </p:cNvPr>
              <p:cNvSpPr/>
              <p:nvPr/>
            </p:nvSpPr>
            <p:spPr>
              <a:xfrm>
                <a:off x="120773" y="6303980"/>
                <a:ext cx="3092328" cy="40916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BeanFactoryPostProcessor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6" name="组合 85">
                <a:extLst>
                  <a:ext uri="{FF2B5EF4-FFF2-40B4-BE49-F238E27FC236}">
                    <a16:creationId xmlns:a16="http://schemas.microsoft.com/office/drawing/2014/main" id="{B18D267D-F275-4DF9-A685-B587ED1FFECC}"/>
                  </a:ext>
                </a:extLst>
              </p:cNvPr>
              <p:cNvGrpSpPr/>
              <p:nvPr/>
            </p:nvGrpSpPr>
            <p:grpSpPr>
              <a:xfrm>
                <a:off x="-289628" y="6303980"/>
                <a:ext cx="410400" cy="409160"/>
                <a:chOff x="3345178" y="3371050"/>
                <a:chExt cx="410400" cy="409160"/>
              </a:xfrm>
            </p:grpSpPr>
            <p:sp>
              <p:nvSpPr>
                <p:cNvPr id="87" name="矩形 86">
                  <a:extLst>
                    <a:ext uri="{FF2B5EF4-FFF2-40B4-BE49-F238E27FC236}">
                      <a16:creationId xmlns:a16="http://schemas.microsoft.com/office/drawing/2014/main" id="{779A05C0-E9E7-4AA1-8A8A-DBD194DB30F1}"/>
                    </a:ext>
                  </a:extLst>
                </p:cNvPr>
                <p:cNvSpPr/>
                <p:nvPr/>
              </p:nvSpPr>
              <p:spPr>
                <a:xfrm>
                  <a:off x="3345178" y="3371050"/>
                  <a:ext cx="410400" cy="409160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88" name="组合 87">
                  <a:extLst>
                    <a:ext uri="{FF2B5EF4-FFF2-40B4-BE49-F238E27FC236}">
                      <a16:creationId xmlns:a16="http://schemas.microsoft.com/office/drawing/2014/main" id="{E8D5BF2B-C0DE-452F-84AF-C64EF6A45BB8}"/>
                    </a:ext>
                  </a:extLst>
                </p:cNvPr>
                <p:cNvGrpSpPr/>
                <p:nvPr/>
              </p:nvGrpSpPr>
              <p:grpSpPr>
                <a:xfrm>
                  <a:off x="3405520" y="3430772"/>
                  <a:ext cx="289719" cy="289719"/>
                  <a:chOff x="3383756" y="3407569"/>
                  <a:chExt cx="333376" cy="333376"/>
                </a:xfrm>
              </p:grpSpPr>
              <p:sp>
                <p:nvSpPr>
                  <p:cNvPr id="89" name="椭圆 88">
                    <a:extLst>
                      <a:ext uri="{FF2B5EF4-FFF2-40B4-BE49-F238E27FC236}">
                        <a16:creationId xmlns:a16="http://schemas.microsoft.com/office/drawing/2014/main" id="{8F8ADC84-D3E5-46FC-BA35-3BF17682E44B}"/>
                      </a:ext>
                    </a:extLst>
                  </p:cNvPr>
                  <p:cNvSpPr/>
                  <p:nvPr/>
                </p:nvSpPr>
                <p:spPr>
                  <a:xfrm>
                    <a:off x="3383756" y="3407569"/>
                    <a:ext cx="333376" cy="33337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90" name="椭圆 89">
                    <a:extLst>
                      <a:ext uri="{FF2B5EF4-FFF2-40B4-BE49-F238E27FC236}">
                        <a16:creationId xmlns:a16="http://schemas.microsoft.com/office/drawing/2014/main" id="{948D80DC-9592-4BCE-B5D7-26C96DF20C0A}"/>
                      </a:ext>
                    </a:extLst>
                  </p:cNvPr>
                  <p:cNvSpPr/>
                  <p:nvPr/>
                </p:nvSpPr>
                <p:spPr>
                  <a:xfrm>
                    <a:off x="3426618" y="3450431"/>
                    <a:ext cx="247650" cy="24765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6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I</a:t>
                    </a:r>
                    <a:endParaRPr lang="zh-CN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  <p:grpSp>
          <p:nvGrpSpPr>
            <p:cNvPr id="108" name="组合 107">
              <a:extLst>
                <a:ext uri="{FF2B5EF4-FFF2-40B4-BE49-F238E27FC236}">
                  <a16:creationId xmlns:a16="http://schemas.microsoft.com/office/drawing/2014/main" id="{CC2A7C45-2E32-422D-A125-513A119B4170}"/>
                </a:ext>
              </a:extLst>
            </p:cNvPr>
            <p:cNvGrpSpPr/>
            <p:nvPr/>
          </p:nvGrpSpPr>
          <p:grpSpPr>
            <a:xfrm>
              <a:off x="5657909" y="5240652"/>
              <a:ext cx="2684795" cy="409160"/>
              <a:chOff x="4109705" y="6286120"/>
              <a:chExt cx="2684795" cy="409160"/>
            </a:xfrm>
          </p:grpSpPr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39E368FF-23BD-4C47-8882-49299224D79C}"/>
                  </a:ext>
                </a:extLst>
              </p:cNvPr>
              <p:cNvSpPr/>
              <p:nvPr/>
            </p:nvSpPr>
            <p:spPr>
              <a:xfrm>
                <a:off x="4520106" y="6286120"/>
                <a:ext cx="2274394" cy="40916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BeanPostProcessor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92" name="组合 91">
                <a:extLst>
                  <a:ext uri="{FF2B5EF4-FFF2-40B4-BE49-F238E27FC236}">
                    <a16:creationId xmlns:a16="http://schemas.microsoft.com/office/drawing/2014/main" id="{30320529-837C-47C2-A150-AB181B331EA4}"/>
                  </a:ext>
                </a:extLst>
              </p:cNvPr>
              <p:cNvGrpSpPr/>
              <p:nvPr/>
            </p:nvGrpSpPr>
            <p:grpSpPr>
              <a:xfrm>
                <a:off x="4109705" y="6286120"/>
                <a:ext cx="410400" cy="409160"/>
                <a:chOff x="3345178" y="3371050"/>
                <a:chExt cx="410400" cy="409160"/>
              </a:xfrm>
            </p:grpSpPr>
            <p:sp>
              <p:nvSpPr>
                <p:cNvPr id="93" name="矩形 92">
                  <a:extLst>
                    <a:ext uri="{FF2B5EF4-FFF2-40B4-BE49-F238E27FC236}">
                      <a16:creationId xmlns:a16="http://schemas.microsoft.com/office/drawing/2014/main" id="{69C64041-C70F-426B-8508-8F9C9687F5AB}"/>
                    </a:ext>
                  </a:extLst>
                </p:cNvPr>
                <p:cNvSpPr/>
                <p:nvPr/>
              </p:nvSpPr>
              <p:spPr>
                <a:xfrm>
                  <a:off x="3345178" y="3371050"/>
                  <a:ext cx="410400" cy="409160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94" name="组合 93">
                  <a:extLst>
                    <a:ext uri="{FF2B5EF4-FFF2-40B4-BE49-F238E27FC236}">
                      <a16:creationId xmlns:a16="http://schemas.microsoft.com/office/drawing/2014/main" id="{F760B284-8464-466C-8A29-9F63D6A1D315}"/>
                    </a:ext>
                  </a:extLst>
                </p:cNvPr>
                <p:cNvGrpSpPr/>
                <p:nvPr/>
              </p:nvGrpSpPr>
              <p:grpSpPr>
                <a:xfrm>
                  <a:off x="3405520" y="3430772"/>
                  <a:ext cx="289719" cy="289719"/>
                  <a:chOff x="3383756" y="3407569"/>
                  <a:chExt cx="333376" cy="333376"/>
                </a:xfrm>
              </p:grpSpPr>
              <p:sp>
                <p:nvSpPr>
                  <p:cNvPr id="95" name="椭圆 94">
                    <a:extLst>
                      <a:ext uri="{FF2B5EF4-FFF2-40B4-BE49-F238E27FC236}">
                        <a16:creationId xmlns:a16="http://schemas.microsoft.com/office/drawing/2014/main" id="{6BC003F5-E2AB-4BEC-869B-9FFDA22E6D5D}"/>
                      </a:ext>
                    </a:extLst>
                  </p:cNvPr>
                  <p:cNvSpPr/>
                  <p:nvPr/>
                </p:nvSpPr>
                <p:spPr>
                  <a:xfrm>
                    <a:off x="3383756" y="3407569"/>
                    <a:ext cx="333376" cy="33337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96" name="椭圆 95">
                    <a:extLst>
                      <a:ext uri="{FF2B5EF4-FFF2-40B4-BE49-F238E27FC236}">
                        <a16:creationId xmlns:a16="http://schemas.microsoft.com/office/drawing/2014/main" id="{8B28C089-D4D8-49D5-80D5-C71EDCD70121}"/>
                      </a:ext>
                    </a:extLst>
                  </p:cNvPr>
                  <p:cNvSpPr/>
                  <p:nvPr/>
                </p:nvSpPr>
                <p:spPr>
                  <a:xfrm>
                    <a:off x="3426618" y="3450431"/>
                    <a:ext cx="247650" cy="24765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6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I</a:t>
                    </a:r>
                    <a:endParaRPr lang="zh-CN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  <p:cxnSp>
          <p:nvCxnSpPr>
            <p:cNvPr id="109" name="连接符: 肘形 108">
              <a:extLst>
                <a:ext uri="{FF2B5EF4-FFF2-40B4-BE49-F238E27FC236}">
                  <a16:creationId xmlns:a16="http://schemas.microsoft.com/office/drawing/2014/main" id="{3ACFE0E4-4AAF-4D12-8BE7-08A702AFBE0E}"/>
                </a:ext>
              </a:extLst>
            </p:cNvPr>
            <p:cNvCxnSpPr>
              <a:cxnSpLocks/>
              <a:stCxn id="67" idx="0"/>
              <a:endCxn id="53" idx="2"/>
            </p:cNvCxnSpPr>
            <p:nvPr/>
          </p:nvCxnSpPr>
          <p:spPr>
            <a:xfrm rot="5400000" flipH="1" flipV="1">
              <a:off x="3685171" y="2696577"/>
              <a:ext cx="399344" cy="1425185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连接符: 肘形 111">
              <a:extLst>
                <a:ext uri="{FF2B5EF4-FFF2-40B4-BE49-F238E27FC236}">
                  <a16:creationId xmlns:a16="http://schemas.microsoft.com/office/drawing/2014/main" id="{10323989-A051-4B37-9F94-F5BF3112D19E}"/>
                </a:ext>
              </a:extLst>
            </p:cNvPr>
            <p:cNvCxnSpPr>
              <a:cxnSpLocks/>
              <a:stCxn id="60" idx="0"/>
              <a:endCxn id="53" idx="2"/>
            </p:cNvCxnSpPr>
            <p:nvPr/>
          </p:nvCxnSpPr>
          <p:spPr>
            <a:xfrm rot="16200000" flipV="1">
              <a:off x="5985106" y="1821828"/>
              <a:ext cx="397653" cy="3172991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箭头连接符 114">
              <a:extLst>
                <a:ext uri="{FF2B5EF4-FFF2-40B4-BE49-F238E27FC236}">
                  <a16:creationId xmlns:a16="http://schemas.microsoft.com/office/drawing/2014/main" id="{D3604A73-382B-4223-85A9-8F7589F63D4B}"/>
                </a:ext>
              </a:extLst>
            </p:cNvPr>
            <p:cNvCxnSpPr>
              <a:cxnSpLocks/>
              <a:stCxn id="73" idx="0"/>
              <a:endCxn id="67" idx="2"/>
            </p:cNvCxnSpPr>
            <p:nvPr/>
          </p:nvCxnSpPr>
          <p:spPr>
            <a:xfrm flipH="1" flipV="1">
              <a:off x="3172251" y="4018001"/>
              <a:ext cx="1773" cy="409191"/>
            </a:xfrm>
            <a:prstGeom prst="straightConnector1">
              <a:avLst/>
            </a:prstGeom>
            <a:ln w="25400"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箭头连接符 117">
              <a:extLst>
                <a:ext uri="{FF2B5EF4-FFF2-40B4-BE49-F238E27FC236}">
                  <a16:creationId xmlns:a16="http://schemas.microsoft.com/office/drawing/2014/main" id="{0F89442C-2784-48E5-ABF8-A4BD52080C8B}"/>
                </a:ext>
              </a:extLst>
            </p:cNvPr>
            <p:cNvCxnSpPr>
              <a:cxnSpLocks/>
              <a:stCxn id="79" idx="0"/>
              <a:endCxn id="60" idx="2"/>
            </p:cNvCxnSpPr>
            <p:nvPr/>
          </p:nvCxnSpPr>
          <p:spPr>
            <a:xfrm flipH="1" flipV="1">
              <a:off x="7770427" y="4016310"/>
              <a:ext cx="4093" cy="402691"/>
            </a:xfrm>
            <a:prstGeom prst="straightConnector1">
              <a:avLst/>
            </a:prstGeom>
            <a:ln w="25400"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箭头连接符 120">
              <a:extLst>
                <a:ext uri="{FF2B5EF4-FFF2-40B4-BE49-F238E27FC236}">
                  <a16:creationId xmlns:a16="http://schemas.microsoft.com/office/drawing/2014/main" id="{AD35411B-5FB1-4D89-BF9F-B753E45CC3F9}"/>
                </a:ext>
              </a:extLst>
            </p:cNvPr>
            <p:cNvCxnSpPr>
              <a:cxnSpLocks/>
              <a:stCxn id="53" idx="0"/>
              <a:endCxn id="47" idx="2"/>
            </p:cNvCxnSpPr>
            <p:nvPr/>
          </p:nvCxnSpPr>
          <p:spPr>
            <a:xfrm flipH="1" flipV="1">
              <a:off x="4593970" y="2389454"/>
              <a:ext cx="3466" cy="410883"/>
            </a:xfrm>
            <a:prstGeom prst="straightConnector1">
              <a:avLst/>
            </a:prstGeom>
            <a:ln w="25400">
              <a:solidFill>
                <a:schemeClr val="accent6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连接符: 肘形 123">
              <a:extLst>
                <a:ext uri="{FF2B5EF4-FFF2-40B4-BE49-F238E27FC236}">
                  <a16:creationId xmlns:a16="http://schemas.microsoft.com/office/drawing/2014/main" id="{3835620A-2238-40D3-A09C-7FF991D414D5}"/>
                </a:ext>
              </a:extLst>
            </p:cNvPr>
            <p:cNvCxnSpPr>
              <a:cxnSpLocks/>
              <a:stCxn id="47" idx="0"/>
              <a:endCxn id="35" idx="2"/>
            </p:cNvCxnSpPr>
            <p:nvPr/>
          </p:nvCxnSpPr>
          <p:spPr>
            <a:xfrm rot="5400000" flipH="1" flipV="1">
              <a:off x="4489910" y="1677824"/>
              <a:ext cx="406530" cy="198411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连接符: 肘形 126">
              <a:extLst>
                <a:ext uri="{FF2B5EF4-FFF2-40B4-BE49-F238E27FC236}">
                  <a16:creationId xmlns:a16="http://schemas.microsoft.com/office/drawing/2014/main" id="{90F0E6FD-4C50-4F90-AD6D-A1767466A691}"/>
                </a:ext>
              </a:extLst>
            </p:cNvPr>
            <p:cNvCxnSpPr>
              <a:cxnSpLocks/>
              <a:stCxn id="41" idx="0"/>
              <a:endCxn id="35" idx="2"/>
            </p:cNvCxnSpPr>
            <p:nvPr/>
          </p:nvCxnSpPr>
          <p:spPr>
            <a:xfrm rot="16200000" flipV="1">
              <a:off x="6497692" y="-131546"/>
              <a:ext cx="403215" cy="3813836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连接符: 肘形 129">
              <a:extLst>
                <a:ext uri="{FF2B5EF4-FFF2-40B4-BE49-F238E27FC236}">
                  <a16:creationId xmlns:a16="http://schemas.microsoft.com/office/drawing/2014/main" id="{4C873286-F1E5-49E3-B9C9-492D17047AA9}"/>
                </a:ext>
              </a:extLst>
            </p:cNvPr>
            <p:cNvCxnSpPr>
              <a:cxnSpLocks/>
              <a:stCxn id="35" idx="0"/>
              <a:endCxn id="29" idx="2"/>
            </p:cNvCxnSpPr>
            <p:nvPr/>
          </p:nvCxnSpPr>
          <p:spPr>
            <a:xfrm rot="5400000" flipH="1" flipV="1">
              <a:off x="5463536" y="79927"/>
              <a:ext cx="413522" cy="1755833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连接符: 肘形 132">
              <a:extLst>
                <a:ext uri="{FF2B5EF4-FFF2-40B4-BE49-F238E27FC236}">
                  <a16:creationId xmlns:a16="http://schemas.microsoft.com/office/drawing/2014/main" id="{E4051589-D6FD-4277-8740-950E43708DAA}"/>
                </a:ext>
              </a:extLst>
            </p:cNvPr>
            <p:cNvCxnSpPr>
              <a:cxnSpLocks/>
              <a:stCxn id="5" idx="0"/>
              <a:endCxn id="29" idx="2"/>
            </p:cNvCxnSpPr>
            <p:nvPr/>
          </p:nvCxnSpPr>
          <p:spPr>
            <a:xfrm rot="16200000" flipV="1">
              <a:off x="7241416" y="57881"/>
              <a:ext cx="407623" cy="1794025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accent6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2733551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组合 432">
            <a:extLst>
              <a:ext uri="{FF2B5EF4-FFF2-40B4-BE49-F238E27FC236}">
                <a16:creationId xmlns:a16="http://schemas.microsoft.com/office/drawing/2014/main" id="{85C63190-FBA9-4794-9583-FB5BB7A1EFFD}"/>
              </a:ext>
            </a:extLst>
          </p:cNvPr>
          <p:cNvGrpSpPr/>
          <p:nvPr/>
        </p:nvGrpSpPr>
        <p:grpSpPr>
          <a:xfrm>
            <a:off x="-4145954" y="724401"/>
            <a:ext cx="22673355" cy="5409197"/>
            <a:chOff x="-4145954" y="724401"/>
            <a:chExt cx="22673355" cy="5409197"/>
          </a:xfrm>
        </p:grpSpPr>
        <p:grpSp>
          <p:nvGrpSpPr>
            <p:cNvPr id="251" name="组合 250">
              <a:extLst>
                <a:ext uri="{FF2B5EF4-FFF2-40B4-BE49-F238E27FC236}">
                  <a16:creationId xmlns:a16="http://schemas.microsoft.com/office/drawing/2014/main" id="{3575134A-DB47-4B99-820C-3C8FA4CFFF20}"/>
                </a:ext>
              </a:extLst>
            </p:cNvPr>
            <p:cNvGrpSpPr/>
            <p:nvPr/>
          </p:nvGrpSpPr>
          <p:grpSpPr>
            <a:xfrm>
              <a:off x="-2261211" y="3841175"/>
              <a:ext cx="2186001" cy="410853"/>
              <a:chOff x="1185527" y="3110379"/>
              <a:chExt cx="2186001" cy="410853"/>
            </a:xfrm>
          </p:grpSpPr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6CAC0011-1A99-4716-947A-C9045755E366}"/>
                  </a:ext>
                </a:extLst>
              </p:cNvPr>
              <p:cNvSpPr/>
              <p:nvPr/>
            </p:nvSpPr>
            <p:spPr>
              <a:xfrm>
                <a:off x="1598869" y="3110379"/>
                <a:ext cx="1772659" cy="40916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AbstractSet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&lt;</a:t>
                </a:r>
                <a:r>
                  <a:rPr lang="en-US" altLang="zh-CN" sz="1600" dirty="0">
                    <a:solidFill>
                      <a:srgbClr val="F8CCB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&gt;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55" name="组合 54">
                <a:extLst>
                  <a:ext uri="{FF2B5EF4-FFF2-40B4-BE49-F238E27FC236}">
                    <a16:creationId xmlns:a16="http://schemas.microsoft.com/office/drawing/2014/main" id="{C1085BE4-EEF3-42DF-856C-8D1315901B83}"/>
                  </a:ext>
                </a:extLst>
              </p:cNvPr>
              <p:cNvGrpSpPr/>
              <p:nvPr/>
            </p:nvGrpSpPr>
            <p:grpSpPr>
              <a:xfrm>
                <a:off x="1185527" y="3112072"/>
                <a:ext cx="410400" cy="409160"/>
                <a:chOff x="3755578" y="5169687"/>
                <a:chExt cx="410400" cy="409160"/>
              </a:xfrm>
            </p:grpSpPr>
            <p:sp>
              <p:nvSpPr>
                <p:cNvPr id="56" name="矩形 55">
                  <a:extLst>
                    <a:ext uri="{FF2B5EF4-FFF2-40B4-BE49-F238E27FC236}">
                      <a16:creationId xmlns:a16="http://schemas.microsoft.com/office/drawing/2014/main" id="{C374CFCF-718E-46B7-8B04-50280CF38092}"/>
                    </a:ext>
                  </a:extLst>
                </p:cNvPr>
                <p:cNvSpPr/>
                <p:nvPr/>
              </p:nvSpPr>
              <p:spPr>
                <a:xfrm>
                  <a:off x="3755578" y="5169687"/>
                  <a:ext cx="410400" cy="409160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7" name="椭圆 56">
                  <a:extLst>
                    <a:ext uri="{FF2B5EF4-FFF2-40B4-BE49-F238E27FC236}">
                      <a16:creationId xmlns:a16="http://schemas.microsoft.com/office/drawing/2014/main" id="{EEDD2E7A-752E-4262-A581-1FA7DA22C373}"/>
                    </a:ext>
                  </a:extLst>
                </p:cNvPr>
                <p:cNvSpPr/>
                <p:nvPr/>
              </p:nvSpPr>
              <p:spPr>
                <a:xfrm>
                  <a:off x="3815918" y="5229407"/>
                  <a:ext cx="289719" cy="28971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cxnSp>
              <p:nvCxnSpPr>
                <p:cNvPr id="58" name="直接连接符 57">
                  <a:extLst>
                    <a:ext uri="{FF2B5EF4-FFF2-40B4-BE49-F238E27FC236}">
                      <a16:creationId xmlns:a16="http://schemas.microsoft.com/office/drawing/2014/main" id="{0CCF45A5-7A6B-43D8-B1BA-AAE523411D49}"/>
                    </a:ext>
                  </a:extLst>
                </p:cNvPr>
                <p:cNvCxnSpPr>
                  <a:cxnSpLocks/>
                  <a:stCxn id="57" idx="2"/>
                  <a:endCxn id="57" idx="6"/>
                </p:cNvCxnSpPr>
                <p:nvPr/>
              </p:nvCxnSpPr>
              <p:spPr>
                <a:xfrm>
                  <a:off x="3815918" y="5374267"/>
                  <a:ext cx="289719" cy="0"/>
                </a:xfrm>
                <a:prstGeom prst="line">
                  <a:avLst/>
                </a:prstGeom>
                <a:ln w="63500" cap="flat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直接连接符 58">
                  <a:extLst>
                    <a:ext uri="{FF2B5EF4-FFF2-40B4-BE49-F238E27FC236}">
                      <a16:creationId xmlns:a16="http://schemas.microsoft.com/office/drawing/2014/main" id="{607A45B2-8E67-43AF-83F4-C34FEB1E5274}"/>
                    </a:ext>
                  </a:extLst>
                </p:cNvPr>
                <p:cNvCxnSpPr>
                  <a:cxnSpLocks/>
                  <a:stCxn id="57" idx="0"/>
                  <a:endCxn id="57" idx="4"/>
                </p:cNvCxnSpPr>
                <p:nvPr/>
              </p:nvCxnSpPr>
              <p:spPr>
                <a:xfrm>
                  <a:off x="3960778" y="5229407"/>
                  <a:ext cx="0" cy="289719"/>
                </a:xfrm>
                <a:prstGeom prst="line">
                  <a:avLst/>
                </a:prstGeom>
                <a:ln w="63500" cap="flat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0" name="椭圆 59">
                  <a:extLst>
                    <a:ext uri="{FF2B5EF4-FFF2-40B4-BE49-F238E27FC236}">
                      <a16:creationId xmlns:a16="http://schemas.microsoft.com/office/drawing/2014/main" id="{97132B7B-95DB-4B16-B8C7-CDCE5AE7E31F}"/>
                    </a:ext>
                  </a:extLst>
                </p:cNvPr>
                <p:cNvSpPr/>
                <p:nvPr/>
              </p:nvSpPr>
              <p:spPr>
                <a:xfrm>
                  <a:off x="3853167" y="5266656"/>
                  <a:ext cx="215219" cy="215219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</a:t>
                  </a:r>
                  <a:endParaRPr lang="zh-CN" altLang="en-US" sz="16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240" name="组合 239">
              <a:extLst>
                <a:ext uri="{FF2B5EF4-FFF2-40B4-BE49-F238E27FC236}">
                  <a16:creationId xmlns:a16="http://schemas.microsoft.com/office/drawing/2014/main" id="{607F03BA-03ED-407B-8B5F-9D427DF5F2C4}"/>
                </a:ext>
              </a:extLst>
            </p:cNvPr>
            <p:cNvGrpSpPr/>
            <p:nvPr/>
          </p:nvGrpSpPr>
          <p:grpSpPr>
            <a:xfrm>
              <a:off x="16829731" y="4796349"/>
              <a:ext cx="1697670" cy="409160"/>
              <a:chOff x="12700501" y="4882409"/>
              <a:chExt cx="1697670" cy="409160"/>
            </a:xfrm>
          </p:grpSpPr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9D0DFD23-65A1-49FA-8C72-8C19AD58322C}"/>
                  </a:ext>
                </a:extLst>
              </p:cNvPr>
              <p:cNvSpPr/>
              <p:nvPr/>
            </p:nvSpPr>
            <p:spPr>
              <a:xfrm>
                <a:off x="13110901" y="4882409"/>
                <a:ext cx="1287270" cy="40916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Vector&lt;</a:t>
                </a:r>
                <a:r>
                  <a:rPr lang="en-US" altLang="zh-CN" sz="1600" dirty="0">
                    <a:solidFill>
                      <a:srgbClr val="F8CCB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&gt;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73C27AE8-DF0A-4413-842D-A23485379228}"/>
                  </a:ext>
                </a:extLst>
              </p:cNvPr>
              <p:cNvGrpSpPr/>
              <p:nvPr/>
            </p:nvGrpSpPr>
            <p:grpSpPr>
              <a:xfrm>
                <a:off x="12700501" y="4882409"/>
                <a:ext cx="410400" cy="409160"/>
                <a:chOff x="3345178" y="3371050"/>
                <a:chExt cx="410400" cy="409160"/>
              </a:xfrm>
            </p:grpSpPr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36DAAA9E-6453-4950-9585-65BDD8129439}"/>
                    </a:ext>
                  </a:extLst>
                </p:cNvPr>
                <p:cNvSpPr/>
                <p:nvPr/>
              </p:nvSpPr>
              <p:spPr>
                <a:xfrm>
                  <a:off x="3345178" y="3371050"/>
                  <a:ext cx="410400" cy="409160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45" name="组合 44">
                  <a:extLst>
                    <a:ext uri="{FF2B5EF4-FFF2-40B4-BE49-F238E27FC236}">
                      <a16:creationId xmlns:a16="http://schemas.microsoft.com/office/drawing/2014/main" id="{51C157E2-32FF-4106-B53C-0961FD0EE71D}"/>
                    </a:ext>
                  </a:extLst>
                </p:cNvPr>
                <p:cNvGrpSpPr/>
                <p:nvPr/>
              </p:nvGrpSpPr>
              <p:grpSpPr>
                <a:xfrm>
                  <a:off x="3405520" y="3430772"/>
                  <a:ext cx="289719" cy="289719"/>
                  <a:chOff x="3383756" y="3407569"/>
                  <a:chExt cx="333376" cy="333376"/>
                </a:xfrm>
              </p:grpSpPr>
              <p:sp>
                <p:nvSpPr>
                  <p:cNvPr id="46" name="椭圆 45">
                    <a:extLst>
                      <a:ext uri="{FF2B5EF4-FFF2-40B4-BE49-F238E27FC236}">
                        <a16:creationId xmlns:a16="http://schemas.microsoft.com/office/drawing/2014/main" id="{DD1920F9-D618-4A03-95B3-A111B5C77B09}"/>
                      </a:ext>
                    </a:extLst>
                  </p:cNvPr>
                  <p:cNvSpPr/>
                  <p:nvPr/>
                </p:nvSpPr>
                <p:spPr>
                  <a:xfrm>
                    <a:off x="3383756" y="3407569"/>
                    <a:ext cx="333376" cy="33337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47" name="椭圆 46">
                    <a:extLst>
                      <a:ext uri="{FF2B5EF4-FFF2-40B4-BE49-F238E27FC236}">
                        <a16:creationId xmlns:a16="http://schemas.microsoft.com/office/drawing/2014/main" id="{EDB5A4F6-5AEF-4E9C-B701-9DDB17734231}"/>
                      </a:ext>
                    </a:extLst>
                  </p:cNvPr>
                  <p:cNvSpPr/>
                  <p:nvPr/>
                </p:nvSpPr>
                <p:spPr>
                  <a:xfrm>
                    <a:off x="3426618" y="3450431"/>
                    <a:ext cx="247650" cy="24765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6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</a:t>
                    </a:r>
                    <a:endParaRPr lang="zh-CN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  <p:grpSp>
          <p:nvGrpSpPr>
            <p:cNvPr id="256" name="组合 255">
              <a:extLst>
                <a:ext uri="{FF2B5EF4-FFF2-40B4-BE49-F238E27FC236}">
                  <a16:creationId xmlns:a16="http://schemas.microsoft.com/office/drawing/2014/main" id="{7FE3A1EB-E7BE-4BCA-B6D2-251F0E8A53DF}"/>
                </a:ext>
              </a:extLst>
            </p:cNvPr>
            <p:cNvGrpSpPr/>
            <p:nvPr/>
          </p:nvGrpSpPr>
          <p:grpSpPr>
            <a:xfrm>
              <a:off x="5159123" y="724401"/>
              <a:ext cx="2057129" cy="409160"/>
              <a:chOff x="4038871" y="151634"/>
              <a:chExt cx="2057129" cy="409160"/>
            </a:xfrm>
          </p:grpSpPr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7CB9FA50-9778-416B-9D17-A48E67F8D7E8}"/>
                  </a:ext>
                </a:extLst>
              </p:cNvPr>
              <p:cNvSpPr/>
              <p:nvPr/>
            </p:nvSpPr>
            <p:spPr>
              <a:xfrm>
                <a:off x="4449272" y="151634"/>
                <a:ext cx="1646728" cy="40916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Collection&lt;</a:t>
                </a:r>
                <a:r>
                  <a:rPr lang="en-US" altLang="zh-CN" sz="1600" dirty="0">
                    <a:solidFill>
                      <a:srgbClr val="F8CCB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&gt;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31" name="组合 30">
                <a:extLst>
                  <a:ext uri="{FF2B5EF4-FFF2-40B4-BE49-F238E27FC236}">
                    <a16:creationId xmlns:a16="http://schemas.microsoft.com/office/drawing/2014/main" id="{5D33D26C-4D98-43F9-9C19-3398AFDDE97E}"/>
                  </a:ext>
                </a:extLst>
              </p:cNvPr>
              <p:cNvGrpSpPr/>
              <p:nvPr/>
            </p:nvGrpSpPr>
            <p:grpSpPr>
              <a:xfrm>
                <a:off x="4038871" y="151634"/>
                <a:ext cx="410400" cy="409160"/>
                <a:chOff x="3345178" y="3371050"/>
                <a:chExt cx="410400" cy="409160"/>
              </a:xfrm>
            </p:grpSpPr>
            <p:sp>
              <p:nvSpPr>
                <p:cNvPr id="32" name="矩形 31">
                  <a:extLst>
                    <a:ext uri="{FF2B5EF4-FFF2-40B4-BE49-F238E27FC236}">
                      <a16:creationId xmlns:a16="http://schemas.microsoft.com/office/drawing/2014/main" id="{A89EC9E7-858B-4BC9-B973-37FC6DC3E5D7}"/>
                    </a:ext>
                  </a:extLst>
                </p:cNvPr>
                <p:cNvSpPr/>
                <p:nvPr/>
              </p:nvSpPr>
              <p:spPr>
                <a:xfrm>
                  <a:off x="3345178" y="3371050"/>
                  <a:ext cx="410400" cy="409160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33" name="组合 32">
                  <a:extLst>
                    <a:ext uri="{FF2B5EF4-FFF2-40B4-BE49-F238E27FC236}">
                      <a16:creationId xmlns:a16="http://schemas.microsoft.com/office/drawing/2014/main" id="{FDF35A94-4FDA-49C6-9A85-111823538821}"/>
                    </a:ext>
                  </a:extLst>
                </p:cNvPr>
                <p:cNvGrpSpPr/>
                <p:nvPr/>
              </p:nvGrpSpPr>
              <p:grpSpPr>
                <a:xfrm>
                  <a:off x="3405520" y="3430772"/>
                  <a:ext cx="289719" cy="289719"/>
                  <a:chOff x="3383756" y="3407569"/>
                  <a:chExt cx="333376" cy="333376"/>
                </a:xfrm>
              </p:grpSpPr>
              <p:sp>
                <p:nvSpPr>
                  <p:cNvPr id="34" name="椭圆 33">
                    <a:extLst>
                      <a:ext uri="{FF2B5EF4-FFF2-40B4-BE49-F238E27FC236}">
                        <a16:creationId xmlns:a16="http://schemas.microsoft.com/office/drawing/2014/main" id="{9D76B98F-865E-46D2-8022-9922EC42CB20}"/>
                      </a:ext>
                    </a:extLst>
                  </p:cNvPr>
                  <p:cNvSpPr/>
                  <p:nvPr/>
                </p:nvSpPr>
                <p:spPr>
                  <a:xfrm>
                    <a:off x="3383756" y="3407569"/>
                    <a:ext cx="333376" cy="33337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35" name="椭圆 34">
                    <a:extLst>
                      <a:ext uri="{FF2B5EF4-FFF2-40B4-BE49-F238E27FC236}">
                        <a16:creationId xmlns:a16="http://schemas.microsoft.com/office/drawing/2014/main" id="{AA808AFE-DC8E-4FCC-9991-D975D0886FD7}"/>
                      </a:ext>
                    </a:extLst>
                  </p:cNvPr>
                  <p:cNvSpPr/>
                  <p:nvPr/>
                </p:nvSpPr>
                <p:spPr>
                  <a:xfrm>
                    <a:off x="3426618" y="3450431"/>
                    <a:ext cx="247650" cy="24765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6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I</a:t>
                    </a:r>
                    <a:endParaRPr lang="zh-CN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  <p:cxnSp>
          <p:nvCxnSpPr>
            <p:cNvPr id="15" name="连接符: 肘形 14">
              <a:extLst>
                <a:ext uri="{FF2B5EF4-FFF2-40B4-BE49-F238E27FC236}">
                  <a16:creationId xmlns:a16="http://schemas.microsoft.com/office/drawing/2014/main" id="{A86BE0B0-A603-4643-8BDD-6D7312D7937C}"/>
                </a:ext>
              </a:extLst>
            </p:cNvPr>
            <p:cNvCxnSpPr>
              <a:cxnSpLocks/>
              <a:stCxn id="146" idx="1"/>
              <a:endCxn id="54" idx="2"/>
            </p:cNvCxnSpPr>
            <p:nvPr/>
          </p:nvCxnSpPr>
          <p:spPr>
            <a:xfrm rot="10800000">
              <a:off x="-961539" y="4250336"/>
              <a:ext cx="324888" cy="758311"/>
            </a:xfrm>
            <a:prstGeom prst="bentConnector2">
              <a:avLst/>
            </a:prstGeom>
            <a:ln w="25400"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5988E162-2EFD-414E-A159-F13A147F685B}"/>
                </a:ext>
              </a:extLst>
            </p:cNvPr>
            <p:cNvCxnSpPr>
              <a:cxnSpLocks/>
              <a:stCxn id="221" idx="0"/>
              <a:endCxn id="227" idx="2"/>
            </p:cNvCxnSpPr>
            <p:nvPr/>
          </p:nvCxnSpPr>
          <p:spPr>
            <a:xfrm flipH="1" flipV="1">
              <a:off x="-2681123" y="5211533"/>
              <a:ext cx="3824" cy="511894"/>
            </a:xfrm>
            <a:prstGeom prst="straightConnector1">
              <a:avLst/>
            </a:prstGeom>
            <a:ln w="25400"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5" name="组合 254">
              <a:extLst>
                <a:ext uri="{FF2B5EF4-FFF2-40B4-BE49-F238E27FC236}">
                  <a16:creationId xmlns:a16="http://schemas.microsoft.com/office/drawing/2014/main" id="{94336CF1-11FD-47C4-B227-2CA8572EC395}"/>
                </a:ext>
              </a:extLst>
            </p:cNvPr>
            <p:cNvGrpSpPr/>
            <p:nvPr/>
          </p:nvGrpSpPr>
          <p:grpSpPr>
            <a:xfrm>
              <a:off x="9923065" y="1776411"/>
              <a:ext cx="3128201" cy="409160"/>
              <a:chOff x="5685599" y="939034"/>
              <a:chExt cx="3128201" cy="409160"/>
            </a:xfrm>
          </p:grpSpPr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C8F84236-95C1-4E41-AAD1-7CC062A43717}"/>
                  </a:ext>
                </a:extLst>
              </p:cNvPr>
              <p:cNvSpPr/>
              <p:nvPr/>
            </p:nvSpPr>
            <p:spPr>
              <a:xfrm>
                <a:off x="6096000" y="939034"/>
                <a:ext cx="2717800" cy="40916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SequencedCollection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&lt;</a:t>
                </a:r>
                <a:r>
                  <a:rPr lang="en-US" altLang="zh-CN" sz="1600" dirty="0">
                    <a:solidFill>
                      <a:srgbClr val="F8CCB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&gt;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03" name="组合 102">
                <a:extLst>
                  <a:ext uri="{FF2B5EF4-FFF2-40B4-BE49-F238E27FC236}">
                    <a16:creationId xmlns:a16="http://schemas.microsoft.com/office/drawing/2014/main" id="{42EFDE33-CB7C-408F-A5C6-A09E6BFB6D02}"/>
                  </a:ext>
                </a:extLst>
              </p:cNvPr>
              <p:cNvGrpSpPr/>
              <p:nvPr/>
            </p:nvGrpSpPr>
            <p:grpSpPr>
              <a:xfrm>
                <a:off x="5685599" y="939034"/>
                <a:ext cx="410400" cy="409160"/>
                <a:chOff x="3345178" y="3371050"/>
                <a:chExt cx="410400" cy="409160"/>
              </a:xfrm>
            </p:grpSpPr>
            <p:sp>
              <p:nvSpPr>
                <p:cNvPr id="104" name="矩形 103">
                  <a:extLst>
                    <a:ext uri="{FF2B5EF4-FFF2-40B4-BE49-F238E27FC236}">
                      <a16:creationId xmlns:a16="http://schemas.microsoft.com/office/drawing/2014/main" id="{F85DAFBC-8E7F-4409-9E8A-C7ED801838BC}"/>
                    </a:ext>
                  </a:extLst>
                </p:cNvPr>
                <p:cNvSpPr/>
                <p:nvPr/>
              </p:nvSpPr>
              <p:spPr>
                <a:xfrm>
                  <a:off x="3345178" y="3371050"/>
                  <a:ext cx="410400" cy="409160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105" name="组合 104">
                  <a:extLst>
                    <a:ext uri="{FF2B5EF4-FFF2-40B4-BE49-F238E27FC236}">
                      <a16:creationId xmlns:a16="http://schemas.microsoft.com/office/drawing/2014/main" id="{6A4666A0-F495-43E4-93E9-99006B47A8BE}"/>
                    </a:ext>
                  </a:extLst>
                </p:cNvPr>
                <p:cNvGrpSpPr/>
                <p:nvPr/>
              </p:nvGrpSpPr>
              <p:grpSpPr>
                <a:xfrm>
                  <a:off x="3405520" y="3430772"/>
                  <a:ext cx="289719" cy="289719"/>
                  <a:chOff x="3383756" y="3407569"/>
                  <a:chExt cx="333376" cy="333376"/>
                </a:xfrm>
              </p:grpSpPr>
              <p:sp>
                <p:nvSpPr>
                  <p:cNvPr id="106" name="椭圆 105">
                    <a:extLst>
                      <a:ext uri="{FF2B5EF4-FFF2-40B4-BE49-F238E27FC236}">
                        <a16:creationId xmlns:a16="http://schemas.microsoft.com/office/drawing/2014/main" id="{E9E1E3BA-95BE-46A6-A478-F13469747DC7}"/>
                      </a:ext>
                    </a:extLst>
                  </p:cNvPr>
                  <p:cNvSpPr/>
                  <p:nvPr/>
                </p:nvSpPr>
                <p:spPr>
                  <a:xfrm>
                    <a:off x="3383756" y="3407569"/>
                    <a:ext cx="333376" cy="33337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107" name="椭圆 106">
                    <a:extLst>
                      <a:ext uri="{FF2B5EF4-FFF2-40B4-BE49-F238E27FC236}">
                        <a16:creationId xmlns:a16="http://schemas.microsoft.com/office/drawing/2014/main" id="{7158B2C6-6376-4E4E-A31E-22003288EBB5}"/>
                      </a:ext>
                    </a:extLst>
                  </p:cNvPr>
                  <p:cNvSpPr/>
                  <p:nvPr/>
                </p:nvSpPr>
                <p:spPr>
                  <a:xfrm>
                    <a:off x="3426618" y="3450431"/>
                    <a:ext cx="247650" cy="24765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6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I</a:t>
                    </a:r>
                    <a:endParaRPr lang="zh-CN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  <p:grpSp>
          <p:nvGrpSpPr>
            <p:cNvPr id="248" name="组合 247">
              <a:extLst>
                <a:ext uri="{FF2B5EF4-FFF2-40B4-BE49-F238E27FC236}">
                  <a16:creationId xmlns:a16="http://schemas.microsoft.com/office/drawing/2014/main" id="{48E67D20-948F-438D-91F8-841720FD48B8}"/>
                </a:ext>
              </a:extLst>
            </p:cNvPr>
            <p:cNvGrpSpPr/>
            <p:nvPr/>
          </p:nvGrpSpPr>
          <p:grpSpPr>
            <a:xfrm>
              <a:off x="12922442" y="2827315"/>
              <a:ext cx="1375601" cy="409160"/>
              <a:chOff x="8200199" y="3207349"/>
              <a:chExt cx="1375601" cy="409160"/>
            </a:xfrm>
          </p:grpSpPr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7EAF1CDD-9675-416D-8003-6C2627D528F9}"/>
                  </a:ext>
                </a:extLst>
              </p:cNvPr>
              <p:cNvSpPr/>
              <p:nvPr/>
            </p:nvSpPr>
            <p:spPr>
              <a:xfrm>
                <a:off x="8610600" y="3207349"/>
                <a:ext cx="965200" cy="40916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List&lt;</a:t>
                </a:r>
                <a:r>
                  <a:rPr lang="en-US" altLang="zh-CN" sz="1600" dirty="0">
                    <a:solidFill>
                      <a:srgbClr val="F8CCB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&gt;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09" name="组合 108">
                <a:extLst>
                  <a:ext uri="{FF2B5EF4-FFF2-40B4-BE49-F238E27FC236}">
                    <a16:creationId xmlns:a16="http://schemas.microsoft.com/office/drawing/2014/main" id="{452CFB28-BFB4-4CBD-A8E4-7CCB32F017EB}"/>
                  </a:ext>
                </a:extLst>
              </p:cNvPr>
              <p:cNvGrpSpPr/>
              <p:nvPr/>
            </p:nvGrpSpPr>
            <p:grpSpPr>
              <a:xfrm>
                <a:off x="8200199" y="3207349"/>
                <a:ext cx="410400" cy="409160"/>
                <a:chOff x="3345178" y="3371050"/>
                <a:chExt cx="410400" cy="409160"/>
              </a:xfrm>
            </p:grpSpPr>
            <p:sp>
              <p:nvSpPr>
                <p:cNvPr id="110" name="矩形 109">
                  <a:extLst>
                    <a:ext uri="{FF2B5EF4-FFF2-40B4-BE49-F238E27FC236}">
                      <a16:creationId xmlns:a16="http://schemas.microsoft.com/office/drawing/2014/main" id="{708BD841-DA3B-4BCA-A042-AA5746AC6C10}"/>
                    </a:ext>
                  </a:extLst>
                </p:cNvPr>
                <p:cNvSpPr/>
                <p:nvPr/>
              </p:nvSpPr>
              <p:spPr>
                <a:xfrm>
                  <a:off x="3345178" y="3371050"/>
                  <a:ext cx="410400" cy="409160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111" name="组合 110">
                  <a:extLst>
                    <a:ext uri="{FF2B5EF4-FFF2-40B4-BE49-F238E27FC236}">
                      <a16:creationId xmlns:a16="http://schemas.microsoft.com/office/drawing/2014/main" id="{62DDB289-042A-4EA6-8CF5-01476801BB96}"/>
                    </a:ext>
                  </a:extLst>
                </p:cNvPr>
                <p:cNvGrpSpPr/>
                <p:nvPr/>
              </p:nvGrpSpPr>
              <p:grpSpPr>
                <a:xfrm>
                  <a:off x="3405520" y="3430772"/>
                  <a:ext cx="289719" cy="289719"/>
                  <a:chOff x="3383756" y="3407569"/>
                  <a:chExt cx="333376" cy="333376"/>
                </a:xfrm>
              </p:grpSpPr>
              <p:sp>
                <p:nvSpPr>
                  <p:cNvPr id="112" name="椭圆 111">
                    <a:extLst>
                      <a:ext uri="{FF2B5EF4-FFF2-40B4-BE49-F238E27FC236}">
                        <a16:creationId xmlns:a16="http://schemas.microsoft.com/office/drawing/2014/main" id="{B8890F15-5E9D-4D67-806C-4CD2D5C0EF92}"/>
                      </a:ext>
                    </a:extLst>
                  </p:cNvPr>
                  <p:cNvSpPr/>
                  <p:nvPr/>
                </p:nvSpPr>
                <p:spPr>
                  <a:xfrm>
                    <a:off x="3383756" y="3407569"/>
                    <a:ext cx="333376" cy="33337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113" name="椭圆 112">
                    <a:extLst>
                      <a:ext uri="{FF2B5EF4-FFF2-40B4-BE49-F238E27FC236}">
                        <a16:creationId xmlns:a16="http://schemas.microsoft.com/office/drawing/2014/main" id="{FD609536-C978-4034-B3B7-0DE8F545588B}"/>
                      </a:ext>
                    </a:extLst>
                  </p:cNvPr>
                  <p:cNvSpPr/>
                  <p:nvPr/>
                </p:nvSpPr>
                <p:spPr>
                  <a:xfrm>
                    <a:off x="3426618" y="3450431"/>
                    <a:ext cx="247650" cy="24765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6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I</a:t>
                    </a:r>
                    <a:endParaRPr lang="zh-CN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  <p:grpSp>
          <p:nvGrpSpPr>
            <p:cNvPr id="254" name="组合 253">
              <a:extLst>
                <a:ext uri="{FF2B5EF4-FFF2-40B4-BE49-F238E27FC236}">
                  <a16:creationId xmlns:a16="http://schemas.microsoft.com/office/drawing/2014/main" id="{F51E890B-1A24-4DBB-8EF9-A2BCBA89D3AA}"/>
                </a:ext>
              </a:extLst>
            </p:cNvPr>
            <p:cNvGrpSpPr/>
            <p:nvPr/>
          </p:nvGrpSpPr>
          <p:grpSpPr>
            <a:xfrm>
              <a:off x="-501123" y="1786594"/>
              <a:ext cx="1337501" cy="409160"/>
              <a:chOff x="2485199" y="1143614"/>
              <a:chExt cx="1337501" cy="409160"/>
            </a:xfrm>
          </p:grpSpPr>
          <p:sp>
            <p:nvSpPr>
              <p:cNvPr id="114" name="矩形 113">
                <a:extLst>
                  <a:ext uri="{FF2B5EF4-FFF2-40B4-BE49-F238E27FC236}">
                    <a16:creationId xmlns:a16="http://schemas.microsoft.com/office/drawing/2014/main" id="{A260695E-DED1-4720-93D0-54AA506C9C6F}"/>
                  </a:ext>
                </a:extLst>
              </p:cNvPr>
              <p:cNvSpPr/>
              <p:nvPr/>
            </p:nvSpPr>
            <p:spPr>
              <a:xfrm>
                <a:off x="2895600" y="1143614"/>
                <a:ext cx="927100" cy="40916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Set&lt;</a:t>
                </a:r>
                <a:r>
                  <a:rPr lang="en-US" altLang="zh-CN" sz="1600" dirty="0">
                    <a:solidFill>
                      <a:srgbClr val="F8CCB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&gt;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15" name="组合 114">
                <a:extLst>
                  <a:ext uri="{FF2B5EF4-FFF2-40B4-BE49-F238E27FC236}">
                    <a16:creationId xmlns:a16="http://schemas.microsoft.com/office/drawing/2014/main" id="{795895C6-5EC4-4B76-A47B-CAD5965B323E}"/>
                  </a:ext>
                </a:extLst>
              </p:cNvPr>
              <p:cNvGrpSpPr/>
              <p:nvPr/>
            </p:nvGrpSpPr>
            <p:grpSpPr>
              <a:xfrm>
                <a:off x="2485199" y="1143614"/>
                <a:ext cx="410400" cy="409160"/>
                <a:chOff x="3345178" y="3371050"/>
                <a:chExt cx="410400" cy="409160"/>
              </a:xfrm>
            </p:grpSpPr>
            <p:sp>
              <p:nvSpPr>
                <p:cNvPr id="116" name="矩形 115">
                  <a:extLst>
                    <a:ext uri="{FF2B5EF4-FFF2-40B4-BE49-F238E27FC236}">
                      <a16:creationId xmlns:a16="http://schemas.microsoft.com/office/drawing/2014/main" id="{669B888B-6B47-4D8B-A388-7F3140DF2847}"/>
                    </a:ext>
                  </a:extLst>
                </p:cNvPr>
                <p:cNvSpPr/>
                <p:nvPr/>
              </p:nvSpPr>
              <p:spPr>
                <a:xfrm>
                  <a:off x="3345178" y="3371050"/>
                  <a:ext cx="410400" cy="409160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117" name="组合 116">
                  <a:extLst>
                    <a:ext uri="{FF2B5EF4-FFF2-40B4-BE49-F238E27FC236}">
                      <a16:creationId xmlns:a16="http://schemas.microsoft.com/office/drawing/2014/main" id="{6B4A34A7-01ED-4012-B85C-40414C5B79A0}"/>
                    </a:ext>
                  </a:extLst>
                </p:cNvPr>
                <p:cNvGrpSpPr/>
                <p:nvPr/>
              </p:nvGrpSpPr>
              <p:grpSpPr>
                <a:xfrm>
                  <a:off x="3405520" y="3430772"/>
                  <a:ext cx="289719" cy="289719"/>
                  <a:chOff x="3383756" y="3407569"/>
                  <a:chExt cx="333376" cy="333376"/>
                </a:xfrm>
              </p:grpSpPr>
              <p:sp>
                <p:nvSpPr>
                  <p:cNvPr id="118" name="椭圆 117">
                    <a:extLst>
                      <a:ext uri="{FF2B5EF4-FFF2-40B4-BE49-F238E27FC236}">
                        <a16:creationId xmlns:a16="http://schemas.microsoft.com/office/drawing/2014/main" id="{D9370DCF-C6AB-409C-A75D-A48A7E8D6BE5}"/>
                      </a:ext>
                    </a:extLst>
                  </p:cNvPr>
                  <p:cNvSpPr/>
                  <p:nvPr/>
                </p:nvSpPr>
                <p:spPr>
                  <a:xfrm>
                    <a:off x="3383756" y="3407569"/>
                    <a:ext cx="333376" cy="33337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119" name="椭圆 118">
                    <a:extLst>
                      <a:ext uri="{FF2B5EF4-FFF2-40B4-BE49-F238E27FC236}">
                        <a16:creationId xmlns:a16="http://schemas.microsoft.com/office/drawing/2014/main" id="{E88CAA5E-A868-47A7-8D51-1BE248C8C93E}"/>
                      </a:ext>
                    </a:extLst>
                  </p:cNvPr>
                  <p:cNvSpPr/>
                  <p:nvPr/>
                </p:nvSpPr>
                <p:spPr>
                  <a:xfrm>
                    <a:off x="3426618" y="3450431"/>
                    <a:ext cx="247650" cy="24765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6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I</a:t>
                    </a:r>
                    <a:endParaRPr lang="zh-CN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  <p:grpSp>
          <p:nvGrpSpPr>
            <p:cNvPr id="252" name="组合 251">
              <a:extLst>
                <a:ext uri="{FF2B5EF4-FFF2-40B4-BE49-F238E27FC236}">
                  <a16:creationId xmlns:a16="http://schemas.microsoft.com/office/drawing/2014/main" id="{37D90F8A-6987-4AA9-9181-C12AB7912090}"/>
                </a:ext>
              </a:extLst>
            </p:cNvPr>
            <p:cNvGrpSpPr/>
            <p:nvPr/>
          </p:nvGrpSpPr>
          <p:grpSpPr>
            <a:xfrm>
              <a:off x="794278" y="2827315"/>
              <a:ext cx="2483427" cy="409160"/>
              <a:chOff x="3514981" y="2212423"/>
              <a:chExt cx="2483427" cy="409160"/>
            </a:xfrm>
          </p:grpSpPr>
          <p:sp>
            <p:nvSpPr>
              <p:cNvPr id="120" name="矩形 119">
                <a:extLst>
                  <a:ext uri="{FF2B5EF4-FFF2-40B4-BE49-F238E27FC236}">
                    <a16:creationId xmlns:a16="http://schemas.microsoft.com/office/drawing/2014/main" id="{2DCC97D6-121E-42B3-BDDE-B3C739F178BD}"/>
                  </a:ext>
                </a:extLst>
              </p:cNvPr>
              <p:cNvSpPr/>
              <p:nvPr/>
            </p:nvSpPr>
            <p:spPr>
              <a:xfrm>
                <a:off x="3925381" y="2212423"/>
                <a:ext cx="2073027" cy="40916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SequencedSet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&lt;</a:t>
                </a:r>
                <a:r>
                  <a:rPr lang="en-US" altLang="zh-CN" sz="1600" dirty="0">
                    <a:solidFill>
                      <a:srgbClr val="F8CCB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&gt;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21" name="组合 120">
                <a:extLst>
                  <a:ext uri="{FF2B5EF4-FFF2-40B4-BE49-F238E27FC236}">
                    <a16:creationId xmlns:a16="http://schemas.microsoft.com/office/drawing/2014/main" id="{E2D21C93-FF4E-4681-9D16-5927742DA277}"/>
                  </a:ext>
                </a:extLst>
              </p:cNvPr>
              <p:cNvGrpSpPr/>
              <p:nvPr/>
            </p:nvGrpSpPr>
            <p:grpSpPr>
              <a:xfrm>
                <a:off x="3514981" y="2212423"/>
                <a:ext cx="410400" cy="409160"/>
                <a:chOff x="3345178" y="3371050"/>
                <a:chExt cx="410400" cy="409160"/>
              </a:xfrm>
            </p:grpSpPr>
            <p:sp>
              <p:nvSpPr>
                <p:cNvPr id="122" name="矩形 121">
                  <a:extLst>
                    <a:ext uri="{FF2B5EF4-FFF2-40B4-BE49-F238E27FC236}">
                      <a16:creationId xmlns:a16="http://schemas.microsoft.com/office/drawing/2014/main" id="{4450BE57-1C0E-4451-97DE-EDB04ED9C2C5}"/>
                    </a:ext>
                  </a:extLst>
                </p:cNvPr>
                <p:cNvSpPr/>
                <p:nvPr/>
              </p:nvSpPr>
              <p:spPr>
                <a:xfrm>
                  <a:off x="3345178" y="3371050"/>
                  <a:ext cx="410400" cy="409160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123" name="组合 122">
                  <a:extLst>
                    <a:ext uri="{FF2B5EF4-FFF2-40B4-BE49-F238E27FC236}">
                      <a16:creationId xmlns:a16="http://schemas.microsoft.com/office/drawing/2014/main" id="{4AFCFD9D-E87F-4CDE-AEDC-9D4E271774C0}"/>
                    </a:ext>
                  </a:extLst>
                </p:cNvPr>
                <p:cNvGrpSpPr/>
                <p:nvPr/>
              </p:nvGrpSpPr>
              <p:grpSpPr>
                <a:xfrm>
                  <a:off x="3405520" y="3430772"/>
                  <a:ext cx="289719" cy="289719"/>
                  <a:chOff x="3383756" y="3407569"/>
                  <a:chExt cx="333376" cy="333376"/>
                </a:xfrm>
              </p:grpSpPr>
              <p:sp>
                <p:nvSpPr>
                  <p:cNvPr id="124" name="椭圆 123">
                    <a:extLst>
                      <a:ext uri="{FF2B5EF4-FFF2-40B4-BE49-F238E27FC236}">
                        <a16:creationId xmlns:a16="http://schemas.microsoft.com/office/drawing/2014/main" id="{9AF993D2-4F9F-4129-8FE3-4FC78DBA2687}"/>
                      </a:ext>
                    </a:extLst>
                  </p:cNvPr>
                  <p:cNvSpPr/>
                  <p:nvPr/>
                </p:nvSpPr>
                <p:spPr>
                  <a:xfrm>
                    <a:off x="3383756" y="3407569"/>
                    <a:ext cx="333376" cy="33337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125" name="椭圆 124">
                    <a:extLst>
                      <a:ext uri="{FF2B5EF4-FFF2-40B4-BE49-F238E27FC236}">
                        <a16:creationId xmlns:a16="http://schemas.microsoft.com/office/drawing/2014/main" id="{543978A0-467B-418A-A7F7-985F252A5A44}"/>
                      </a:ext>
                    </a:extLst>
                  </p:cNvPr>
                  <p:cNvSpPr/>
                  <p:nvPr/>
                </p:nvSpPr>
                <p:spPr>
                  <a:xfrm>
                    <a:off x="3426618" y="3450431"/>
                    <a:ext cx="247650" cy="24765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6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I</a:t>
                    </a:r>
                    <a:endParaRPr lang="zh-CN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  <p:grpSp>
          <p:nvGrpSpPr>
            <p:cNvPr id="250" name="组合 249">
              <a:extLst>
                <a:ext uri="{FF2B5EF4-FFF2-40B4-BE49-F238E27FC236}">
                  <a16:creationId xmlns:a16="http://schemas.microsoft.com/office/drawing/2014/main" id="{651C3E06-166F-4E62-86D7-93282C04F0EB}"/>
                </a:ext>
              </a:extLst>
            </p:cNvPr>
            <p:cNvGrpSpPr/>
            <p:nvPr/>
          </p:nvGrpSpPr>
          <p:grpSpPr>
            <a:xfrm>
              <a:off x="2429540" y="3826408"/>
              <a:ext cx="1996787" cy="409160"/>
              <a:chOff x="3688813" y="3147630"/>
              <a:chExt cx="1996787" cy="409160"/>
            </a:xfrm>
          </p:grpSpPr>
          <p:sp>
            <p:nvSpPr>
              <p:cNvPr id="126" name="矩形 125">
                <a:extLst>
                  <a:ext uri="{FF2B5EF4-FFF2-40B4-BE49-F238E27FC236}">
                    <a16:creationId xmlns:a16="http://schemas.microsoft.com/office/drawing/2014/main" id="{83717B85-CD0A-454F-B98B-B3698E5E800F}"/>
                  </a:ext>
                </a:extLst>
              </p:cNvPr>
              <p:cNvSpPr/>
              <p:nvPr/>
            </p:nvSpPr>
            <p:spPr>
              <a:xfrm>
                <a:off x="4099214" y="3147630"/>
                <a:ext cx="1586386" cy="40916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SortedSet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&lt;</a:t>
                </a:r>
                <a:r>
                  <a:rPr lang="en-US" altLang="zh-CN" sz="1600" dirty="0">
                    <a:solidFill>
                      <a:srgbClr val="F8CCB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&gt;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27" name="组合 126">
                <a:extLst>
                  <a:ext uri="{FF2B5EF4-FFF2-40B4-BE49-F238E27FC236}">
                    <a16:creationId xmlns:a16="http://schemas.microsoft.com/office/drawing/2014/main" id="{7FE631CC-AA61-47DB-BD08-2D7A7315CDD4}"/>
                  </a:ext>
                </a:extLst>
              </p:cNvPr>
              <p:cNvGrpSpPr/>
              <p:nvPr/>
            </p:nvGrpSpPr>
            <p:grpSpPr>
              <a:xfrm>
                <a:off x="3688813" y="3147630"/>
                <a:ext cx="410400" cy="409160"/>
                <a:chOff x="3345178" y="3371050"/>
                <a:chExt cx="410400" cy="409160"/>
              </a:xfrm>
            </p:grpSpPr>
            <p:sp>
              <p:nvSpPr>
                <p:cNvPr id="128" name="矩形 127">
                  <a:extLst>
                    <a:ext uri="{FF2B5EF4-FFF2-40B4-BE49-F238E27FC236}">
                      <a16:creationId xmlns:a16="http://schemas.microsoft.com/office/drawing/2014/main" id="{B9A2A0DA-CE1A-458A-9C9E-0273855B2293}"/>
                    </a:ext>
                  </a:extLst>
                </p:cNvPr>
                <p:cNvSpPr/>
                <p:nvPr/>
              </p:nvSpPr>
              <p:spPr>
                <a:xfrm>
                  <a:off x="3345178" y="3371050"/>
                  <a:ext cx="410400" cy="409160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129" name="组合 128">
                  <a:extLst>
                    <a:ext uri="{FF2B5EF4-FFF2-40B4-BE49-F238E27FC236}">
                      <a16:creationId xmlns:a16="http://schemas.microsoft.com/office/drawing/2014/main" id="{1F8F62D4-AAF8-4C9B-BA8C-8EA6A84BF509}"/>
                    </a:ext>
                  </a:extLst>
                </p:cNvPr>
                <p:cNvGrpSpPr/>
                <p:nvPr/>
              </p:nvGrpSpPr>
              <p:grpSpPr>
                <a:xfrm>
                  <a:off x="3405520" y="3430772"/>
                  <a:ext cx="289719" cy="289719"/>
                  <a:chOff x="3383756" y="3407569"/>
                  <a:chExt cx="333376" cy="333376"/>
                </a:xfrm>
              </p:grpSpPr>
              <p:sp>
                <p:nvSpPr>
                  <p:cNvPr id="130" name="椭圆 129">
                    <a:extLst>
                      <a:ext uri="{FF2B5EF4-FFF2-40B4-BE49-F238E27FC236}">
                        <a16:creationId xmlns:a16="http://schemas.microsoft.com/office/drawing/2014/main" id="{F3D1E4C6-311D-4F95-A404-1C8B113A0281}"/>
                      </a:ext>
                    </a:extLst>
                  </p:cNvPr>
                  <p:cNvSpPr/>
                  <p:nvPr/>
                </p:nvSpPr>
                <p:spPr>
                  <a:xfrm>
                    <a:off x="3383756" y="3407569"/>
                    <a:ext cx="333376" cy="33337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131" name="椭圆 130">
                    <a:extLst>
                      <a:ext uri="{FF2B5EF4-FFF2-40B4-BE49-F238E27FC236}">
                        <a16:creationId xmlns:a16="http://schemas.microsoft.com/office/drawing/2014/main" id="{93C20B09-7971-4009-8C74-6B144066C0AD}"/>
                      </a:ext>
                    </a:extLst>
                  </p:cNvPr>
                  <p:cNvSpPr/>
                  <p:nvPr/>
                </p:nvSpPr>
                <p:spPr>
                  <a:xfrm>
                    <a:off x="3426618" y="3450431"/>
                    <a:ext cx="247650" cy="24765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6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I</a:t>
                    </a:r>
                    <a:endParaRPr lang="zh-CN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  <p:grpSp>
          <p:nvGrpSpPr>
            <p:cNvPr id="249" name="组合 248">
              <a:extLst>
                <a:ext uri="{FF2B5EF4-FFF2-40B4-BE49-F238E27FC236}">
                  <a16:creationId xmlns:a16="http://schemas.microsoft.com/office/drawing/2014/main" id="{86D79E49-14D4-44F2-95B5-F3F15030EA42}"/>
                </a:ext>
              </a:extLst>
            </p:cNvPr>
            <p:cNvGrpSpPr/>
            <p:nvPr/>
          </p:nvGrpSpPr>
          <p:grpSpPr>
            <a:xfrm>
              <a:off x="6545733" y="3826408"/>
              <a:ext cx="1664659" cy="409160"/>
              <a:chOff x="5968041" y="3147630"/>
              <a:chExt cx="1664659" cy="409160"/>
            </a:xfrm>
          </p:grpSpPr>
          <p:sp>
            <p:nvSpPr>
              <p:cNvPr id="132" name="矩形 131">
                <a:extLst>
                  <a:ext uri="{FF2B5EF4-FFF2-40B4-BE49-F238E27FC236}">
                    <a16:creationId xmlns:a16="http://schemas.microsoft.com/office/drawing/2014/main" id="{CC5E1706-0C79-4BAF-B84E-62C1E27A5C15}"/>
                  </a:ext>
                </a:extLst>
              </p:cNvPr>
              <p:cNvSpPr/>
              <p:nvPr/>
            </p:nvSpPr>
            <p:spPr>
              <a:xfrm>
                <a:off x="6378442" y="3147630"/>
                <a:ext cx="1254258" cy="40916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Queue&lt;</a:t>
                </a:r>
                <a:r>
                  <a:rPr lang="en-US" altLang="zh-CN" sz="1600" dirty="0">
                    <a:solidFill>
                      <a:srgbClr val="F8CCB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&gt;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33" name="组合 132">
                <a:extLst>
                  <a:ext uri="{FF2B5EF4-FFF2-40B4-BE49-F238E27FC236}">
                    <a16:creationId xmlns:a16="http://schemas.microsoft.com/office/drawing/2014/main" id="{D8B3E232-C3E5-4B2D-BDC1-C5A5AB9D4121}"/>
                  </a:ext>
                </a:extLst>
              </p:cNvPr>
              <p:cNvGrpSpPr/>
              <p:nvPr/>
            </p:nvGrpSpPr>
            <p:grpSpPr>
              <a:xfrm>
                <a:off x="5968041" y="3147630"/>
                <a:ext cx="410400" cy="409160"/>
                <a:chOff x="3345178" y="3371050"/>
                <a:chExt cx="410400" cy="409160"/>
              </a:xfrm>
            </p:grpSpPr>
            <p:sp>
              <p:nvSpPr>
                <p:cNvPr id="134" name="矩形 133">
                  <a:extLst>
                    <a:ext uri="{FF2B5EF4-FFF2-40B4-BE49-F238E27FC236}">
                      <a16:creationId xmlns:a16="http://schemas.microsoft.com/office/drawing/2014/main" id="{0A63F63E-37B2-465F-9E68-C1172406820E}"/>
                    </a:ext>
                  </a:extLst>
                </p:cNvPr>
                <p:cNvSpPr/>
                <p:nvPr/>
              </p:nvSpPr>
              <p:spPr>
                <a:xfrm>
                  <a:off x="3345178" y="3371050"/>
                  <a:ext cx="410400" cy="409160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135" name="组合 134">
                  <a:extLst>
                    <a:ext uri="{FF2B5EF4-FFF2-40B4-BE49-F238E27FC236}">
                      <a16:creationId xmlns:a16="http://schemas.microsoft.com/office/drawing/2014/main" id="{4366AC87-06EF-4961-B117-C69AB36A0833}"/>
                    </a:ext>
                  </a:extLst>
                </p:cNvPr>
                <p:cNvGrpSpPr/>
                <p:nvPr/>
              </p:nvGrpSpPr>
              <p:grpSpPr>
                <a:xfrm>
                  <a:off x="3405520" y="3430772"/>
                  <a:ext cx="289719" cy="289719"/>
                  <a:chOff x="3383756" y="3407569"/>
                  <a:chExt cx="333376" cy="333376"/>
                </a:xfrm>
              </p:grpSpPr>
              <p:sp>
                <p:nvSpPr>
                  <p:cNvPr id="136" name="椭圆 135">
                    <a:extLst>
                      <a:ext uri="{FF2B5EF4-FFF2-40B4-BE49-F238E27FC236}">
                        <a16:creationId xmlns:a16="http://schemas.microsoft.com/office/drawing/2014/main" id="{D989031C-E973-4256-94AD-4B5B262953D0}"/>
                      </a:ext>
                    </a:extLst>
                  </p:cNvPr>
                  <p:cNvSpPr/>
                  <p:nvPr/>
                </p:nvSpPr>
                <p:spPr>
                  <a:xfrm>
                    <a:off x="3383756" y="3407569"/>
                    <a:ext cx="333376" cy="33337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137" name="椭圆 136">
                    <a:extLst>
                      <a:ext uri="{FF2B5EF4-FFF2-40B4-BE49-F238E27FC236}">
                        <a16:creationId xmlns:a16="http://schemas.microsoft.com/office/drawing/2014/main" id="{6A7BCDFE-3DE4-461D-B722-4024AC650E4F}"/>
                      </a:ext>
                    </a:extLst>
                  </p:cNvPr>
                  <p:cNvSpPr/>
                  <p:nvPr/>
                </p:nvSpPr>
                <p:spPr>
                  <a:xfrm>
                    <a:off x="3426618" y="3450431"/>
                    <a:ext cx="247650" cy="24765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6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I</a:t>
                    </a:r>
                    <a:endParaRPr lang="zh-CN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  <p:grpSp>
          <p:nvGrpSpPr>
            <p:cNvPr id="245" name="组合 244">
              <a:extLst>
                <a:ext uri="{FF2B5EF4-FFF2-40B4-BE49-F238E27FC236}">
                  <a16:creationId xmlns:a16="http://schemas.microsoft.com/office/drawing/2014/main" id="{3D200225-C7B0-4AC8-9479-E217774C09D3}"/>
                </a:ext>
              </a:extLst>
            </p:cNvPr>
            <p:cNvGrpSpPr/>
            <p:nvPr/>
          </p:nvGrpSpPr>
          <p:grpSpPr>
            <a:xfrm>
              <a:off x="2266015" y="4810318"/>
              <a:ext cx="2338995" cy="409160"/>
              <a:chOff x="3757004" y="4167797"/>
              <a:chExt cx="2338995" cy="409160"/>
            </a:xfrm>
          </p:grpSpPr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DF46698D-43F8-4D55-9628-DBC81E544E2E}"/>
                  </a:ext>
                </a:extLst>
              </p:cNvPr>
              <p:cNvSpPr/>
              <p:nvPr/>
            </p:nvSpPr>
            <p:spPr>
              <a:xfrm>
                <a:off x="4167405" y="4167797"/>
                <a:ext cx="1928594" cy="40916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NavigableSet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&lt;</a:t>
                </a:r>
                <a:r>
                  <a:rPr lang="en-US" altLang="zh-CN" sz="1600" dirty="0">
                    <a:solidFill>
                      <a:srgbClr val="F8CCB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&gt;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39" name="组合 138">
                <a:extLst>
                  <a:ext uri="{FF2B5EF4-FFF2-40B4-BE49-F238E27FC236}">
                    <a16:creationId xmlns:a16="http://schemas.microsoft.com/office/drawing/2014/main" id="{18734447-2664-4887-B1D1-AC49B0760B34}"/>
                  </a:ext>
                </a:extLst>
              </p:cNvPr>
              <p:cNvGrpSpPr/>
              <p:nvPr/>
            </p:nvGrpSpPr>
            <p:grpSpPr>
              <a:xfrm>
                <a:off x="3757004" y="4167797"/>
                <a:ext cx="410400" cy="409160"/>
                <a:chOff x="3345178" y="3371050"/>
                <a:chExt cx="410400" cy="409160"/>
              </a:xfrm>
            </p:grpSpPr>
            <p:sp>
              <p:nvSpPr>
                <p:cNvPr id="140" name="矩形 139">
                  <a:extLst>
                    <a:ext uri="{FF2B5EF4-FFF2-40B4-BE49-F238E27FC236}">
                      <a16:creationId xmlns:a16="http://schemas.microsoft.com/office/drawing/2014/main" id="{D7E92117-3C62-4E81-BF12-3C12C87ABEB0}"/>
                    </a:ext>
                  </a:extLst>
                </p:cNvPr>
                <p:cNvSpPr/>
                <p:nvPr/>
              </p:nvSpPr>
              <p:spPr>
                <a:xfrm>
                  <a:off x="3345178" y="3371050"/>
                  <a:ext cx="410400" cy="409160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141" name="组合 140">
                  <a:extLst>
                    <a:ext uri="{FF2B5EF4-FFF2-40B4-BE49-F238E27FC236}">
                      <a16:creationId xmlns:a16="http://schemas.microsoft.com/office/drawing/2014/main" id="{BC838CCA-4EFE-4BAE-A736-0A72F726D292}"/>
                    </a:ext>
                  </a:extLst>
                </p:cNvPr>
                <p:cNvGrpSpPr/>
                <p:nvPr/>
              </p:nvGrpSpPr>
              <p:grpSpPr>
                <a:xfrm>
                  <a:off x="3405520" y="3430772"/>
                  <a:ext cx="289719" cy="289719"/>
                  <a:chOff x="3383756" y="3407569"/>
                  <a:chExt cx="333376" cy="333376"/>
                </a:xfrm>
              </p:grpSpPr>
              <p:sp>
                <p:nvSpPr>
                  <p:cNvPr id="142" name="椭圆 141">
                    <a:extLst>
                      <a:ext uri="{FF2B5EF4-FFF2-40B4-BE49-F238E27FC236}">
                        <a16:creationId xmlns:a16="http://schemas.microsoft.com/office/drawing/2014/main" id="{79A88545-6AB6-49A2-9CAD-B574A2EB47A4}"/>
                      </a:ext>
                    </a:extLst>
                  </p:cNvPr>
                  <p:cNvSpPr/>
                  <p:nvPr/>
                </p:nvSpPr>
                <p:spPr>
                  <a:xfrm>
                    <a:off x="3383756" y="3407569"/>
                    <a:ext cx="333376" cy="33337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143" name="椭圆 142">
                    <a:extLst>
                      <a:ext uri="{FF2B5EF4-FFF2-40B4-BE49-F238E27FC236}">
                        <a16:creationId xmlns:a16="http://schemas.microsoft.com/office/drawing/2014/main" id="{70097370-F3E9-4645-A380-EF008F727292}"/>
                      </a:ext>
                    </a:extLst>
                  </p:cNvPr>
                  <p:cNvSpPr/>
                  <p:nvPr/>
                </p:nvSpPr>
                <p:spPr>
                  <a:xfrm>
                    <a:off x="3426618" y="3450431"/>
                    <a:ext cx="247650" cy="24765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6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I</a:t>
                    </a:r>
                    <a:endParaRPr lang="zh-CN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  <p:grpSp>
          <p:nvGrpSpPr>
            <p:cNvPr id="244" name="组合 243">
              <a:extLst>
                <a:ext uri="{FF2B5EF4-FFF2-40B4-BE49-F238E27FC236}">
                  <a16:creationId xmlns:a16="http://schemas.microsoft.com/office/drawing/2014/main" id="{A587F02C-627A-4C34-8B58-C5FF6E079F16}"/>
                </a:ext>
              </a:extLst>
            </p:cNvPr>
            <p:cNvGrpSpPr/>
            <p:nvPr/>
          </p:nvGrpSpPr>
          <p:grpSpPr>
            <a:xfrm>
              <a:off x="-636651" y="4802373"/>
              <a:ext cx="1945383" cy="410853"/>
              <a:chOff x="1389322" y="4150797"/>
              <a:chExt cx="1945383" cy="410853"/>
            </a:xfrm>
          </p:grpSpPr>
          <p:sp>
            <p:nvSpPr>
              <p:cNvPr id="144" name="矩形 143">
                <a:extLst>
                  <a:ext uri="{FF2B5EF4-FFF2-40B4-BE49-F238E27FC236}">
                    <a16:creationId xmlns:a16="http://schemas.microsoft.com/office/drawing/2014/main" id="{B5AC9646-51DD-4FC5-9B67-11D1150CEEB4}"/>
                  </a:ext>
                </a:extLst>
              </p:cNvPr>
              <p:cNvSpPr/>
              <p:nvPr/>
            </p:nvSpPr>
            <p:spPr>
              <a:xfrm>
                <a:off x="1802664" y="4150797"/>
                <a:ext cx="1532041" cy="40916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EnumSet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&lt;</a:t>
                </a:r>
                <a:r>
                  <a:rPr lang="en-US" altLang="zh-CN" sz="1600" dirty="0">
                    <a:solidFill>
                      <a:srgbClr val="F8CCB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&gt;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45" name="组合 144">
                <a:extLst>
                  <a:ext uri="{FF2B5EF4-FFF2-40B4-BE49-F238E27FC236}">
                    <a16:creationId xmlns:a16="http://schemas.microsoft.com/office/drawing/2014/main" id="{77FB1355-BE5A-487E-BEFE-0A375F82BD12}"/>
                  </a:ext>
                </a:extLst>
              </p:cNvPr>
              <p:cNvGrpSpPr/>
              <p:nvPr/>
            </p:nvGrpSpPr>
            <p:grpSpPr>
              <a:xfrm>
                <a:off x="1389322" y="4152490"/>
                <a:ext cx="410400" cy="409160"/>
                <a:chOff x="3755578" y="5169687"/>
                <a:chExt cx="410400" cy="409160"/>
              </a:xfrm>
            </p:grpSpPr>
            <p:sp>
              <p:nvSpPr>
                <p:cNvPr id="146" name="矩形 145">
                  <a:extLst>
                    <a:ext uri="{FF2B5EF4-FFF2-40B4-BE49-F238E27FC236}">
                      <a16:creationId xmlns:a16="http://schemas.microsoft.com/office/drawing/2014/main" id="{104E87C3-3A1E-415C-B64F-E07AD1BE5BDE}"/>
                    </a:ext>
                  </a:extLst>
                </p:cNvPr>
                <p:cNvSpPr/>
                <p:nvPr/>
              </p:nvSpPr>
              <p:spPr>
                <a:xfrm>
                  <a:off x="3755578" y="5169687"/>
                  <a:ext cx="410400" cy="409160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47" name="椭圆 146">
                  <a:extLst>
                    <a:ext uri="{FF2B5EF4-FFF2-40B4-BE49-F238E27FC236}">
                      <a16:creationId xmlns:a16="http://schemas.microsoft.com/office/drawing/2014/main" id="{FE32ADE5-790E-408A-AF96-B900F554AB24}"/>
                    </a:ext>
                  </a:extLst>
                </p:cNvPr>
                <p:cNvSpPr/>
                <p:nvPr/>
              </p:nvSpPr>
              <p:spPr>
                <a:xfrm>
                  <a:off x="3815918" y="5229407"/>
                  <a:ext cx="289719" cy="28971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cxnSp>
              <p:nvCxnSpPr>
                <p:cNvPr id="148" name="直接连接符 147">
                  <a:extLst>
                    <a:ext uri="{FF2B5EF4-FFF2-40B4-BE49-F238E27FC236}">
                      <a16:creationId xmlns:a16="http://schemas.microsoft.com/office/drawing/2014/main" id="{46D10894-4F39-413C-A4EE-B35DBA0D8217}"/>
                    </a:ext>
                  </a:extLst>
                </p:cNvPr>
                <p:cNvCxnSpPr>
                  <a:cxnSpLocks/>
                  <a:stCxn id="147" idx="2"/>
                  <a:endCxn id="147" idx="6"/>
                </p:cNvCxnSpPr>
                <p:nvPr/>
              </p:nvCxnSpPr>
              <p:spPr>
                <a:xfrm>
                  <a:off x="3815918" y="5374267"/>
                  <a:ext cx="289719" cy="0"/>
                </a:xfrm>
                <a:prstGeom prst="line">
                  <a:avLst/>
                </a:prstGeom>
                <a:ln w="63500" cap="flat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直接连接符 148">
                  <a:extLst>
                    <a:ext uri="{FF2B5EF4-FFF2-40B4-BE49-F238E27FC236}">
                      <a16:creationId xmlns:a16="http://schemas.microsoft.com/office/drawing/2014/main" id="{3C53D6B4-28A5-4B3A-A9A3-722C3B56C233}"/>
                    </a:ext>
                  </a:extLst>
                </p:cNvPr>
                <p:cNvCxnSpPr>
                  <a:cxnSpLocks/>
                  <a:stCxn id="147" idx="0"/>
                  <a:endCxn id="147" idx="4"/>
                </p:cNvCxnSpPr>
                <p:nvPr/>
              </p:nvCxnSpPr>
              <p:spPr>
                <a:xfrm>
                  <a:off x="3960778" y="5229407"/>
                  <a:ext cx="0" cy="289719"/>
                </a:xfrm>
                <a:prstGeom prst="line">
                  <a:avLst/>
                </a:prstGeom>
                <a:ln w="63500" cap="flat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0" name="椭圆 149">
                  <a:extLst>
                    <a:ext uri="{FF2B5EF4-FFF2-40B4-BE49-F238E27FC236}">
                      <a16:creationId xmlns:a16="http://schemas.microsoft.com/office/drawing/2014/main" id="{29F2BD6F-4B73-43B8-97F8-8EDE5252D4A8}"/>
                    </a:ext>
                  </a:extLst>
                </p:cNvPr>
                <p:cNvSpPr/>
                <p:nvPr/>
              </p:nvSpPr>
              <p:spPr>
                <a:xfrm>
                  <a:off x="3853167" y="5266656"/>
                  <a:ext cx="215219" cy="215219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</a:t>
                  </a:r>
                  <a:endParaRPr lang="zh-CN" altLang="en-US" sz="16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246" name="组合 245">
              <a:extLst>
                <a:ext uri="{FF2B5EF4-FFF2-40B4-BE49-F238E27FC236}">
                  <a16:creationId xmlns:a16="http://schemas.microsoft.com/office/drawing/2014/main" id="{82B645C2-FCC6-411B-B630-F043B0864082}"/>
                </a:ext>
              </a:extLst>
            </p:cNvPr>
            <p:cNvGrpSpPr/>
            <p:nvPr/>
          </p:nvGrpSpPr>
          <p:grpSpPr>
            <a:xfrm>
              <a:off x="4876401" y="4802373"/>
              <a:ext cx="2519245" cy="410853"/>
              <a:chOff x="6294555" y="4164238"/>
              <a:chExt cx="2519245" cy="410853"/>
            </a:xfrm>
          </p:grpSpPr>
          <p:sp>
            <p:nvSpPr>
              <p:cNvPr id="151" name="矩形 150">
                <a:extLst>
                  <a:ext uri="{FF2B5EF4-FFF2-40B4-BE49-F238E27FC236}">
                    <a16:creationId xmlns:a16="http://schemas.microsoft.com/office/drawing/2014/main" id="{84FBC09A-2F85-466F-9804-B28DEB684449}"/>
                  </a:ext>
                </a:extLst>
              </p:cNvPr>
              <p:cNvSpPr/>
              <p:nvPr/>
            </p:nvSpPr>
            <p:spPr>
              <a:xfrm>
                <a:off x="6707897" y="4164238"/>
                <a:ext cx="2105903" cy="40916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AbstractQueue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&lt;</a:t>
                </a:r>
                <a:r>
                  <a:rPr lang="en-US" altLang="zh-CN" sz="1600" dirty="0">
                    <a:solidFill>
                      <a:srgbClr val="F8CCB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&gt;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52" name="组合 151">
                <a:extLst>
                  <a:ext uri="{FF2B5EF4-FFF2-40B4-BE49-F238E27FC236}">
                    <a16:creationId xmlns:a16="http://schemas.microsoft.com/office/drawing/2014/main" id="{2956CB9D-A3A7-4861-804F-30C410A679F8}"/>
                  </a:ext>
                </a:extLst>
              </p:cNvPr>
              <p:cNvGrpSpPr/>
              <p:nvPr/>
            </p:nvGrpSpPr>
            <p:grpSpPr>
              <a:xfrm>
                <a:off x="6294555" y="4165931"/>
                <a:ext cx="410400" cy="409160"/>
                <a:chOff x="3755578" y="5169687"/>
                <a:chExt cx="410400" cy="409160"/>
              </a:xfrm>
            </p:grpSpPr>
            <p:sp>
              <p:nvSpPr>
                <p:cNvPr id="153" name="矩形 152">
                  <a:extLst>
                    <a:ext uri="{FF2B5EF4-FFF2-40B4-BE49-F238E27FC236}">
                      <a16:creationId xmlns:a16="http://schemas.microsoft.com/office/drawing/2014/main" id="{868543E5-E369-4C02-80B6-8FF726620998}"/>
                    </a:ext>
                  </a:extLst>
                </p:cNvPr>
                <p:cNvSpPr/>
                <p:nvPr/>
              </p:nvSpPr>
              <p:spPr>
                <a:xfrm>
                  <a:off x="3755578" y="5169687"/>
                  <a:ext cx="410400" cy="409160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54" name="椭圆 153">
                  <a:extLst>
                    <a:ext uri="{FF2B5EF4-FFF2-40B4-BE49-F238E27FC236}">
                      <a16:creationId xmlns:a16="http://schemas.microsoft.com/office/drawing/2014/main" id="{1009030B-2FC3-47FD-9151-BA213C3C9E98}"/>
                    </a:ext>
                  </a:extLst>
                </p:cNvPr>
                <p:cNvSpPr/>
                <p:nvPr/>
              </p:nvSpPr>
              <p:spPr>
                <a:xfrm>
                  <a:off x="3815918" y="5229407"/>
                  <a:ext cx="289719" cy="28971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cxnSp>
              <p:nvCxnSpPr>
                <p:cNvPr id="155" name="直接连接符 154">
                  <a:extLst>
                    <a:ext uri="{FF2B5EF4-FFF2-40B4-BE49-F238E27FC236}">
                      <a16:creationId xmlns:a16="http://schemas.microsoft.com/office/drawing/2014/main" id="{7111B241-3F98-4E4C-8DBE-04B225FE0FB0}"/>
                    </a:ext>
                  </a:extLst>
                </p:cNvPr>
                <p:cNvCxnSpPr>
                  <a:cxnSpLocks/>
                  <a:stCxn id="154" idx="2"/>
                  <a:endCxn id="154" idx="6"/>
                </p:cNvCxnSpPr>
                <p:nvPr/>
              </p:nvCxnSpPr>
              <p:spPr>
                <a:xfrm>
                  <a:off x="3815918" y="5374267"/>
                  <a:ext cx="289719" cy="0"/>
                </a:xfrm>
                <a:prstGeom prst="line">
                  <a:avLst/>
                </a:prstGeom>
                <a:ln w="63500" cap="flat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6" name="直接连接符 155">
                  <a:extLst>
                    <a:ext uri="{FF2B5EF4-FFF2-40B4-BE49-F238E27FC236}">
                      <a16:creationId xmlns:a16="http://schemas.microsoft.com/office/drawing/2014/main" id="{CCBB9BF5-BF36-4D35-A789-29271207A4E1}"/>
                    </a:ext>
                  </a:extLst>
                </p:cNvPr>
                <p:cNvCxnSpPr>
                  <a:cxnSpLocks/>
                  <a:stCxn id="154" idx="0"/>
                  <a:endCxn id="154" idx="4"/>
                </p:cNvCxnSpPr>
                <p:nvPr/>
              </p:nvCxnSpPr>
              <p:spPr>
                <a:xfrm>
                  <a:off x="3960778" y="5229407"/>
                  <a:ext cx="0" cy="289719"/>
                </a:xfrm>
                <a:prstGeom prst="line">
                  <a:avLst/>
                </a:prstGeom>
                <a:ln w="63500" cap="flat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7" name="椭圆 156">
                  <a:extLst>
                    <a:ext uri="{FF2B5EF4-FFF2-40B4-BE49-F238E27FC236}">
                      <a16:creationId xmlns:a16="http://schemas.microsoft.com/office/drawing/2014/main" id="{37BF9171-35FC-478A-AD50-680C54EA5266}"/>
                    </a:ext>
                  </a:extLst>
                </p:cNvPr>
                <p:cNvSpPr/>
                <p:nvPr/>
              </p:nvSpPr>
              <p:spPr>
                <a:xfrm>
                  <a:off x="3853167" y="5266656"/>
                  <a:ext cx="215219" cy="215219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</a:t>
                  </a:r>
                  <a:endParaRPr lang="zh-CN" altLang="en-US" sz="16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253" name="组合 252">
              <a:extLst>
                <a:ext uri="{FF2B5EF4-FFF2-40B4-BE49-F238E27FC236}">
                  <a16:creationId xmlns:a16="http://schemas.microsoft.com/office/drawing/2014/main" id="{89DBB53C-E4DA-4C6C-804B-C9975DC99AD5}"/>
                </a:ext>
              </a:extLst>
            </p:cNvPr>
            <p:cNvGrpSpPr/>
            <p:nvPr/>
          </p:nvGrpSpPr>
          <p:grpSpPr>
            <a:xfrm>
              <a:off x="8448821" y="2805653"/>
              <a:ext cx="2874845" cy="410853"/>
              <a:chOff x="6294555" y="2140783"/>
              <a:chExt cx="2874845" cy="410853"/>
            </a:xfrm>
          </p:grpSpPr>
          <p:sp>
            <p:nvSpPr>
              <p:cNvPr id="158" name="矩形 157">
                <a:extLst>
                  <a:ext uri="{FF2B5EF4-FFF2-40B4-BE49-F238E27FC236}">
                    <a16:creationId xmlns:a16="http://schemas.microsoft.com/office/drawing/2014/main" id="{773F4015-5F7B-4160-8432-4FB61B8E79F9}"/>
                  </a:ext>
                </a:extLst>
              </p:cNvPr>
              <p:cNvSpPr/>
              <p:nvPr/>
            </p:nvSpPr>
            <p:spPr>
              <a:xfrm>
                <a:off x="6707897" y="2140783"/>
                <a:ext cx="2461503" cy="40916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AbstractCollection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&lt;</a:t>
                </a:r>
                <a:r>
                  <a:rPr lang="en-US" altLang="zh-CN" sz="1600" dirty="0">
                    <a:solidFill>
                      <a:srgbClr val="F8CCB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&gt;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59" name="组合 158">
                <a:extLst>
                  <a:ext uri="{FF2B5EF4-FFF2-40B4-BE49-F238E27FC236}">
                    <a16:creationId xmlns:a16="http://schemas.microsoft.com/office/drawing/2014/main" id="{E9221EEC-66A5-4067-8EBA-996F6076390E}"/>
                  </a:ext>
                </a:extLst>
              </p:cNvPr>
              <p:cNvGrpSpPr/>
              <p:nvPr/>
            </p:nvGrpSpPr>
            <p:grpSpPr>
              <a:xfrm>
                <a:off x="6294555" y="2142476"/>
                <a:ext cx="410400" cy="409160"/>
                <a:chOff x="3755578" y="5169687"/>
                <a:chExt cx="410400" cy="409160"/>
              </a:xfrm>
            </p:grpSpPr>
            <p:sp>
              <p:nvSpPr>
                <p:cNvPr id="160" name="矩形 159">
                  <a:extLst>
                    <a:ext uri="{FF2B5EF4-FFF2-40B4-BE49-F238E27FC236}">
                      <a16:creationId xmlns:a16="http://schemas.microsoft.com/office/drawing/2014/main" id="{DBE5FB15-5EC6-4618-A9D1-50B0705C8880}"/>
                    </a:ext>
                  </a:extLst>
                </p:cNvPr>
                <p:cNvSpPr/>
                <p:nvPr/>
              </p:nvSpPr>
              <p:spPr>
                <a:xfrm>
                  <a:off x="3755578" y="5169687"/>
                  <a:ext cx="410400" cy="409160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61" name="椭圆 160">
                  <a:extLst>
                    <a:ext uri="{FF2B5EF4-FFF2-40B4-BE49-F238E27FC236}">
                      <a16:creationId xmlns:a16="http://schemas.microsoft.com/office/drawing/2014/main" id="{9B67C172-A8C5-4A9E-8817-BD781CDC2EA6}"/>
                    </a:ext>
                  </a:extLst>
                </p:cNvPr>
                <p:cNvSpPr/>
                <p:nvPr/>
              </p:nvSpPr>
              <p:spPr>
                <a:xfrm>
                  <a:off x="3815918" y="5229407"/>
                  <a:ext cx="289719" cy="28971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cxnSp>
              <p:nvCxnSpPr>
                <p:cNvPr id="162" name="直接连接符 161">
                  <a:extLst>
                    <a:ext uri="{FF2B5EF4-FFF2-40B4-BE49-F238E27FC236}">
                      <a16:creationId xmlns:a16="http://schemas.microsoft.com/office/drawing/2014/main" id="{8C25923C-7347-436A-B972-F62578ECF4F1}"/>
                    </a:ext>
                  </a:extLst>
                </p:cNvPr>
                <p:cNvCxnSpPr>
                  <a:cxnSpLocks/>
                  <a:stCxn id="161" idx="2"/>
                  <a:endCxn id="161" idx="6"/>
                </p:cNvCxnSpPr>
                <p:nvPr/>
              </p:nvCxnSpPr>
              <p:spPr>
                <a:xfrm>
                  <a:off x="3815918" y="5374267"/>
                  <a:ext cx="289719" cy="0"/>
                </a:xfrm>
                <a:prstGeom prst="line">
                  <a:avLst/>
                </a:prstGeom>
                <a:ln w="63500" cap="flat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" name="直接连接符 162">
                  <a:extLst>
                    <a:ext uri="{FF2B5EF4-FFF2-40B4-BE49-F238E27FC236}">
                      <a16:creationId xmlns:a16="http://schemas.microsoft.com/office/drawing/2014/main" id="{A4A06780-EECF-465E-81E2-A1010E3C23F6}"/>
                    </a:ext>
                  </a:extLst>
                </p:cNvPr>
                <p:cNvCxnSpPr>
                  <a:cxnSpLocks/>
                  <a:stCxn id="161" idx="0"/>
                  <a:endCxn id="161" idx="4"/>
                </p:cNvCxnSpPr>
                <p:nvPr/>
              </p:nvCxnSpPr>
              <p:spPr>
                <a:xfrm>
                  <a:off x="3960778" y="5229407"/>
                  <a:ext cx="0" cy="289719"/>
                </a:xfrm>
                <a:prstGeom prst="line">
                  <a:avLst/>
                </a:prstGeom>
                <a:ln w="63500" cap="flat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4" name="椭圆 163">
                  <a:extLst>
                    <a:ext uri="{FF2B5EF4-FFF2-40B4-BE49-F238E27FC236}">
                      <a16:creationId xmlns:a16="http://schemas.microsoft.com/office/drawing/2014/main" id="{128BE3BE-CE97-4FCF-AD96-0236F018AAB4}"/>
                    </a:ext>
                  </a:extLst>
                </p:cNvPr>
                <p:cNvSpPr/>
                <p:nvPr/>
              </p:nvSpPr>
              <p:spPr>
                <a:xfrm>
                  <a:off x="3853167" y="5266656"/>
                  <a:ext cx="215219" cy="215219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</a:t>
                  </a:r>
                  <a:endParaRPr lang="zh-CN" altLang="en-US" sz="16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247" name="组合 246">
              <a:extLst>
                <a:ext uri="{FF2B5EF4-FFF2-40B4-BE49-F238E27FC236}">
                  <a16:creationId xmlns:a16="http://schemas.microsoft.com/office/drawing/2014/main" id="{EC6841FE-E873-4343-A89B-DF694ED2FE4A}"/>
                </a:ext>
              </a:extLst>
            </p:cNvPr>
            <p:cNvGrpSpPr/>
            <p:nvPr/>
          </p:nvGrpSpPr>
          <p:grpSpPr>
            <a:xfrm>
              <a:off x="13073519" y="3876240"/>
              <a:ext cx="2256049" cy="410853"/>
              <a:chOff x="9098244" y="4044879"/>
              <a:chExt cx="2256049" cy="410853"/>
            </a:xfrm>
          </p:grpSpPr>
          <p:sp>
            <p:nvSpPr>
              <p:cNvPr id="165" name="矩形 164">
                <a:extLst>
                  <a:ext uri="{FF2B5EF4-FFF2-40B4-BE49-F238E27FC236}">
                    <a16:creationId xmlns:a16="http://schemas.microsoft.com/office/drawing/2014/main" id="{0916BA76-E95F-4D1B-84ED-210994918583}"/>
                  </a:ext>
                </a:extLst>
              </p:cNvPr>
              <p:cNvSpPr/>
              <p:nvPr/>
            </p:nvSpPr>
            <p:spPr>
              <a:xfrm>
                <a:off x="9511586" y="4044879"/>
                <a:ext cx="1842707" cy="40916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AbstractList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&lt;</a:t>
                </a:r>
                <a:r>
                  <a:rPr lang="en-US" altLang="zh-CN" sz="1600" dirty="0">
                    <a:solidFill>
                      <a:srgbClr val="F8CCB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&gt;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66" name="组合 165">
                <a:extLst>
                  <a:ext uri="{FF2B5EF4-FFF2-40B4-BE49-F238E27FC236}">
                    <a16:creationId xmlns:a16="http://schemas.microsoft.com/office/drawing/2014/main" id="{418D01F7-FD95-4CF4-8923-B423EAFDF26F}"/>
                  </a:ext>
                </a:extLst>
              </p:cNvPr>
              <p:cNvGrpSpPr/>
              <p:nvPr/>
            </p:nvGrpSpPr>
            <p:grpSpPr>
              <a:xfrm>
                <a:off x="9098244" y="4046572"/>
                <a:ext cx="410400" cy="409160"/>
                <a:chOff x="3755578" y="5169687"/>
                <a:chExt cx="410400" cy="409160"/>
              </a:xfrm>
            </p:grpSpPr>
            <p:sp>
              <p:nvSpPr>
                <p:cNvPr id="167" name="矩形 166">
                  <a:extLst>
                    <a:ext uri="{FF2B5EF4-FFF2-40B4-BE49-F238E27FC236}">
                      <a16:creationId xmlns:a16="http://schemas.microsoft.com/office/drawing/2014/main" id="{40BFBDCB-1794-4DD9-926D-7CC635F33825}"/>
                    </a:ext>
                  </a:extLst>
                </p:cNvPr>
                <p:cNvSpPr/>
                <p:nvPr/>
              </p:nvSpPr>
              <p:spPr>
                <a:xfrm>
                  <a:off x="3755578" y="5169687"/>
                  <a:ext cx="410400" cy="409160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68" name="椭圆 167">
                  <a:extLst>
                    <a:ext uri="{FF2B5EF4-FFF2-40B4-BE49-F238E27FC236}">
                      <a16:creationId xmlns:a16="http://schemas.microsoft.com/office/drawing/2014/main" id="{A7C07790-EF9B-474F-8C6D-DCA5A403666E}"/>
                    </a:ext>
                  </a:extLst>
                </p:cNvPr>
                <p:cNvSpPr/>
                <p:nvPr/>
              </p:nvSpPr>
              <p:spPr>
                <a:xfrm>
                  <a:off x="3815918" y="5229407"/>
                  <a:ext cx="289719" cy="28971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cxnSp>
              <p:nvCxnSpPr>
                <p:cNvPr id="169" name="直接连接符 168">
                  <a:extLst>
                    <a:ext uri="{FF2B5EF4-FFF2-40B4-BE49-F238E27FC236}">
                      <a16:creationId xmlns:a16="http://schemas.microsoft.com/office/drawing/2014/main" id="{B86F2495-D1FD-4B1B-836D-5FCF44ACA64F}"/>
                    </a:ext>
                  </a:extLst>
                </p:cNvPr>
                <p:cNvCxnSpPr>
                  <a:cxnSpLocks/>
                  <a:stCxn id="168" idx="2"/>
                  <a:endCxn id="168" idx="6"/>
                </p:cNvCxnSpPr>
                <p:nvPr/>
              </p:nvCxnSpPr>
              <p:spPr>
                <a:xfrm>
                  <a:off x="3815918" y="5374267"/>
                  <a:ext cx="289719" cy="0"/>
                </a:xfrm>
                <a:prstGeom prst="line">
                  <a:avLst/>
                </a:prstGeom>
                <a:ln w="63500" cap="flat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直接连接符 169">
                  <a:extLst>
                    <a:ext uri="{FF2B5EF4-FFF2-40B4-BE49-F238E27FC236}">
                      <a16:creationId xmlns:a16="http://schemas.microsoft.com/office/drawing/2014/main" id="{6B01A983-5D38-4390-97B6-3011F53739ED}"/>
                    </a:ext>
                  </a:extLst>
                </p:cNvPr>
                <p:cNvCxnSpPr>
                  <a:cxnSpLocks/>
                  <a:stCxn id="168" idx="0"/>
                  <a:endCxn id="168" idx="4"/>
                </p:cNvCxnSpPr>
                <p:nvPr/>
              </p:nvCxnSpPr>
              <p:spPr>
                <a:xfrm>
                  <a:off x="3960778" y="5229407"/>
                  <a:ext cx="0" cy="289719"/>
                </a:xfrm>
                <a:prstGeom prst="line">
                  <a:avLst/>
                </a:prstGeom>
                <a:ln w="63500" cap="flat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1" name="椭圆 170">
                  <a:extLst>
                    <a:ext uri="{FF2B5EF4-FFF2-40B4-BE49-F238E27FC236}">
                      <a16:creationId xmlns:a16="http://schemas.microsoft.com/office/drawing/2014/main" id="{A1013298-89EC-4F20-B21B-E8F0F21B975C}"/>
                    </a:ext>
                  </a:extLst>
                </p:cNvPr>
                <p:cNvSpPr/>
                <p:nvPr/>
              </p:nvSpPr>
              <p:spPr>
                <a:xfrm>
                  <a:off x="3853167" y="5266656"/>
                  <a:ext cx="215219" cy="215219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</a:t>
                  </a:r>
                  <a:endParaRPr lang="zh-CN" altLang="en-US" sz="16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241" name="组合 240">
              <a:extLst>
                <a:ext uri="{FF2B5EF4-FFF2-40B4-BE49-F238E27FC236}">
                  <a16:creationId xmlns:a16="http://schemas.microsoft.com/office/drawing/2014/main" id="{7EF0A5F1-61F9-470A-8B22-FAC7B4DF491A}"/>
                </a:ext>
              </a:extLst>
            </p:cNvPr>
            <p:cNvGrpSpPr/>
            <p:nvPr/>
          </p:nvGrpSpPr>
          <p:grpSpPr>
            <a:xfrm>
              <a:off x="13013179" y="4800680"/>
              <a:ext cx="3207342" cy="410853"/>
              <a:chOff x="9162458" y="4882409"/>
              <a:chExt cx="3207342" cy="410853"/>
            </a:xfrm>
          </p:grpSpPr>
          <p:sp>
            <p:nvSpPr>
              <p:cNvPr id="172" name="矩形 171">
                <a:extLst>
                  <a:ext uri="{FF2B5EF4-FFF2-40B4-BE49-F238E27FC236}">
                    <a16:creationId xmlns:a16="http://schemas.microsoft.com/office/drawing/2014/main" id="{6E773AEC-C6E7-49C6-9DDA-713A3A4CB450}"/>
                  </a:ext>
                </a:extLst>
              </p:cNvPr>
              <p:cNvSpPr/>
              <p:nvPr/>
            </p:nvSpPr>
            <p:spPr>
              <a:xfrm>
                <a:off x="9575800" y="4882409"/>
                <a:ext cx="2794000" cy="40916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AbstractSequentialList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&lt;</a:t>
                </a:r>
                <a:r>
                  <a:rPr lang="en-US" altLang="zh-CN" sz="1600" dirty="0">
                    <a:solidFill>
                      <a:srgbClr val="F8CCB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&gt;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73" name="组合 172">
                <a:extLst>
                  <a:ext uri="{FF2B5EF4-FFF2-40B4-BE49-F238E27FC236}">
                    <a16:creationId xmlns:a16="http://schemas.microsoft.com/office/drawing/2014/main" id="{36AEDA0D-3EF7-44EB-A6A6-1189FF5F0E54}"/>
                  </a:ext>
                </a:extLst>
              </p:cNvPr>
              <p:cNvGrpSpPr/>
              <p:nvPr/>
            </p:nvGrpSpPr>
            <p:grpSpPr>
              <a:xfrm>
                <a:off x="9162458" y="4884102"/>
                <a:ext cx="410400" cy="409160"/>
                <a:chOff x="3755578" y="5169687"/>
                <a:chExt cx="410400" cy="409160"/>
              </a:xfrm>
            </p:grpSpPr>
            <p:sp>
              <p:nvSpPr>
                <p:cNvPr id="174" name="矩形 173">
                  <a:extLst>
                    <a:ext uri="{FF2B5EF4-FFF2-40B4-BE49-F238E27FC236}">
                      <a16:creationId xmlns:a16="http://schemas.microsoft.com/office/drawing/2014/main" id="{1F45C234-563C-4DA6-A3B7-0705EF04C452}"/>
                    </a:ext>
                  </a:extLst>
                </p:cNvPr>
                <p:cNvSpPr/>
                <p:nvPr/>
              </p:nvSpPr>
              <p:spPr>
                <a:xfrm>
                  <a:off x="3755578" y="5169687"/>
                  <a:ext cx="410400" cy="409160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5" name="椭圆 174">
                  <a:extLst>
                    <a:ext uri="{FF2B5EF4-FFF2-40B4-BE49-F238E27FC236}">
                      <a16:creationId xmlns:a16="http://schemas.microsoft.com/office/drawing/2014/main" id="{4F502795-1197-47D1-94BE-D4D229784D22}"/>
                    </a:ext>
                  </a:extLst>
                </p:cNvPr>
                <p:cNvSpPr/>
                <p:nvPr/>
              </p:nvSpPr>
              <p:spPr>
                <a:xfrm>
                  <a:off x="3815918" y="5229407"/>
                  <a:ext cx="289719" cy="28971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cxnSp>
              <p:nvCxnSpPr>
                <p:cNvPr id="176" name="直接连接符 175">
                  <a:extLst>
                    <a:ext uri="{FF2B5EF4-FFF2-40B4-BE49-F238E27FC236}">
                      <a16:creationId xmlns:a16="http://schemas.microsoft.com/office/drawing/2014/main" id="{E4FF333A-CA28-41B1-B72E-5C2DF2E5D408}"/>
                    </a:ext>
                  </a:extLst>
                </p:cNvPr>
                <p:cNvCxnSpPr>
                  <a:cxnSpLocks/>
                  <a:stCxn id="175" idx="2"/>
                  <a:endCxn id="175" idx="6"/>
                </p:cNvCxnSpPr>
                <p:nvPr/>
              </p:nvCxnSpPr>
              <p:spPr>
                <a:xfrm>
                  <a:off x="3815918" y="5374267"/>
                  <a:ext cx="289719" cy="0"/>
                </a:xfrm>
                <a:prstGeom prst="line">
                  <a:avLst/>
                </a:prstGeom>
                <a:ln w="63500" cap="flat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直接连接符 176">
                  <a:extLst>
                    <a:ext uri="{FF2B5EF4-FFF2-40B4-BE49-F238E27FC236}">
                      <a16:creationId xmlns:a16="http://schemas.microsoft.com/office/drawing/2014/main" id="{7AFEA330-1599-4D2A-BB5B-97EA0E5EC358}"/>
                    </a:ext>
                  </a:extLst>
                </p:cNvPr>
                <p:cNvCxnSpPr>
                  <a:cxnSpLocks/>
                  <a:stCxn id="175" idx="0"/>
                  <a:endCxn id="175" idx="4"/>
                </p:cNvCxnSpPr>
                <p:nvPr/>
              </p:nvCxnSpPr>
              <p:spPr>
                <a:xfrm>
                  <a:off x="3960778" y="5229407"/>
                  <a:ext cx="0" cy="289719"/>
                </a:xfrm>
                <a:prstGeom prst="line">
                  <a:avLst/>
                </a:prstGeom>
                <a:ln w="63500" cap="flat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8" name="椭圆 177">
                  <a:extLst>
                    <a:ext uri="{FF2B5EF4-FFF2-40B4-BE49-F238E27FC236}">
                      <a16:creationId xmlns:a16="http://schemas.microsoft.com/office/drawing/2014/main" id="{84191E5C-F5D9-49F5-8DE0-CD104BD36FDB}"/>
                    </a:ext>
                  </a:extLst>
                </p:cNvPr>
                <p:cNvSpPr/>
                <p:nvPr/>
              </p:nvSpPr>
              <p:spPr>
                <a:xfrm>
                  <a:off x="3853167" y="5266656"/>
                  <a:ext cx="215219" cy="215219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</a:t>
                  </a:r>
                  <a:endParaRPr lang="zh-CN" altLang="en-US" sz="16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239" name="组合 238">
              <a:extLst>
                <a:ext uri="{FF2B5EF4-FFF2-40B4-BE49-F238E27FC236}">
                  <a16:creationId xmlns:a16="http://schemas.microsoft.com/office/drawing/2014/main" id="{AFB7BC65-22DE-4AC3-85C0-76F21B230E91}"/>
                </a:ext>
              </a:extLst>
            </p:cNvPr>
            <p:cNvGrpSpPr/>
            <p:nvPr/>
          </p:nvGrpSpPr>
          <p:grpSpPr>
            <a:xfrm>
              <a:off x="16885708" y="5723427"/>
              <a:ext cx="1595973" cy="409160"/>
              <a:chOff x="12777574" y="5825286"/>
              <a:chExt cx="1595973" cy="409160"/>
            </a:xfrm>
          </p:grpSpPr>
          <p:sp>
            <p:nvSpPr>
              <p:cNvPr id="179" name="矩形 178">
                <a:extLst>
                  <a:ext uri="{FF2B5EF4-FFF2-40B4-BE49-F238E27FC236}">
                    <a16:creationId xmlns:a16="http://schemas.microsoft.com/office/drawing/2014/main" id="{48BB0E79-2AAB-4D5B-B915-012D8BC2FAA5}"/>
                  </a:ext>
                </a:extLst>
              </p:cNvPr>
              <p:cNvSpPr/>
              <p:nvPr/>
            </p:nvSpPr>
            <p:spPr>
              <a:xfrm>
                <a:off x="13187973" y="5825286"/>
                <a:ext cx="1185574" cy="40916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Stack&lt;</a:t>
                </a:r>
                <a:r>
                  <a:rPr lang="en-US" altLang="zh-CN" sz="1600" dirty="0">
                    <a:solidFill>
                      <a:srgbClr val="F8CCB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&gt;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80" name="组合 179">
                <a:extLst>
                  <a:ext uri="{FF2B5EF4-FFF2-40B4-BE49-F238E27FC236}">
                    <a16:creationId xmlns:a16="http://schemas.microsoft.com/office/drawing/2014/main" id="{91E02260-7055-4D8E-B95D-4DD57CF59055}"/>
                  </a:ext>
                </a:extLst>
              </p:cNvPr>
              <p:cNvGrpSpPr/>
              <p:nvPr/>
            </p:nvGrpSpPr>
            <p:grpSpPr>
              <a:xfrm>
                <a:off x="12777574" y="5825286"/>
                <a:ext cx="410400" cy="409160"/>
                <a:chOff x="3345178" y="3371050"/>
                <a:chExt cx="410400" cy="409160"/>
              </a:xfrm>
            </p:grpSpPr>
            <p:sp>
              <p:nvSpPr>
                <p:cNvPr id="181" name="矩形 180">
                  <a:extLst>
                    <a:ext uri="{FF2B5EF4-FFF2-40B4-BE49-F238E27FC236}">
                      <a16:creationId xmlns:a16="http://schemas.microsoft.com/office/drawing/2014/main" id="{61A8D39C-E5A1-4BF0-B4E4-B1284AD8900D}"/>
                    </a:ext>
                  </a:extLst>
                </p:cNvPr>
                <p:cNvSpPr/>
                <p:nvPr/>
              </p:nvSpPr>
              <p:spPr>
                <a:xfrm>
                  <a:off x="3345178" y="3371050"/>
                  <a:ext cx="410400" cy="409160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182" name="组合 181">
                  <a:extLst>
                    <a:ext uri="{FF2B5EF4-FFF2-40B4-BE49-F238E27FC236}">
                      <a16:creationId xmlns:a16="http://schemas.microsoft.com/office/drawing/2014/main" id="{4210A7BE-D11E-4A9B-AFE1-BF93E7962462}"/>
                    </a:ext>
                  </a:extLst>
                </p:cNvPr>
                <p:cNvGrpSpPr/>
                <p:nvPr/>
              </p:nvGrpSpPr>
              <p:grpSpPr>
                <a:xfrm>
                  <a:off x="3405520" y="3430772"/>
                  <a:ext cx="289719" cy="289719"/>
                  <a:chOff x="3383756" y="3407569"/>
                  <a:chExt cx="333376" cy="333376"/>
                </a:xfrm>
              </p:grpSpPr>
              <p:sp>
                <p:nvSpPr>
                  <p:cNvPr id="183" name="椭圆 182">
                    <a:extLst>
                      <a:ext uri="{FF2B5EF4-FFF2-40B4-BE49-F238E27FC236}">
                        <a16:creationId xmlns:a16="http://schemas.microsoft.com/office/drawing/2014/main" id="{58D5989F-8837-4BD5-BDB8-9AFF73D13A83}"/>
                      </a:ext>
                    </a:extLst>
                  </p:cNvPr>
                  <p:cNvSpPr/>
                  <p:nvPr/>
                </p:nvSpPr>
                <p:spPr>
                  <a:xfrm>
                    <a:off x="3383756" y="3407569"/>
                    <a:ext cx="333376" cy="33337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184" name="椭圆 183">
                    <a:extLst>
                      <a:ext uri="{FF2B5EF4-FFF2-40B4-BE49-F238E27FC236}">
                        <a16:creationId xmlns:a16="http://schemas.microsoft.com/office/drawing/2014/main" id="{34352DE7-5E9D-4EDC-8DB2-4B0BF0A601FB}"/>
                      </a:ext>
                    </a:extLst>
                  </p:cNvPr>
                  <p:cNvSpPr/>
                  <p:nvPr/>
                </p:nvSpPr>
                <p:spPr>
                  <a:xfrm>
                    <a:off x="3426618" y="3450431"/>
                    <a:ext cx="247650" cy="24765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6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</a:t>
                    </a:r>
                    <a:endParaRPr lang="zh-CN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  <p:grpSp>
          <p:nvGrpSpPr>
            <p:cNvPr id="242" name="组合 241">
              <a:extLst>
                <a:ext uri="{FF2B5EF4-FFF2-40B4-BE49-F238E27FC236}">
                  <a16:creationId xmlns:a16="http://schemas.microsoft.com/office/drawing/2014/main" id="{3D1ADDDF-3B49-4E77-824C-010C8B47D154}"/>
                </a:ext>
              </a:extLst>
            </p:cNvPr>
            <p:cNvGrpSpPr/>
            <p:nvPr/>
          </p:nvGrpSpPr>
          <p:grpSpPr>
            <a:xfrm>
              <a:off x="10916359" y="4802373"/>
              <a:ext cx="1863022" cy="409160"/>
              <a:chOff x="7154578" y="4916547"/>
              <a:chExt cx="1863022" cy="409160"/>
            </a:xfrm>
          </p:grpSpPr>
          <p:sp>
            <p:nvSpPr>
              <p:cNvPr id="185" name="矩形 184">
                <a:extLst>
                  <a:ext uri="{FF2B5EF4-FFF2-40B4-BE49-F238E27FC236}">
                    <a16:creationId xmlns:a16="http://schemas.microsoft.com/office/drawing/2014/main" id="{86DD1E00-B2CD-456F-A3BF-A7334A2542B7}"/>
                  </a:ext>
                </a:extLst>
              </p:cNvPr>
              <p:cNvSpPr/>
              <p:nvPr/>
            </p:nvSpPr>
            <p:spPr>
              <a:xfrm>
                <a:off x="7564978" y="4916547"/>
                <a:ext cx="1452622" cy="40916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ArrayList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&lt;</a:t>
                </a:r>
                <a:r>
                  <a:rPr lang="en-US" altLang="zh-CN" sz="1600" dirty="0">
                    <a:solidFill>
                      <a:srgbClr val="F8CCB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&gt;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86" name="组合 185">
                <a:extLst>
                  <a:ext uri="{FF2B5EF4-FFF2-40B4-BE49-F238E27FC236}">
                    <a16:creationId xmlns:a16="http://schemas.microsoft.com/office/drawing/2014/main" id="{2095C28E-F593-4E5A-A965-FB3F80683855}"/>
                  </a:ext>
                </a:extLst>
              </p:cNvPr>
              <p:cNvGrpSpPr/>
              <p:nvPr/>
            </p:nvGrpSpPr>
            <p:grpSpPr>
              <a:xfrm>
                <a:off x="7154578" y="4916547"/>
                <a:ext cx="410400" cy="409160"/>
                <a:chOff x="3345178" y="3371050"/>
                <a:chExt cx="410400" cy="409160"/>
              </a:xfrm>
            </p:grpSpPr>
            <p:sp>
              <p:nvSpPr>
                <p:cNvPr id="187" name="矩形 186">
                  <a:extLst>
                    <a:ext uri="{FF2B5EF4-FFF2-40B4-BE49-F238E27FC236}">
                      <a16:creationId xmlns:a16="http://schemas.microsoft.com/office/drawing/2014/main" id="{8C9E11A6-BE07-406C-BE2C-AD4917014326}"/>
                    </a:ext>
                  </a:extLst>
                </p:cNvPr>
                <p:cNvSpPr/>
                <p:nvPr/>
              </p:nvSpPr>
              <p:spPr>
                <a:xfrm>
                  <a:off x="3345178" y="3371050"/>
                  <a:ext cx="410400" cy="409160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188" name="组合 187">
                  <a:extLst>
                    <a:ext uri="{FF2B5EF4-FFF2-40B4-BE49-F238E27FC236}">
                      <a16:creationId xmlns:a16="http://schemas.microsoft.com/office/drawing/2014/main" id="{EE2A0450-0597-4F02-8567-1E509BD140FF}"/>
                    </a:ext>
                  </a:extLst>
                </p:cNvPr>
                <p:cNvGrpSpPr/>
                <p:nvPr/>
              </p:nvGrpSpPr>
              <p:grpSpPr>
                <a:xfrm>
                  <a:off x="3405520" y="3430772"/>
                  <a:ext cx="289719" cy="289719"/>
                  <a:chOff x="3383756" y="3407569"/>
                  <a:chExt cx="333376" cy="333376"/>
                </a:xfrm>
              </p:grpSpPr>
              <p:sp>
                <p:nvSpPr>
                  <p:cNvPr id="189" name="椭圆 188">
                    <a:extLst>
                      <a:ext uri="{FF2B5EF4-FFF2-40B4-BE49-F238E27FC236}">
                        <a16:creationId xmlns:a16="http://schemas.microsoft.com/office/drawing/2014/main" id="{DBB1D171-A79B-4C11-BA89-38E6317A8605}"/>
                      </a:ext>
                    </a:extLst>
                  </p:cNvPr>
                  <p:cNvSpPr/>
                  <p:nvPr/>
                </p:nvSpPr>
                <p:spPr>
                  <a:xfrm>
                    <a:off x="3383756" y="3407569"/>
                    <a:ext cx="333376" cy="33337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190" name="椭圆 189">
                    <a:extLst>
                      <a:ext uri="{FF2B5EF4-FFF2-40B4-BE49-F238E27FC236}">
                        <a16:creationId xmlns:a16="http://schemas.microsoft.com/office/drawing/2014/main" id="{F53FEB05-3921-42D9-BBE2-EB6909A21788}"/>
                      </a:ext>
                    </a:extLst>
                  </p:cNvPr>
                  <p:cNvSpPr/>
                  <p:nvPr/>
                </p:nvSpPr>
                <p:spPr>
                  <a:xfrm>
                    <a:off x="3426618" y="3450431"/>
                    <a:ext cx="247650" cy="24765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6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</a:t>
                    </a:r>
                    <a:endParaRPr lang="zh-CN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  <p:grpSp>
          <p:nvGrpSpPr>
            <p:cNvPr id="238" name="组合 237">
              <a:extLst>
                <a:ext uri="{FF2B5EF4-FFF2-40B4-BE49-F238E27FC236}">
                  <a16:creationId xmlns:a16="http://schemas.microsoft.com/office/drawing/2014/main" id="{03DD29C4-C8F3-49F7-8013-9BC6B51A2E35}"/>
                </a:ext>
              </a:extLst>
            </p:cNvPr>
            <p:cNvGrpSpPr/>
            <p:nvPr/>
          </p:nvGrpSpPr>
          <p:grpSpPr>
            <a:xfrm>
              <a:off x="13623055" y="5723427"/>
              <a:ext cx="2008502" cy="409160"/>
              <a:chOff x="8238584" y="5879657"/>
              <a:chExt cx="2008502" cy="409160"/>
            </a:xfrm>
          </p:grpSpPr>
          <p:sp>
            <p:nvSpPr>
              <p:cNvPr id="191" name="矩形 190">
                <a:extLst>
                  <a:ext uri="{FF2B5EF4-FFF2-40B4-BE49-F238E27FC236}">
                    <a16:creationId xmlns:a16="http://schemas.microsoft.com/office/drawing/2014/main" id="{B987CC40-2C0B-4C89-9607-9D71250E5C22}"/>
                  </a:ext>
                </a:extLst>
              </p:cNvPr>
              <p:cNvSpPr/>
              <p:nvPr/>
            </p:nvSpPr>
            <p:spPr>
              <a:xfrm>
                <a:off x="8648984" y="5879657"/>
                <a:ext cx="1598102" cy="40916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LinkedList&lt;</a:t>
                </a:r>
                <a:r>
                  <a:rPr lang="en-US" altLang="zh-CN" sz="1600" dirty="0">
                    <a:solidFill>
                      <a:srgbClr val="F8CCB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&gt;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92" name="组合 191">
                <a:extLst>
                  <a:ext uri="{FF2B5EF4-FFF2-40B4-BE49-F238E27FC236}">
                    <a16:creationId xmlns:a16="http://schemas.microsoft.com/office/drawing/2014/main" id="{BC595801-004A-4506-BA53-DE8ECC240DFD}"/>
                  </a:ext>
                </a:extLst>
              </p:cNvPr>
              <p:cNvGrpSpPr/>
              <p:nvPr/>
            </p:nvGrpSpPr>
            <p:grpSpPr>
              <a:xfrm>
                <a:off x="8238584" y="5879657"/>
                <a:ext cx="410400" cy="409160"/>
                <a:chOff x="3345178" y="3371050"/>
                <a:chExt cx="410400" cy="409160"/>
              </a:xfrm>
            </p:grpSpPr>
            <p:sp>
              <p:nvSpPr>
                <p:cNvPr id="193" name="矩形 192">
                  <a:extLst>
                    <a:ext uri="{FF2B5EF4-FFF2-40B4-BE49-F238E27FC236}">
                      <a16:creationId xmlns:a16="http://schemas.microsoft.com/office/drawing/2014/main" id="{325E5FA8-B435-4688-A5F5-1FE5F0AFC54F}"/>
                    </a:ext>
                  </a:extLst>
                </p:cNvPr>
                <p:cNvSpPr/>
                <p:nvPr/>
              </p:nvSpPr>
              <p:spPr>
                <a:xfrm>
                  <a:off x="3345178" y="3371050"/>
                  <a:ext cx="410400" cy="409160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194" name="组合 193">
                  <a:extLst>
                    <a:ext uri="{FF2B5EF4-FFF2-40B4-BE49-F238E27FC236}">
                      <a16:creationId xmlns:a16="http://schemas.microsoft.com/office/drawing/2014/main" id="{A133D299-9621-4C9E-B610-1C78828FB710}"/>
                    </a:ext>
                  </a:extLst>
                </p:cNvPr>
                <p:cNvGrpSpPr/>
                <p:nvPr/>
              </p:nvGrpSpPr>
              <p:grpSpPr>
                <a:xfrm>
                  <a:off x="3405520" y="3430772"/>
                  <a:ext cx="289719" cy="289719"/>
                  <a:chOff x="3383756" y="3407569"/>
                  <a:chExt cx="333376" cy="333376"/>
                </a:xfrm>
              </p:grpSpPr>
              <p:sp>
                <p:nvSpPr>
                  <p:cNvPr id="195" name="椭圆 194">
                    <a:extLst>
                      <a:ext uri="{FF2B5EF4-FFF2-40B4-BE49-F238E27FC236}">
                        <a16:creationId xmlns:a16="http://schemas.microsoft.com/office/drawing/2014/main" id="{121C5ECB-A4C0-4B86-9B61-5F8E4CD4E17B}"/>
                      </a:ext>
                    </a:extLst>
                  </p:cNvPr>
                  <p:cNvSpPr/>
                  <p:nvPr/>
                </p:nvSpPr>
                <p:spPr>
                  <a:xfrm>
                    <a:off x="3383756" y="3407569"/>
                    <a:ext cx="333376" cy="33337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196" name="椭圆 195">
                    <a:extLst>
                      <a:ext uri="{FF2B5EF4-FFF2-40B4-BE49-F238E27FC236}">
                        <a16:creationId xmlns:a16="http://schemas.microsoft.com/office/drawing/2014/main" id="{B9C7878C-1D15-4EEB-85A8-40F24662E493}"/>
                      </a:ext>
                    </a:extLst>
                  </p:cNvPr>
                  <p:cNvSpPr/>
                  <p:nvPr/>
                </p:nvSpPr>
                <p:spPr>
                  <a:xfrm>
                    <a:off x="3426618" y="3450431"/>
                    <a:ext cx="247650" cy="24765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6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</a:t>
                    </a:r>
                    <a:endParaRPr lang="zh-CN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  <p:grpSp>
          <p:nvGrpSpPr>
            <p:cNvPr id="237" name="组合 236">
              <a:extLst>
                <a:ext uri="{FF2B5EF4-FFF2-40B4-BE49-F238E27FC236}">
                  <a16:creationId xmlns:a16="http://schemas.microsoft.com/office/drawing/2014/main" id="{DB7A3B7A-87AE-416B-B5C8-8D7A29C469D7}"/>
                </a:ext>
              </a:extLst>
            </p:cNvPr>
            <p:cNvGrpSpPr/>
            <p:nvPr/>
          </p:nvGrpSpPr>
          <p:grpSpPr>
            <a:xfrm>
              <a:off x="7569524" y="5723427"/>
              <a:ext cx="2183692" cy="409160"/>
              <a:chOff x="5741108" y="5915032"/>
              <a:chExt cx="2183692" cy="409160"/>
            </a:xfrm>
          </p:grpSpPr>
          <p:sp>
            <p:nvSpPr>
              <p:cNvPr id="197" name="矩形 196">
                <a:extLst>
                  <a:ext uri="{FF2B5EF4-FFF2-40B4-BE49-F238E27FC236}">
                    <a16:creationId xmlns:a16="http://schemas.microsoft.com/office/drawing/2014/main" id="{7C647005-34C7-4F21-B227-FCB0149345E9}"/>
                  </a:ext>
                </a:extLst>
              </p:cNvPr>
              <p:cNvSpPr/>
              <p:nvPr/>
            </p:nvSpPr>
            <p:spPr>
              <a:xfrm>
                <a:off x="6151508" y="5915032"/>
                <a:ext cx="1773292" cy="40916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ArrayDeque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&lt;</a:t>
                </a:r>
                <a:r>
                  <a:rPr lang="en-US" altLang="zh-CN" sz="1600" dirty="0">
                    <a:solidFill>
                      <a:srgbClr val="F8CCB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&gt;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98" name="组合 197">
                <a:extLst>
                  <a:ext uri="{FF2B5EF4-FFF2-40B4-BE49-F238E27FC236}">
                    <a16:creationId xmlns:a16="http://schemas.microsoft.com/office/drawing/2014/main" id="{2E1C9468-D82B-404D-8B01-05048C178BDA}"/>
                  </a:ext>
                </a:extLst>
              </p:cNvPr>
              <p:cNvGrpSpPr/>
              <p:nvPr/>
            </p:nvGrpSpPr>
            <p:grpSpPr>
              <a:xfrm>
                <a:off x="5741108" y="5915032"/>
                <a:ext cx="410400" cy="409160"/>
                <a:chOff x="3345178" y="3371050"/>
                <a:chExt cx="410400" cy="409160"/>
              </a:xfrm>
            </p:grpSpPr>
            <p:sp>
              <p:nvSpPr>
                <p:cNvPr id="199" name="矩形 198">
                  <a:extLst>
                    <a:ext uri="{FF2B5EF4-FFF2-40B4-BE49-F238E27FC236}">
                      <a16:creationId xmlns:a16="http://schemas.microsoft.com/office/drawing/2014/main" id="{C5E45C1D-A779-4572-833B-4CA46ACECB3A}"/>
                    </a:ext>
                  </a:extLst>
                </p:cNvPr>
                <p:cNvSpPr/>
                <p:nvPr/>
              </p:nvSpPr>
              <p:spPr>
                <a:xfrm>
                  <a:off x="3345178" y="3371050"/>
                  <a:ext cx="410400" cy="409160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200" name="组合 199">
                  <a:extLst>
                    <a:ext uri="{FF2B5EF4-FFF2-40B4-BE49-F238E27FC236}">
                      <a16:creationId xmlns:a16="http://schemas.microsoft.com/office/drawing/2014/main" id="{82D7F605-E0D2-485E-B96C-B501D53B60E1}"/>
                    </a:ext>
                  </a:extLst>
                </p:cNvPr>
                <p:cNvGrpSpPr/>
                <p:nvPr/>
              </p:nvGrpSpPr>
              <p:grpSpPr>
                <a:xfrm>
                  <a:off x="3405520" y="3430772"/>
                  <a:ext cx="289719" cy="289719"/>
                  <a:chOff x="3383756" y="3407569"/>
                  <a:chExt cx="333376" cy="333376"/>
                </a:xfrm>
              </p:grpSpPr>
              <p:sp>
                <p:nvSpPr>
                  <p:cNvPr id="201" name="椭圆 200">
                    <a:extLst>
                      <a:ext uri="{FF2B5EF4-FFF2-40B4-BE49-F238E27FC236}">
                        <a16:creationId xmlns:a16="http://schemas.microsoft.com/office/drawing/2014/main" id="{B5C0F006-F58E-4918-8C3A-672381D3253C}"/>
                      </a:ext>
                    </a:extLst>
                  </p:cNvPr>
                  <p:cNvSpPr/>
                  <p:nvPr/>
                </p:nvSpPr>
                <p:spPr>
                  <a:xfrm>
                    <a:off x="3383756" y="3407569"/>
                    <a:ext cx="333376" cy="33337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02" name="椭圆 201">
                    <a:extLst>
                      <a:ext uri="{FF2B5EF4-FFF2-40B4-BE49-F238E27FC236}">
                        <a16:creationId xmlns:a16="http://schemas.microsoft.com/office/drawing/2014/main" id="{318B23C3-39AC-4FAE-AA98-BB4B756EC7BB}"/>
                      </a:ext>
                    </a:extLst>
                  </p:cNvPr>
                  <p:cNvSpPr/>
                  <p:nvPr/>
                </p:nvSpPr>
                <p:spPr>
                  <a:xfrm>
                    <a:off x="3426618" y="3450431"/>
                    <a:ext cx="247650" cy="24765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6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</a:t>
                    </a:r>
                    <a:endParaRPr lang="zh-CN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  <p:grpSp>
          <p:nvGrpSpPr>
            <p:cNvPr id="243" name="组合 242">
              <a:extLst>
                <a:ext uri="{FF2B5EF4-FFF2-40B4-BE49-F238E27FC236}">
                  <a16:creationId xmlns:a16="http://schemas.microsoft.com/office/drawing/2014/main" id="{299F65E7-DB33-469F-AC3D-66A58A633830}"/>
                </a:ext>
              </a:extLst>
            </p:cNvPr>
            <p:cNvGrpSpPr/>
            <p:nvPr/>
          </p:nvGrpSpPr>
          <p:grpSpPr>
            <a:xfrm>
              <a:off x="7822458" y="4810318"/>
              <a:ext cx="1664659" cy="409160"/>
              <a:chOff x="4857728" y="4793000"/>
              <a:chExt cx="1664659" cy="409160"/>
            </a:xfrm>
          </p:grpSpPr>
          <p:sp>
            <p:nvSpPr>
              <p:cNvPr id="203" name="矩形 202">
                <a:extLst>
                  <a:ext uri="{FF2B5EF4-FFF2-40B4-BE49-F238E27FC236}">
                    <a16:creationId xmlns:a16="http://schemas.microsoft.com/office/drawing/2014/main" id="{A1907867-7EF9-47C3-B917-F1C1CA665983}"/>
                  </a:ext>
                </a:extLst>
              </p:cNvPr>
              <p:cNvSpPr/>
              <p:nvPr/>
            </p:nvSpPr>
            <p:spPr>
              <a:xfrm>
                <a:off x="5268129" y="4793000"/>
                <a:ext cx="1254258" cy="40916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Deque&lt;</a:t>
                </a:r>
                <a:r>
                  <a:rPr lang="en-US" altLang="zh-CN" sz="1600" dirty="0">
                    <a:solidFill>
                      <a:srgbClr val="F8CCB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&gt;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04" name="组合 203">
                <a:extLst>
                  <a:ext uri="{FF2B5EF4-FFF2-40B4-BE49-F238E27FC236}">
                    <a16:creationId xmlns:a16="http://schemas.microsoft.com/office/drawing/2014/main" id="{C276C033-46A0-452E-846D-B09A02991790}"/>
                  </a:ext>
                </a:extLst>
              </p:cNvPr>
              <p:cNvGrpSpPr/>
              <p:nvPr/>
            </p:nvGrpSpPr>
            <p:grpSpPr>
              <a:xfrm>
                <a:off x="4857728" y="4793000"/>
                <a:ext cx="410400" cy="409160"/>
                <a:chOff x="3345178" y="3371050"/>
                <a:chExt cx="410400" cy="409160"/>
              </a:xfrm>
            </p:grpSpPr>
            <p:sp>
              <p:nvSpPr>
                <p:cNvPr id="205" name="矩形 204">
                  <a:extLst>
                    <a:ext uri="{FF2B5EF4-FFF2-40B4-BE49-F238E27FC236}">
                      <a16:creationId xmlns:a16="http://schemas.microsoft.com/office/drawing/2014/main" id="{B7D92562-D8E7-4CF4-A826-5C8CD72D1C5D}"/>
                    </a:ext>
                  </a:extLst>
                </p:cNvPr>
                <p:cNvSpPr/>
                <p:nvPr/>
              </p:nvSpPr>
              <p:spPr>
                <a:xfrm>
                  <a:off x="3345178" y="3371050"/>
                  <a:ext cx="410400" cy="409160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206" name="组合 205">
                  <a:extLst>
                    <a:ext uri="{FF2B5EF4-FFF2-40B4-BE49-F238E27FC236}">
                      <a16:creationId xmlns:a16="http://schemas.microsoft.com/office/drawing/2014/main" id="{87062538-791F-417F-A041-D577731FDA72}"/>
                    </a:ext>
                  </a:extLst>
                </p:cNvPr>
                <p:cNvGrpSpPr/>
                <p:nvPr/>
              </p:nvGrpSpPr>
              <p:grpSpPr>
                <a:xfrm>
                  <a:off x="3405520" y="3430772"/>
                  <a:ext cx="289719" cy="289719"/>
                  <a:chOff x="3383756" y="3407569"/>
                  <a:chExt cx="333376" cy="333376"/>
                </a:xfrm>
              </p:grpSpPr>
              <p:sp>
                <p:nvSpPr>
                  <p:cNvPr id="207" name="椭圆 206">
                    <a:extLst>
                      <a:ext uri="{FF2B5EF4-FFF2-40B4-BE49-F238E27FC236}">
                        <a16:creationId xmlns:a16="http://schemas.microsoft.com/office/drawing/2014/main" id="{F672B06A-F6BD-4FBE-AF93-877B0844BD30}"/>
                      </a:ext>
                    </a:extLst>
                  </p:cNvPr>
                  <p:cNvSpPr/>
                  <p:nvPr/>
                </p:nvSpPr>
                <p:spPr>
                  <a:xfrm>
                    <a:off x="3383756" y="3407569"/>
                    <a:ext cx="333376" cy="33337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08" name="椭圆 207">
                    <a:extLst>
                      <a:ext uri="{FF2B5EF4-FFF2-40B4-BE49-F238E27FC236}">
                        <a16:creationId xmlns:a16="http://schemas.microsoft.com/office/drawing/2014/main" id="{1EF142C4-BDF7-4E15-ADDB-D5A98464A017}"/>
                      </a:ext>
                    </a:extLst>
                  </p:cNvPr>
                  <p:cNvSpPr/>
                  <p:nvPr/>
                </p:nvSpPr>
                <p:spPr>
                  <a:xfrm>
                    <a:off x="3426618" y="3450431"/>
                    <a:ext cx="247650" cy="24765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6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I</a:t>
                    </a:r>
                    <a:endParaRPr lang="zh-CN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  <p:grpSp>
          <p:nvGrpSpPr>
            <p:cNvPr id="236" name="组合 235">
              <a:extLst>
                <a:ext uri="{FF2B5EF4-FFF2-40B4-BE49-F238E27FC236}">
                  <a16:creationId xmlns:a16="http://schemas.microsoft.com/office/drawing/2014/main" id="{B6B804AD-4FBF-48BE-B386-1D90C169AB8F}"/>
                </a:ext>
              </a:extLst>
            </p:cNvPr>
            <p:cNvGrpSpPr/>
            <p:nvPr/>
          </p:nvGrpSpPr>
          <p:grpSpPr>
            <a:xfrm>
              <a:off x="4953923" y="5723427"/>
              <a:ext cx="2391558" cy="409160"/>
              <a:chOff x="2906139" y="5939379"/>
              <a:chExt cx="2391558" cy="409160"/>
            </a:xfrm>
          </p:grpSpPr>
          <p:sp>
            <p:nvSpPr>
              <p:cNvPr id="209" name="矩形 208">
                <a:extLst>
                  <a:ext uri="{FF2B5EF4-FFF2-40B4-BE49-F238E27FC236}">
                    <a16:creationId xmlns:a16="http://schemas.microsoft.com/office/drawing/2014/main" id="{4E073795-D068-4E73-8FBE-D1CB3ADE511A}"/>
                  </a:ext>
                </a:extLst>
              </p:cNvPr>
              <p:cNvSpPr/>
              <p:nvPr/>
            </p:nvSpPr>
            <p:spPr>
              <a:xfrm>
                <a:off x="3316539" y="5939379"/>
                <a:ext cx="1981158" cy="40916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PriorityQueue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&lt;</a:t>
                </a:r>
                <a:r>
                  <a:rPr lang="en-US" altLang="zh-CN" sz="1600" dirty="0">
                    <a:solidFill>
                      <a:srgbClr val="F8CCB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&gt;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10" name="组合 209">
                <a:extLst>
                  <a:ext uri="{FF2B5EF4-FFF2-40B4-BE49-F238E27FC236}">
                    <a16:creationId xmlns:a16="http://schemas.microsoft.com/office/drawing/2014/main" id="{9843FA83-892F-41A8-A828-4C508F4A5BAE}"/>
                  </a:ext>
                </a:extLst>
              </p:cNvPr>
              <p:cNvGrpSpPr/>
              <p:nvPr/>
            </p:nvGrpSpPr>
            <p:grpSpPr>
              <a:xfrm>
                <a:off x="2906139" y="5939379"/>
                <a:ext cx="410400" cy="409160"/>
                <a:chOff x="3345178" y="3371050"/>
                <a:chExt cx="410400" cy="409160"/>
              </a:xfrm>
            </p:grpSpPr>
            <p:sp>
              <p:nvSpPr>
                <p:cNvPr id="211" name="矩形 210">
                  <a:extLst>
                    <a:ext uri="{FF2B5EF4-FFF2-40B4-BE49-F238E27FC236}">
                      <a16:creationId xmlns:a16="http://schemas.microsoft.com/office/drawing/2014/main" id="{137FD441-D80C-4CA4-AAFF-AA3F6E90AB1D}"/>
                    </a:ext>
                  </a:extLst>
                </p:cNvPr>
                <p:cNvSpPr/>
                <p:nvPr/>
              </p:nvSpPr>
              <p:spPr>
                <a:xfrm>
                  <a:off x="3345178" y="3371050"/>
                  <a:ext cx="410400" cy="409160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212" name="组合 211">
                  <a:extLst>
                    <a:ext uri="{FF2B5EF4-FFF2-40B4-BE49-F238E27FC236}">
                      <a16:creationId xmlns:a16="http://schemas.microsoft.com/office/drawing/2014/main" id="{D326ADB7-810F-4305-8D9D-5E594499B643}"/>
                    </a:ext>
                  </a:extLst>
                </p:cNvPr>
                <p:cNvGrpSpPr/>
                <p:nvPr/>
              </p:nvGrpSpPr>
              <p:grpSpPr>
                <a:xfrm>
                  <a:off x="3405520" y="3430772"/>
                  <a:ext cx="289719" cy="289719"/>
                  <a:chOff x="3383756" y="3407569"/>
                  <a:chExt cx="333376" cy="333376"/>
                </a:xfrm>
              </p:grpSpPr>
              <p:sp>
                <p:nvSpPr>
                  <p:cNvPr id="213" name="椭圆 212">
                    <a:extLst>
                      <a:ext uri="{FF2B5EF4-FFF2-40B4-BE49-F238E27FC236}">
                        <a16:creationId xmlns:a16="http://schemas.microsoft.com/office/drawing/2014/main" id="{F398300F-1963-4DD0-9CB2-70F45956CF21}"/>
                      </a:ext>
                    </a:extLst>
                  </p:cNvPr>
                  <p:cNvSpPr/>
                  <p:nvPr/>
                </p:nvSpPr>
                <p:spPr>
                  <a:xfrm>
                    <a:off x="3383756" y="3407569"/>
                    <a:ext cx="333376" cy="33337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14" name="椭圆 213">
                    <a:extLst>
                      <a:ext uri="{FF2B5EF4-FFF2-40B4-BE49-F238E27FC236}">
                        <a16:creationId xmlns:a16="http://schemas.microsoft.com/office/drawing/2014/main" id="{F0B5C2BA-8AD4-4C30-9FE3-895572227371}"/>
                      </a:ext>
                    </a:extLst>
                  </p:cNvPr>
                  <p:cNvSpPr/>
                  <p:nvPr/>
                </p:nvSpPr>
                <p:spPr>
                  <a:xfrm>
                    <a:off x="3426618" y="3450431"/>
                    <a:ext cx="247650" cy="24765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6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</a:t>
                    </a:r>
                    <a:endParaRPr lang="zh-CN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  <p:grpSp>
          <p:nvGrpSpPr>
            <p:cNvPr id="235" name="组合 234">
              <a:extLst>
                <a:ext uri="{FF2B5EF4-FFF2-40B4-BE49-F238E27FC236}">
                  <a16:creationId xmlns:a16="http://schemas.microsoft.com/office/drawing/2014/main" id="{C5D46D51-B99A-4BC4-BAFC-18D183EDE12F}"/>
                </a:ext>
              </a:extLst>
            </p:cNvPr>
            <p:cNvGrpSpPr/>
            <p:nvPr/>
          </p:nvGrpSpPr>
          <p:grpSpPr>
            <a:xfrm>
              <a:off x="2546615" y="5724438"/>
              <a:ext cx="1789768" cy="409160"/>
              <a:chOff x="1960123" y="6902154"/>
              <a:chExt cx="1789768" cy="409160"/>
            </a:xfrm>
          </p:grpSpPr>
          <p:sp>
            <p:nvSpPr>
              <p:cNvPr id="215" name="矩形 214">
                <a:extLst>
                  <a:ext uri="{FF2B5EF4-FFF2-40B4-BE49-F238E27FC236}">
                    <a16:creationId xmlns:a16="http://schemas.microsoft.com/office/drawing/2014/main" id="{A5886033-36B0-4B27-8336-5C8064BD7A9A}"/>
                  </a:ext>
                </a:extLst>
              </p:cNvPr>
              <p:cNvSpPr/>
              <p:nvPr/>
            </p:nvSpPr>
            <p:spPr>
              <a:xfrm>
                <a:off x="2370522" y="6902154"/>
                <a:ext cx="1379369" cy="40916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TreeSet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&lt;</a:t>
                </a:r>
                <a:r>
                  <a:rPr lang="en-US" altLang="zh-CN" sz="1600" dirty="0">
                    <a:solidFill>
                      <a:srgbClr val="F8CCB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&gt;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16" name="组合 215">
                <a:extLst>
                  <a:ext uri="{FF2B5EF4-FFF2-40B4-BE49-F238E27FC236}">
                    <a16:creationId xmlns:a16="http://schemas.microsoft.com/office/drawing/2014/main" id="{EFA7C4AC-0889-480F-911F-CB22B47907CA}"/>
                  </a:ext>
                </a:extLst>
              </p:cNvPr>
              <p:cNvGrpSpPr/>
              <p:nvPr/>
            </p:nvGrpSpPr>
            <p:grpSpPr>
              <a:xfrm>
                <a:off x="1960123" y="6902154"/>
                <a:ext cx="410400" cy="409160"/>
                <a:chOff x="3345178" y="3371050"/>
                <a:chExt cx="410400" cy="409160"/>
              </a:xfrm>
            </p:grpSpPr>
            <p:sp>
              <p:nvSpPr>
                <p:cNvPr id="217" name="矩形 216">
                  <a:extLst>
                    <a:ext uri="{FF2B5EF4-FFF2-40B4-BE49-F238E27FC236}">
                      <a16:creationId xmlns:a16="http://schemas.microsoft.com/office/drawing/2014/main" id="{E30E0562-5ACD-498D-A94E-D0DBD3BA9BB9}"/>
                    </a:ext>
                  </a:extLst>
                </p:cNvPr>
                <p:cNvSpPr/>
                <p:nvPr/>
              </p:nvSpPr>
              <p:spPr>
                <a:xfrm>
                  <a:off x="3345178" y="3371050"/>
                  <a:ext cx="410400" cy="409160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218" name="组合 217">
                  <a:extLst>
                    <a:ext uri="{FF2B5EF4-FFF2-40B4-BE49-F238E27FC236}">
                      <a16:creationId xmlns:a16="http://schemas.microsoft.com/office/drawing/2014/main" id="{0A6949C7-95C8-4B26-B610-0021D1360605}"/>
                    </a:ext>
                  </a:extLst>
                </p:cNvPr>
                <p:cNvGrpSpPr/>
                <p:nvPr/>
              </p:nvGrpSpPr>
              <p:grpSpPr>
                <a:xfrm>
                  <a:off x="3405520" y="3430772"/>
                  <a:ext cx="289719" cy="289719"/>
                  <a:chOff x="3383756" y="3407569"/>
                  <a:chExt cx="333376" cy="333376"/>
                </a:xfrm>
              </p:grpSpPr>
              <p:sp>
                <p:nvSpPr>
                  <p:cNvPr id="219" name="椭圆 218">
                    <a:extLst>
                      <a:ext uri="{FF2B5EF4-FFF2-40B4-BE49-F238E27FC236}">
                        <a16:creationId xmlns:a16="http://schemas.microsoft.com/office/drawing/2014/main" id="{C487F2BF-7B07-4535-8349-8BF61805F5E0}"/>
                      </a:ext>
                    </a:extLst>
                  </p:cNvPr>
                  <p:cNvSpPr/>
                  <p:nvPr/>
                </p:nvSpPr>
                <p:spPr>
                  <a:xfrm>
                    <a:off x="3383756" y="3407569"/>
                    <a:ext cx="333376" cy="33337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20" name="椭圆 219">
                    <a:extLst>
                      <a:ext uri="{FF2B5EF4-FFF2-40B4-BE49-F238E27FC236}">
                        <a16:creationId xmlns:a16="http://schemas.microsoft.com/office/drawing/2014/main" id="{A9A362CF-9906-4D57-9B0F-1193427BA1F2}"/>
                      </a:ext>
                    </a:extLst>
                  </p:cNvPr>
                  <p:cNvSpPr/>
                  <p:nvPr/>
                </p:nvSpPr>
                <p:spPr>
                  <a:xfrm>
                    <a:off x="3426618" y="3450431"/>
                    <a:ext cx="247650" cy="24765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6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</a:t>
                    </a:r>
                    <a:endParaRPr lang="zh-CN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  <p:grpSp>
          <p:nvGrpSpPr>
            <p:cNvPr id="233" name="组合 232">
              <a:extLst>
                <a:ext uri="{FF2B5EF4-FFF2-40B4-BE49-F238E27FC236}">
                  <a16:creationId xmlns:a16="http://schemas.microsoft.com/office/drawing/2014/main" id="{0054A560-3F32-4EE0-880A-A3025685EE7C}"/>
                </a:ext>
              </a:extLst>
            </p:cNvPr>
            <p:cNvGrpSpPr/>
            <p:nvPr/>
          </p:nvGrpSpPr>
          <p:grpSpPr>
            <a:xfrm>
              <a:off x="-4145954" y="5723427"/>
              <a:ext cx="2514834" cy="409160"/>
              <a:chOff x="-482823" y="7475468"/>
              <a:chExt cx="2442944" cy="409160"/>
            </a:xfrm>
          </p:grpSpPr>
          <p:sp>
            <p:nvSpPr>
              <p:cNvPr id="221" name="矩形 220">
                <a:extLst>
                  <a:ext uri="{FF2B5EF4-FFF2-40B4-BE49-F238E27FC236}">
                    <a16:creationId xmlns:a16="http://schemas.microsoft.com/office/drawing/2014/main" id="{908D798C-008F-4750-B92D-361705431ED6}"/>
                  </a:ext>
                </a:extLst>
              </p:cNvPr>
              <p:cNvSpPr/>
              <p:nvPr/>
            </p:nvSpPr>
            <p:spPr>
              <a:xfrm>
                <a:off x="-72424" y="7475468"/>
                <a:ext cx="2032545" cy="40916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LinkedHashSet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&lt;</a:t>
                </a:r>
                <a:r>
                  <a:rPr lang="en-US" altLang="zh-CN" sz="1600" dirty="0">
                    <a:solidFill>
                      <a:srgbClr val="F8CCB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&gt;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22" name="组合 221">
                <a:extLst>
                  <a:ext uri="{FF2B5EF4-FFF2-40B4-BE49-F238E27FC236}">
                    <a16:creationId xmlns:a16="http://schemas.microsoft.com/office/drawing/2014/main" id="{34329ABA-CF73-4F36-9E04-818C714ABF4D}"/>
                  </a:ext>
                </a:extLst>
              </p:cNvPr>
              <p:cNvGrpSpPr/>
              <p:nvPr/>
            </p:nvGrpSpPr>
            <p:grpSpPr>
              <a:xfrm>
                <a:off x="-482823" y="7475468"/>
                <a:ext cx="410400" cy="409160"/>
                <a:chOff x="3345178" y="3371050"/>
                <a:chExt cx="410400" cy="409160"/>
              </a:xfrm>
            </p:grpSpPr>
            <p:sp>
              <p:nvSpPr>
                <p:cNvPr id="223" name="矩形 222">
                  <a:extLst>
                    <a:ext uri="{FF2B5EF4-FFF2-40B4-BE49-F238E27FC236}">
                      <a16:creationId xmlns:a16="http://schemas.microsoft.com/office/drawing/2014/main" id="{5AAE0887-6D4A-4BE6-870D-5DC69DFBD3FE}"/>
                    </a:ext>
                  </a:extLst>
                </p:cNvPr>
                <p:cNvSpPr/>
                <p:nvPr/>
              </p:nvSpPr>
              <p:spPr>
                <a:xfrm>
                  <a:off x="3345178" y="3371050"/>
                  <a:ext cx="410400" cy="409160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224" name="组合 223">
                  <a:extLst>
                    <a:ext uri="{FF2B5EF4-FFF2-40B4-BE49-F238E27FC236}">
                      <a16:creationId xmlns:a16="http://schemas.microsoft.com/office/drawing/2014/main" id="{D3AEAB01-AA0E-46A5-87A7-308462876510}"/>
                    </a:ext>
                  </a:extLst>
                </p:cNvPr>
                <p:cNvGrpSpPr/>
                <p:nvPr/>
              </p:nvGrpSpPr>
              <p:grpSpPr>
                <a:xfrm>
                  <a:off x="3405520" y="3430772"/>
                  <a:ext cx="289719" cy="289719"/>
                  <a:chOff x="3383756" y="3407569"/>
                  <a:chExt cx="333376" cy="333376"/>
                </a:xfrm>
              </p:grpSpPr>
              <p:sp>
                <p:nvSpPr>
                  <p:cNvPr id="225" name="椭圆 224">
                    <a:extLst>
                      <a:ext uri="{FF2B5EF4-FFF2-40B4-BE49-F238E27FC236}">
                        <a16:creationId xmlns:a16="http://schemas.microsoft.com/office/drawing/2014/main" id="{C3AEABFE-1AD9-45AB-B4FA-4E7BD19ECD0F}"/>
                      </a:ext>
                    </a:extLst>
                  </p:cNvPr>
                  <p:cNvSpPr/>
                  <p:nvPr/>
                </p:nvSpPr>
                <p:spPr>
                  <a:xfrm>
                    <a:off x="3383756" y="3407569"/>
                    <a:ext cx="333376" cy="33337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26" name="椭圆 225">
                    <a:extLst>
                      <a:ext uri="{FF2B5EF4-FFF2-40B4-BE49-F238E27FC236}">
                        <a16:creationId xmlns:a16="http://schemas.microsoft.com/office/drawing/2014/main" id="{9F9A7398-DA15-4CE0-BBD8-44EB32C27C2C}"/>
                      </a:ext>
                    </a:extLst>
                  </p:cNvPr>
                  <p:cNvSpPr/>
                  <p:nvPr/>
                </p:nvSpPr>
                <p:spPr>
                  <a:xfrm>
                    <a:off x="3426618" y="3450431"/>
                    <a:ext cx="247650" cy="24765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6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</a:t>
                    </a:r>
                    <a:endParaRPr lang="zh-CN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  <p:grpSp>
          <p:nvGrpSpPr>
            <p:cNvPr id="234" name="组合 233">
              <a:extLst>
                <a:ext uri="{FF2B5EF4-FFF2-40B4-BE49-F238E27FC236}">
                  <a16:creationId xmlns:a16="http://schemas.microsoft.com/office/drawing/2014/main" id="{01E6B456-97C2-4CBD-812B-43DFB6A9CDCC}"/>
                </a:ext>
              </a:extLst>
            </p:cNvPr>
            <p:cNvGrpSpPr/>
            <p:nvPr/>
          </p:nvGrpSpPr>
          <p:grpSpPr>
            <a:xfrm>
              <a:off x="-3804116" y="4802373"/>
              <a:ext cx="1835586" cy="409160"/>
              <a:chOff x="-1136447" y="6552716"/>
              <a:chExt cx="1835586" cy="409160"/>
            </a:xfrm>
          </p:grpSpPr>
          <p:sp>
            <p:nvSpPr>
              <p:cNvPr id="227" name="矩形 226">
                <a:extLst>
                  <a:ext uri="{FF2B5EF4-FFF2-40B4-BE49-F238E27FC236}">
                    <a16:creationId xmlns:a16="http://schemas.microsoft.com/office/drawing/2014/main" id="{31363262-E599-428F-A290-75D09DDC29FD}"/>
                  </a:ext>
                </a:extLst>
              </p:cNvPr>
              <p:cNvSpPr/>
              <p:nvPr/>
            </p:nvSpPr>
            <p:spPr>
              <a:xfrm>
                <a:off x="-726047" y="6552716"/>
                <a:ext cx="1425186" cy="40916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HashSet&lt;</a:t>
                </a:r>
                <a:r>
                  <a:rPr lang="en-US" altLang="zh-CN" sz="1600" dirty="0">
                    <a:solidFill>
                      <a:srgbClr val="F8CCB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&gt;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28" name="组合 227">
                <a:extLst>
                  <a:ext uri="{FF2B5EF4-FFF2-40B4-BE49-F238E27FC236}">
                    <a16:creationId xmlns:a16="http://schemas.microsoft.com/office/drawing/2014/main" id="{2A11A294-8895-47CE-B0F2-CA6972CA0129}"/>
                  </a:ext>
                </a:extLst>
              </p:cNvPr>
              <p:cNvGrpSpPr/>
              <p:nvPr/>
            </p:nvGrpSpPr>
            <p:grpSpPr>
              <a:xfrm>
                <a:off x="-1136447" y="6552716"/>
                <a:ext cx="410400" cy="409160"/>
                <a:chOff x="3345178" y="3371050"/>
                <a:chExt cx="410400" cy="409160"/>
              </a:xfrm>
            </p:grpSpPr>
            <p:sp>
              <p:nvSpPr>
                <p:cNvPr id="229" name="矩形 228">
                  <a:extLst>
                    <a:ext uri="{FF2B5EF4-FFF2-40B4-BE49-F238E27FC236}">
                      <a16:creationId xmlns:a16="http://schemas.microsoft.com/office/drawing/2014/main" id="{64072FA0-E28D-4ED2-BCA3-4D2F09F7E9B1}"/>
                    </a:ext>
                  </a:extLst>
                </p:cNvPr>
                <p:cNvSpPr/>
                <p:nvPr/>
              </p:nvSpPr>
              <p:spPr>
                <a:xfrm>
                  <a:off x="3345178" y="3371050"/>
                  <a:ext cx="410400" cy="409160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230" name="组合 229">
                  <a:extLst>
                    <a:ext uri="{FF2B5EF4-FFF2-40B4-BE49-F238E27FC236}">
                      <a16:creationId xmlns:a16="http://schemas.microsoft.com/office/drawing/2014/main" id="{5FA3C8B3-604D-4B37-9FCE-D07F8B27C49C}"/>
                    </a:ext>
                  </a:extLst>
                </p:cNvPr>
                <p:cNvGrpSpPr/>
                <p:nvPr/>
              </p:nvGrpSpPr>
              <p:grpSpPr>
                <a:xfrm>
                  <a:off x="3405520" y="3430772"/>
                  <a:ext cx="289719" cy="289719"/>
                  <a:chOff x="3383756" y="3407569"/>
                  <a:chExt cx="333376" cy="333376"/>
                </a:xfrm>
              </p:grpSpPr>
              <p:sp>
                <p:nvSpPr>
                  <p:cNvPr id="231" name="椭圆 230">
                    <a:extLst>
                      <a:ext uri="{FF2B5EF4-FFF2-40B4-BE49-F238E27FC236}">
                        <a16:creationId xmlns:a16="http://schemas.microsoft.com/office/drawing/2014/main" id="{CFA28AC5-3EB3-4AB5-82A1-F291AEBB6D0E}"/>
                      </a:ext>
                    </a:extLst>
                  </p:cNvPr>
                  <p:cNvSpPr/>
                  <p:nvPr/>
                </p:nvSpPr>
                <p:spPr>
                  <a:xfrm>
                    <a:off x="3383756" y="3407569"/>
                    <a:ext cx="333376" cy="33337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32" name="椭圆 231">
                    <a:extLst>
                      <a:ext uri="{FF2B5EF4-FFF2-40B4-BE49-F238E27FC236}">
                        <a16:creationId xmlns:a16="http://schemas.microsoft.com/office/drawing/2014/main" id="{EC1295DA-B7D9-4FCF-BD7B-7318A0BF5388}"/>
                      </a:ext>
                    </a:extLst>
                  </p:cNvPr>
                  <p:cNvSpPr/>
                  <p:nvPr/>
                </p:nvSpPr>
                <p:spPr>
                  <a:xfrm>
                    <a:off x="3426618" y="3450431"/>
                    <a:ext cx="247650" cy="24765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6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</a:t>
                    </a:r>
                    <a:endParaRPr lang="zh-CN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  <p:cxnSp>
          <p:nvCxnSpPr>
            <p:cNvPr id="269" name="直接箭头连接符 268">
              <a:extLst>
                <a:ext uri="{FF2B5EF4-FFF2-40B4-BE49-F238E27FC236}">
                  <a16:creationId xmlns:a16="http://schemas.microsoft.com/office/drawing/2014/main" id="{6E841C03-1407-4867-A779-A9483A059061}"/>
                </a:ext>
              </a:extLst>
            </p:cNvPr>
            <p:cNvCxnSpPr>
              <a:cxnSpLocks/>
              <a:stCxn id="215" idx="0"/>
              <a:endCxn id="138" idx="2"/>
            </p:cNvCxnSpPr>
            <p:nvPr/>
          </p:nvCxnSpPr>
          <p:spPr>
            <a:xfrm flipH="1" flipV="1">
              <a:off x="3640713" y="5219478"/>
              <a:ext cx="5986" cy="504960"/>
            </a:xfrm>
            <a:prstGeom prst="straightConnector1">
              <a:avLst/>
            </a:prstGeom>
            <a:ln w="25400">
              <a:solidFill>
                <a:schemeClr val="accent6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直接箭头连接符 271">
              <a:extLst>
                <a:ext uri="{FF2B5EF4-FFF2-40B4-BE49-F238E27FC236}">
                  <a16:creationId xmlns:a16="http://schemas.microsoft.com/office/drawing/2014/main" id="{614BA2B9-11E5-4337-A8D9-427794803419}"/>
                </a:ext>
              </a:extLst>
            </p:cNvPr>
            <p:cNvCxnSpPr>
              <a:cxnSpLocks/>
              <a:stCxn id="138" idx="0"/>
              <a:endCxn id="126" idx="2"/>
            </p:cNvCxnSpPr>
            <p:nvPr/>
          </p:nvCxnSpPr>
          <p:spPr>
            <a:xfrm flipH="1" flipV="1">
              <a:off x="3633134" y="4235568"/>
              <a:ext cx="7579" cy="574750"/>
            </a:xfrm>
            <a:prstGeom prst="straightConnector1">
              <a:avLst/>
            </a:prstGeom>
            <a:ln w="25400">
              <a:solidFill>
                <a:schemeClr val="accent6"/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直接箭头连接符 274">
              <a:extLst>
                <a:ext uri="{FF2B5EF4-FFF2-40B4-BE49-F238E27FC236}">
                  <a16:creationId xmlns:a16="http://schemas.microsoft.com/office/drawing/2014/main" id="{A030DED7-5109-4C5E-9432-CF236B2AC479}"/>
                </a:ext>
              </a:extLst>
            </p:cNvPr>
            <p:cNvCxnSpPr>
              <a:cxnSpLocks/>
              <a:stCxn id="209" idx="0"/>
              <a:endCxn id="151" idx="2"/>
            </p:cNvCxnSpPr>
            <p:nvPr/>
          </p:nvCxnSpPr>
          <p:spPr>
            <a:xfrm flipH="1" flipV="1">
              <a:off x="6342695" y="5211533"/>
              <a:ext cx="12207" cy="511894"/>
            </a:xfrm>
            <a:prstGeom prst="straightConnector1">
              <a:avLst/>
            </a:prstGeom>
            <a:ln w="25400"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连接符: 肘形 277">
              <a:extLst>
                <a:ext uri="{FF2B5EF4-FFF2-40B4-BE49-F238E27FC236}">
                  <a16:creationId xmlns:a16="http://schemas.microsoft.com/office/drawing/2014/main" id="{106F8464-24A4-4A99-8EA3-9A2086524829}"/>
                </a:ext>
              </a:extLst>
            </p:cNvPr>
            <p:cNvCxnSpPr>
              <a:cxnSpLocks/>
              <a:stCxn id="217" idx="1"/>
              <a:endCxn id="54" idx="3"/>
            </p:cNvCxnSpPr>
            <p:nvPr/>
          </p:nvCxnSpPr>
          <p:spPr>
            <a:xfrm rot="10800000">
              <a:off x="-75209" y="4045756"/>
              <a:ext cx="2621825" cy="1883263"/>
            </a:xfrm>
            <a:prstGeom prst="bentConnector3">
              <a:avLst>
                <a:gd name="adj1" fmla="val 29292"/>
              </a:avLst>
            </a:prstGeom>
            <a:ln w="25400"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连接符: 肘形 281">
              <a:extLst>
                <a:ext uri="{FF2B5EF4-FFF2-40B4-BE49-F238E27FC236}">
                  <a16:creationId xmlns:a16="http://schemas.microsoft.com/office/drawing/2014/main" id="{E5B72139-F7F6-4A5C-BB00-BF05DE3F4CC2}"/>
                </a:ext>
              </a:extLst>
            </p:cNvPr>
            <p:cNvCxnSpPr>
              <a:cxnSpLocks/>
              <a:stCxn id="227" idx="3"/>
              <a:endCxn id="54" idx="2"/>
            </p:cNvCxnSpPr>
            <p:nvPr/>
          </p:nvCxnSpPr>
          <p:spPr>
            <a:xfrm flipV="1">
              <a:off x="-1968530" y="4250335"/>
              <a:ext cx="1006991" cy="756618"/>
            </a:xfrm>
            <a:prstGeom prst="bentConnector2">
              <a:avLst/>
            </a:prstGeom>
            <a:ln w="25400"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连接符: 肘形 287">
              <a:extLst>
                <a:ext uri="{FF2B5EF4-FFF2-40B4-BE49-F238E27FC236}">
                  <a16:creationId xmlns:a16="http://schemas.microsoft.com/office/drawing/2014/main" id="{2C05AAFE-0ACB-4F20-BBBD-9998D34D0143}"/>
                </a:ext>
              </a:extLst>
            </p:cNvPr>
            <p:cNvCxnSpPr>
              <a:cxnSpLocks/>
              <a:stCxn id="126" idx="0"/>
              <a:endCxn id="120" idx="2"/>
            </p:cNvCxnSpPr>
            <p:nvPr/>
          </p:nvCxnSpPr>
          <p:spPr>
            <a:xfrm rot="16200000" flipV="1">
              <a:off x="2642197" y="2835471"/>
              <a:ext cx="589933" cy="1391942"/>
            </a:xfrm>
            <a:prstGeom prst="bentConnector3">
              <a:avLst>
                <a:gd name="adj1" fmla="val 23855"/>
              </a:avLst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连接符: 肘形 290">
              <a:extLst>
                <a:ext uri="{FF2B5EF4-FFF2-40B4-BE49-F238E27FC236}">
                  <a16:creationId xmlns:a16="http://schemas.microsoft.com/office/drawing/2014/main" id="{2E2CE798-066A-4021-8EFD-1109711B895C}"/>
                </a:ext>
              </a:extLst>
            </p:cNvPr>
            <p:cNvCxnSpPr>
              <a:cxnSpLocks/>
              <a:stCxn id="126" idx="0"/>
              <a:endCxn id="114" idx="2"/>
            </p:cNvCxnSpPr>
            <p:nvPr/>
          </p:nvCxnSpPr>
          <p:spPr>
            <a:xfrm rot="16200000" flipV="1">
              <a:off x="1187654" y="1380928"/>
              <a:ext cx="1630654" cy="3260306"/>
            </a:xfrm>
            <a:prstGeom prst="bentConnector3">
              <a:avLst>
                <a:gd name="adj1" fmla="val 8722"/>
              </a:avLst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连接符: 肘形 294">
              <a:extLst>
                <a:ext uri="{FF2B5EF4-FFF2-40B4-BE49-F238E27FC236}">
                  <a16:creationId xmlns:a16="http://schemas.microsoft.com/office/drawing/2014/main" id="{BE348EAD-2C65-47F9-BF8F-E6D047B73E1F}"/>
                </a:ext>
              </a:extLst>
            </p:cNvPr>
            <p:cNvCxnSpPr>
              <a:cxnSpLocks/>
              <a:stCxn id="120" idx="0"/>
              <a:endCxn id="114" idx="3"/>
            </p:cNvCxnSpPr>
            <p:nvPr/>
          </p:nvCxnSpPr>
          <p:spPr>
            <a:xfrm rot="16200000" flipV="1">
              <a:off x="1120715" y="1706838"/>
              <a:ext cx="836141" cy="1404814"/>
            </a:xfrm>
            <a:prstGeom prst="bentConnector2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连接符: 肘形 297">
              <a:extLst>
                <a:ext uri="{FF2B5EF4-FFF2-40B4-BE49-F238E27FC236}">
                  <a16:creationId xmlns:a16="http://schemas.microsoft.com/office/drawing/2014/main" id="{EA95D3DC-8A33-4333-9C97-87BE9B5A0FEC}"/>
                </a:ext>
              </a:extLst>
            </p:cNvPr>
            <p:cNvCxnSpPr>
              <a:cxnSpLocks/>
              <a:stCxn id="56" idx="1"/>
              <a:endCxn id="116" idx="1"/>
            </p:cNvCxnSpPr>
            <p:nvPr/>
          </p:nvCxnSpPr>
          <p:spPr>
            <a:xfrm rot="10800000" flipH="1">
              <a:off x="-2261211" y="1991174"/>
              <a:ext cx="1760088" cy="2056274"/>
            </a:xfrm>
            <a:prstGeom prst="bentConnector3">
              <a:avLst>
                <a:gd name="adj1" fmla="val -23992"/>
              </a:avLst>
            </a:prstGeom>
            <a:ln w="25400">
              <a:solidFill>
                <a:schemeClr val="accent6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连接符: 肘形 300">
              <a:extLst>
                <a:ext uri="{FF2B5EF4-FFF2-40B4-BE49-F238E27FC236}">
                  <a16:creationId xmlns:a16="http://schemas.microsoft.com/office/drawing/2014/main" id="{6900C91D-DBD1-4D27-AA4E-8EB7258CB5F2}"/>
                </a:ext>
              </a:extLst>
            </p:cNvPr>
            <p:cNvCxnSpPr>
              <a:cxnSpLocks/>
              <a:stCxn id="227" idx="0"/>
              <a:endCxn id="116" idx="1"/>
            </p:cNvCxnSpPr>
            <p:nvPr/>
          </p:nvCxnSpPr>
          <p:spPr>
            <a:xfrm rot="5400000" flipH="1" flipV="1">
              <a:off x="-2996722" y="2306774"/>
              <a:ext cx="2811199" cy="2180000"/>
            </a:xfrm>
            <a:prstGeom prst="bentConnector2">
              <a:avLst/>
            </a:prstGeom>
            <a:ln w="25400">
              <a:solidFill>
                <a:schemeClr val="accent6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连接符: 肘形 304">
              <a:extLst>
                <a:ext uri="{FF2B5EF4-FFF2-40B4-BE49-F238E27FC236}">
                  <a16:creationId xmlns:a16="http://schemas.microsoft.com/office/drawing/2014/main" id="{FA1FA4E2-7A9D-4F94-B883-A89ED5A5BA3A}"/>
                </a:ext>
              </a:extLst>
            </p:cNvPr>
            <p:cNvCxnSpPr>
              <a:cxnSpLocks/>
              <a:stCxn id="223" idx="1"/>
              <a:endCxn id="122" idx="1"/>
            </p:cNvCxnSpPr>
            <p:nvPr/>
          </p:nvCxnSpPr>
          <p:spPr>
            <a:xfrm rot="10800000" flipH="1">
              <a:off x="-4145954" y="3031895"/>
              <a:ext cx="4940232" cy="2896112"/>
            </a:xfrm>
            <a:prstGeom prst="bentConnector3">
              <a:avLst>
                <a:gd name="adj1" fmla="val -4627"/>
              </a:avLst>
            </a:prstGeom>
            <a:ln w="25400">
              <a:solidFill>
                <a:schemeClr val="accent6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直接箭头连接符 313">
              <a:extLst>
                <a:ext uri="{FF2B5EF4-FFF2-40B4-BE49-F238E27FC236}">
                  <a16:creationId xmlns:a16="http://schemas.microsoft.com/office/drawing/2014/main" id="{62B5A236-6507-4F1C-911F-31C4D54D3366}"/>
                </a:ext>
              </a:extLst>
            </p:cNvPr>
            <p:cNvCxnSpPr>
              <a:cxnSpLocks/>
              <a:stCxn id="197" idx="0"/>
              <a:endCxn id="203" idx="2"/>
            </p:cNvCxnSpPr>
            <p:nvPr/>
          </p:nvCxnSpPr>
          <p:spPr>
            <a:xfrm flipH="1" flipV="1">
              <a:off x="8859988" y="5219478"/>
              <a:ext cx="6582" cy="503949"/>
            </a:xfrm>
            <a:prstGeom prst="straightConnector1">
              <a:avLst/>
            </a:prstGeom>
            <a:ln w="25400">
              <a:solidFill>
                <a:schemeClr val="accent6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直接箭头连接符 316">
              <a:extLst>
                <a:ext uri="{FF2B5EF4-FFF2-40B4-BE49-F238E27FC236}">
                  <a16:creationId xmlns:a16="http://schemas.microsoft.com/office/drawing/2014/main" id="{36C40E71-9F62-46B5-B0CA-A26A18473208}"/>
                </a:ext>
              </a:extLst>
            </p:cNvPr>
            <p:cNvCxnSpPr>
              <a:cxnSpLocks/>
              <a:stCxn id="191" idx="0"/>
              <a:endCxn id="172" idx="2"/>
            </p:cNvCxnSpPr>
            <p:nvPr/>
          </p:nvCxnSpPr>
          <p:spPr>
            <a:xfrm flipH="1" flipV="1">
              <a:off x="14823521" y="5209840"/>
              <a:ext cx="8985" cy="513587"/>
            </a:xfrm>
            <a:prstGeom prst="straightConnector1">
              <a:avLst/>
            </a:prstGeom>
            <a:ln w="25400"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直接箭头连接符 319">
              <a:extLst>
                <a:ext uri="{FF2B5EF4-FFF2-40B4-BE49-F238E27FC236}">
                  <a16:creationId xmlns:a16="http://schemas.microsoft.com/office/drawing/2014/main" id="{E2E3FEDD-7A49-4665-B5D4-9799167B39F5}"/>
                </a:ext>
              </a:extLst>
            </p:cNvPr>
            <p:cNvCxnSpPr>
              <a:cxnSpLocks/>
              <a:stCxn id="179" idx="0"/>
              <a:endCxn id="42" idx="2"/>
            </p:cNvCxnSpPr>
            <p:nvPr/>
          </p:nvCxnSpPr>
          <p:spPr>
            <a:xfrm flipH="1" flipV="1">
              <a:off x="17883766" y="5205509"/>
              <a:ext cx="5128" cy="517918"/>
            </a:xfrm>
            <a:prstGeom prst="straightConnector1">
              <a:avLst/>
            </a:prstGeom>
            <a:ln w="25400"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连接符: 肘形 322">
              <a:extLst>
                <a:ext uri="{FF2B5EF4-FFF2-40B4-BE49-F238E27FC236}">
                  <a16:creationId xmlns:a16="http://schemas.microsoft.com/office/drawing/2014/main" id="{0E9CBD72-068D-485C-8E8A-1B37075E3F66}"/>
                </a:ext>
              </a:extLst>
            </p:cNvPr>
            <p:cNvCxnSpPr>
              <a:cxnSpLocks/>
              <a:stCxn id="185" idx="0"/>
              <a:endCxn id="165" idx="2"/>
            </p:cNvCxnSpPr>
            <p:nvPr/>
          </p:nvCxnSpPr>
          <p:spPr>
            <a:xfrm rot="5400000" flipH="1" flipV="1">
              <a:off x="12972156" y="3366315"/>
              <a:ext cx="516973" cy="2355145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连接符: 肘形 325">
              <a:extLst>
                <a:ext uri="{FF2B5EF4-FFF2-40B4-BE49-F238E27FC236}">
                  <a16:creationId xmlns:a16="http://schemas.microsoft.com/office/drawing/2014/main" id="{0BCBAC9A-6DDF-4542-AF83-66B463D58B71}"/>
                </a:ext>
              </a:extLst>
            </p:cNvPr>
            <p:cNvCxnSpPr>
              <a:cxnSpLocks/>
              <a:stCxn id="172" idx="0"/>
              <a:endCxn id="165" idx="2"/>
            </p:cNvCxnSpPr>
            <p:nvPr/>
          </p:nvCxnSpPr>
          <p:spPr>
            <a:xfrm rot="16200000" flipV="1">
              <a:off x="14358228" y="4335387"/>
              <a:ext cx="515280" cy="415306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连接符: 肘形 328">
              <a:extLst>
                <a:ext uri="{FF2B5EF4-FFF2-40B4-BE49-F238E27FC236}">
                  <a16:creationId xmlns:a16="http://schemas.microsoft.com/office/drawing/2014/main" id="{C53F0BED-96F0-455D-A5DC-D1F989A39097}"/>
                </a:ext>
              </a:extLst>
            </p:cNvPr>
            <p:cNvCxnSpPr>
              <a:cxnSpLocks/>
              <a:stCxn id="42" idx="0"/>
              <a:endCxn id="165" idx="2"/>
            </p:cNvCxnSpPr>
            <p:nvPr/>
          </p:nvCxnSpPr>
          <p:spPr>
            <a:xfrm rot="16200000" flipV="1">
              <a:off x="15890517" y="2803099"/>
              <a:ext cx="510949" cy="3475551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连接符: 肘形 336">
              <a:extLst>
                <a:ext uri="{FF2B5EF4-FFF2-40B4-BE49-F238E27FC236}">
                  <a16:creationId xmlns:a16="http://schemas.microsoft.com/office/drawing/2014/main" id="{E61561B0-F054-4993-9978-43CB3B3D9001}"/>
                </a:ext>
              </a:extLst>
            </p:cNvPr>
            <p:cNvCxnSpPr>
              <a:cxnSpLocks/>
              <a:stCxn id="205" idx="1"/>
              <a:endCxn id="132" idx="2"/>
            </p:cNvCxnSpPr>
            <p:nvPr/>
          </p:nvCxnSpPr>
          <p:spPr>
            <a:xfrm rot="10800000">
              <a:off x="7583264" y="4235568"/>
              <a:ext cx="239195" cy="779330"/>
            </a:xfrm>
            <a:prstGeom prst="bentConnector2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连接符: 肘形 339">
              <a:extLst>
                <a:ext uri="{FF2B5EF4-FFF2-40B4-BE49-F238E27FC236}">
                  <a16:creationId xmlns:a16="http://schemas.microsoft.com/office/drawing/2014/main" id="{AA09D41E-34C7-41B7-AEDF-3EF62A379DF0}"/>
                </a:ext>
              </a:extLst>
            </p:cNvPr>
            <p:cNvCxnSpPr>
              <a:cxnSpLocks/>
              <a:stCxn id="151" idx="3"/>
              <a:endCxn id="132" idx="2"/>
            </p:cNvCxnSpPr>
            <p:nvPr/>
          </p:nvCxnSpPr>
          <p:spPr>
            <a:xfrm flipV="1">
              <a:off x="7395646" y="4235568"/>
              <a:ext cx="187617" cy="771385"/>
            </a:xfrm>
            <a:prstGeom prst="bentConnector2">
              <a:avLst/>
            </a:prstGeom>
            <a:ln w="25400">
              <a:solidFill>
                <a:schemeClr val="accent6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连接符: 肘形 345">
              <a:extLst>
                <a:ext uri="{FF2B5EF4-FFF2-40B4-BE49-F238E27FC236}">
                  <a16:creationId xmlns:a16="http://schemas.microsoft.com/office/drawing/2014/main" id="{43621B15-1E54-4EB0-8622-ECAFB3A6B241}"/>
                </a:ext>
              </a:extLst>
            </p:cNvPr>
            <p:cNvCxnSpPr>
              <a:cxnSpLocks/>
              <a:stCxn id="151" idx="0"/>
              <a:endCxn id="158" idx="2"/>
            </p:cNvCxnSpPr>
            <p:nvPr/>
          </p:nvCxnSpPr>
          <p:spPr>
            <a:xfrm rot="5400000" flipH="1" flipV="1">
              <a:off x="7424025" y="2133483"/>
              <a:ext cx="1587560" cy="3750220"/>
            </a:xfrm>
            <a:prstGeom prst="bentConnector3">
              <a:avLst>
                <a:gd name="adj1" fmla="val 84909"/>
              </a:avLst>
            </a:prstGeom>
            <a:ln w="25400"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连接符: 肘形 348">
              <a:extLst>
                <a:ext uri="{FF2B5EF4-FFF2-40B4-BE49-F238E27FC236}">
                  <a16:creationId xmlns:a16="http://schemas.microsoft.com/office/drawing/2014/main" id="{32AD8D76-FCFE-4AF7-86B9-CC41C9B0731E}"/>
                </a:ext>
              </a:extLst>
            </p:cNvPr>
            <p:cNvCxnSpPr>
              <a:cxnSpLocks/>
              <a:stCxn id="197" idx="3"/>
              <a:endCxn id="158" idx="2"/>
            </p:cNvCxnSpPr>
            <p:nvPr/>
          </p:nvCxnSpPr>
          <p:spPr>
            <a:xfrm flipV="1">
              <a:off x="9753216" y="3214813"/>
              <a:ext cx="339699" cy="2713194"/>
            </a:xfrm>
            <a:prstGeom prst="bentConnector2">
              <a:avLst/>
            </a:prstGeom>
            <a:ln w="25400"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连接符: 肘形 357">
              <a:extLst>
                <a:ext uri="{FF2B5EF4-FFF2-40B4-BE49-F238E27FC236}">
                  <a16:creationId xmlns:a16="http://schemas.microsoft.com/office/drawing/2014/main" id="{955C3A26-2DE8-4250-AD72-D8A70E24A44B}"/>
                </a:ext>
              </a:extLst>
            </p:cNvPr>
            <p:cNvCxnSpPr>
              <a:cxnSpLocks/>
              <a:stCxn id="54" idx="0"/>
              <a:endCxn id="158" idx="2"/>
            </p:cNvCxnSpPr>
            <p:nvPr/>
          </p:nvCxnSpPr>
          <p:spPr>
            <a:xfrm rot="5400000" flipH="1" flipV="1">
              <a:off x="4252507" y="-1999233"/>
              <a:ext cx="626362" cy="11054454"/>
            </a:xfrm>
            <a:prstGeom prst="bentConnector3">
              <a:avLst>
                <a:gd name="adj1" fmla="val 62165"/>
              </a:avLst>
            </a:prstGeom>
            <a:ln w="25400"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连接符: 肘形 377">
              <a:extLst>
                <a:ext uri="{FF2B5EF4-FFF2-40B4-BE49-F238E27FC236}">
                  <a16:creationId xmlns:a16="http://schemas.microsoft.com/office/drawing/2014/main" id="{D1991A1C-BDD0-4752-BBF7-55F1B0400AF4}"/>
                </a:ext>
              </a:extLst>
            </p:cNvPr>
            <p:cNvCxnSpPr>
              <a:cxnSpLocks/>
              <a:stCxn id="120" idx="0"/>
              <a:endCxn id="104" idx="1"/>
            </p:cNvCxnSpPr>
            <p:nvPr/>
          </p:nvCxnSpPr>
          <p:spPr>
            <a:xfrm rot="5400000" flipH="1" flipV="1">
              <a:off x="5658966" y="-1436783"/>
              <a:ext cx="846324" cy="7681873"/>
            </a:xfrm>
            <a:prstGeom prst="bentConnector2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连接符: 肘形 380">
              <a:extLst>
                <a:ext uri="{FF2B5EF4-FFF2-40B4-BE49-F238E27FC236}">
                  <a16:creationId xmlns:a16="http://schemas.microsoft.com/office/drawing/2014/main" id="{D615C4BF-BE23-4D3B-A67C-6B8F3CCF073F}"/>
                </a:ext>
              </a:extLst>
            </p:cNvPr>
            <p:cNvCxnSpPr>
              <a:cxnSpLocks/>
              <a:stCxn id="167" idx="1"/>
              <a:endCxn id="158" idx="2"/>
            </p:cNvCxnSpPr>
            <p:nvPr/>
          </p:nvCxnSpPr>
          <p:spPr>
            <a:xfrm rot="10800000">
              <a:off x="10092915" y="3214813"/>
              <a:ext cx="2980604" cy="867700"/>
            </a:xfrm>
            <a:prstGeom prst="bentConnector2">
              <a:avLst/>
            </a:prstGeom>
            <a:ln w="25400"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连接符: 肘形 383">
              <a:extLst>
                <a:ext uri="{FF2B5EF4-FFF2-40B4-BE49-F238E27FC236}">
                  <a16:creationId xmlns:a16="http://schemas.microsoft.com/office/drawing/2014/main" id="{CD900D26-FD7D-486A-B950-08CC512302A5}"/>
                </a:ext>
              </a:extLst>
            </p:cNvPr>
            <p:cNvCxnSpPr>
              <a:cxnSpLocks/>
              <a:stCxn id="193" idx="1"/>
              <a:endCxn id="203" idx="3"/>
            </p:cNvCxnSpPr>
            <p:nvPr/>
          </p:nvCxnSpPr>
          <p:spPr>
            <a:xfrm rot="10800000">
              <a:off x="9487117" y="5014899"/>
              <a:ext cx="4135938" cy="913109"/>
            </a:xfrm>
            <a:prstGeom prst="bentConnector3">
              <a:avLst>
                <a:gd name="adj1" fmla="val 74412"/>
              </a:avLst>
            </a:prstGeom>
            <a:ln w="25400">
              <a:solidFill>
                <a:schemeClr val="accent6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连接符: 肘形 393">
              <a:extLst>
                <a:ext uri="{FF2B5EF4-FFF2-40B4-BE49-F238E27FC236}">
                  <a16:creationId xmlns:a16="http://schemas.microsoft.com/office/drawing/2014/main" id="{7FBBC906-9F2E-4F13-A8B1-03CBC95402E8}"/>
                </a:ext>
              </a:extLst>
            </p:cNvPr>
            <p:cNvCxnSpPr>
              <a:cxnSpLocks/>
              <a:stCxn id="191" idx="3"/>
              <a:endCxn id="108" idx="3"/>
            </p:cNvCxnSpPr>
            <p:nvPr/>
          </p:nvCxnSpPr>
          <p:spPr>
            <a:xfrm flipH="1" flipV="1">
              <a:off x="14298043" y="3031895"/>
              <a:ext cx="1333514" cy="2896112"/>
            </a:xfrm>
            <a:prstGeom prst="bentConnector3">
              <a:avLst>
                <a:gd name="adj1" fmla="val -67142"/>
              </a:avLst>
            </a:prstGeom>
            <a:ln w="25400">
              <a:solidFill>
                <a:schemeClr val="accent6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连接符: 肘形 397">
              <a:extLst>
                <a:ext uri="{FF2B5EF4-FFF2-40B4-BE49-F238E27FC236}">
                  <a16:creationId xmlns:a16="http://schemas.microsoft.com/office/drawing/2014/main" id="{5E8352DF-C6CB-42E6-AF95-22AADF8668FD}"/>
                </a:ext>
              </a:extLst>
            </p:cNvPr>
            <p:cNvCxnSpPr>
              <a:cxnSpLocks/>
              <a:stCxn id="185" idx="0"/>
              <a:endCxn id="110" idx="1"/>
            </p:cNvCxnSpPr>
            <p:nvPr/>
          </p:nvCxnSpPr>
          <p:spPr>
            <a:xfrm rot="5400000" flipH="1" flipV="1">
              <a:off x="11602517" y="3482448"/>
              <a:ext cx="1770478" cy="869372"/>
            </a:xfrm>
            <a:prstGeom prst="bentConnector2">
              <a:avLst/>
            </a:prstGeom>
            <a:ln w="25400">
              <a:solidFill>
                <a:schemeClr val="accent6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连接符: 肘形 400">
              <a:extLst>
                <a:ext uri="{FF2B5EF4-FFF2-40B4-BE49-F238E27FC236}">
                  <a16:creationId xmlns:a16="http://schemas.microsoft.com/office/drawing/2014/main" id="{42B34DEF-0302-4DB6-A834-46921CF8EB4E}"/>
                </a:ext>
              </a:extLst>
            </p:cNvPr>
            <p:cNvCxnSpPr>
              <a:cxnSpLocks/>
              <a:stCxn id="42" idx="0"/>
              <a:endCxn id="108" idx="3"/>
            </p:cNvCxnSpPr>
            <p:nvPr/>
          </p:nvCxnSpPr>
          <p:spPr>
            <a:xfrm rot="16200000" flipV="1">
              <a:off x="15208678" y="2121260"/>
              <a:ext cx="1764454" cy="3585723"/>
            </a:xfrm>
            <a:prstGeom prst="bentConnector2">
              <a:avLst/>
            </a:prstGeom>
            <a:ln w="25400">
              <a:solidFill>
                <a:schemeClr val="accent6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连接符: 肘形 403">
              <a:extLst>
                <a:ext uri="{FF2B5EF4-FFF2-40B4-BE49-F238E27FC236}">
                  <a16:creationId xmlns:a16="http://schemas.microsoft.com/office/drawing/2014/main" id="{2084A24B-0197-4EE3-AE81-21BAD154D4A0}"/>
                </a:ext>
              </a:extLst>
            </p:cNvPr>
            <p:cNvCxnSpPr>
              <a:cxnSpLocks/>
              <a:stCxn id="203" idx="0"/>
              <a:endCxn id="102" idx="2"/>
            </p:cNvCxnSpPr>
            <p:nvPr/>
          </p:nvCxnSpPr>
          <p:spPr>
            <a:xfrm rot="5400000" flipH="1" flipV="1">
              <a:off x="8963804" y="2081756"/>
              <a:ext cx="2624747" cy="2832378"/>
            </a:xfrm>
            <a:prstGeom prst="bentConnector3">
              <a:avLst>
                <a:gd name="adj1" fmla="val 40046"/>
              </a:avLst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连接符: 肘形 407">
              <a:extLst>
                <a:ext uri="{FF2B5EF4-FFF2-40B4-BE49-F238E27FC236}">
                  <a16:creationId xmlns:a16="http://schemas.microsoft.com/office/drawing/2014/main" id="{E492C927-3B7C-414E-BCEF-55D55EC5C26C}"/>
                </a:ext>
              </a:extLst>
            </p:cNvPr>
            <p:cNvCxnSpPr>
              <a:cxnSpLocks/>
              <a:stCxn id="108" idx="0"/>
              <a:endCxn id="102" idx="3"/>
            </p:cNvCxnSpPr>
            <p:nvPr/>
          </p:nvCxnSpPr>
          <p:spPr>
            <a:xfrm rot="16200000" flipV="1">
              <a:off x="13010193" y="2022064"/>
              <a:ext cx="846324" cy="764177"/>
            </a:xfrm>
            <a:prstGeom prst="bentConnector2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连接符: 肘形 410">
              <a:extLst>
                <a:ext uri="{FF2B5EF4-FFF2-40B4-BE49-F238E27FC236}">
                  <a16:creationId xmlns:a16="http://schemas.microsoft.com/office/drawing/2014/main" id="{826F5F8C-051F-4A61-B44E-66377D2B1E01}"/>
                </a:ext>
              </a:extLst>
            </p:cNvPr>
            <p:cNvCxnSpPr>
              <a:cxnSpLocks/>
              <a:stCxn id="102" idx="0"/>
              <a:endCxn id="30" idx="3"/>
            </p:cNvCxnSpPr>
            <p:nvPr/>
          </p:nvCxnSpPr>
          <p:spPr>
            <a:xfrm rot="16200000" flipV="1">
              <a:off x="9030594" y="-885361"/>
              <a:ext cx="847430" cy="4476114"/>
            </a:xfrm>
            <a:prstGeom prst="bentConnector2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连接符: 肘形 413">
              <a:extLst>
                <a:ext uri="{FF2B5EF4-FFF2-40B4-BE49-F238E27FC236}">
                  <a16:creationId xmlns:a16="http://schemas.microsoft.com/office/drawing/2014/main" id="{78203726-361F-42BD-B72F-D64A021711E2}"/>
                </a:ext>
              </a:extLst>
            </p:cNvPr>
            <p:cNvCxnSpPr>
              <a:cxnSpLocks/>
              <a:stCxn id="114" idx="0"/>
              <a:endCxn id="32" idx="1"/>
            </p:cNvCxnSpPr>
            <p:nvPr/>
          </p:nvCxnSpPr>
          <p:spPr>
            <a:xfrm rot="5400000" flipH="1" flipV="1">
              <a:off x="2337169" y="-1035359"/>
              <a:ext cx="857613" cy="4786295"/>
            </a:xfrm>
            <a:prstGeom prst="bentConnector2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连接符: 肘形 416">
              <a:extLst>
                <a:ext uri="{FF2B5EF4-FFF2-40B4-BE49-F238E27FC236}">
                  <a16:creationId xmlns:a16="http://schemas.microsoft.com/office/drawing/2014/main" id="{34F210BA-35A3-4D20-BB14-E94D714C45D7}"/>
                </a:ext>
              </a:extLst>
            </p:cNvPr>
            <p:cNvCxnSpPr>
              <a:cxnSpLocks/>
              <a:stCxn id="132" idx="0"/>
              <a:endCxn id="30" idx="3"/>
            </p:cNvCxnSpPr>
            <p:nvPr/>
          </p:nvCxnSpPr>
          <p:spPr>
            <a:xfrm rot="16200000" flipV="1">
              <a:off x="5951045" y="2194189"/>
              <a:ext cx="2897427" cy="367011"/>
            </a:xfrm>
            <a:prstGeom prst="bentConnector2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连接符: 肘形 421">
              <a:extLst>
                <a:ext uri="{FF2B5EF4-FFF2-40B4-BE49-F238E27FC236}">
                  <a16:creationId xmlns:a16="http://schemas.microsoft.com/office/drawing/2014/main" id="{59020E66-3ED2-4A7E-9257-EF8834005F2E}"/>
                </a:ext>
              </a:extLst>
            </p:cNvPr>
            <p:cNvCxnSpPr>
              <a:cxnSpLocks/>
              <a:stCxn id="158" idx="0"/>
              <a:endCxn id="30" idx="2"/>
            </p:cNvCxnSpPr>
            <p:nvPr/>
          </p:nvCxnSpPr>
          <p:spPr>
            <a:xfrm rot="16200000" flipV="1">
              <a:off x="7406856" y="119593"/>
              <a:ext cx="1672092" cy="3700027"/>
            </a:xfrm>
            <a:prstGeom prst="bentConnector3">
              <a:avLst>
                <a:gd name="adj1" fmla="val 21355"/>
              </a:avLst>
            </a:prstGeom>
            <a:ln w="25400">
              <a:solidFill>
                <a:schemeClr val="accent6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4596229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组合 179">
            <a:extLst>
              <a:ext uri="{FF2B5EF4-FFF2-40B4-BE49-F238E27FC236}">
                <a16:creationId xmlns:a16="http://schemas.microsoft.com/office/drawing/2014/main" id="{53E6A38A-7DE6-40C4-8F38-F3DD0502C424}"/>
              </a:ext>
            </a:extLst>
          </p:cNvPr>
          <p:cNvGrpSpPr/>
          <p:nvPr/>
        </p:nvGrpSpPr>
        <p:grpSpPr>
          <a:xfrm>
            <a:off x="-344010" y="1423035"/>
            <a:ext cx="11555599" cy="4161026"/>
            <a:chOff x="-344010" y="1423035"/>
            <a:chExt cx="11555599" cy="4161026"/>
          </a:xfrm>
        </p:grpSpPr>
        <p:grpSp>
          <p:nvGrpSpPr>
            <p:cNvPr id="138" name="组合 137">
              <a:extLst>
                <a:ext uri="{FF2B5EF4-FFF2-40B4-BE49-F238E27FC236}">
                  <a16:creationId xmlns:a16="http://schemas.microsoft.com/office/drawing/2014/main" id="{50379059-9828-4EA7-B88F-23AC87FBE742}"/>
                </a:ext>
              </a:extLst>
            </p:cNvPr>
            <p:cNvGrpSpPr/>
            <p:nvPr/>
          </p:nvGrpSpPr>
          <p:grpSpPr>
            <a:xfrm>
              <a:off x="3913035" y="4181240"/>
              <a:ext cx="2484137" cy="410853"/>
              <a:chOff x="5756480" y="3328416"/>
              <a:chExt cx="2484137" cy="410853"/>
            </a:xfrm>
          </p:grpSpPr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B0D62496-3D2D-47E3-B376-A0387297AB1B}"/>
                  </a:ext>
                </a:extLst>
              </p:cNvPr>
              <p:cNvSpPr/>
              <p:nvPr/>
            </p:nvSpPr>
            <p:spPr>
              <a:xfrm>
                <a:off x="6169822" y="3328416"/>
                <a:ext cx="2070795" cy="40916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AbstractMap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&lt;</a:t>
                </a:r>
                <a:r>
                  <a:rPr lang="en-US" altLang="zh-CN" sz="1600" dirty="0">
                    <a:solidFill>
                      <a:srgbClr val="F8CCB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</a:t>
                </a:r>
                <a:r>
                  <a:rPr lang="en-US" altLang="zh-CN" sz="1600" dirty="0">
                    <a:solidFill>
                      <a:srgbClr val="F8CCB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&gt;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2" name="组合 61">
                <a:extLst>
                  <a:ext uri="{FF2B5EF4-FFF2-40B4-BE49-F238E27FC236}">
                    <a16:creationId xmlns:a16="http://schemas.microsoft.com/office/drawing/2014/main" id="{5BEE8229-6907-4149-8214-D2F2454BAD91}"/>
                  </a:ext>
                </a:extLst>
              </p:cNvPr>
              <p:cNvGrpSpPr/>
              <p:nvPr/>
            </p:nvGrpSpPr>
            <p:grpSpPr>
              <a:xfrm>
                <a:off x="5756480" y="3330109"/>
                <a:ext cx="410400" cy="409160"/>
                <a:chOff x="3755578" y="5169687"/>
                <a:chExt cx="410400" cy="409160"/>
              </a:xfrm>
            </p:grpSpPr>
            <p:sp>
              <p:nvSpPr>
                <p:cNvPr id="63" name="矩形 62">
                  <a:extLst>
                    <a:ext uri="{FF2B5EF4-FFF2-40B4-BE49-F238E27FC236}">
                      <a16:creationId xmlns:a16="http://schemas.microsoft.com/office/drawing/2014/main" id="{579F28EB-0775-4FCD-AB22-F4F00A456FBE}"/>
                    </a:ext>
                  </a:extLst>
                </p:cNvPr>
                <p:cNvSpPr/>
                <p:nvPr/>
              </p:nvSpPr>
              <p:spPr>
                <a:xfrm>
                  <a:off x="3755578" y="5169687"/>
                  <a:ext cx="410400" cy="409160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4" name="椭圆 63">
                  <a:extLst>
                    <a:ext uri="{FF2B5EF4-FFF2-40B4-BE49-F238E27FC236}">
                      <a16:creationId xmlns:a16="http://schemas.microsoft.com/office/drawing/2014/main" id="{73A3FE87-5628-42FF-ACC2-5DF3CBC590EC}"/>
                    </a:ext>
                  </a:extLst>
                </p:cNvPr>
                <p:cNvSpPr/>
                <p:nvPr/>
              </p:nvSpPr>
              <p:spPr>
                <a:xfrm>
                  <a:off x="3815918" y="5229407"/>
                  <a:ext cx="289719" cy="28971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cxnSp>
              <p:nvCxnSpPr>
                <p:cNvPr id="65" name="直接连接符 64">
                  <a:extLst>
                    <a:ext uri="{FF2B5EF4-FFF2-40B4-BE49-F238E27FC236}">
                      <a16:creationId xmlns:a16="http://schemas.microsoft.com/office/drawing/2014/main" id="{3738DAA7-1641-4CD6-841A-D2B07A3C1C92}"/>
                    </a:ext>
                  </a:extLst>
                </p:cNvPr>
                <p:cNvCxnSpPr>
                  <a:cxnSpLocks/>
                  <a:stCxn id="64" idx="2"/>
                  <a:endCxn id="64" idx="6"/>
                </p:cNvCxnSpPr>
                <p:nvPr/>
              </p:nvCxnSpPr>
              <p:spPr>
                <a:xfrm>
                  <a:off x="3815918" y="5374267"/>
                  <a:ext cx="289719" cy="0"/>
                </a:xfrm>
                <a:prstGeom prst="line">
                  <a:avLst/>
                </a:prstGeom>
                <a:ln w="63500" cap="flat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直接连接符 65">
                  <a:extLst>
                    <a:ext uri="{FF2B5EF4-FFF2-40B4-BE49-F238E27FC236}">
                      <a16:creationId xmlns:a16="http://schemas.microsoft.com/office/drawing/2014/main" id="{219391E4-FC04-4D9C-A72F-F5160A983D3C}"/>
                    </a:ext>
                  </a:extLst>
                </p:cNvPr>
                <p:cNvCxnSpPr>
                  <a:cxnSpLocks/>
                  <a:stCxn id="64" idx="0"/>
                  <a:endCxn id="64" idx="4"/>
                </p:cNvCxnSpPr>
                <p:nvPr/>
              </p:nvCxnSpPr>
              <p:spPr>
                <a:xfrm>
                  <a:off x="3960778" y="5229407"/>
                  <a:ext cx="0" cy="289719"/>
                </a:xfrm>
                <a:prstGeom prst="line">
                  <a:avLst/>
                </a:prstGeom>
                <a:ln w="63500" cap="flat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7" name="椭圆 66">
                  <a:extLst>
                    <a:ext uri="{FF2B5EF4-FFF2-40B4-BE49-F238E27FC236}">
                      <a16:creationId xmlns:a16="http://schemas.microsoft.com/office/drawing/2014/main" id="{6F38E833-BB64-494C-B07B-05C072F4FF88}"/>
                    </a:ext>
                  </a:extLst>
                </p:cNvPr>
                <p:cNvSpPr/>
                <p:nvPr/>
              </p:nvSpPr>
              <p:spPr>
                <a:xfrm>
                  <a:off x="3853167" y="5266656"/>
                  <a:ext cx="215219" cy="215219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</a:t>
                  </a:r>
                  <a:endParaRPr lang="zh-CN" altLang="en-US" sz="16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34" name="组合 133">
              <a:extLst>
                <a:ext uri="{FF2B5EF4-FFF2-40B4-BE49-F238E27FC236}">
                  <a16:creationId xmlns:a16="http://schemas.microsoft.com/office/drawing/2014/main" id="{9ED79F3E-7632-4C6F-B461-14F0ABE544D0}"/>
                </a:ext>
              </a:extLst>
            </p:cNvPr>
            <p:cNvGrpSpPr/>
            <p:nvPr/>
          </p:nvGrpSpPr>
          <p:grpSpPr>
            <a:xfrm>
              <a:off x="1493170" y="5174900"/>
              <a:ext cx="2190261" cy="409160"/>
              <a:chOff x="1328674" y="5174900"/>
              <a:chExt cx="2190261" cy="409160"/>
            </a:xfrm>
          </p:grpSpPr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314F2324-4860-459C-A3DA-C18C7332F0DD}"/>
                  </a:ext>
                </a:extLst>
              </p:cNvPr>
              <p:cNvSpPr/>
              <p:nvPr/>
            </p:nvSpPr>
            <p:spPr>
              <a:xfrm>
                <a:off x="1739074" y="5174900"/>
                <a:ext cx="1779861" cy="40916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HashMap&lt;</a:t>
                </a:r>
                <a:r>
                  <a:rPr lang="en-US" altLang="zh-CN" sz="1600" dirty="0">
                    <a:solidFill>
                      <a:srgbClr val="F8CCB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</a:t>
                </a:r>
                <a:r>
                  <a:rPr lang="en-US" altLang="zh-CN" sz="1600" dirty="0">
                    <a:solidFill>
                      <a:srgbClr val="F8CCB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&gt;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FB4E36FB-0AF9-420F-9749-AF5F1DD48772}"/>
                  </a:ext>
                </a:extLst>
              </p:cNvPr>
              <p:cNvGrpSpPr/>
              <p:nvPr/>
            </p:nvGrpSpPr>
            <p:grpSpPr>
              <a:xfrm>
                <a:off x="1328674" y="5174900"/>
                <a:ext cx="410400" cy="409160"/>
                <a:chOff x="3345178" y="3371050"/>
                <a:chExt cx="410400" cy="409160"/>
              </a:xfrm>
            </p:grpSpPr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4D9F17E7-6E87-469F-84FD-71D8EF034355}"/>
                    </a:ext>
                  </a:extLst>
                </p:cNvPr>
                <p:cNvSpPr/>
                <p:nvPr/>
              </p:nvSpPr>
              <p:spPr>
                <a:xfrm>
                  <a:off x="3345178" y="3371050"/>
                  <a:ext cx="410400" cy="409160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45" name="组合 44">
                  <a:extLst>
                    <a:ext uri="{FF2B5EF4-FFF2-40B4-BE49-F238E27FC236}">
                      <a16:creationId xmlns:a16="http://schemas.microsoft.com/office/drawing/2014/main" id="{5839E11E-CE38-4622-8DF9-C9813B4ADB0D}"/>
                    </a:ext>
                  </a:extLst>
                </p:cNvPr>
                <p:cNvGrpSpPr/>
                <p:nvPr/>
              </p:nvGrpSpPr>
              <p:grpSpPr>
                <a:xfrm>
                  <a:off x="3405520" y="3430772"/>
                  <a:ext cx="289719" cy="289719"/>
                  <a:chOff x="3383756" y="3407569"/>
                  <a:chExt cx="333376" cy="333376"/>
                </a:xfrm>
              </p:grpSpPr>
              <p:sp>
                <p:nvSpPr>
                  <p:cNvPr id="46" name="椭圆 45">
                    <a:extLst>
                      <a:ext uri="{FF2B5EF4-FFF2-40B4-BE49-F238E27FC236}">
                        <a16:creationId xmlns:a16="http://schemas.microsoft.com/office/drawing/2014/main" id="{7F300EF0-6F08-446B-B6C5-413F4081756E}"/>
                      </a:ext>
                    </a:extLst>
                  </p:cNvPr>
                  <p:cNvSpPr/>
                  <p:nvPr/>
                </p:nvSpPr>
                <p:spPr>
                  <a:xfrm>
                    <a:off x="3383756" y="3407569"/>
                    <a:ext cx="333376" cy="33337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47" name="椭圆 46">
                    <a:extLst>
                      <a:ext uri="{FF2B5EF4-FFF2-40B4-BE49-F238E27FC236}">
                        <a16:creationId xmlns:a16="http://schemas.microsoft.com/office/drawing/2014/main" id="{A026329D-76FD-45CA-8FAF-CE68E7825CC1}"/>
                      </a:ext>
                    </a:extLst>
                  </p:cNvPr>
                  <p:cNvSpPr/>
                  <p:nvPr/>
                </p:nvSpPr>
                <p:spPr>
                  <a:xfrm>
                    <a:off x="3426618" y="3450431"/>
                    <a:ext cx="247650" cy="24765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6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</a:t>
                    </a:r>
                    <a:endParaRPr lang="zh-CN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  <p:grpSp>
          <p:nvGrpSpPr>
            <p:cNvPr id="139" name="组合 138">
              <a:extLst>
                <a:ext uri="{FF2B5EF4-FFF2-40B4-BE49-F238E27FC236}">
                  <a16:creationId xmlns:a16="http://schemas.microsoft.com/office/drawing/2014/main" id="{7FF851DB-18BE-4249-97E5-F7881564D733}"/>
                </a:ext>
              </a:extLst>
            </p:cNvPr>
            <p:cNvGrpSpPr/>
            <p:nvPr/>
          </p:nvGrpSpPr>
          <p:grpSpPr>
            <a:xfrm>
              <a:off x="-307309" y="4190642"/>
              <a:ext cx="2684795" cy="409160"/>
              <a:chOff x="834140" y="4192335"/>
              <a:chExt cx="2684795" cy="409160"/>
            </a:xfrm>
          </p:grpSpPr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D0AE6139-16DE-4E1A-831C-809DE0EB19DD}"/>
                  </a:ext>
                </a:extLst>
              </p:cNvPr>
              <p:cNvSpPr/>
              <p:nvPr/>
            </p:nvSpPr>
            <p:spPr>
              <a:xfrm>
                <a:off x="1244541" y="4192335"/>
                <a:ext cx="2274394" cy="40916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NavigableMap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&lt;</a:t>
                </a:r>
                <a:r>
                  <a:rPr lang="en-US" altLang="zh-CN" sz="1600" dirty="0">
                    <a:solidFill>
                      <a:srgbClr val="F8CCB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</a:t>
                </a:r>
                <a:r>
                  <a:rPr lang="en-US" altLang="zh-CN" sz="1600" dirty="0">
                    <a:solidFill>
                      <a:srgbClr val="F8CCB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&gt;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5" name="组合 24">
                <a:extLst>
                  <a:ext uri="{FF2B5EF4-FFF2-40B4-BE49-F238E27FC236}">
                    <a16:creationId xmlns:a16="http://schemas.microsoft.com/office/drawing/2014/main" id="{509EF39A-487E-4D58-8AEA-047B944771BE}"/>
                  </a:ext>
                </a:extLst>
              </p:cNvPr>
              <p:cNvGrpSpPr/>
              <p:nvPr/>
            </p:nvGrpSpPr>
            <p:grpSpPr>
              <a:xfrm>
                <a:off x="834140" y="4192335"/>
                <a:ext cx="410400" cy="409160"/>
                <a:chOff x="3345178" y="3371050"/>
                <a:chExt cx="410400" cy="409160"/>
              </a:xfrm>
            </p:grpSpPr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51A8D0ED-3C89-4DC4-A527-A31995BF871E}"/>
                    </a:ext>
                  </a:extLst>
                </p:cNvPr>
                <p:cNvSpPr/>
                <p:nvPr/>
              </p:nvSpPr>
              <p:spPr>
                <a:xfrm>
                  <a:off x="3345178" y="3371050"/>
                  <a:ext cx="410400" cy="409160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27" name="组合 26">
                  <a:extLst>
                    <a:ext uri="{FF2B5EF4-FFF2-40B4-BE49-F238E27FC236}">
                      <a16:creationId xmlns:a16="http://schemas.microsoft.com/office/drawing/2014/main" id="{ECFE6F6C-D013-49EF-A1E3-20CB7149845D}"/>
                    </a:ext>
                  </a:extLst>
                </p:cNvPr>
                <p:cNvGrpSpPr/>
                <p:nvPr/>
              </p:nvGrpSpPr>
              <p:grpSpPr>
                <a:xfrm>
                  <a:off x="3405520" y="3430772"/>
                  <a:ext cx="289719" cy="289719"/>
                  <a:chOff x="3383756" y="3407569"/>
                  <a:chExt cx="333376" cy="333376"/>
                </a:xfrm>
              </p:grpSpPr>
              <p:sp>
                <p:nvSpPr>
                  <p:cNvPr id="28" name="椭圆 27">
                    <a:extLst>
                      <a:ext uri="{FF2B5EF4-FFF2-40B4-BE49-F238E27FC236}">
                        <a16:creationId xmlns:a16="http://schemas.microsoft.com/office/drawing/2014/main" id="{83168BCC-6BF0-4345-8806-8A4068FAD68F}"/>
                      </a:ext>
                    </a:extLst>
                  </p:cNvPr>
                  <p:cNvSpPr/>
                  <p:nvPr/>
                </p:nvSpPr>
                <p:spPr>
                  <a:xfrm>
                    <a:off x="3383756" y="3407569"/>
                    <a:ext cx="333376" cy="33337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9" name="椭圆 28">
                    <a:extLst>
                      <a:ext uri="{FF2B5EF4-FFF2-40B4-BE49-F238E27FC236}">
                        <a16:creationId xmlns:a16="http://schemas.microsoft.com/office/drawing/2014/main" id="{5859E8B3-B946-4434-AA28-53D1D9BB2A4A}"/>
                      </a:ext>
                    </a:extLst>
                  </p:cNvPr>
                  <p:cNvSpPr/>
                  <p:nvPr/>
                </p:nvSpPr>
                <p:spPr>
                  <a:xfrm>
                    <a:off x="3426618" y="3450431"/>
                    <a:ext cx="247650" cy="24765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6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I</a:t>
                    </a:r>
                    <a:endParaRPr lang="zh-CN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8D3032C4-6D50-4AC1-ADB4-F43396DBB1F5}"/>
                </a:ext>
              </a:extLst>
            </p:cNvPr>
            <p:cNvCxnSpPr>
              <a:cxnSpLocks/>
              <a:stCxn id="24" idx="0"/>
              <a:endCxn id="116" idx="2"/>
            </p:cNvCxnSpPr>
            <p:nvPr/>
          </p:nvCxnSpPr>
          <p:spPr>
            <a:xfrm flipH="1" flipV="1">
              <a:off x="1237005" y="3613013"/>
              <a:ext cx="3284" cy="577629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连接符: 肘形 20">
              <a:extLst>
                <a:ext uri="{FF2B5EF4-FFF2-40B4-BE49-F238E27FC236}">
                  <a16:creationId xmlns:a16="http://schemas.microsoft.com/office/drawing/2014/main" id="{983A5E05-6542-453D-A70C-06E0AD7CCA58}"/>
                </a:ext>
              </a:extLst>
            </p:cNvPr>
            <p:cNvCxnSpPr>
              <a:cxnSpLocks/>
              <a:stCxn id="98" idx="2"/>
              <a:endCxn id="24" idx="2"/>
            </p:cNvCxnSpPr>
            <p:nvPr/>
          </p:nvCxnSpPr>
          <p:spPr>
            <a:xfrm rot="5400000" flipH="1">
              <a:off x="2673864" y="3166228"/>
              <a:ext cx="984258" cy="3851407"/>
            </a:xfrm>
            <a:prstGeom prst="bentConnector3">
              <a:avLst>
                <a:gd name="adj1" fmla="val -23226"/>
              </a:avLst>
            </a:prstGeom>
            <a:ln w="25400">
              <a:solidFill>
                <a:schemeClr val="accent6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5" name="组合 134">
              <a:extLst>
                <a:ext uri="{FF2B5EF4-FFF2-40B4-BE49-F238E27FC236}">
                  <a16:creationId xmlns:a16="http://schemas.microsoft.com/office/drawing/2014/main" id="{990E4082-0891-497D-937B-C9135BE99BD6}"/>
                </a:ext>
              </a:extLst>
            </p:cNvPr>
            <p:cNvGrpSpPr/>
            <p:nvPr/>
          </p:nvGrpSpPr>
          <p:grpSpPr>
            <a:xfrm>
              <a:off x="3815444" y="5174900"/>
              <a:ext cx="2142104" cy="409160"/>
              <a:chOff x="3815444" y="5174900"/>
              <a:chExt cx="2142104" cy="409160"/>
            </a:xfrm>
          </p:grpSpPr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F75ED4A7-D015-4CAE-ACEF-5AE3B05C49B2}"/>
                  </a:ext>
                </a:extLst>
              </p:cNvPr>
              <p:cNvSpPr/>
              <p:nvPr/>
            </p:nvSpPr>
            <p:spPr>
              <a:xfrm>
                <a:off x="4225844" y="5174900"/>
                <a:ext cx="1731704" cy="40916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TreeMap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&lt;</a:t>
                </a:r>
                <a:r>
                  <a:rPr lang="en-US" altLang="zh-CN" sz="1600" dirty="0">
                    <a:solidFill>
                      <a:srgbClr val="F8CCB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</a:t>
                </a:r>
                <a:r>
                  <a:rPr lang="en-US" altLang="zh-CN" sz="1600" dirty="0">
                    <a:solidFill>
                      <a:srgbClr val="F8CCB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&gt;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99" name="组合 98">
                <a:extLst>
                  <a:ext uri="{FF2B5EF4-FFF2-40B4-BE49-F238E27FC236}">
                    <a16:creationId xmlns:a16="http://schemas.microsoft.com/office/drawing/2014/main" id="{7C9AA38F-2283-4F85-A884-A7122AC450BB}"/>
                  </a:ext>
                </a:extLst>
              </p:cNvPr>
              <p:cNvGrpSpPr/>
              <p:nvPr/>
            </p:nvGrpSpPr>
            <p:grpSpPr>
              <a:xfrm>
                <a:off x="3815444" y="5174900"/>
                <a:ext cx="410400" cy="409160"/>
                <a:chOff x="3345178" y="3371050"/>
                <a:chExt cx="410400" cy="409160"/>
              </a:xfrm>
            </p:grpSpPr>
            <p:sp>
              <p:nvSpPr>
                <p:cNvPr id="100" name="矩形 99">
                  <a:extLst>
                    <a:ext uri="{FF2B5EF4-FFF2-40B4-BE49-F238E27FC236}">
                      <a16:creationId xmlns:a16="http://schemas.microsoft.com/office/drawing/2014/main" id="{0574D3B5-4B65-46DC-94E6-87E2539FBC4E}"/>
                    </a:ext>
                  </a:extLst>
                </p:cNvPr>
                <p:cNvSpPr/>
                <p:nvPr/>
              </p:nvSpPr>
              <p:spPr>
                <a:xfrm>
                  <a:off x="3345178" y="3371050"/>
                  <a:ext cx="410400" cy="409160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101" name="组合 100">
                  <a:extLst>
                    <a:ext uri="{FF2B5EF4-FFF2-40B4-BE49-F238E27FC236}">
                      <a16:creationId xmlns:a16="http://schemas.microsoft.com/office/drawing/2014/main" id="{137EE676-A4FA-44D6-A9D7-835BEA187110}"/>
                    </a:ext>
                  </a:extLst>
                </p:cNvPr>
                <p:cNvGrpSpPr/>
                <p:nvPr/>
              </p:nvGrpSpPr>
              <p:grpSpPr>
                <a:xfrm>
                  <a:off x="3405520" y="3430772"/>
                  <a:ext cx="289719" cy="289719"/>
                  <a:chOff x="3383756" y="3407569"/>
                  <a:chExt cx="333376" cy="333376"/>
                </a:xfrm>
              </p:grpSpPr>
              <p:sp>
                <p:nvSpPr>
                  <p:cNvPr id="102" name="椭圆 101">
                    <a:extLst>
                      <a:ext uri="{FF2B5EF4-FFF2-40B4-BE49-F238E27FC236}">
                        <a16:creationId xmlns:a16="http://schemas.microsoft.com/office/drawing/2014/main" id="{CBEAC4F8-B6C8-4DF2-B4F2-958F51DEE205}"/>
                      </a:ext>
                    </a:extLst>
                  </p:cNvPr>
                  <p:cNvSpPr/>
                  <p:nvPr/>
                </p:nvSpPr>
                <p:spPr>
                  <a:xfrm>
                    <a:off x="3383756" y="3407569"/>
                    <a:ext cx="333376" cy="33337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103" name="椭圆 102">
                    <a:extLst>
                      <a:ext uri="{FF2B5EF4-FFF2-40B4-BE49-F238E27FC236}">
                        <a16:creationId xmlns:a16="http://schemas.microsoft.com/office/drawing/2014/main" id="{FE1A2A6D-B754-421B-8A55-9AA946E34EC6}"/>
                      </a:ext>
                    </a:extLst>
                  </p:cNvPr>
                  <p:cNvSpPr/>
                  <p:nvPr/>
                </p:nvSpPr>
                <p:spPr>
                  <a:xfrm>
                    <a:off x="3426618" y="3450431"/>
                    <a:ext cx="247650" cy="24765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6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</a:t>
                    </a:r>
                    <a:endParaRPr lang="zh-CN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  <p:grpSp>
          <p:nvGrpSpPr>
            <p:cNvPr id="136" name="组合 135">
              <a:extLst>
                <a:ext uri="{FF2B5EF4-FFF2-40B4-BE49-F238E27FC236}">
                  <a16:creationId xmlns:a16="http://schemas.microsoft.com/office/drawing/2014/main" id="{75D32DA6-2BB8-4319-92BB-4D3ACC1CBB52}"/>
                </a:ext>
              </a:extLst>
            </p:cNvPr>
            <p:cNvGrpSpPr/>
            <p:nvPr/>
          </p:nvGrpSpPr>
          <p:grpSpPr>
            <a:xfrm>
              <a:off x="6055138" y="5174900"/>
              <a:ext cx="2300162" cy="409160"/>
              <a:chOff x="6156378" y="5174900"/>
              <a:chExt cx="2300162" cy="409160"/>
            </a:xfrm>
          </p:grpSpPr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A845726B-2928-4DE7-8E5C-B4427A85A0EF}"/>
                  </a:ext>
                </a:extLst>
              </p:cNvPr>
              <p:cNvSpPr/>
              <p:nvPr/>
            </p:nvSpPr>
            <p:spPr>
              <a:xfrm>
                <a:off x="6566778" y="5174900"/>
                <a:ext cx="1889762" cy="40916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EnumMap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&lt;</a:t>
                </a:r>
                <a:r>
                  <a:rPr lang="en-US" altLang="zh-CN" sz="1600" dirty="0">
                    <a:solidFill>
                      <a:srgbClr val="F8CCB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</a:t>
                </a:r>
                <a:r>
                  <a:rPr lang="en-US" altLang="zh-CN" sz="1600" dirty="0">
                    <a:solidFill>
                      <a:srgbClr val="F8CCB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&gt;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05" name="组合 104">
                <a:extLst>
                  <a:ext uri="{FF2B5EF4-FFF2-40B4-BE49-F238E27FC236}">
                    <a16:creationId xmlns:a16="http://schemas.microsoft.com/office/drawing/2014/main" id="{FD7BFC89-06BA-494A-B413-72C6831646A0}"/>
                  </a:ext>
                </a:extLst>
              </p:cNvPr>
              <p:cNvGrpSpPr/>
              <p:nvPr/>
            </p:nvGrpSpPr>
            <p:grpSpPr>
              <a:xfrm>
                <a:off x="6156378" y="5174900"/>
                <a:ext cx="410400" cy="409160"/>
                <a:chOff x="3345178" y="3371050"/>
                <a:chExt cx="410400" cy="409160"/>
              </a:xfrm>
            </p:grpSpPr>
            <p:sp>
              <p:nvSpPr>
                <p:cNvPr id="106" name="矩形 105">
                  <a:extLst>
                    <a:ext uri="{FF2B5EF4-FFF2-40B4-BE49-F238E27FC236}">
                      <a16:creationId xmlns:a16="http://schemas.microsoft.com/office/drawing/2014/main" id="{61A2FA50-5144-47ED-BBC6-BF03DDAB71F0}"/>
                    </a:ext>
                  </a:extLst>
                </p:cNvPr>
                <p:cNvSpPr/>
                <p:nvPr/>
              </p:nvSpPr>
              <p:spPr>
                <a:xfrm>
                  <a:off x="3345178" y="3371050"/>
                  <a:ext cx="410400" cy="409160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107" name="组合 106">
                  <a:extLst>
                    <a:ext uri="{FF2B5EF4-FFF2-40B4-BE49-F238E27FC236}">
                      <a16:creationId xmlns:a16="http://schemas.microsoft.com/office/drawing/2014/main" id="{C1E74F40-AEF1-49D1-8F81-F7B5E10B444A}"/>
                    </a:ext>
                  </a:extLst>
                </p:cNvPr>
                <p:cNvGrpSpPr/>
                <p:nvPr/>
              </p:nvGrpSpPr>
              <p:grpSpPr>
                <a:xfrm>
                  <a:off x="3405520" y="3430772"/>
                  <a:ext cx="289719" cy="289719"/>
                  <a:chOff x="3383756" y="3407569"/>
                  <a:chExt cx="333376" cy="333376"/>
                </a:xfrm>
              </p:grpSpPr>
              <p:sp>
                <p:nvSpPr>
                  <p:cNvPr id="108" name="椭圆 107">
                    <a:extLst>
                      <a:ext uri="{FF2B5EF4-FFF2-40B4-BE49-F238E27FC236}">
                        <a16:creationId xmlns:a16="http://schemas.microsoft.com/office/drawing/2014/main" id="{DBDB8B55-EA1F-4FB4-B45E-14CC7BEFC7DC}"/>
                      </a:ext>
                    </a:extLst>
                  </p:cNvPr>
                  <p:cNvSpPr/>
                  <p:nvPr/>
                </p:nvSpPr>
                <p:spPr>
                  <a:xfrm>
                    <a:off x="3383756" y="3407569"/>
                    <a:ext cx="333376" cy="33337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109" name="椭圆 108">
                    <a:extLst>
                      <a:ext uri="{FF2B5EF4-FFF2-40B4-BE49-F238E27FC236}">
                        <a16:creationId xmlns:a16="http://schemas.microsoft.com/office/drawing/2014/main" id="{8A0448A8-FF97-470D-9022-78249098C1E9}"/>
                      </a:ext>
                    </a:extLst>
                  </p:cNvPr>
                  <p:cNvSpPr/>
                  <p:nvPr/>
                </p:nvSpPr>
                <p:spPr>
                  <a:xfrm>
                    <a:off x="3426618" y="3450431"/>
                    <a:ext cx="247650" cy="24765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6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</a:t>
                    </a:r>
                    <a:endParaRPr lang="zh-CN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  <p:grpSp>
          <p:nvGrpSpPr>
            <p:cNvPr id="137" name="组合 136">
              <a:extLst>
                <a:ext uri="{FF2B5EF4-FFF2-40B4-BE49-F238E27FC236}">
                  <a16:creationId xmlns:a16="http://schemas.microsoft.com/office/drawing/2014/main" id="{C8F01C2D-B27D-4851-BC58-97D91875F4C5}"/>
                </a:ext>
              </a:extLst>
            </p:cNvPr>
            <p:cNvGrpSpPr/>
            <p:nvPr/>
          </p:nvGrpSpPr>
          <p:grpSpPr>
            <a:xfrm>
              <a:off x="8508571" y="5174900"/>
              <a:ext cx="2703018" cy="409160"/>
              <a:chOff x="8655371" y="5174900"/>
              <a:chExt cx="2703018" cy="409160"/>
            </a:xfrm>
          </p:grpSpPr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6A7B1932-90A4-4F2F-9197-5B27639055F1}"/>
                  </a:ext>
                </a:extLst>
              </p:cNvPr>
              <p:cNvSpPr/>
              <p:nvPr/>
            </p:nvSpPr>
            <p:spPr>
              <a:xfrm>
                <a:off x="9065770" y="5174900"/>
                <a:ext cx="2292619" cy="40916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WeakHashMap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&lt;</a:t>
                </a:r>
                <a:r>
                  <a:rPr lang="en-US" altLang="zh-CN" sz="1600" dirty="0">
                    <a:solidFill>
                      <a:srgbClr val="F8CCB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</a:t>
                </a:r>
                <a:r>
                  <a:rPr lang="en-US" altLang="zh-CN" sz="1600" dirty="0">
                    <a:solidFill>
                      <a:srgbClr val="F8CCB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&gt;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11" name="组合 110">
                <a:extLst>
                  <a:ext uri="{FF2B5EF4-FFF2-40B4-BE49-F238E27FC236}">
                    <a16:creationId xmlns:a16="http://schemas.microsoft.com/office/drawing/2014/main" id="{BCE6B3D8-180E-4CD7-A910-B96B0C4BA766}"/>
                  </a:ext>
                </a:extLst>
              </p:cNvPr>
              <p:cNvGrpSpPr/>
              <p:nvPr/>
            </p:nvGrpSpPr>
            <p:grpSpPr>
              <a:xfrm>
                <a:off x="8655371" y="5174900"/>
                <a:ext cx="410400" cy="409160"/>
                <a:chOff x="3345178" y="3371050"/>
                <a:chExt cx="410400" cy="409160"/>
              </a:xfrm>
            </p:grpSpPr>
            <p:sp>
              <p:nvSpPr>
                <p:cNvPr id="112" name="矩形 111">
                  <a:extLst>
                    <a:ext uri="{FF2B5EF4-FFF2-40B4-BE49-F238E27FC236}">
                      <a16:creationId xmlns:a16="http://schemas.microsoft.com/office/drawing/2014/main" id="{8F72312E-3905-4432-8151-94413D0F6B14}"/>
                    </a:ext>
                  </a:extLst>
                </p:cNvPr>
                <p:cNvSpPr/>
                <p:nvPr/>
              </p:nvSpPr>
              <p:spPr>
                <a:xfrm>
                  <a:off x="3345178" y="3371050"/>
                  <a:ext cx="410400" cy="409160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113" name="组合 112">
                  <a:extLst>
                    <a:ext uri="{FF2B5EF4-FFF2-40B4-BE49-F238E27FC236}">
                      <a16:creationId xmlns:a16="http://schemas.microsoft.com/office/drawing/2014/main" id="{F65EB2F2-3A2B-4BEE-B616-BCC23F39400F}"/>
                    </a:ext>
                  </a:extLst>
                </p:cNvPr>
                <p:cNvGrpSpPr/>
                <p:nvPr/>
              </p:nvGrpSpPr>
              <p:grpSpPr>
                <a:xfrm>
                  <a:off x="3405520" y="3430772"/>
                  <a:ext cx="289719" cy="289719"/>
                  <a:chOff x="3383756" y="3407569"/>
                  <a:chExt cx="333376" cy="333376"/>
                </a:xfrm>
              </p:grpSpPr>
              <p:sp>
                <p:nvSpPr>
                  <p:cNvPr id="114" name="椭圆 113">
                    <a:extLst>
                      <a:ext uri="{FF2B5EF4-FFF2-40B4-BE49-F238E27FC236}">
                        <a16:creationId xmlns:a16="http://schemas.microsoft.com/office/drawing/2014/main" id="{2A7DCC75-8033-41E4-BC4C-45937102A5CD}"/>
                      </a:ext>
                    </a:extLst>
                  </p:cNvPr>
                  <p:cNvSpPr/>
                  <p:nvPr/>
                </p:nvSpPr>
                <p:spPr>
                  <a:xfrm>
                    <a:off x="3383756" y="3407569"/>
                    <a:ext cx="333376" cy="33337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115" name="椭圆 114">
                    <a:extLst>
                      <a:ext uri="{FF2B5EF4-FFF2-40B4-BE49-F238E27FC236}">
                        <a16:creationId xmlns:a16="http://schemas.microsoft.com/office/drawing/2014/main" id="{57F43672-08D0-45DE-BA22-4BAD6AADE693}"/>
                      </a:ext>
                    </a:extLst>
                  </p:cNvPr>
                  <p:cNvSpPr/>
                  <p:nvPr/>
                </p:nvSpPr>
                <p:spPr>
                  <a:xfrm>
                    <a:off x="3426618" y="3450431"/>
                    <a:ext cx="247650" cy="24765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6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</a:t>
                    </a:r>
                    <a:endParaRPr lang="zh-CN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  <p:grpSp>
          <p:nvGrpSpPr>
            <p:cNvPr id="140" name="组合 139">
              <a:extLst>
                <a:ext uri="{FF2B5EF4-FFF2-40B4-BE49-F238E27FC236}">
                  <a16:creationId xmlns:a16="http://schemas.microsoft.com/office/drawing/2014/main" id="{37104FC5-B867-4903-AD40-830CB3351175}"/>
                </a:ext>
              </a:extLst>
            </p:cNvPr>
            <p:cNvGrpSpPr/>
            <p:nvPr/>
          </p:nvGrpSpPr>
          <p:grpSpPr>
            <a:xfrm>
              <a:off x="-125924" y="3203853"/>
              <a:ext cx="2315457" cy="409160"/>
              <a:chOff x="780283" y="3414350"/>
              <a:chExt cx="2315457" cy="409160"/>
            </a:xfrm>
          </p:grpSpPr>
          <p:sp>
            <p:nvSpPr>
              <p:cNvPr id="116" name="矩形 115">
                <a:extLst>
                  <a:ext uri="{FF2B5EF4-FFF2-40B4-BE49-F238E27FC236}">
                    <a16:creationId xmlns:a16="http://schemas.microsoft.com/office/drawing/2014/main" id="{D357099D-1919-47AE-9606-A06575DE1FCF}"/>
                  </a:ext>
                </a:extLst>
              </p:cNvPr>
              <p:cNvSpPr/>
              <p:nvPr/>
            </p:nvSpPr>
            <p:spPr>
              <a:xfrm>
                <a:off x="1190684" y="3414350"/>
                <a:ext cx="1905056" cy="40916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SortedMap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&lt;</a:t>
                </a:r>
                <a:r>
                  <a:rPr lang="en-US" altLang="zh-CN" sz="1600" dirty="0">
                    <a:solidFill>
                      <a:srgbClr val="F8CCB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</a:t>
                </a:r>
                <a:r>
                  <a:rPr lang="en-US" altLang="zh-CN" sz="1600" dirty="0">
                    <a:solidFill>
                      <a:srgbClr val="F8CCB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&gt;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17" name="组合 116">
                <a:extLst>
                  <a:ext uri="{FF2B5EF4-FFF2-40B4-BE49-F238E27FC236}">
                    <a16:creationId xmlns:a16="http://schemas.microsoft.com/office/drawing/2014/main" id="{EF68BF43-0407-4F44-B9AC-46FA7AB6596A}"/>
                  </a:ext>
                </a:extLst>
              </p:cNvPr>
              <p:cNvGrpSpPr/>
              <p:nvPr/>
            </p:nvGrpSpPr>
            <p:grpSpPr>
              <a:xfrm>
                <a:off x="780283" y="3414350"/>
                <a:ext cx="410400" cy="409160"/>
                <a:chOff x="3345178" y="3371050"/>
                <a:chExt cx="410400" cy="409160"/>
              </a:xfrm>
            </p:grpSpPr>
            <p:sp>
              <p:nvSpPr>
                <p:cNvPr id="118" name="矩形 117">
                  <a:extLst>
                    <a:ext uri="{FF2B5EF4-FFF2-40B4-BE49-F238E27FC236}">
                      <a16:creationId xmlns:a16="http://schemas.microsoft.com/office/drawing/2014/main" id="{E3152CD1-4C93-48A5-A904-30C70E850770}"/>
                    </a:ext>
                  </a:extLst>
                </p:cNvPr>
                <p:cNvSpPr/>
                <p:nvPr/>
              </p:nvSpPr>
              <p:spPr>
                <a:xfrm>
                  <a:off x="3345178" y="3371050"/>
                  <a:ext cx="410400" cy="409160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119" name="组合 118">
                  <a:extLst>
                    <a:ext uri="{FF2B5EF4-FFF2-40B4-BE49-F238E27FC236}">
                      <a16:creationId xmlns:a16="http://schemas.microsoft.com/office/drawing/2014/main" id="{063ABE1C-57CC-4635-9B95-FFD66F17550D}"/>
                    </a:ext>
                  </a:extLst>
                </p:cNvPr>
                <p:cNvGrpSpPr/>
                <p:nvPr/>
              </p:nvGrpSpPr>
              <p:grpSpPr>
                <a:xfrm>
                  <a:off x="3405520" y="3430772"/>
                  <a:ext cx="289719" cy="289719"/>
                  <a:chOff x="3383756" y="3407569"/>
                  <a:chExt cx="333376" cy="333376"/>
                </a:xfrm>
              </p:grpSpPr>
              <p:sp>
                <p:nvSpPr>
                  <p:cNvPr id="120" name="椭圆 119">
                    <a:extLst>
                      <a:ext uri="{FF2B5EF4-FFF2-40B4-BE49-F238E27FC236}">
                        <a16:creationId xmlns:a16="http://schemas.microsoft.com/office/drawing/2014/main" id="{D247EF87-3889-4DA6-A884-997A74E2CB4D}"/>
                      </a:ext>
                    </a:extLst>
                  </p:cNvPr>
                  <p:cNvSpPr/>
                  <p:nvPr/>
                </p:nvSpPr>
                <p:spPr>
                  <a:xfrm>
                    <a:off x="3383756" y="3407569"/>
                    <a:ext cx="333376" cy="33337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121" name="椭圆 120">
                    <a:extLst>
                      <a:ext uri="{FF2B5EF4-FFF2-40B4-BE49-F238E27FC236}">
                        <a16:creationId xmlns:a16="http://schemas.microsoft.com/office/drawing/2014/main" id="{17C74402-2F49-4803-A6A1-A4D574898108}"/>
                      </a:ext>
                    </a:extLst>
                  </p:cNvPr>
                  <p:cNvSpPr/>
                  <p:nvPr/>
                </p:nvSpPr>
                <p:spPr>
                  <a:xfrm>
                    <a:off x="3426618" y="3450431"/>
                    <a:ext cx="247650" cy="24765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6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I</a:t>
                    </a:r>
                    <a:endParaRPr lang="zh-CN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  <p:grpSp>
          <p:nvGrpSpPr>
            <p:cNvPr id="141" name="组合 140">
              <a:extLst>
                <a:ext uri="{FF2B5EF4-FFF2-40B4-BE49-F238E27FC236}">
                  <a16:creationId xmlns:a16="http://schemas.microsoft.com/office/drawing/2014/main" id="{1A33E66A-A79D-4F5A-9EC6-DEC07CF24D8F}"/>
                </a:ext>
              </a:extLst>
            </p:cNvPr>
            <p:cNvGrpSpPr/>
            <p:nvPr/>
          </p:nvGrpSpPr>
          <p:grpSpPr>
            <a:xfrm>
              <a:off x="-344010" y="2279316"/>
              <a:ext cx="2743543" cy="409160"/>
              <a:chOff x="954354" y="2517434"/>
              <a:chExt cx="2743543" cy="409160"/>
            </a:xfrm>
          </p:grpSpPr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CAEBB05A-0C18-412C-8A59-567AD76D86CB}"/>
                  </a:ext>
                </a:extLst>
              </p:cNvPr>
              <p:cNvSpPr/>
              <p:nvPr/>
            </p:nvSpPr>
            <p:spPr>
              <a:xfrm>
                <a:off x="1364755" y="2517434"/>
                <a:ext cx="2333142" cy="40916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SequencedMap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&lt;</a:t>
                </a:r>
                <a:r>
                  <a:rPr lang="en-US" altLang="zh-CN" sz="1600" dirty="0">
                    <a:solidFill>
                      <a:srgbClr val="F8CCB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</a:t>
                </a:r>
                <a:r>
                  <a:rPr lang="en-US" altLang="zh-CN" sz="1600" dirty="0">
                    <a:solidFill>
                      <a:srgbClr val="F8CCB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&gt;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23" name="组合 122">
                <a:extLst>
                  <a:ext uri="{FF2B5EF4-FFF2-40B4-BE49-F238E27FC236}">
                    <a16:creationId xmlns:a16="http://schemas.microsoft.com/office/drawing/2014/main" id="{EFB8784F-85EB-4812-8F81-70D5FB5E76A2}"/>
                  </a:ext>
                </a:extLst>
              </p:cNvPr>
              <p:cNvGrpSpPr/>
              <p:nvPr/>
            </p:nvGrpSpPr>
            <p:grpSpPr>
              <a:xfrm>
                <a:off x="954354" y="2517434"/>
                <a:ext cx="410400" cy="409160"/>
                <a:chOff x="3345178" y="3371050"/>
                <a:chExt cx="410400" cy="409160"/>
              </a:xfrm>
            </p:grpSpPr>
            <p:sp>
              <p:nvSpPr>
                <p:cNvPr id="124" name="矩形 123">
                  <a:extLst>
                    <a:ext uri="{FF2B5EF4-FFF2-40B4-BE49-F238E27FC236}">
                      <a16:creationId xmlns:a16="http://schemas.microsoft.com/office/drawing/2014/main" id="{B4C735B9-0E16-4BCD-8BB3-77E6581C023A}"/>
                    </a:ext>
                  </a:extLst>
                </p:cNvPr>
                <p:cNvSpPr/>
                <p:nvPr/>
              </p:nvSpPr>
              <p:spPr>
                <a:xfrm>
                  <a:off x="3345178" y="3371050"/>
                  <a:ext cx="410400" cy="409160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125" name="组合 124">
                  <a:extLst>
                    <a:ext uri="{FF2B5EF4-FFF2-40B4-BE49-F238E27FC236}">
                      <a16:creationId xmlns:a16="http://schemas.microsoft.com/office/drawing/2014/main" id="{457E1F9C-C39B-48DD-9F5B-4E1C332503A0}"/>
                    </a:ext>
                  </a:extLst>
                </p:cNvPr>
                <p:cNvGrpSpPr/>
                <p:nvPr/>
              </p:nvGrpSpPr>
              <p:grpSpPr>
                <a:xfrm>
                  <a:off x="3405520" y="3430772"/>
                  <a:ext cx="289719" cy="289719"/>
                  <a:chOff x="3383756" y="3407569"/>
                  <a:chExt cx="333376" cy="333376"/>
                </a:xfrm>
              </p:grpSpPr>
              <p:sp>
                <p:nvSpPr>
                  <p:cNvPr id="126" name="椭圆 125">
                    <a:extLst>
                      <a:ext uri="{FF2B5EF4-FFF2-40B4-BE49-F238E27FC236}">
                        <a16:creationId xmlns:a16="http://schemas.microsoft.com/office/drawing/2014/main" id="{7C02550E-7C2F-4027-B19C-5DAC0EC4ABEF}"/>
                      </a:ext>
                    </a:extLst>
                  </p:cNvPr>
                  <p:cNvSpPr/>
                  <p:nvPr/>
                </p:nvSpPr>
                <p:spPr>
                  <a:xfrm>
                    <a:off x="3383756" y="3407569"/>
                    <a:ext cx="333376" cy="33337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127" name="椭圆 126">
                    <a:extLst>
                      <a:ext uri="{FF2B5EF4-FFF2-40B4-BE49-F238E27FC236}">
                        <a16:creationId xmlns:a16="http://schemas.microsoft.com/office/drawing/2014/main" id="{888D6B75-08C4-4B5A-87AD-0EEBBFCA050F}"/>
                      </a:ext>
                    </a:extLst>
                  </p:cNvPr>
                  <p:cNvSpPr/>
                  <p:nvPr/>
                </p:nvSpPr>
                <p:spPr>
                  <a:xfrm>
                    <a:off x="3426618" y="3450431"/>
                    <a:ext cx="247650" cy="24765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6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I</a:t>
                    </a:r>
                    <a:endParaRPr lang="zh-CN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  <p:grpSp>
          <p:nvGrpSpPr>
            <p:cNvPr id="142" name="组合 141">
              <a:extLst>
                <a:ext uri="{FF2B5EF4-FFF2-40B4-BE49-F238E27FC236}">
                  <a16:creationId xmlns:a16="http://schemas.microsoft.com/office/drawing/2014/main" id="{4B38B327-8519-4ACE-9DC5-5F4A01582141}"/>
                </a:ext>
              </a:extLst>
            </p:cNvPr>
            <p:cNvGrpSpPr/>
            <p:nvPr/>
          </p:nvGrpSpPr>
          <p:grpSpPr>
            <a:xfrm>
              <a:off x="4048440" y="1423035"/>
              <a:ext cx="1708040" cy="409160"/>
              <a:chOff x="4048440" y="1423035"/>
              <a:chExt cx="1708040" cy="409160"/>
            </a:xfrm>
          </p:grpSpPr>
          <p:sp>
            <p:nvSpPr>
              <p:cNvPr id="128" name="矩形 127">
                <a:extLst>
                  <a:ext uri="{FF2B5EF4-FFF2-40B4-BE49-F238E27FC236}">
                    <a16:creationId xmlns:a16="http://schemas.microsoft.com/office/drawing/2014/main" id="{4CBE90F1-5172-4F6C-BFFB-838DD662894E}"/>
                  </a:ext>
                </a:extLst>
              </p:cNvPr>
              <p:cNvSpPr/>
              <p:nvPr/>
            </p:nvSpPr>
            <p:spPr>
              <a:xfrm>
                <a:off x="4458841" y="1423035"/>
                <a:ext cx="1297639" cy="409160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Map&lt;</a:t>
                </a:r>
                <a:r>
                  <a:rPr lang="en-US" altLang="zh-CN" sz="1600" dirty="0">
                    <a:solidFill>
                      <a:srgbClr val="F8CCB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</a:t>
                </a:r>
                <a:r>
                  <a:rPr lang="en-US" altLang="zh-CN" sz="1600" dirty="0">
                    <a:solidFill>
                      <a:srgbClr val="F8CCB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&gt;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29" name="组合 128">
                <a:extLst>
                  <a:ext uri="{FF2B5EF4-FFF2-40B4-BE49-F238E27FC236}">
                    <a16:creationId xmlns:a16="http://schemas.microsoft.com/office/drawing/2014/main" id="{C06F2C2A-9A53-43EA-84FB-E3F0D37DC7CF}"/>
                  </a:ext>
                </a:extLst>
              </p:cNvPr>
              <p:cNvGrpSpPr/>
              <p:nvPr/>
            </p:nvGrpSpPr>
            <p:grpSpPr>
              <a:xfrm>
                <a:off x="4048440" y="1423035"/>
                <a:ext cx="410400" cy="409160"/>
                <a:chOff x="3345178" y="3371050"/>
                <a:chExt cx="410400" cy="409160"/>
              </a:xfrm>
            </p:grpSpPr>
            <p:sp>
              <p:nvSpPr>
                <p:cNvPr id="130" name="矩形 129">
                  <a:extLst>
                    <a:ext uri="{FF2B5EF4-FFF2-40B4-BE49-F238E27FC236}">
                      <a16:creationId xmlns:a16="http://schemas.microsoft.com/office/drawing/2014/main" id="{56AF5FF8-66BB-4E07-96D9-3F1FD4B10E5C}"/>
                    </a:ext>
                  </a:extLst>
                </p:cNvPr>
                <p:cNvSpPr/>
                <p:nvPr/>
              </p:nvSpPr>
              <p:spPr>
                <a:xfrm>
                  <a:off x="3345178" y="3371050"/>
                  <a:ext cx="410400" cy="409160"/>
                </a:xfrm>
                <a:prstGeom prst="rect">
                  <a:avLst/>
                </a:prstGeom>
                <a:solidFill>
                  <a:srgbClr val="D7451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131" name="组合 130">
                  <a:extLst>
                    <a:ext uri="{FF2B5EF4-FFF2-40B4-BE49-F238E27FC236}">
                      <a16:creationId xmlns:a16="http://schemas.microsoft.com/office/drawing/2014/main" id="{956D57E1-5C00-469B-A7DE-745DB551DA2F}"/>
                    </a:ext>
                  </a:extLst>
                </p:cNvPr>
                <p:cNvGrpSpPr/>
                <p:nvPr/>
              </p:nvGrpSpPr>
              <p:grpSpPr>
                <a:xfrm>
                  <a:off x="3405520" y="3430772"/>
                  <a:ext cx="289719" cy="289719"/>
                  <a:chOff x="3383756" y="3407569"/>
                  <a:chExt cx="333376" cy="333376"/>
                </a:xfrm>
              </p:grpSpPr>
              <p:sp>
                <p:nvSpPr>
                  <p:cNvPr id="132" name="椭圆 131">
                    <a:extLst>
                      <a:ext uri="{FF2B5EF4-FFF2-40B4-BE49-F238E27FC236}">
                        <a16:creationId xmlns:a16="http://schemas.microsoft.com/office/drawing/2014/main" id="{F3A703E9-8098-4AA2-B813-B3D2FF21BC1D}"/>
                      </a:ext>
                    </a:extLst>
                  </p:cNvPr>
                  <p:cNvSpPr/>
                  <p:nvPr/>
                </p:nvSpPr>
                <p:spPr>
                  <a:xfrm>
                    <a:off x="3383756" y="3407569"/>
                    <a:ext cx="333376" cy="33337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133" name="椭圆 132">
                    <a:extLst>
                      <a:ext uri="{FF2B5EF4-FFF2-40B4-BE49-F238E27FC236}">
                        <a16:creationId xmlns:a16="http://schemas.microsoft.com/office/drawing/2014/main" id="{EDAC6B1A-FC36-4CFC-95B6-4F02A0D83780}"/>
                      </a:ext>
                    </a:extLst>
                  </p:cNvPr>
                  <p:cNvSpPr/>
                  <p:nvPr/>
                </p:nvSpPr>
                <p:spPr>
                  <a:xfrm>
                    <a:off x="3426618" y="3450431"/>
                    <a:ext cx="247650" cy="24765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6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I</a:t>
                    </a:r>
                    <a:endParaRPr lang="zh-CN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  <p:cxnSp>
          <p:nvCxnSpPr>
            <p:cNvPr id="143" name="连接符: 肘形 142">
              <a:extLst>
                <a:ext uri="{FF2B5EF4-FFF2-40B4-BE49-F238E27FC236}">
                  <a16:creationId xmlns:a16="http://schemas.microsoft.com/office/drawing/2014/main" id="{99F41396-1DC0-4AA1-B15B-2057E71699A0}"/>
                </a:ext>
              </a:extLst>
            </p:cNvPr>
            <p:cNvCxnSpPr>
              <a:cxnSpLocks/>
              <a:stCxn id="42" idx="0"/>
              <a:endCxn id="61" idx="2"/>
            </p:cNvCxnSpPr>
            <p:nvPr/>
          </p:nvCxnSpPr>
          <p:spPr>
            <a:xfrm rot="5400000" flipH="1" flipV="1">
              <a:off x="3785388" y="3598513"/>
              <a:ext cx="584500" cy="2568274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连接符: 肘形 145">
              <a:extLst>
                <a:ext uri="{FF2B5EF4-FFF2-40B4-BE49-F238E27FC236}">
                  <a16:creationId xmlns:a16="http://schemas.microsoft.com/office/drawing/2014/main" id="{AD5BDD66-8FED-4E05-B3C9-39CCE7D573CA}"/>
                </a:ext>
              </a:extLst>
            </p:cNvPr>
            <p:cNvCxnSpPr>
              <a:cxnSpLocks/>
              <a:stCxn id="98" idx="0"/>
              <a:endCxn id="61" idx="2"/>
            </p:cNvCxnSpPr>
            <p:nvPr/>
          </p:nvCxnSpPr>
          <p:spPr>
            <a:xfrm rot="5400000" flipH="1" flipV="1">
              <a:off x="4934485" y="4747611"/>
              <a:ext cx="584500" cy="270079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连接符: 肘形 148">
              <a:extLst>
                <a:ext uri="{FF2B5EF4-FFF2-40B4-BE49-F238E27FC236}">
                  <a16:creationId xmlns:a16="http://schemas.microsoft.com/office/drawing/2014/main" id="{E810BA9D-44F2-468A-8AF1-CAF63E905FAB}"/>
                </a:ext>
              </a:extLst>
            </p:cNvPr>
            <p:cNvCxnSpPr>
              <a:cxnSpLocks/>
              <a:stCxn id="104" idx="0"/>
              <a:endCxn id="61" idx="2"/>
            </p:cNvCxnSpPr>
            <p:nvPr/>
          </p:nvCxnSpPr>
          <p:spPr>
            <a:xfrm rot="16200000" flipV="1">
              <a:off x="6093847" y="3858328"/>
              <a:ext cx="584500" cy="2048644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连接符: 肘形 151">
              <a:extLst>
                <a:ext uri="{FF2B5EF4-FFF2-40B4-BE49-F238E27FC236}">
                  <a16:creationId xmlns:a16="http://schemas.microsoft.com/office/drawing/2014/main" id="{0584D905-AFC7-4D3A-81A2-66C7D0E6051B}"/>
                </a:ext>
              </a:extLst>
            </p:cNvPr>
            <p:cNvCxnSpPr>
              <a:cxnSpLocks/>
              <a:stCxn id="110" idx="0"/>
              <a:endCxn id="61" idx="2"/>
            </p:cNvCxnSpPr>
            <p:nvPr/>
          </p:nvCxnSpPr>
          <p:spPr>
            <a:xfrm rot="16200000" flipV="1">
              <a:off x="7421278" y="2530897"/>
              <a:ext cx="584500" cy="4703505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接箭头连接符 156">
              <a:extLst>
                <a:ext uri="{FF2B5EF4-FFF2-40B4-BE49-F238E27FC236}">
                  <a16:creationId xmlns:a16="http://schemas.microsoft.com/office/drawing/2014/main" id="{CAEF3078-03FC-43A4-9D7A-B14E0B432C50}"/>
                </a:ext>
              </a:extLst>
            </p:cNvPr>
            <p:cNvCxnSpPr>
              <a:cxnSpLocks/>
              <a:stCxn id="116" idx="0"/>
              <a:endCxn id="122" idx="2"/>
            </p:cNvCxnSpPr>
            <p:nvPr/>
          </p:nvCxnSpPr>
          <p:spPr>
            <a:xfrm flipH="1" flipV="1">
              <a:off x="1232962" y="2688476"/>
              <a:ext cx="4043" cy="515377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连接符: 肘形 162">
              <a:extLst>
                <a:ext uri="{FF2B5EF4-FFF2-40B4-BE49-F238E27FC236}">
                  <a16:creationId xmlns:a16="http://schemas.microsoft.com/office/drawing/2014/main" id="{C7703E5D-B80C-4A7E-8CDD-F4DB1FB2F2CF}"/>
                </a:ext>
              </a:extLst>
            </p:cNvPr>
            <p:cNvCxnSpPr>
              <a:cxnSpLocks/>
              <a:stCxn id="42" idx="0"/>
              <a:endCxn id="128" idx="2"/>
            </p:cNvCxnSpPr>
            <p:nvPr/>
          </p:nvCxnSpPr>
          <p:spPr>
            <a:xfrm rot="5400000" flipH="1" flipV="1">
              <a:off x="2279229" y="2346468"/>
              <a:ext cx="3342705" cy="2314160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accent6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连接符: 肘形 165">
              <a:extLst>
                <a:ext uri="{FF2B5EF4-FFF2-40B4-BE49-F238E27FC236}">
                  <a16:creationId xmlns:a16="http://schemas.microsoft.com/office/drawing/2014/main" id="{3D705AB8-7B57-4710-B05C-E1D67B92E4F2}"/>
                </a:ext>
              </a:extLst>
            </p:cNvPr>
            <p:cNvCxnSpPr>
              <a:cxnSpLocks/>
              <a:stCxn id="122" idx="0"/>
              <a:endCxn id="130" idx="1"/>
            </p:cNvCxnSpPr>
            <p:nvPr/>
          </p:nvCxnSpPr>
          <p:spPr>
            <a:xfrm rot="5400000" flipH="1" flipV="1">
              <a:off x="2314851" y="545727"/>
              <a:ext cx="651701" cy="2815478"/>
            </a:xfrm>
            <a:prstGeom prst="bentConnector2">
              <a:avLst/>
            </a:prstGeom>
            <a:ln w="25400">
              <a:solidFill>
                <a:schemeClr val="accent6"/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连接符: 肘形 168">
              <a:extLst>
                <a:ext uri="{FF2B5EF4-FFF2-40B4-BE49-F238E27FC236}">
                  <a16:creationId xmlns:a16="http://schemas.microsoft.com/office/drawing/2014/main" id="{3677F696-70B9-449D-8CFD-A79C352DC679}"/>
                </a:ext>
              </a:extLst>
            </p:cNvPr>
            <p:cNvCxnSpPr>
              <a:cxnSpLocks/>
              <a:stCxn id="110" idx="0"/>
              <a:endCxn id="128" idx="3"/>
            </p:cNvCxnSpPr>
            <p:nvPr/>
          </p:nvCxnSpPr>
          <p:spPr>
            <a:xfrm rot="16200000" flipV="1">
              <a:off x="6137238" y="1246858"/>
              <a:ext cx="3547285" cy="4308800"/>
            </a:xfrm>
            <a:prstGeom prst="bentConnector2">
              <a:avLst/>
            </a:prstGeom>
            <a:ln w="25400">
              <a:solidFill>
                <a:schemeClr val="accent6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连接符: 肘形 172">
              <a:extLst>
                <a:ext uri="{FF2B5EF4-FFF2-40B4-BE49-F238E27FC236}">
                  <a16:creationId xmlns:a16="http://schemas.microsoft.com/office/drawing/2014/main" id="{4B60B431-AA47-4686-B500-76846E78117E}"/>
                </a:ext>
              </a:extLst>
            </p:cNvPr>
            <p:cNvCxnSpPr>
              <a:cxnSpLocks/>
              <a:stCxn id="61" idx="0"/>
              <a:endCxn id="128" idx="2"/>
            </p:cNvCxnSpPr>
            <p:nvPr/>
          </p:nvCxnSpPr>
          <p:spPr>
            <a:xfrm rot="16200000" flipV="1">
              <a:off x="4060196" y="2879661"/>
              <a:ext cx="2349045" cy="254114"/>
            </a:xfrm>
            <a:prstGeom prst="bentConnector3">
              <a:avLst>
                <a:gd name="adj1" fmla="val 29239"/>
              </a:avLst>
            </a:prstGeom>
            <a:ln w="25400">
              <a:solidFill>
                <a:schemeClr val="accent6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8149745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组合 55">
            <a:extLst>
              <a:ext uri="{FF2B5EF4-FFF2-40B4-BE49-F238E27FC236}">
                <a16:creationId xmlns:a16="http://schemas.microsoft.com/office/drawing/2014/main" id="{11B833D0-C753-4886-9CCB-DAD90227C120}"/>
              </a:ext>
            </a:extLst>
          </p:cNvPr>
          <p:cNvGrpSpPr/>
          <p:nvPr/>
        </p:nvGrpSpPr>
        <p:grpSpPr>
          <a:xfrm>
            <a:off x="681469" y="333569"/>
            <a:ext cx="6019631" cy="2873766"/>
            <a:chOff x="681469" y="333569"/>
            <a:chExt cx="6019631" cy="2873766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17FA9176-B9FB-44B8-BB1F-DDDD240ABD99}"/>
                </a:ext>
              </a:extLst>
            </p:cNvPr>
            <p:cNvSpPr/>
            <p:nvPr/>
          </p:nvSpPr>
          <p:spPr>
            <a:xfrm>
              <a:off x="2099158" y="333569"/>
              <a:ext cx="437322" cy="437322"/>
            </a:xfrm>
            <a:prstGeom prst="ellipse">
              <a:avLst/>
            </a:prstGeom>
            <a:solidFill>
              <a:srgbClr val="D74514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x</a:t>
              </a:r>
              <a:endPara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776FA52B-AB89-43C4-978C-E05EB941D77C}"/>
                </a:ext>
              </a:extLst>
            </p:cNvPr>
            <p:cNvSpPr/>
            <p:nvPr/>
          </p:nvSpPr>
          <p:spPr>
            <a:xfrm>
              <a:off x="1406306" y="1026277"/>
              <a:ext cx="437322" cy="437322"/>
            </a:xfrm>
            <a:prstGeom prst="ellipse">
              <a:avLst/>
            </a:prstGeom>
            <a:solidFill>
              <a:srgbClr val="D74514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y</a:t>
              </a:r>
              <a:endPara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AEB69BD6-8355-44CB-880B-0FD86EB97EFB}"/>
                </a:ext>
              </a:extLst>
            </p:cNvPr>
            <p:cNvSpPr/>
            <p:nvPr/>
          </p:nvSpPr>
          <p:spPr>
            <a:xfrm>
              <a:off x="968984" y="1866123"/>
              <a:ext cx="437322" cy="437322"/>
            </a:xfrm>
            <a:prstGeom prst="ellipse">
              <a:avLst/>
            </a:prstGeom>
            <a:solidFill>
              <a:srgbClr val="D74514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z</a:t>
              </a:r>
              <a:endPara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6B863D71-FA02-4F4A-9C28-D78FF0DC0CEC}"/>
                </a:ext>
              </a:extLst>
            </p:cNvPr>
            <p:cNvSpPr/>
            <p:nvPr/>
          </p:nvSpPr>
          <p:spPr>
            <a:xfrm>
              <a:off x="2832169" y="1026277"/>
              <a:ext cx="437322" cy="437322"/>
            </a:xfrm>
            <a:prstGeom prst="ellipse">
              <a:avLst/>
            </a:prstGeom>
            <a:solidFill>
              <a:srgbClr val="FDEFE8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  <a:endParaRPr lang="zh-CN" altLang="en-US" b="1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BE06D8F6-5839-461B-97B9-248843E73F5A}"/>
                </a:ext>
              </a:extLst>
            </p:cNvPr>
            <p:cNvSpPr/>
            <p:nvPr/>
          </p:nvSpPr>
          <p:spPr>
            <a:xfrm>
              <a:off x="1779584" y="1866123"/>
              <a:ext cx="437322" cy="437322"/>
            </a:xfrm>
            <a:prstGeom prst="ellipse">
              <a:avLst/>
            </a:prstGeom>
            <a:solidFill>
              <a:srgbClr val="FDEFE8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</a:t>
              </a:r>
              <a:endParaRPr lang="zh-CN" altLang="en-US" b="1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D174A8EE-8433-4729-B348-EBF285C32B22}"/>
                </a:ext>
              </a:extLst>
            </p:cNvPr>
            <p:cNvSpPr/>
            <p:nvPr/>
          </p:nvSpPr>
          <p:spPr>
            <a:xfrm>
              <a:off x="681469" y="2770013"/>
              <a:ext cx="437322" cy="437322"/>
            </a:xfrm>
            <a:prstGeom prst="ellipse">
              <a:avLst/>
            </a:prstGeom>
            <a:solidFill>
              <a:srgbClr val="FDEFE8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zh-CN" altLang="en-US" b="1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317BC76C-3609-4DA2-895F-171683F1DF13}"/>
                </a:ext>
              </a:extLst>
            </p:cNvPr>
            <p:cNvSpPr/>
            <p:nvPr/>
          </p:nvSpPr>
          <p:spPr>
            <a:xfrm>
              <a:off x="1210680" y="2770013"/>
              <a:ext cx="437322" cy="437322"/>
            </a:xfrm>
            <a:prstGeom prst="ellipse">
              <a:avLst/>
            </a:prstGeom>
            <a:solidFill>
              <a:srgbClr val="FDEFE8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</a:t>
              </a:r>
              <a:endParaRPr lang="zh-CN" altLang="en-US" b="1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E286A8C8-230A-4463-9A87-DB85FA3E63C7}"/>
                </a:ext>
              </a:extLst>
            </p:cNvPr>
            <p:cNvCxnSpPr>
              <a:cxnSpLocks/>
              <a:stCxn id="3" idx="7"/>
              <a:endCxn id="2" idx="3"/>
            </p:cNvCxnSpPr>
            <p:nvPr/>
          </p:nvCxnSpPr>
          <p:spPr>
            <a:xfrm flipV="1">
              <a:off x="1779584" y="706847"/>
              <a:ext cx="383618" cy="38347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9C42DAB2-E781-4FD5-B4A1-6901EC2A6C25}"/>
                </a:ext>
              </a:extLst>
            </p:cNvPr>
            <p:cNvCxnSpPr>
              <a:cxnSpLocks/>
              <a:stCxn id="5" idx="1"/>
              <a:endCxn id="2" idx="5"/>
            </p:cNvCxnSpPr>
            <p:nvPr/>
          </p:nvCxnSpPr>
          <p:spPr>
            <a:xfrm flipH="1" flipV="1">
              <a:off x="2472436" y="706847"/>
              <a:ext cx="423777" cy="38347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169C91CF-0CB1-43F7-8FD1-AF439D6A4110}"/>
                </a:ext>
              </a:extLst>
            </p:cNvPr>
            <p:cNvCxnSpPr>
              <a:cxnSpLocks/>
              <a:stCxn id="4" idx="0"/>
              <a:endCxn id="3" idx="3"/>
            </p:cNvCxnSpPr>
            <p:nvPr/>
          </p:nvCxnSpPr>
          <p:spPr>
            <a:xfrm flipV="1">
              <a:off x="1187645" y="1399555"/>
              <a:ext cx="282705" cy="46656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BB60B7CD-08EB-4C76-95A9-549ED0E4CC1C}"/>
                </a:ext>
              </a:extLst>
            </p:cNvPr>
            <p:cNvCxnSpPr>
              <a:cxnSpLocks/>
              <a:stCxn id="6" idx="0"/>
              <a:endCxn id="3" idx="5"/>
            </p:cNvCxnSpPr>
            <p:nvPr/>
          </p:nvCxnSpPr>
          <p:spPr>
            <a:xfrm flipH="1" flipV="1">
              <a:off x="1779584" y="1399555"/>
              <a:ext cx="218661" cy="46656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8D43C571-2CA2-4498-BFD6-AD72CBF6C675}"/>
                </a:ext>
              </a:extLst>
            </p:cNvPr>
            <p:cNvCxnSpPr>
              <a:cxnSpLocks/>
              <a:stCxn id="7" idx="0"/>
              <a:endCxn id="4" idx="3"/>
            </p:cNvCxnSpPr>
            <p:nvPr/>
          </p:nvCxnSpPr>
          <p:spPr>
            <a:xfrm flipV="1">
              <a:off x="900130" y="2239401"/>
              <a:ext cx="132898" cy="53061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41FD055-C981-4EEE-8A5A-275C9D0111CE}"/>
                </a:ext>
              </a:extLst>
            </p:cNvPr>
            <p:cNvCxnSpPr>
              <a:cxnSpLocks/>
              <a:stCxn id="8" idx="0"/>
              <a:endCxn id="4" idx="5"/>
            </p:cNvCxnSpPr>
            <p:nvPr/>
          </p:nvCxnSpPr>
          <p:spPr>
            <a:xfrm flipH="1" flipV="1">
              <a:off x="1342262" y="2239401"/>
              <a:ext cx="87079" cy="53061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5878FB23-43A9-4516-90F6-C98842AC6918}"/>
                </a:ext>
              </a:extLst>
            </p:cNvPr>
            <p:cNvSpPr/>
            <p:nvPr/>
          </p:nvSpPr>
          <p:spPr>
            <a:xfrm>
              <a:off x="5146510" y="336323"/>
              <a:ext cx="437322" cy="437322"/>
            </a:xfrm>
            <a:prstGeom prst="ellipse">
              <a:avLst/>
            </a:prstGeom>
            <a:solidFill>
              <a:srgbClr val="D74514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y</a:t>
              </a:r>
              <a:endPara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B41FB04-4E0D-4F5B-BD03-EB1B28E92857}"/>
                </a:ext>
              </a:extLst>
            </p:cNvPr>
            <p:cNvSpPr/>
            <p:nvPr/>
          </p:nvSpPr>
          <p:spPr>
            <a:xfrm>
              <a:off x="4453658" y="1029031"/>
              <a:ext cx="437322" cy="437322"/>
            </a:xfrm>
            <a:prstGeom prst="ellipse">
              <a:avLst/>
            </a:prstGeom>
            <a:solidFill>
              <a:srgbClr val="D74514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z</a:t>
              </a:r>
              <a:endPara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2875DA04-26F0-47A7-BC07-CD40C4199804}"/>
                </a:ext>
              </a:extLst>
            </p:cNvPr>
            <p:cNvSpPr/>
            <p:nvPr/>
          </p:nvSpPr>
          <p:spPr>
            <a:xfrm>
              <a:off x="4016336" y="1868877"/>
              <a:ext cx="437322" cy="437322"/>
            </a:xfrm>
            <a:prstGeom prst="ellipse">
              <a:avLst/>
            </a:prstGeom>
            <a:solidFill>
              <a:srgbClr val="FDEFE8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zh-CN" altLang="en-US" b="1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0B25D29A-40C9-412D-8F63-180C8E7E656C}"/>
                </a:ext>
              </a:extLst>
            </p:cNvPr>
            <p:cNvSpPr/>
            <p:nvPr/>
          </p:nvSpPr>
          <p:spPr>
            <a:xfrm>
              <a:off x="5879521" y="1029031"/>
              <a:ext cx="437322" cy="437322"/>
            </a:xfrm>
            <a:prstGeom prst="ellipse">
              <a:avLst/>
            </a:prstGeom>
            <a:solidFill>
              <a:srgbClr val="D74514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x</a:t>
              </a:r>
              <a:endPara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913CD3C5-A56A-443D-BBCD-87E891F10C80}"/>
                </a:ext>
              </a:extLst>
            </p:cNvPr>
            <p:cNvSpPr/>
            <p:nvPr/>
          </p:nvSpPr>
          <p:spPr>
            <a:xfrm>
              <a:off x="4826936" y="1868877"/>
              <a:ext cx="437322" cy="437322"/>
            </a:xfrm>
            <a:prstGeom prst="ellipse">
              <a:avLst/>
            </a:prstGeom>
            <a:solidFill>
              <a:srgbClr val="FDEFE8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</a:t>
              </a:r>
              <a:endParaRPr lang="zh-CN" altLang="en-US" b="1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D6929252-18E7-42F8-92A7-5CFBE5F7A368}"/>
                </a:ext>
              </a:extLst>
            </p:cNvPr>
            <p:cNvCxnSpPr>
              <a:cxnSpLocks/>
              <a:stCxn id="16" idx="7"/>
              <a:endCxn id="15" idx="3"/>
            </p:cNvCxnSpPr>
            <p:nvPr/>
          </p:nvCxnSpPr>
          <p:spPr>
            <a:xfrm flipV="1">
              <a:off x="4826936" y="709601"/>
              <a:ext cx="383618" cy="38347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C767CE29-B75F-4606-8B24-04503279C9EB}"/>
                </a:ext>
              </a:extLst>
            </p:cNvPr>
            <p:cNvCxnSpPr>
              <a:cxnSpLocks/>
              <a:stCxn id="18" idx="1"/>
              <a:endCxn id="15" idx="5"/>
            </p:cNvCxnSpPr>
            <p:nvPr/>
          </p:nvCxnSpPr>
          <p:spPr>
            <a:xfrm flipH="1" flipV="1">
              <a:off x="5519788" y="709601"/>
              <a:ext cx="423777" cy="38347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A8999F55-D9E4-4C2F-8EFB-6F5A89439597}"/>
                </a:ext>
              </a:extLst>
            </p:cNvPr>
            <p:cNvCxnSpPr>
              <a:cxnSpLocks/>
              <a:stCxn id="17" idx="0"/>
              <a:endCxn id="16" idx="3"/>
            </p:cNvCxnSpPr>
            <p:nvPr/>
          </p:nvCxnSpPr>
          <p:spPr>
            <a:xfrm flipV="1">
              <a:off x="4234997" y="1402309"/>
              <a:ext cx="282705" cy="46656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F2F9DC2A-E46D-412F-B3AA-6909EB2EBA18}"/>
                </a:ext>
              </a:extLst>
            </p:cNvPr>
            <p:cNvCxnSpPr>
              <a:cxnSpLocks/>
              <a:stCxn id="19" idx="0"/>
              <a:endCxn id="16" idx="5"/>
            </p:cNvCxnSpPr>
            <p:nvPr/>
          </p:nvCxnSpPr>
          <p:spPr>
            <a:xfrm flipH="1" flipV="1">
              <a:off x="4826936" y="1402309"/>
              <a:ext cx="218661" cy="46656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03AE31D6-E1AA-467A-A98B-D34FEB31D96F}"/>
                </a:ext>
              </a:extLst>
            </p:cNvPr>
            <p:cNvSpPr/>
            <p:nvPr/>
          </p:nvSpPr>
          <p:spPr>
            <a:xfrm>
              <a:off x="5453178" y="1866123"/>
              <a:ext cx="437322" cy="437322"/>
            </a:xfrm>
            <a:prstGeom prst="ellipse">
              <a:avLst/>
            </a:prstGeom>
            <a:solidFill>
              <a:srgbClr val="FDEFE8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</a:t>
              </a:r>
              <a:endParaRPr lang="zh-CN" altLang="en-US" b="1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50CD9777-C384-4A09-916C-2027A00099E0}"/>
                </a:ext>
              </a:extLst>
            </p:cNvPr>
            <p:cNvSpPr/>
            <p:nvPr/>
          </p:nvSpPr>
          <p:spPr>
            <a:xfrm>
              <a:off x="6263778" y="1866123"/>
              <a:ext cx="437322" cy="437322"/>
            </a:xfrm>
            <a:prstGeom prst="ellipse">
              <a:avLst/>
            </a:prstGeom>
            <a:solidFill>
              <a:srgbClr val="FDEFE8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  <a:endParaRPr lang="zh-CN" altLang="en-US" b="1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5C93B547-41AB-4A74-95BD-DFF37AAF6224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 flipV="1">
              <a:off x="5671839" y="1399555"/>
              <a:ext cx="282705" cy="46656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6121185A-4A26-474C-B486-D5594BE9DE76}"/>
                </a:ext>
              </a:extLst>
            </p:cNvPr>
            <p:cNvCxnSpPr>
              <a:cxnSpLocks/>
              <a:stCxn id="25" idx="0"/>
            </p:cNvCxnSpPr>
            <p:nvPr/>
          </p:nvCxnSpPr>
          <p:spPr>
            <a:xfrm flipH="1" flipV="1">
              <a:off x="6263778" y="1399555"/>
              <a:ext cx="218661" cy="46656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箭头: 右 27">
              <a:extLst>
                <a:ext uri="{FF2B5EF4-FFF2-40B4-BE49-F238E27FC236}">
                  <a16:creationId xmlns:a16="http://schemas.microsoft.com/office/drawing/2014/main" id="{4F646B79-4451-4849-A03C-3466DC0C3E39}"/>
                </a:ext>
              </a:extLst>
            </p:cNvPr>
            <p:cNvSpPr/>
            <p:nvPr/>
          </p:nvSpPr>
          <p:spPr>
            <a:xfrm>
              <a:off x="3457641" y="1399555"/>
              <a:ext cx="498921" cy="626346"/>
            </a:xfrm>
            <a:prstGeom prst="rightArrow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0BB5C0BC-93F9-4266-AC6A-C00976B5E226}"/>
              </a:ext>
            </a:extLst>
          </p:cNvPr>
          <p:cNvGrpSpPr/>
          <p:nvPr/>
        </p:nvGrpSpPr>
        <p:grpSpPr>
          <a:xfrm>
            <a:off x="677836" y="3470227"/>
            <a:ext cx="6023264" cy="2873915"/>
            <a:chOff x="677836" y="3470227"/>
            <a:chExt cx="6023264" cy="2873915"/>
          </a:xfrm>
        </p:grpSpPr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B5CA0A45-FAAD-46A8-AE3D-90E752F72A40}"/>
                </a:ext>
              </a:extLst>
            </p:cNvPr>
            <p:cNvSpPr/>
            <p:nvPr/>
          </p:nvSpPr>
          <p:spPr>
            <a:xfrm>
              <a:off x="1370688" y="3470376"/>
              <a:ext cx="437322" cy="437322"/>
            </a:xfrm>
            <a:prstGeom prst="ellipse">
              <a:avLst/>
            </a:prstGeom>
            <a:solidFill>
              <a:srgbClr val="D74514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x</a:t>
              </a:r>
              <a:endPara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3F4630EF-10F5-4E00-A01D-F0DF09106D64}"/>
                </a:ext>
              </a:extLst>
            </p:cNvPr>
            <p:cNvSpPr/>
            <p:nvPr/>
          </p:nvSpPr>
          <p:spPr>
            <a:xfrm>
              <a:off x="677836" y="4163084"/>
              <a:ext cx="437322" cy="437322"/>
            </a:xfrm>
            <a:prstGeom prst="ellipse">
              <a:avLst/>
            </a:prstGeom>
            <a:solidFill>
              <a:srgbClr val="FDEFE8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  <a:endParaRPr lang="zh-CN" altLang="en-US" b="1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D81E650A-F26C-4CF8-B2CE-DA6B871CD6FC}"/>
                </a:ext>
              </a:extLst>
            </p:cNvPr>
            <p:cNvSpPr/>
            <p:nvPr/>
          </p:nvSpPr>
          <p:spPr>
            <a:xfrm>
              <a:off x="1669274" y="5002930"/>
              <a:ext cx="437322" cy="437322"/>
            </a:xfrm>
            <a:prstGeom prst="ellipse">
              <a:avLst/>
            </a:prstGeom>
            <a:solidFill>
              <a:srgbClr val="FDEFE8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</a:t>
              </a:r>
              <a:endParaRPr lang="zh-CN" altLang="en-US" b="1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B7C38067-9241-4857-B465-4EDC29130C81}"/>
                </a:ext>
              </a:extLst>
            </p:cNvPr>
            <p:cNvSpPr/>
            <p:nvPr/>
          </p:nvSpPr>
          <p:spPr>
            <a:xfrm>
              <a:off x="2103699" y="4163084"/>
              <a:ext cx="437322" cy="437322"/>
            </a:xfrm>
            <a:prstGeom prst="ellipse">
              <a:avLst/>
            </a:prstGeom>
            <a:solidFill>
              <a:srgbClr val="D74514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y</a:t>
              </a:r>
              <a:endPara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B14BC58A-F81A-4980-9428-68F9D0618245}"/>
                </a:ext>
              </a:extLst>
            </p:cNvPr>
            <p:cNvSpPr/>
            <p:nvPr/>
          </p:nvSpPr>
          <p:spPr>
            <a:xfrm>
              <a:off x="2479874" y="5002930"/>
              <a:ext cx="437322" cy="437322"/>
            </a:xfrm>
            <a:prstGeom prst="ellipse">
              <a:avLst/>
            </a:prstGeom>
            <a:solidFill>
              <a:srgbClr val="D74514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z</a:t>
              </a:r>
              <a:endPara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720B81FC-CC95-4013-8CA0-C039C000B323}"/>
                </a:ext>
              </a:extLst>
            </p:cNvPr>
            <p:cNvSpPr/>
            <p:nvPr/>
          </p:nvSpPr>
          <p:spPr>
            <a:xfrm>
              <a:off x="2191394" y="5906820"/>
              <a:ext cx="437322" cy="437322"/>
            </a:xfrm>
            <a:prstGeom prst="ellipse">
              <a:avLst/>
            </a:prstGeom>
            <a:solidFill>
              <a:srgbClr val="FDEFE8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zh-CN" altLang="en-US" b="1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BA8C2CA5-A104-479C-8CB6-E39C7F224C66}"/>
                </a:ext>
              </a:extLst>
            </p:cNvPr>
            <p:cNvSpPr/>
            <p:nvPr/>
          </p:nvSpPr>
          <p:spPr>
            <a:xfrm>
              <a:off x="2720605" y="5906820"/>
              <a:ext cx="437322" cy="437322"/>
            </a:xfrm>
            <a:prstGeom prst="ellipse">
              <a:avLst/>
            </a:prstGeom>
            <a:solidFill>
              <a:srgbClr val="FDEFE8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</a:t>
              </a:r>
              <a:endParaRPr lang="zh-CN" altLang="en-US" b="1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7A356FC3-A84D-4B6A-97B8-A54D39C4CFB3}"/>
                </a:ext>
              </a:extLst>
            </p:cNvPr>
            <p:cNvCxnSpPr>
              <a:cxnSpLocks/>
              <a:stCxn id="30" idx="7"/>
              <a:endCxn id="29" idx="3"/>
            </p:cNvCxnSpPr>
            <p:nvPr/>
          </p:nvCxnSpPr>
          <p:spPr>
            <a:xfrm flipV="1">
              <a:off x="1051114" y="3843654"/>
              <a:ext cx="383618" cy="38347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067024AF-05F0-4858-8AD1-579D8D9E6511}"/>
                </a:ext>
              </a:extLst>
            </p:cNvPr>
            <p:cNvCxnSpPr>
              <a:cxnSpLocks/>
              <a:stCxn id="32" idx="1"/>
              <a:endCxn id="29" idx="5"/>
            </p:cNvCxnSpPr>
            <p:nvPr/>
          </p:nvCxnSpPr>
          <p:spPr>
            <a:xfrm flipH="1" flipV="1">
              <a:off x="1743966" y="3843654"/>
              <a:ext cx="423777" cy="38347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DD748895-8AE2-404F-B213-F31B09605784}"/>
                </a:ext>
              </a:extLst>
            </p:cNvPr>
            <p:cNvCxnSpPr>
              <a:cxnSpLocks/>
              <a:stCxn id="31" idx="0"/>
            </p:cNvCxnSpPr>
            <p:nvPr/>
          </p:nvCxnSpPr>
          <p:spPr>
            <a:xfrm flipV="1">
              <a:off x="1887935" y="4536362"/>
              <a:ext cx="282705" cy="46656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D53BA240-40E0-48F6-9E48-E0E5780A230E}"/>
                </a:ext>
              </a:extLst>
            </p:cNvPr>
            <p:cNvCxnSpPr>
              <a:cxnSpLocks/>
              <a:stCxn id="33" idx="0"/>
            </p:cNvCxnSpPr>
            <p:nvPr/>
          </p:nvCxnSpPr>
          <p:spPr>
            <a:xfrm flipH="1" flipV="1">
              <a:off x="2479874" y="4536362"/>
              <a:ext cx="218661" cy="46656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FFC07F6A-F87F-4A2F-9B3F-60D5EB664C1C}"/>
                </a:ext>
              </a:extLst>
            </p:cNvPr>
            <p:cNvCxnSpPr>
              <a:cxnSpLocks/>
              <a:stCxn id="34" idx="0"/>
            </p:cNvCxnSpPr>
            <p:nvPr/>
          </p:nvCxnSpPr>
          <p:spPr>
            <a:xfrm flipV="1">
              <a:off x="2410055" y="5376208"/>
              <a:ext cx="132898" cy="53061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0EB82C80-BD5C-4F21-8FA7-CCDA6D17A7C7}"/>
                </a:ext>
              </a:extLst>
            </p:cNvPr>
            <p:cNvCxnSpPr>
              <a:cxnSpLocks/>
              <a:stCxn id="35" idx="0"/>
            </p:cNvCxnSpPr>
            <p:nvPr/>
          </p:nvCxnSpPr>
          <p:spPr>
            <a:xfrm flipH="1" flipV="1">
              <a:off x="2852187" y="5376208"/>
              <a:ext cx="87079" cy="53061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8EA7E2BE-FC1A-4443-B87A-B7D14EBA3876}"/>
                </a:ext>
              </a:extLst>
            </p:cNvPr>
            <p:cNvSpPr/>
            <p:nvPr/>
          </p:nvSpPr>
          <p:spPr>
            <a:xfrm>
              <a:off x="5146510" y="3470227"/>
              <a:ext cx="437322" cy="437322"/>
            </a:xfrm>
            <a:prstGeom prst="ellipse">
              <a:avLst/>
            </a:prstGeom>
            <a:solidFill>
              <a:srgbClr val="D74514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y</a:t>
              </a:r>
              <a:endPara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DED1C3F9-8046-423B-A31E-479BEA23AE0A}"/>
                </a:ext>
              </a:extLst>
            </p:cNvPr>
            <p:cNvSpPr/>
            <p:nvPr/>
          </p:nvSpPr>
          <p:spPr>
            <a:xfrm>
              <a:off x="4453658" y="4162935"/>
              <a:ext cx="437322" cy="437322"/>
            </a:xfrm>
            <a:prstGeom prst="ellipse">
              <a:avLst/>
            </a:prstGeom>
            <a:solidFill>
              <a:srgbClr val="D74514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x</a:t>
              </a:r>
              <a:endPara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0E0CDE2D-60AB-4C2C-8F39-7FCF0E044548}"/>
                </a:ext>
              </a:extLst>
            </p:cNvPr>
            <p:cNvSpPr/>
            <p:nvPr/>
          </p:nvSpPr>
          <p:spPr>
            <a:xfrm>
              <a:off x="4016336" y="5002781"/>
              <a:ext cx="437322" cy="437322"/>
            </a:xfrm>
            <a:prstGeom prst="ellipse">
              <a:avLst/>
            </a:prstGeom>
            <a:solidFill>
              <a:srgbClr val="FDEFE8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  <a:endParaRPr lang="zh-CN" altLang="en-US" b="1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F0250CCA-2D7E-4AB3-BE57-DCC37F9D4342}"/>
                </a:ext>
              </a:extLst>
            </p:cNvPr>
            <p:cNvSpPr/>
            <p:nvPr/>
          </p:nvSpPr>
          <p:spPr>
            <a:xfrm>
              <a:off x="5879521" y="4162935"/>
              <a:ext cx="437322" cy="437322"/>
            </a:xfrm>
            <a:prstGeom prst="ellipse">
              <a:avLst/>
            </a:prstGeom>
            <a:solidFill>
              <a:srgbClr val="D74514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z</a:t>
              </a:r>
              <a:endPara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1BDF8969-ABFD-4AA9-9E9D-612A61E1A9D7}"/>
                </a:ext>
              </a:extLst>
            </p:cNvPr>
            <p:cNvSpPr/>
            <p:nvPr/>
          </p:nvSpPr>
          <p:spPr>
            <a:xfrm>
              <a:off x="4826936" y="5002781"/>
              <a:ext cx="437322" cy="437322"/>
            </a:xfrm>
            <a:prstGeom prst="ellipse">
              <a:avLst/>
            </a:prstGeom>
            <a:solidFill>
              <a:srgbClr val="FDEFE8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</a:t>
              </a:r>
              <a:endParaRPr lang="zh-CN" altLang="en-US" b="1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6D03080-FC41-48FF-941D-78E4353D2CCE}"/>
                </a:ext>
              </a:extLst>
            </p:cNvPr>
            <p:cNvCxnSpPr>
              <a:cxnSpLocks/>
              <a:stCxn id="43" idx="7"/>
              <a:endCxn id="42" idx="3"/>
            </p:cNvCxnSpPr>
            <p:nvPr/>
          </p:nvCxnSpPr>
          <p:spPr>
            <a:xfrm flipV="1">
              <a:off x="4826936" y="3843505"/>
              <a:ext cx="383618" cy="38347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50643FBF-0100-4C6B-9C63-B63188D42EDC}"/>
                </a:ext>
              </a:extLst>
            </p:cNvPr>
            <p:cNvCxnSpPr>
              <a:cxnSpLocks/>
              <a:stCxn id="45" idx="1"/>
              <a:endCxn id="42" idx="5"/>
            </p:cNvCxnSpPr>
            <p:nvPr/>
          </p:nvCxnSpPr>
          <p:spPr>
            <a:xfrm flipH="1" flipV="1">
              <a:off x="5519788" y="3843505"/>
              <a:ext cx="423777" cy="38347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2E38974E-270A-479D-955F-2D1BDB23BCF7}"/>
                </a:ext>
              </a:extLst>
            </p:cNvPr>
            <p:cNvCxnSpPr>
              <a:cxnSpLocks/>
              <a:stCxn id="44" idx="0"/>
              <a:endCxn id="43" idx="3"/>
            </p:cNvCxnSpPr>
            <p:nvPr/>
          </p:nvCxnSpPr>
          <p:spPr>
            <a:xfrm flipV="1">
              <a:off x="4234997" y="4536213"/>
              <a:ext cx="282705" cy="46656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00EB2F6B-25BF-4458-8048-E04BFBD4BAB0}"/>
                </a:ext>
              </a:extLst>
            </p:cNvPr>
            <p:cNvCxnSpPr>
              <a:cxnSpLocks/>
              <a:stCxn id="46" idx="0"/>
              <a:endCxn id="43" idx="5"/>
            </p:cNvCxnSpPr>
            <p:nvPr/>
          </p:nvCxnSpPr>
          <p:spPr>
            <a:xfrm flipH="1" flipV="1">
              <a:off x="4826936" y="4536213"/>
              <a:ext cx="218661" cy="46656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6E74279C-307D-478D-B612-068D694C29DD}"/>
                </a:ext>
              </a:extLst>
            </p:cNvPr>
            <p:cNvSpPr/>
            <p:nvPr/>
          </p:nvSpPr>
          <p:spPr>
            <a:xfrm>
              <a:off x="5453178" y="5000027"/>
              <a:ext cx="437322" cy="437322"/>
            </a:xfrm>
            <a:prstGeom prst="ellipse">
              <a:avLst/>
            </a:prstGeom>
            <a:solidFill>
              <a:srgbClr val="FDEFE8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zh-CN" altLang="en-US" b="1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5E4A22F8-6BB8-4585-8F46-AF77DA2FD3C9}"/>
                </a:ext>
              </a:extLst>
            </p:cNvPr>
            <p:cNvSpPr/>
            <p:nvPr/>
          </p:nvSpPr>
          <p:spPr>
            <a:xfrm>
              <a:off x="6263778" y="5000027"/>
              <a:ext cx="437322" cy="437322"/>
            </a:xfrm>
            <a:prstGeom prst="ellipse">
              <a:avLst/>
            </a:prstGeom>
            <a:solidFill>
              <a:srgbClr val="FDEFE8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</a:t>
              </a:r>
              <a:endParaRPr lang="zh-CN" altLang="en-US" b="1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6D537184-C7A2-49C0-9FF4-80CA6F998EC8}"/>
                </a:ext>
              </a:extLst>
            </p:cNvPr>
            <p:cNvCxnSpPr>
              <a:cxnSpLocks/>
              <a:stCxn id="51" idx="0"/>
            </p:cNvCxnSpPr>
            <p:nvPr/>
          </p:nvCxnSpPr>
          <p:spPr>
            <a:xfrm flipV="1">
              <a:off x="5671839" y="4533459"/>
              <a:ext cx="282705" cy="46656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9125180B-309F-4468-84E6-C50E72BC5644}"/>
                </a:ext>
              </a:extLst>
            </p:cNvPr>
            <p:cNvCxnSpPr>
              <a:cxnSpLocks/>
              <a:stCxn id="52" idx="0"/>
            </p:cNvCxnSpPr>
            <p:nvPr/>
          </p:nvCxnSpPr>
          <p:spPr>
            <a:xfrm flipH="1" flipV="1">
              <a:off x="6263778" y="4533459"/>
              <a:ext cx="218661" cy="46656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箭头: 右 54">
              <a:extLst>
                <a:ext uri="{FF2B5EF4-FFF2-40B4-BE49-F238E27FC236}">
                  <a16:creationId xmlns:a16="http://schemas.microsoft.com/office/drawing/2014/main" id="{58E6357B-8EE5-4AFB-8EC1-507B2E972C20}"/>
                </a:ext>
              </a:extLst>
            </p:cNvPr>
            <p:cNvSpPr/>
            <p:nvPr/>
          </p:nvSpPr>
          <p:spPr>
            <a:xfrm>
              <a:off x="3457641" y="4533459"/>
              <a:ext cx="498921" cy="626346"/>
            </a:xfrm>
            <a:prstGeom prst="rightArrow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0498928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" name="组合 239">
            <a:extLst>
              <a:ext uri="{FF2B5EF4-FFF2-40B4-BE49-F238E27FC236}">
                <a16:creationId xmlns:a16="http://schemas.microsoft.com/office/drawing/2014/main" id="{95206A4E-4373-426D-AB4D-1A0DB3A93E83}"/>
              </a:ext>
            </a:extLst>
          </p:cNvPr>
          <p:cNvGrpSpPr/>
          <p:nvPr/>
        </p:nvGrpSpPr>
        <p:grpSpPr>
          <a:xfrm>
            <a:off x="397761" y="184895"/>
            <a:ext cx="9157146" cy="2873766"/>
            <a:chOff x="397761" y="184895"/>
            <a:chExt cx="9157146" cy="2873766"/>
          </a:xfrm>
        </p:grpSpPr>
        <p:sp>
          <p:nvSpPr>
            <p:cNvPr id="104" name="椭圆 103">
              <a:extLst>
                <a:ext uri="{FF2B5EF4-FFF2-40B4-BE49-F238E27FC236}">
                  <a16:creationId xmlns:a16="http://schemas.microsoft.com/office/drawing/2014/main" id="{5EB97E9B-094D-4347-ABBA-11AADA0C2859}"/>
                </a:ext>
              </a:extLst>
            </p:cNvPr>
            <p:cNvSpPr/>
            <p:nvPr/>
          </p:nvSpPr>
          <p:spPr>
            <a:xfrm>
              <a:off x="4952965" y="184895"/>
              <a:ext cx="437322" cy="437322"/>
            </a:xfrm>
            <a:prstGeom prst="ellipse">
              <a:avLst/>
            </a:prstGeom>
            <a:solidFill>
              <a:srgbClr val="D74514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x</a:t>
              </a:r>
              <a:endPara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5" name="椭圆 104">
              <a:extLst>
                <a:ext uri="{FF2B5EF4-FFF2-40B4-BE49-F238E27FC236}">
                  <a16:creationId xmlns:a16="http://schemas.microsoft.com/office/drawing/2014/main" id="{93DB6F49-F7A5-442A-8F69-793D53E6AD9A}"/>
                </a:ext>
              </a:extLst>
            </p:cNvPr>
            <p:cNvSpPr/>
            <p:nvPr/>
          </p:nvSpPr>
          <p:spPr>
            <a:xfrm>
              <a:off x="4260113" y="877603"/>
              <a:ext cx="437322" cy="437322"/>
            </a:xfrm>
            <a:prstGeom prst="ellipse">
              <a:avLst/>
            </a:prstGeom>
            <a:solidFill>
              <a:srgbClr val="D74514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z</a:t>
              </a:r>
              <a:endPara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6" name="椭圆 105">
              <a:extLst>
                <a:ext uri="{FF2B5EF4-FFF2-40B4-BE49-F238E27FC236}">
                  <a16:creationId xmlns:a16="http://schemas.microsoft.com/office/drawing/2014/main" id="{8B3E617D-D55F-4EC0-ADB6-2B1599A40E86}"/>
                </a:ext>
              </a:extLst>
            </p:cNvPr>
            <p:cNvSpPr/>
            <p:nvPr/>
          </p:nvSpPr>
          <p:spPr>
            <a:xfrm>
              <a:off x="3822791" y="1717449"/>
              <a:ext cx="437322" cy="437322"/>
            </a:xfrm>
            <a:prstGeom prst="ellipse">
              <a:avLst/>
            </a:prstGeom>
            <a:solidFill>
              <a:srgbClr val="D74514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y</a:t>
              </a:r>
              <a:endPara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7" name="椭圆 106">
              <a:extLst>
                <a:ext uri="{FF2B5EF4-FFF2-40B4-BE49-F238E27FC236}">
                  <a16:creationId xmlns:a16="http://schemas.microsoft.com/office/drawing/2014/main" id="{FC7162C8-2D85-4287-A909-B39DACB143B0}"/>
                </a:ext>
              </a:extLst>
            </p:cNvPr>
            <p:cNvSpPr/>
            <p:nvPr/>
          </p:nvSpPr>
          <p:spPr>
            <a:xfrm>
              <a:off x="5685976" y="877603"/>
              <a:ext cx="437322" cy="437322"/>
            </a:xfrm>
            <a:prstGeom prst="ellipse">
              <a:avLst/>
            </a:prstGeom>
            <a:solidFill>
              <a:srgbClr val="FDEFE8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  <a:endParaRPr lang="zh-CN" altLang="en-US" b="1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8" name="椭圆 107">
              <a:extLst>
                <a:ext uri="{FF2B5EF4-FFF2-40B4-BE49-F238E27FC236}">
                  <a16:creationId xmlns:a16="http://schemas.microsoft.com/office/drawing/2014/main" id="{ECFF6CBE-346C-412D-800D-B246D524DFB4}"/>
                </a:ext>
              </a:extLst>
            </p:cNvPr>
            <p:cNvSpPr/>
            <p:nvPr/>
          </p:nvSpPr>
          <p:spPr>
            <a:xfrm>
              <a:off x="4633391" y="1717449"/>
              <a:ext cx="437322" cy="437322"/>
            </a:xfrm>
            <a:prstGeom prst="ellipse">
              <a:avLst/>
            </a:prstGeom>
            <a:solidFill>
              <a:srgbClr val="FDEFE8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</a:t>
              </a:r>
              <a:endParaRPr lang="zh-CN" altLang="en-US" b="1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9" name="椭圆 108">
              <a:extLst>
                <a:ext uri="{FF2B5EF4-FFF2-40B4-BE49-F238E27FC236}">
                  <a16:creationId xmlns:a16="http://schemas.microsoft.com/office/drawing/2014/main" id="{DF445614-207D-4792-9EB3-2E1679C81E30}"/>
                </a:ext>
              </a:extLst>
            </p:cNvPr>
            <p:cNvSpPr/>
            <p:nvPr/>
          </p:nvSpPr>
          <p:spPr>
            <a:xfrm>
              <a:off x="3535276" y="2621339"/>
              <a:ext cx="437322" cy="437322"/>
            </a:xfrm>
            <a:prstGeom prst="ellipse">
              <a:avLst/>
            </a:prstGeom>
            <a:solidFill>
              <a:srgbClr val="FDEFE8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</a:t>
              </a:r>
              <a:endParaRPr lang="zh-CN" altLang="en-US" b="1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10" name="椭圆 109">
              <a:extLst>
                <a:ext uri="{FF2B5EF4-FFF2-40B4-BE49-F238E27FC236}">
                  <a16:creationId xmlns:a16="http://schemas.microsoft.com/office/drawing/2014/main" id="{9B8BAA4C-B05E-4E63-98C0-268FB84DEA59}"/>
                </a:ext>
              </a:extLst>
            </p:cNvPr>
            <p:cNvSpPr/>
            <p:nvPr/>
          </p:nvSpPr>
          <p:spPr>
            <a:xfrm>
              <a:off x="4064487" y="2621339"/>
              <a:ext cx="437322" cy="437322"/>
            </a:xfrm>
            <a:prstGeom prst="ellipse">
              <a:avLst/>
            </a:prstGeom>
            <a:solidFill>
              <a:srgbClr val="FDEFE8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zh-CN" altLang="en-US" b="1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9D3A748A-9FD6-4CF3-97AD-2404466DF330}"/>
                </a:ext>
              </a:extLst>
            </p:cNvPr>
            <p:cNvCxnSpPr>
              <a:cxnSpLocks/>
              <a:stCxn id="105" idx="7"/>
              <a:endCxn id="104" idx="3"/>
            </p:cNvCxnSpPr>
            <p:nvPr/>
          </p:nvCxnSpPr>
          <p:spPr>
            <a:xfrm flipV="1">
              <a:off x="4633391" y="558173"/>
              <a:ext cx="383618" cy="38347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6D8B6954-62CF-4A1F-8B79-F920FF60B604}"/>
                </a:ext>
              </a:extLst>
            </p:cNvPr>
            <p:cNvCxnSpPr>
              <a:cxnSpLocks/>
              <a:stCxn id="107" idx="1"/>
              <a:endCxn id="104" idx="5"/>
            </p:cNvCxnSpPr>
            <p:nvPr/>
          </p:nvCxnSpPr>
          <p:spPr>
            <a:xfrm flipH="1" flipV="1">
              <a:off x="5326243" y="558173"/>
              <a:ext cx="423777" cy="38347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BEA72D83-743E-497A-B101-33CDEA610132}"/>
                </a:ext>
              </a:extLst>
            </p:cNvPr>
            <p:cNvCxnSpPr>
              <a:cxnSpLocks/>
              <a:stCxn id="106" idx="0"/>
              <a:endCxn id="105" idx="3"/>
            </p:cNvCxnSpPr>
            <p:nvPr/>
          </p:nvCxnSpPr>
          <p:spPr>
            <a:xfrm flipV="1">
              <a:off x="4041452" y="1250881"/>
              <a:ext cx="282705" cy="46656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7E4B62AC-5757-45CA-9A35-50CE2E1EBEA2}"/>
                </a:ext>
              </a:extLst>
            </p:cNvPr>
            <p:cNvCxnSpPr>
              <a:cxnSpLocks/>
              <a:stCxn id="108" idx="0"/>
              <a:endCxn id="105" idx="5"/>
            </p:cNvCxnSpPr>
            <p:nvPr/>
          </p:nvCxnSpPr>
          <p:spPr>
            <a:xfrm flipH="1" flipV="1">
              <a:off x="4633391" y="1250881"/>
              <a:ext cx="218661" cy="46656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1C638F02-91C2-4A48-A9D8-112EB3B9A78E}"/>
                </a:ext>
              </a:extLst>
            </p:cNvPr>
            <p:cNvCxnSpPr>
              <a:cxnSpLocks/>
              <a:stCxn id="109" idx="0"/>
              <a:endCxn id="106" idx="3"/>
            </p:cNvCxnSpPr>
            <p:nvPr/>
          </p:nvCxnSpPr>
          <p:spPr>
            <a:xfrm flipV="1">
              <a:off x="3753937" y="2090727"/>
              <a:ext cx="132898" cy="53061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9E0BAEBB-3CAD-468E-AB58-3E64C5687978}"/>
                </a:ext>
              </a:extLst>
            </p:cNvPr>
            <p:cNvCxnSpPr>
              <a:cxnSpLocks/>
              <a:stCxn id="110" idx="0"/>
              <a:endCxn id="106" idx="5"/>
            </p:cNvCxnSpPr>
            <p:nvPr/>
          </p:nvCxnSpPr>
          <p:spPr>
            <a:xfrm flipH="1" flipV="1">
              <a:off x="4196069" y="2090727"/>
              <a:ext cx="87079" cy="53061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椭圆 116">
              <a:extLst>
                <a:ext uri="{FF2B5EF4-FFF2-40B4-BE49-F238E27FC236}">
                  <a16:creationId xmlns:a16="http://schemas.microsoft.com/office/drawing/2014/main" id="{C5A5B35B-360F-4CB9-A8C5-CFC7289B4FFA}"/>
                </a:ext>
              </a:extLst>
            </p:cNvPr>
            <p:cNvSpPr/>
            <p:nvPr/>
          </p:nvSpPr>
          <p:spPr>
            <a:xfrm>
              <a:off x="8000317" y="187649"/>
              <a:ext cx="437322" cy="437322"/>
            </a:xfrm>
            <a:prstGeom prst="ellipse">
              <a:avLst/>
            </a:prstGeom>
            <a:solidFill>
              <a:srgbClr val="D74514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z</a:t>
              </a:r>
              <a:endPara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18" name="椭圆 117">
              <a:extLst>
                <a:ext uri="{FF2B5EF4-FFF2-40B4-BE49-F238E27FC236}">
                  <a16:creationId xmlns:a16="http://schemas.microsoft.com/office/drawing/2014/main" id="{43B0BD7D-B1EF-445F-B5E6-640530FE66F0}"/>
                </a:ext>
              </a:extLst>
            </p:cNvPr>
            <p:cNvSpPr/>
            <p:nvPr/>
          </p:nvSpPr>
          <p:spPr>
            <a:xfrm>
              <a:off x="7307465" y="880357"/>
              <a:ext cx="437322" cy="437322"/>
            </a:xfrm>
            <a:prstGeom prst="ellipse">
              <a:avLst/>
            </a:prstGeom>
            <a:solidFill>
              <a:srgbClr val="D74514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y</a:t>
              </a:r>
              <a:endPara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19" name="椭圆 118">
              <a:extLst>
                <a:ext uri="{FF2B5EF4-FFF2-40B4-BE49-F238E27FC236}">
                  <a16:creationId xmlns:a16="http://schemas.microsoft.com/office/drawing/2014/main" id="{8CD2E097-F25F-4600-81CC-833B2932B227}"/>
                </a:ext>
              </a:extLst>
            </p:cNvPr>
            <p:cNvSpPr/>
            <p:nvPr/>
          </p:nvSpPr>
          <p:spPr>
            <a:xfrm>
              <a:off x="6870143" y="1720203"/>
              <a:ext cx="437322" cy="437322"/>
            </a:xfrm>
            <a:prstGeom prst="ellipse">
              <a:avLst/>
            </a:prstGeom>
            <a:solidFill>
              <a:srgbClr val="FDEFE8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</a:t>
              </a:r>
              <a:endParaRPr lang="zh-CN" altLang="en-US" b="1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20" name="椭圆 119">
              <a:extLst>
                <a:ext uri="{FF2B5EF4-FFF2-40B4-BE49-F238E27FC236}">
                  <a16:creationId xmlns:a16="http://schemas.microsoft.com/office/drawing/2014/main" id="{979248AD-F196-49A9-9936-F7ED27EEB70E}"/>
                </a:ext>
              </a:extLst>
            </p:cNvPr>
            <p:cNvSpPr/>
            <p:nvPr/>
          </p:nvSpPr>
          <p:spPr>
            <a:xfrm>
              <a:off x="8733328" y="880357"/>
              <a:ext cx="437322" cy="437322"/>
            </a:xfrm>
            <a:prstGeom prst="ellipse">
              <a:avLst/>
            </a:prstGeom>
            <a:solidFill>
              <a:srgbClr val="D74514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x</a:t>
              </a:r>
              <a:endPara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21" name="椭圆 120">
              <a:extLst>
                <a:ext uri="{FF2B5EF4-FFF2-40B4-BE49-F238E27FC236}">
                  <a16:creationId xmlns:a16="http://schemas.microsoft.com/office/drawing/2014/main" id="{9CBE02A1-E68B-4527-95EE-ECC8FDAD9768}"/>
                </a:ext>
              </a:extLst>
            </p:cNvPr>
            <p:cNvSpPr/>
            <p:nvPr/>
          </p:nvSpPr>
          <p:spPr>
            <a:xfrm>
              <a:off x="7680743" y="1720203"/>
              <a:ext cx="437322" cy="437322"/>
            </a:xfrm>
            <a:prstGeom prst="ellipse">
              <a:avLst/>
            </a:prstGeom>
            <a:solidFill>
              <a:srgbClr val="FDEFE8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zh-CN" altLang="en-US" b="1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EDB6A0A0-2C33-477D-8022-6AFB1DE416C3}"/>
                </a:ext>
              </a:extLst>
            </p:cNvPr>
            <p:cNvCxnSpPr>
              <a:cxnSpLocks/>
              <a:stCxn id="118" idx="7"/>
              <a:endCxn id="117" idx="3"/>
            </p:cNvCxnSpPr>
            <p:nvPr/>
          </p:nvCxnSpPr>
          <p:spPr>
            <a:xfrm flipV="1">
              <a:off x="7680743" y="560927"/>
              <a:ext cx="383618" cy="38347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EEB306DD-1F5D-4A07-8A18-41952469975A}"/>
                </a:ext>
              </a:extLst>
            </p:cNvPr>
            <p:cNvCxnSpPr>
              <a:cxnSpLocks/>
              <a:stCxn id="120" idx="1"/>
              <a:endCxn id="117" idx="5"/>
            </p:cNvCxnSpPr>
            <p:nvPr/>
          </p:nvCxnSpPr>
          <p:spPr>
            <a:xfrm flipH="1" flipV="1">
              <a:off x="8373595" y="560927"/>
              <a:ext cx="423777" cy="38347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7DFD2275-3DE4-4A9E-8215-A95840472BCD}"/>
                </a:ext>
              </a:extLst>
            </p:cNvPr>
            <p:cNvCxnSpPr>
              <a:cxnSpLocks/>
              <a:stCxn id="119" idx="0"/>
              <a:endCxn id="118" idx="3"/>
            </p:cNvCxnSpPr>
            <p:nvPr/>
          </p:nvCxnSpPr>
          <p:spPr>
            <a:xfrm flipV="1">
              <a:off x="7088804" y="1253635"/>
              <a:ext cx="282705" cy="46656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CDC60E93-91DB-49F1-B363-CC4DAC8B19B0}"/>
                </a:ext>
              </a:extLst>
            </p:cNvPr>
            <p:cNvCxnSpPr>
              <a:cxnSpLocks/>
              <a:stCxn id="121" idx="0"/>
              <a:endCxn id="118" idx="5"/>
            </p:cNvCxnSpPr>
            <p:nvPr/>
          </p:nvCxnSpPr>
          <p:spPr>
            <a:xfrm flipH="1" flipV="1">
              <a:off x="7680743" y="1253635"/>
              <a:ext cx="218661" cy="46656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椭圆 125">
              <a:extLst>
                <a:ext uri="{FF2B5EF4-FFF2-40B4-BE49-F238E27FC236}">
                  <a16:creationId xmlns:a16="http://schemas.microsoft.com/office/drawing/2014/main" id="{C753FFB9-15B3-4355-8648-2F2083F662EE}"/>
                </a:ext>
              </a:extLst>
            </p:cNvPr>
            <p:cNvSpPr/>
            <p:nvPr/>
          </p:nvSpPr>
          <p:spPr>
            <a:xfrm>
              <a:off x="8306985" y="1717449"/>
              <a:ext cx="437322" cy="437322"/>
            </a:xfrm>
            <a:prstGeom prst="ellipse">
              <a:avLst/>
            </a:prstGeom>
            <a:solidFill>
              <a:srgbClr val="FDEFE8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</a:t>
              </a:r>
              <a:endParaRPr lang="zh-CN" altLang="en-US" b="1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27" name="椭圆 126">
              <a:extLst>
                <a:ext uri="{FF2B5EF4-FFF2-40B4-BE49-F238E27FC236}">
                  <a16:creationId xmlns:a16="http://schemas.microsoft.com/office/drawing/2014/main" id="{230F1F53-B82E-461F-A1E6-955E0B3E96C8}"/>
                </a:ext>
              </a:extLst>
            </p:cNvPr>
            <p:cNvSpPr/>
            <p:nvPr/>
          </p:nvSpPr>
          <p:spPr>
            <a:xfrm>
              <a:off x="9117585" y="1717449"/>
              <a:ext cx="437322" cy="437322"/>
            </a:xfrm>
            <a:prstGeom prst="ellipse">
              <a:avLst/>
            </a:prstGeom>
            <a:solidFill>
              <a:srgbClr val="FDEFE8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  <a:endParaRPr lang="zh-CN" altLang="en-US" b="1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28" name="直接连接符 127">
              <a:extLst>
                <a:ext uri="{FF2B5EF4-FFF2-40B4-BE49-F238E27FC236}">
                  <a16:creationId xmlns:a16="http://schemas.microsoft.com/office/drawing/2014/main" id="{DF90C50B-BAB9-4F7A-BE8C-802293640FAE}"/>
                </a:ext>
              </a:extLst>
            </p:cNvPr>
            <p:cNvCxnSpPr>
              <a:cxnSpLocks/>
              <a:stCxn id="126" idx="0"/>
            </p:cNvCxnSpPr>
            <p:nvPr/>
          </p:nvCxnSpPr>
          <p:spPr>
            <a:xfrm flipV="1">
              <a:off x="8525646" y="1250881"/>
              <a:ext cx="282705" cy="46656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FDD3D7B4-F0C3-435C-A686-ADB51DEAAC45}"/>
                </a:ext>
              </a:extLst>
            </p:cNvPr>
            <p:cNvCxnSpPr>
              <a:cxnSpLocks/>
              <a:stCxn id="127" idx="0"/>
            </p:cNvCxnSpPr>
            <p:nvPr/>
          </p:nvCxnSpPr>
          <p:spPr>
            <a:xfrm flipH="1" flipV="1">
              <a:off x="9117585" y="1250881"/>
              <a:ext cx="218661" cy="46656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箭头: 右 129">
              <a:extLst>
                <a:ext uri="{FF2B5EF4-FFF2-40B4-BE49-F238E27FC236}">
                  <a16:creationId xmlns:a16="http://schemas.microsoft.com/office/drawing/2014/main" id="{A41FD315-5BCB-4209-A889-B042186B10CB}"/>
                </a:ext>
              </a:extLst>
            </p:cNvPr>
            <p:cNvSpPr/>
            <p:nvPr/>
          </p:nvSpPr>
          <p:spPr>
            <a:xfrm>
              <a:off x="6311448" y="1250881"/>
              <a:ext cx="498921" cy="626346"/>
            </a:xfrm>
            <a:prstGeom prst="rightArrow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椭圆 130">
              <a:extLst>
                <a:ext uri="{FF2B5EF4-FFF2-40B4-BE49-F238E27FC236}">
                  <a16:creationId xmlns:a16="http://schemas.microsoft.com/office/drawing/2014/main" id="{713BCCCC-2790-4806-A3B7-C90B8F101386}"/>
                </a:ext>
              </a:extLst>
            </p:cNvPr>
            <p:cNvSpPr/>
            <p:nvPr/>
          </p:nvSpPr>
          <p:spPr>
            <a:xfrm>
              <a:off x="1527935" y="184895"/>
              <a:ext cx="437322" cy="437322"/>
            </a:xfrm>
            <a:prstGeom prst="ellipse">
              <a:avLst/>
            </a:prstGeom>
            <a:solidFill>
              <a:srgbClr val="D74514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x</a:t>
              </a:r>
              <a:endPara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32" name="椭圆 131">
              <a:extLst>
                <a:ext uri="{FF2B5EF4-FFF2-40B4-BE49-F238E27FC236}">
                  <a16:creationId xmlns:a16="http://schemas.microsoft.com/office/drawing/2014/main" id="{341EA02F-BC03-417A-A9DE-A124FFD78AFB}"/>
                </a:ext>
              </a:extLst>
            </p:cNvPr>
            <p:cNvSpPr/>
            <p:nvPr/>
          </p:nvSpPr>
          <p:spPr>
            <a:xfrm>
              <a:off x="835083" y="877603"/>
              <a:ext cx="437322" cy="437322"/>
            </a:xfrm>
            <a:prstGeom prst="ellipse">
              <a:avLst/>
            </a:prstGeom>
            <a:solidFill>
              <a:srgbClr val="D74514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y</a:t>
              </a:r>
              <a:endPara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33" name="椭圆 132">
              <a:extLst>
                <a:ext uri="{FF2B5EF4-FFF2-40B4-BE49-F238E27FC236}">
                  <a16:creationId xmlns:a16="http://schemas.microsoft.com/office/drawing/2014/main" id="{C184C5DA-0DA6-4A5E-ACB7-B984B4500E96}"/>
                </a:ext>
              </a:extLst>
            </p:cNvPr>
            <p:cNvSpPr/>
            <p:nvPr/>
          </p:nvSpPr>
          <p:spPr>
            <a:xfrm>
              <a:off x="397761" y="1717449"/>
              <a:ext cx="437322" cy="437322"/>
            </a:xfrm>
            <a:prstGeom prst="ellipse">
              <a:avLst/>
            </a:prstGeom>
            <a:solidFill>
              <a:srgbClr val="FDEFE8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</a:t>
              </a:r>
              <a:endParaRPr lang="zh-CN" altLang="en-US" b="1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34" name="椭圆 133">
              <a:extLst>
                <a:ext uri="{FF2B5EF4-FFF2-40B4-BE49-F238E27FC236}">
                  <a16:creationId xmlns:a16="http://schemas.microsoft.com/office/drawing/2014/main" id="{1B178595-53D9-4AA8-A656-455976595ED5}"/>
                </a:ext>
              </a:extLst>
            </p:cNvPr>
            <p:cNvSpPr/>
            <p:nvPr/>
          </p:nvSpPr>
          <p:spPr>
            <a:xfrm>
              <a:off x="2260946" y="877603"/>
              <a:ext cx="437322" cy="437322"/>
            </a:xfrm>
            <a:prstGeom prst="ellipse">
              <a:avLst/>
            </a:prstGeom>
            <a:solidFill>
              <a:srgbClr val="FDEFE8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  <a:endParaRPr lang="zh-CN" altLang="en-US" b="1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35" name="椭圆 134">
              <a:extLst>
                <a:ext uri="{FF2B5EF4-FFF2-40B4-BE49-F238E27FC236}">
                  <a16:creationId xmlns:a16="http://schemas.microsoft.com/office/drawing/2014/main" id="{CC10DFAD-BCE1-4748-956B-13A6B4F02C24}"/>
                </a:ext>
              </a:extLst>
            </p:cNvPr>
            <p:cNvSpPr/>
            <p:nvPr/>
          </p:nvSpPr>
          <p:spPr>
            <a:xfrm>
              <a:off x="1208361" y="1717449"/>
              <a:ext cx="437322" cy="437322"/>
            </a:xfrm>
            <a:prstGeom prst="ellipse">
              <a:avLst/>
            </a:prstGeom>
            <a:solidFill>
              <a:srgbClr val="D74514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z</a:t>
              </a:r>
              <a:endPara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36" name="椭圆 135">
              <a:extLst>
                <a:ext uri="{FF2B5EF4-FFF2-40B4-BE49-F238E27FC236}">
                  <a16:creationId xmlns:a16="http://schemas.microsoft.com/office/drawing/2014/main" id="{ACF375EC-529F-44EB-9F4E-739A171E6A35}"/>
                </a:ext>
              </a:extLst>
            </p:cNvPr>
            <p:cNvSpPr/>
            <p:nvPr/>
          </p:nvSpPr>
          <p:spPr>
            <a:xfrm>
              <a:off x="914478" y="2621339"/>
              <a:ext cx="437322" cy="437322"/>
            </a:xfrm>
            <a:prstGeom prst="ellipse">
              <a:avLst/>
            </a:prstGeom>
            <a:solidFill>
              <a:srgbClr val="FDEFE8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zh-CN" altLang="en-US" b="1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37" name="椭圆 136">
              <a:extLst>
                <a:ext uri="{FF2B5EF4-FFF2-40B4-BE49-F238E27FC236}">
                  <a16:creationId xmlns:a16="http://schemas.microsoft.com/office/drawing/2014/main" id="{D276D5F9-1EB6-47F7-BCFF-E8A6B925A944}"/>
                </a:ext>
              </a:extLst>
            </p:cNvPr>
            <p:cNvSpPr/>
            <p:nvPr/>
          </p:nvSpPr>
          <p:spPr>
            <a:xfrm>
              <a:off x="1443689" y="2621339"/>
              <a:ext cx="437322" cy="437322"/>
            </a:xfrm>
            <a:prstGeom prst="ellipse">
              <a:avLst/>
            </a:prstGeom>
            <a:solidFill>
              <a:srgbClr val="FDEFE8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</a:t>
              </a:r>
              <a:endParaRPr lang="zh-CN" altLang="en-US" b="1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38" name="直接连接符 137">
              <a:extLst>
                <a:ext uri="{FF2B5EF4-FFF2-40B4-BE49-F238E27FC236}">
                  <a16:creationId xmlns:a16="http://schemas.microsoft.com/office/drawing/2014/main" id="{D59DFD94-0192-473B-BDAA-EC302AABA14C}"/>
                </a:ext>
              </a:extLst>
            </p:cNvPr>
            <p:cNvCxnSpPr>
              <a:cxnSpLocks/>
              <a:stCxn id="132" idx="7"/>
              <a:endCxn id="131" idx="3"/>
            </p:cNvCxnSpPr>
            <p:nvPr/>
          </p:nvCxnSpPr>
          <p:spPr>
            <a:xfrm flipV="1">
              <a:off x="1208361" y="558173"/>
              <a:ext cx="383618" cy="38347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连接符 138">
              <a:extLst>
                <a:ext uri="{FF2B5EF4-FFF2-40B4-BE49-F238E27FC236}">
                  <a16:creationId xmlns:a16="http://schemas.microsoft.com/office/drawing/2014/main" id="{39038C05-7F77-44F9-BA62-46889E4836BF}"/>
                </a:ext>
              </a:extLst>
            </p:cNvPr>
            <p:cNvCxnSpPr>
              <a:cxnSpLocks/>
              <a:stCxn id="134" idx="1"/>
              <a:endCxn id="131" idx="5"/>
            </p:cNvCxnSpPr>
            <p:nvPr/>
          </p:nvCxnSpPr>
          <p:spPr>
            <a:xfrm flipH="1" flipV="1">
              <a:off x="1901213" y="558173"/>
              <a:ext cx="423777" cy="38347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连接符 139">
              <a:extLst>
                <a:ext uri="{FF2B5EF4-FFF2-40B4-BE49-F238E27FC236}">
                  <a16:creationId xmlns:a16="http://schemas.microsoft.com/office/drawing/2014/main" id="{79296F0D-989A-4A94-9B5C-5C1D92964203}"/>
                </a:ext>
              </a:extLst>
            </p:cNvPr>
            <p:cNvCxnSpPr>
              <a:cxnSpLocks/>
              <a:stCxn id="133" idx="0"/>
              <a:endCxn id="132" idx="3"/>
            </p:cNvCxnSpPr>
            <p:nvPr/>
          </p:nvCxnSpPr>
          <p:spPr>
            <a:xfrm flipV="1">
              <a:off x="616422" y="1250881"/>
              <a:ext cx="282705" cy="46656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连接符 140">
              <a:extLst>
                <a:ext uri="{FF2B5EF4-FFF2-40B4-BE49-F238E27FC236}">
                  <a16:creationId xmlns:a16="http://schemas.microsoft.com/office/drawing/2014/main" id="{2FA7D662-EEE6-4E6E-B35C-1AD9744CFF82}"/>
                </a:ext>
              </a:extLst>
            </p:cNvPr>
            <p:cNvCxnSpPr>
              <a:cxnSpLocks/>
              <a:stCxn id="135" idx="0"/>
              <a:endCxn id="132" idx="5"/>
            </p:cNvCxnSpPr>
            <p:nvPr/>
          </p:nvCxnSpPr>
          <p:spPr>
            <a:xfrm flipH="1" flipV="1">
              <a:off x="1208361" y="1250881"/>
              <a:ext cx="218661" cy="46656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接连接符 141">
              <a:extLst>
                <a:ext uri="{FF2B5EF4-FFF2-40B4-BE49-F238E27FC236}">
                  <a16:creationId xmlns:a16="http://schemas.microsoft.com/office/drawing/2014/main" id="{DE6A7EF4-AA50-4542-AB11-322EDBDA56A3}"/>
                </a:ext>
              </a:extLst>
            </p:cNvPr>
            <p:cNvCxnSpPr>
              <a:cxnSpLocks/>
              <a:stCxn id="136" idx="0"/>
            </p:cNvCxnSpPr>
            <p:nvPr/>
          </p:nvCxnSpPr>
          <p:spPr>
            <a:xfrm flipV="1">
              <a:off x="1133139" y="2090727"/>
              <a:ext cx="132898" cy="53061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连接符 142">
              <a:extLst>
                <a:ext uri="{FF2B5EF4-FFF2-40B4-BE49-F238E27FC236}">
                  <a16:creationId xmlns:a16="http://schemas.microsoft.com/office/drawing/2014/main" id="{E8BD681A-3E75-4B48-B21B-4E2DE0E144CE}"/>
                </a:ext>
              </a:extLst>
            </p:cNvPr>
            <p:cNvCxnSpPr>
              <a:cxnSpLocks/>
              <a:stCxn id="137" idx="0"/>
            </p:cNvCxnSpPr>
            <p:nvPr/>
          </p:nvCxnSpPr>
          <p:spPr>
            <a:xfrm flipH="1" flipV="1">
              <a:off x="1575271" y="2090727"/>
              <a:ext cx="87079" cy="53061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箭头: 右 143">
              <a:extLst>
                <a:ext uri="{FF2B5EF4-FFF2-40B4-BE49-F238E27FC236}">
                  <a16:creationId xmlns:a16="http://schemas.microsoft.com/office/drawing/2014/main" id="{E654ECBF-4862-43FE-A0CD-1538B11DD7C4}"/>
                </a:ext>
              </a:extLst>
            </p:cNvPr>
            <p:cNvSpPr/>
            <p:nvPr/>
          </p:nvSpPr>
          <p:spPr>
            <a:xfrm>
              <a:off x="2985270" y="1309764"/>
              <a:ext cx="498921" cy="626346"/>
            </a:xfrm>
            <a:prstGeom prst="rightArrow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1" name="组合 240">
            <a:extLst>
              <a:ext uri="{FF2B5EF4-FFF2-40B4-BE49-F238E27FC236}">
                <a16:creationId xmlns:a16="http://schemas.microsoft.com/office/drawing/2014/main" id="{31D9EDD6-3EC5-447F-AE18-421CF525B3F9}"/>
              </a:ext>
            </a:extLst>
          </p:cNvPr>
          <p:cNvGrpSpPr/>
          <p:nvPr/>
        </p:nvGrpSpPr>
        <p:grpSpPr>
          <a:xfrm>
            <a:off x="395280" y="3643205"/>
            <a:ext cx="9154082" cy="2873915"/>
            <a:chOff x="395280" y="3643205"/>
            <a:chExt cx="9154082" cy="2873915"/>
          </a:xfrm>
        </p:grpSpPr>
        <p:sp>
          <p:nvSpPr>
            <p:cNvPr id="199" name="椭圆 198">
              <a:extLst>
                <a:ext uri="{FF2B5EF4-FFF2-40B4-BE49-F238E27FC236}">
                  <a16:creationId xmlns:a16="http://schemas.microsoft.com/office/drawing/2014/main" id="{A0C2D073-9842-4D20-856D-A056C64716E1}"/>
                </a:ext>
              </a:extLst>
            </p:cNvPr>
            <p:cNvSpPr/>
            <p:nvPr/>
          </p:nvSpPr>
          <p:spPr>
            <a:xfrm>
              <a:off x="4218950" y="3643354"/>
              <a:ext cx="437322" cy="437322"/>
            </a:xfrm>
            <a:prstGeom prst="ellipse">
              <a:avLst/>
            </a:prstGeom>
            <a:solidFill>
              <a:srgbClr val="D74514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x</a:t>
              </a:r>
              <a:endPara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00" name="椭圆 199">
              <a:extLst>
                <a:ext uri="{FF2B5EF4-FFF2-40B4-BE49-F238E27FC236}">
                  <a16:creationId xmlns:a16="http://schemas.microsoft.com/office/drawing/2014/main" id="{666A4490-7405-4819-855A-B72A4C70C713}"/>
                </a:ext>
              </a:extLst>
            </p:cNvPr>
            <p:cNvSpPr/>
            <p:nvPr/>
          </p:nvSpPr>
          <p:spPr>
            <a:xfrm>
              <a:off x="3526098" y="4336062"/>
              <a:ext cx="437322" cy="437322"/>
            </a:xfrm>
            <a:prstGeom prst="ellipse">
              <a:avLst/>
            </a:prstGeom>
            <a:solidFill>
              <a:srgbClr val="FDEFE8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  <a:endParaRPr lang="zh-CN" altLang="en-US" b="1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01" name="椭圆 200">
              <a:extLst>
                <a:ext uri="{FF2B5EF4-FFF2-40B4-BE49-F238E27FC236}">
                  <a16:creationId xmlns:a16="http://schemas.microsoft.com/office/drawing/2014/main" id="{066BC246-B99D-40DE-A85A-55B4A9B4CC72}"/>
                </a:ext>
              </a:extLst>
            </p:cNvPr>
            <p:cNvSpPr/>
            <p:nvPr/>
          </p:nvSpPr>
          <p:spPr>
            <a:xfrm>
              <a:off x="4517536" y="5175908"/>
              <a:ext cx="437322" cy="437322"/>
            </a:xfrm>
            <a:prstGeom prst="ellipse">
              <a:avLst/>
            </a:prstGeom>
            <a:solidFill>
              <a:srgbClr val="FDEFE8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zh-CN" altLang="en-US" b="1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02" name="椭圆 201">
              <a:extLst>
                <a:ext uri="{FF2B5EF4-FFF2-40B4-BE49-F238E27FC236}">
                  <a16:creationId xmlns:a16="http://schemas.microsoft.com/office/drawing/2014/main" id="{C39FE72F-68B3-475E-9D36-CC4DF456867F}"/>
                </a:ext>
              </a:extLst>
            </p:cNvPr>
            <p:cNvSpPr/>
            <p:nvPr/>
          </p:nvSpPr>
          <p:spPr>
            <a:xfrm>
              <a:off x="4951961" y="4336062"/>
              <a:ext cx="437322" cy="437322"/>
            </a:xfrm>
            <a:prstGeom prst="ellipse">
              <a:avLst/>
            </a:prstGeom>
            <a:solidFill>
              <a:srgbClr val="D74514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z</a:t>
              </a:r>
              <a:endPara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03" name="椭圆 202">
              <a:extLst>
                <a:ext uri="{FF2B5EF4-FFF2-40B4-BE49-F238E27FC236}">
                  <a16:creationId xmlns:a16="http://schemas.microsoft.com/office/drawing/2014/main" id="{29CFD529-28F1-40D5-84FD-CDC333367236}"/>
                </a:ext>
              </a:extLst>
            </p:cNvPr>
            <p:cNvSpPr/>
            <p:nvPr/>
          </p:nvSpPr>
          <p:spPr>
            <a:xfrm>
              <a:off x="5328136" y="5175908"/>
              <a:ext cx="437322" cy="437322"/>
            </a:xfrm>
            <a:prstGeom prst="ellipse">
              <a:avLst/>
            </a:prstGeom>
            <a:solidFill>
              <a:srgbClr val="D74514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y</a:t>
              </a:r>
              <a:endPara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04" name="椭圆 203">
              <a:extLst>
                <a:ext uri="{FF2B5EF4-FFF2-40B4-BE49-F238E27FC236}">
                  <a16:creationId xmlns:a16="http://schemas.microsoft.com/office/drawing/2014/main" id="{E58E47F1-199C-470F-9C4E-EA8D99C030AA}"/>
                </a:ext>
              </a:extLst>
            </p:cNvPr>
            <p:cNvSpPr/>
            <p:nvPr/>
          </p:nvSpPr>
          <p:spPr>
            <a:xfrm>
              <a:off x="5039656" y="6079798"/>
              <a:ext cx="437322" cy="437322"/>
            </a:xfrm>
            <a:prstGeom prst="ellipse">
              <a:avLst/>
            </a:prstGeom>
            <a:solidFill>
              <a:srgbClr val="FDEFE8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</a:t>
              </a:r>
              <a:endParaRPr lang="zh-CN" altLang="en-US" b="1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05" name="椭圆 204">
              <a:extLst>
                <a:ext uri="{FF2B5EF4-FFF2-40B4-BE49-F238E27FC236}">
                  <a16:creationId xmlns:a16="http://schemas.microsoft.com/office/drawing/2014/main" id="{C16678F1-1352-40F3-BBA4-8047AB8FD6A0}"/>
                </a:ext>
              </a:extLst>
            </p:cNvPr>
            <p:cNvSpPr/>
            <p:nvPr/>
          </p:nvSpPr>
          <p:spPr>
            <a:xfrm>
              <a:off x="5568867" y="6079798"/>
              <a:ext cx="437322" cy="437322"/>
            </a:xfrm>
            <a:prstGeom prst="ellipse">
              <a:avLst/>
            </a:prstGeom>
            <a:solidFill>
              <a:srgbClr val="FDEFE8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</a:t>
              </a:r>
              <a:endParaRPr lang="zh-CN" altLang="en-US" b="1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06" name="直接连接符 205">
              <a:extLst>
                <a:ext uri="{FF2B5EF4-FFF2-40B4-BE49-F238E27FC236}">
                  <a16:creationId xmlns:a16="http://schemas.microsoft.com/office/drawing/2014/main" id="{CFA401F0-8E1E-4420-81AB-645ADBD29F17}"/>
                </a:ext>
              </a:extLst>
            </p:cNvPr>
            <p:cNvCxnSpPr>
              <a:cxnSpLocks/>
              <a:stCxn id="200" idx="7"/>
              <a:endCxn id="199" idx="3"/>
            </p:cNvCxnSpPr>
            <p:nvPr/>
          </p:nvCxnSpPr>
          <p:spPr>
            <a:xfrm flipV="1">
              <a:off x="3899376" y="4016632"/>
              <a:ext cx="383618" cy="38347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>
              <a:extLst>
                <a:ext uri="{FF2B5EF4-FFF2-40B4-BE49-F238E27FC236}">
                  <a16:creationId xmlns:a16="http://schemas.microsoft.com/office/drawing/2014/main" id="{DD556D3B-9240-4AC9-ACFA-AB7F3DF8D2D9}"/>
                </a:ext>
              </a:extLst>
            </p:cNvPr>
            <p:cNvCxnSpPr>
              <a:cxnSpLocks/>
              <a:stCxn id="202" idx="1"/>
              <a:endCxn id="199" idx="5"/>
            </p:cNvCxnSpPr>
            <p:nvPr/>
          </p:nvCxnSpPr>
          <p:spPr>
            <a:xfrm flipH="1" flipV="1">
              <a:off x="4592228" y="4016632"/>
              <a:ext cx="423777" cy="38347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接连接符 207">
              <a:extLst>
                <a:ext uri="{FF2B5EF4-FFF2-40B4-BE49-F238E27FC236}">
                  <a16:creationId xmlns:a16="http://schemas.microsoft.com/office/drawing/2014/main" id="{308E9CD4-3209-4216-B620-7CB0ABF588B5}"/>
                </a:ext>
              </a:extLst>
            </p:cNvPr>
            <p:cNvCxnSpPr>
              <a:cxnSpLocks/>
              <a:stCxn id="201" idx="0"/>
            </p:cNvCxnSpPr>
            <p:nvPr/>
          </p:nvCxnSpPr>
          <p:spPr>
            <a:xfrm flipV="1">
              <a:off x="4736197" y="4709340"/>
              <a:ext cx="282705" cy="46656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接连接符 208">
              <a:extLst>
                <a:ext uri="{FF2B5EF4-FFF2-40B4-BE49-F238E27FC236}">
                  <a16:creationId xmlns:a16="http://schemas.microsoft.com/office/drawing/2014/main" id="{91AF038C-9D53-4162-8A5B-B083D3480F86}"/>
                </a:ext>
              </a:extLst>
            </p:cNvPr>
            <p:cNvCxnSpPr>
              <a:cxnSpLocks/>
              <a:stCxn id="203" idx="0"/>
            </p:cNvCxnSpPr>
            <p:nvPr/>
          </p:nvCxnSpPr>
          <p:spPr>
            <a:xfrm flipH="1" flipV="1">
              <a:off x="5328136" y="4709340"/>
              <a:ext cx="218661" cy="46656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接连接符 209">
              <a:extLst>
                <a:ext uri="{FF2B5EF4-FFF2-40B4-BE49-F238E27FC236}">
                  <a16:creationId xmlns:a16="http://schemas.microsoft.com/office/drawing/2014/main" id="{7E7372FF-1A8F-4F62-97AD-6AC191942D1A}"/>
                </a:ext>
              </a:extLst>
            </p:cNvPr>
            <p:cNvCxnSpPr>
              <a:cxnSpLocks/>
              <a:stCxn id="204" idx="0"/>
            </p:cNvCxnSpPr>
            <p:nvPr/>
          </p:nvCxnSpPr>
          <p:spPr>
            <a:xfrm flipV="1">
              <a:off x="5258317" y="5549186"/>
              <a:ext cx="132898" cy="53061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>
              <a:extLst>
                <a:ext uri="{FF2B5EF4-FFF2-40B4-BE49-F238E27FC236}">
                  <a16:creationId xmlns:a16="http://schemas.microsoft.com/office/drawing/2014/main" id="{8F318AF4-8F8F-4BA3-B448-9ADB9003819B}"/>
                </a:ext>
              </a:extLst>
            </p:cNvPr>
            <p:cNvCxnSpPr>
              <a:cxnSpLocks/>
              <a:stCxn id="205" idx="0"/>
            </p:cNvCxnSpPr>
            <p:nvPr/>
          </p:nvCxnSpPr>
          <p:spPr>
            <a:xfrm flipH="1" flipV="1">
              <a:off x="5700449" y="5549186"/>
              <a:ext cx="87079" cy="53061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" name="椭圆 211">
              <a:extLst>
                <a:ext uri="{FF2B5EF4-FFF2-40B4-BE49-F238E27FC236}">
                  <a16:creationId xmlns:a16="http://schemas.microsoft.com/office/drawing/2014/main" id="{CF76C722-378D-4670-9A26-FF1BC9276C90}"/>
                </a:ext>
              </a:extLst>
            </p:cNvPr>
            <p:cNvSpPr/>
            <p:nvPr/>
          </p:nvSpPr>
          <p:spPr>
            <a:xfrm>
              <a:off x="7994772" y="3643205"/>
              <a:ext cx="437322" cy="437322"/>
            </a:xfrm>
            <a:prstGeom prst="ellipse">
              <a:avLst/>
            </a:prstGeom>
            <a:solidFill>
              <a:srgbClr val="D74514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z</a:t>
              </a:r>
              <a:endPara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13" name="椭圆 212">
              <a:extLst>
                <a:ext uri="{FF2B5EF4-FFF2-40B4-BE49-F238E27FC236}">
                  <a16:creationId xmlns:a16="http://schemas.microsoft.com/office/drawing/2014/main" id="{04513133-A08A-493D-BFD5-72A014FE33F3}"/>
                </a:ext>
              </a:extLst>
            </p:cNvPr>
            <p:cNvSpPr/>
            <p:nvPr/>
          </p:nvSpPr>
          <p:spPr>
            <a:xfrm>
              <a:off x="7301920" y="4335913"/>
              <a:ext cx="437322" cy="437322"/>
            </a:xfrm>
            <a:prstGeom prst="ellipse">
              <a:avLst/>
            </a:prstGeom>
            <a:solidFill>
              <a:srgbClr val="D74514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x</a:t>
              </a:r>
              <a:endPara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14" name="椭圆 213">
              <a:extLst>
                <a:ext uri="{FF2B5EF4-FFF2-40B4-BE49-F238E27FC236}">
                  <a16:creationId xmlns:a16="http://schemas.microsoft.com/office/drawing/2014/main" id="{7BEA4E15-50F1-463D-8AF9-82E7D9CF436E}"/>
                </a:ext>
              </a:extLst>
            </p:cNvPr>
            <p:cNvSpPr/>
            <p:nvPr/>
          </p:nvSpPr>
          <p:spPr>
            <a:xfrm>
              <a:off x="6864598" y="5175759"/>
              <a:ext cx="437322" cy="437322"/>
            </a:xfrm>
            <a:prstGeom prst="ellipse">
              <a:avLst/>
            </a:prstGeom>
            <a:solidFill>
              <a:srgbClr val="FDEFE8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  <a:endParaRPr lang="zh-CN" altLang="en-US" b="1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15" name="椭圆 214">
              <a:extLst>
                <a:ext uri="{FF2B5EF4-FFF2-40B4-BE49-F238E27FC236}">
                  <a16:creationId xmlns:a16="http://schemas.microsoft.com/office/drawing/2014/main" id="{97F1DC6F-2B90-4F58-8A03-AE71A74CFA13}"/>
                </a:ext>
              </a:extLst>
            </p:cNvPr>
            <p:cNvSpPr/>
            <p:nvPr/>
          </p:nvSpPr>
          <p:spPr>
            <a:xfrm>
              <a:off x="8727783" y="4335913"/>
              <a:ext cx="437322" cy="437322"/>
            </a:xfrm>
            <a:prstGeom prst="ellipse">
              <a:avLst/>
            </a:prstGeom>
            <a:solidFill>
              <a:srgbClr val="D74514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y</a:t>
              </a:r>
              <a:endPara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16" name="椭圆 215">
              <a:extLst>
                <a:ext uri="{FF2B5EF4-FFF2-40B4-BE49-F238E27FC236}">
                  <a16:creationId xmlns:a16="http://schemas.microsoft.com/office/drawing/2014/main" id="{DFE12F5B-8A6F-4581-BFF4-6F4F4EFF67A1}"/>
                </a:ext>
              </a:extLst>
            </p:cNvPr>
            <p:cNvSpPr/>
            <p:nvPr/>
          </p:nvSpPr>
          <p:spPr>
            <a:xfrm>
              <a:off x="7675198" y="5175759"/>
              <a:ext cx="437322" cy="437322"/>
            </a:xfrm>
            <a:prstGeom prst="ellipse">
              <a:avLst/>
            </a:prstGeom>
            <a:solidFill>
              <a:srgbClr val="FDEFE8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zh-CN" altLang="en-US" b="1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17" name="直接连接符 216">
              <a:extLst>
                <a:ext uri="{FF2B5EF4-FFF2-40B4-BE49-F238E27FC236}">
                  <a16:creationId xmlns:a16="http://schemas.microsoft.com/office/drawing/2014/main" id="{7CC6EF47-F529-44D0-A479-2E60D26B583B}"/>
                </a:ext>
              </a:extLst>
            </p:cNvPr>
            <p:cNvCxnSpPr>
              <a:cxnSpLocks/>
              <a:stCxn id="213" idx="7"/>
              <a:endCxn id="212" idx="3"/>
            </p:cNvCxnSpPr>
            <p:nvPr/>
          </p:nvCxnSpPr>
          <p:spPr>
            <a:xfrm flipV="1">
              <a:off x="7675198" y="4016483"/>
              <a:ext cx="383618" cy="38347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直接连接符 217">
              <a:extLst>
                <a:ext uri="{FF2B5EF4-FFF2-40B4-BE49-F238E27FC236}">
                  <a16:creationId xmlns:a16="http://schemas.microsoft.com/office/drawing/2014/main" id="{6739AEA0-1448-4FDF-8C76-EFBFACD15D11}"/>
                </a:ext>
              </a:extLst>
            </p:cNvPr>
            <p:cNvCxnSpPr>
              <a:cxnSpLocks/>
              <a:stCxn id="215" idx="1"/>
              <a:endCxn id="212" idx="5"/>
            </p:cNvCxnSpPr>
            <p:nvPr/>
          </p:nvCxnSpPr>
          <p:spPr>
            <a:xfrm flipH="1" flipV="1">
              <a:off x="8368050" y="4016483"/>
              <a:ext cx="423777" cy="38347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直接连接符 218">
              <a:extLst>
                <a:ext uri="{FF2B5EF4-FFF2-40B4-BE49-F238E27FC236}">
                  <a16:creationId xmlns:a16="http://schemas.microsoft.com/office/drawing/2014/main" id="{58502A5E-79FE-454A-A634-E9105F0943B4}"/>
                </a:ext>
              </a:extLst>
            </p:cNvPr>
            <p:cNvCxnSpPr>
              <a:cxnSpLocks/>
              <a:stCxn id="214" idx="0"/>
              <a:endCxn id="213" idx="3"/>
            </p:cNvCxnSpPr>
            <p:nvPr/>
          </p:nvCxnSpPr>
          <p:spPr>
            <a:xfrm flipV="1">
              <a:off x="7083259" y="4709191"/>
              <a:ext cx="282705" cy="46656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接连接符 219">
              <a:extLst>
                <a:ext uri="{FF2B5EF4-FFF2-40B4-BE49-F238E27FC236}">
                  <a16:creationId xmlns:a16="http://schemas.microsoft.com/office/drawing/2014/main" id="{E22DD498-6536-4FBF-9532-90F0143D3A63}"/>
                </a:ext>
              </a:extLst>
            </p:cNvPr>
            <p:cNvCxnSpPr>
              <a:cxnSpLocks/>
              <a:stCxn id="216" idx="0"/>
              <a:endCxn id="213" idx="5"/>
            </p:cNvCxnSpPr>
            <p:nvPr/>
          </p:nvCxnSpPr>
          <p:spPr>
            <a:xfrm flipH="1" flipV="1">
              <a:off x="7675198" y="4709191"/>
              <a:ext cx="218661" cy="46656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1" name="椭圆 220">
              <a:extLst>
                <a:ext uri="{FF2B5EF4-FFF2-40B4-BE49-F238E27FC236}">
                  <a16:creationId xmlns:a16="http://schemas.microsoft.com/office/drawing/2014/main" id="{7DF29389-866E-4EA3-9760-3173B7F42A59}"/>
                </a:ext>
              </a:extLst>
            </p:cNvPr>
            <p:cNvSpPr/>
            <p:nvPr/>
          </p:nvSpPr>
          <p:spPr>
            <a:xfrm>
              <a:off x="8301440" y="5173005"/>
              <a:ext cx="437322" cy="437322"/>
            </a:xfrm>
            <a:prstGeom prst="ellipse">
              <a:avLst/>
            </a:prstGeom>
            <a:solidFill>
              <a:srgbClr val="FDEFE8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</a:t>
              </a:r>
              <a:endParaRPr lang="zh-CN" altLang="en-US" b="1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22" name="椭圆 221">
              <a:extLst>
                <a:ext uri="{FF2B5EF4-FFF2-40B4-BE49-F238E27FC236}">
                  <a16:creationId xmlns:a16="http://schemas.microsoft.com/office/drawing/2014/main" id="{42ABFE23-6D06-42E8-8E6A-4415520362EC}"/>
                </a:ext>
              </a:extLst>
            </p:cNvPr>
            <p:cNvSpPr/>
            <p:nvPr/>
          </p:nvSpPr>
          <p:spPr>
            <a:xfrm>
              <a:off x="9112040" y="5173005"/>
              <a:ext cx="437322" cy="437322"/>
            </a:xfrm>
            <a:prstGeom prst="ellipse">
              <a:avLst/>
            </a:prstGeom>
            <a:solidFill>
              <a:srgbClr val="FDEFE8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</a:t>
              </a:r>
              <a:endParaRPr lang="zh-CN" altLang="en-US" b="1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23" name="直接连接符 222">
              <a:extLst>
                <a:ext uri="{FF2B5EF4-FFF2-40B4-BE49-F238E27FC236}">
                  <a16:creationId xmlns:a16="http://schemas.microsoft.com/office/drawing/2014/main" id="{ED2F69AD-2A32-4FA1-83C9-B11581F6F3B0}"/>
                </a:ext>
              </a:extLst>
            </p:cNvPr>
            <p:cNvCxnSpPr>
              <a:cxnSpLocks/>
              <a:stCxn id="221" idx="0"/>
            </p:cNvCxnSpPr>
            <p:nvPr/>
          </p:nvCxnSpPr>
          <p:spPr>
            <a:xfrm flipV="1">
              <a:off x="8520101" y="4706437"/>
              <a:ext cx="282705" cy="46656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直接连接符 223">
              <a:extLst>
                <a:ext uri="{FF2B5EF4-FFF2-40B4-BE49-F238E27FC236}">
                  <a16:creationId xmlns:a16="http://schemas.microsoft.com/office/drawing/2014/main" id="{99B3C7AB-6B7F-4544-86CE-C536E3E9B07B}"/>
                </a:ext>
              </a:extLst>
            </p:cNvPr>
            <p:cNvCxnSpPr>
              <a:cxnSpLocks/>
              <a:stCxn id="222" idx="0"/>
            </p:cNvCxnSpPr>
            <p:nvPr/>
          </p:nvCxnSpPr>
          <p:spPr>
            <a:xfrm flipH="1" flipV="1">
              <a:off x="9112040" y="4706437"/>
              <a:ext cx="218661" cy="46656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5" name="箭头: 右 224">
              <a:extLst>
                <a:ext uri="{FF2B5EF4-FFF2-40B4-BE49-F238E27FC236}">
                  <a16:creationId xmlns:a16="http://schemas.microsoft.com/office/drawing/2014/main" id="{F0BB0A89-4F19-49D6-AD16-EC99894C0D4E}"/>
                </a:ext>
              </a:extLst>
            </p:cNvPr>
            <p:cNvSpPr/>
            <p:nvPr/>
          </p:nvSpPr>
          <p:spPr>
            <a:xfrm>
              <a:off x="6305903" y="4706437"/>
              <a:ext cx="498921" cy="626346"/>
            </a:xfrm>
            <a:prstGeom prst="rightArrow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6" name="椭圆 225">
              <a:extLst>
                <a:ext uri="{FF2B5EF4-FFF2-40B4-BE49-F238E27FC236}">
                  <a16:creationId xmlns:a16="http://schemas.microsoft.com/office/drawing/2014/main" id="{22EA57FE-F8D0-453E-BDA2-365672B7A407}"/>
                </a:ext>
              </a:extLst>
            </p:cNvPr>
            <p:cNvSpPr/>
            <p:nvPr/>
          </p:nvSpPr>
          <p:spPr>
            <a:xfrm>
              <a:off x="1088132" y="3643354"/>
              <a:ext cx="437322" cy="437322"/>
            </a:xfrm>
            <a:prstGeom prst="ellipse">
              <a:avLst/>
            </a:prstGeom>
            <a:solidFill>
              <a:srgbClr val="D74514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x</a:t>
              </a:r>
              <a:endPara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27" name="椭圆 226">
              <a:extLst>
                <a:ext uri="{FF2B5EF4-FFF2-40B4-BE49-F238E27FC236}">
                  <a16:creationId xmlns:a16="http://schemas.microsoft.com/office/drawing/2014/main" id="{B01904BE-848E-4D50-9E5E-C9724A936192}"/>
                </a:ext>
              </a:extLst>
            </p:cNvPr>
            <p:cNvSpPr/>
            <p:nvPr/>
          </p:nvSpPr>
          <p:spPr>
            <a:xfrm>
              <a:off x="395280" y="4336062"/>
              <a:ext cx="437322" cy="437322"/>
            </a:xfrm>
            <a:prstGeom prst="ellipse">
              <a:avLst/>
            </a:prstGeom>
            <a:solidFill>
              <a:srgbClr val="FDEFE8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  <a:endParaRPr lang="zh-CN" altLang="en-US" b="1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28" name="椭圆 227">
              <a:extLst>
                <a:ext uri="{FF2B5EF4-FFF2-40B4-BE49-F238E27FC236}">
                  <a16:creationId xmlns:a16="http://schemas.microsoft.com/office/drawing/2014/main" id="{5BD15A4F-EF1B-4730-94BC-D55E3D1775C9}"/>
                </a:ext>
              </a:extLst>
            </p:cNvPr>
            <p:cNvSpPr/>
            <p:nvPr/>
          </p:nvSpPr>
          <p:spPr>
            <a:xfrm>
              <a:off x="1386718" y="5175908"/>
              <a:ext cx="437322" cy="437322"/>
            </a:xfrm>
            <a:prstGeom prst="ellipse">
              <a:avLst/>
            </a:prstGeom>
            <a:solidFill>
              <a:srgbClr val="D74514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z</a:t>
              </a:r>
              <a:endPara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29" name="椭圆 228">
              <a:extLst>
                <a:ext uri="{FF2B5EF4-FFF2-40B4-BE49-F238E27FC236}">
                  <a16:creationId xmlns:a16="http://schemas.microsoft.com/office/drawing/2014/main" id="{9EA36ED2-6178-4CC8-B7D4-8E6EAD9F0ED3}"/>
                </a:ext>
              </a:extLst>
            </p:cNvPr>
            <p:cNvSpPr/>
            <p:nvPr/>
          </p:nvSpPr>
          <p:spPr>
            <a:xfrm>
              <a:off x="1821143" y="4336062"/>
              <a:ext cx="437322" cy="437322"/>
            </a:xfrm>
            <a:prstGeom prst="ellipse">
              <a:avLst/>
            </a:prstGeom>
            <a:solidFill>
              <a:srgbClr val="D74514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y</a:t>
              </a:r>
              <a:endPara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30" name="椭圆 229">
              <a:extLst>
                <a:ext uri="{FF2B5EF4-FFF2-40B4-BE49-F238E27FC236}">
                  <a16:creationId xmlns:a16="http://schemas.microsoft.com/office/drawing/2014/main" id="{998355F7-F55A-4693-B245-B094ABB48ECF}"/>
                </a:ext>
              </a:extLst>
            </p:cNvPr>
            <p:cNvSpPr/>
            <p:nvPr/>
          </p:nvSpPr>
          <p:spPr>
            <a:xfrm>
              <a:off x="2197318" y="5175908"/>
              <a:ext cx="437322" cy="437322"/>
            </a:xfrm>
            <a:prstGeom prst="ellipse">
              <a:avLst/>
            </a:prstGeom>
            <a:solidFill>
              <a:srgbClr val="FDEFE8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</a:t>
              </a:r>
              <a:endParaRPr lang="zh-CN" altLang="en-US" b="1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31" name="椭圆 230">
              <a:extLst>
                <a:ext uri="{FF2B5EF4-FFF2-40B4-BE49-F238E27FC236}">
                  <a16:creationId xmlns:a16="http://schemas.microsoft.com/office/drawing/2014/main" id="{DD27BA40-538F-4FC1-89BE-3E3208C4D952}"/>
                </a:ext>
              </a:extLst>
            </p:cNvPr>
            <p:cNvSpPr/>
            <p:nvPr/>
          </p:nvSpPr>
          <p:spPr>
            <a:xfrm>
              <a:off x="1104609" y="6079798"/>
              <a:ext cx="437322" cy="437322"/>
            </a:xfrm>
            <a:prstGeom prst="ellipse">
              <a:avLst/>
            </a:prstGeom>
            <a:solidFill>
              <a:srgbClr val="FDEFE8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zh-CN" altLang="en-US" b="1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32" name="椭圆 231">
              <a:extLst>
                <a:ext uri="{FF2B5EF4-FFF2-40B4-BE49-F238E27FC236}">
                  <a16:creationId xmlns:a16="http://schemas.microsoft.com/office/drawing/2014/main" id="{A010954C-88E7-41A3-AD79-89923FB22545}"/>
                </a:ext>
              </a:extLst>
            </p:cNvPr>
            <p:cNvSpPr/>
            <p:nvPr/>
          </p:nvSpPr>
          <p:spPr>
            <a:xfrm>
              <a:off x="1633820" y="6079798"/>
              <a:ext cx="437322" cy="437322"/>
            </a:xfrm>
            <a:prstGeom prst="ellipse">
              <a:avLst/>
            </a:prstGeom>
            <a:solidFill>
              <a:srgbClr val="FDEFE8"/>
            </a:solidFill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</a:t>
              </a:r>
              <a:endParaRPr lang="zh-CN" altLang="en-US" b="1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33" name="直接连接符 232">
              <a:extLst>
                <a:ext uri="{FF2B5EF4-FFF2-40B4-BE49-F238E27FC236}">
                  <a16:creationId xmlns:a16="http://schemas.microsoft.com/office/drawing/2014/main" id="{882AE23E-F9DD-401A-BF37-9C2404B773EA}"/>
                </a:ext>
              </a:extLst>
            </p:cNvPr>
            <p:cNvCxnSpPr>
              <a:cxnSpLocks/>
              <a:stCxn id="227" idx="7"/>
              <a:endCxn id="226" idx="3"/>
            </p:cNvCxnSpPr>
            <p:nvPr/>
          </p:nvCxnSpPr>
          <p:spPr>
            <a:xfrm flipV="1">
              <a:off x="768558" y="4016632"/>
              <a:ext cx="383618" cy="38347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直接连接符 233">
              <a:extLst>
                <a:ext uri="{FF2B5EF4-FFF2-40B4-BE49-F238E27FC236}">
                  <a16:creationId xmlns:a16="http://schemas.microsoft.com/office/drawing/2014/main" id="{8685AEA0-A313-4E05-BDB0-8B14077A7D68}"/>
                </a:ext>
              </a:extLst>
            </p:cNvPr>
            <p:cNvCxnSpPr>
              <a:cxnSpLocks/>
              <a:stCxn id="229" idx="1"/>
              <a:endCxn id="226" idx="5"/>
            </p:cNvCxnSpPr>
            <p:nvPr/>
          </p:nvCxnSpPr>
          <p:spPr>
            <a:xfrm flipH="1" flipV="1">
              <a:off x="1461410" y="4016632"/>
              <a:ext cx="423777" cy="38347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直接连接符 234">
              <a:extLst>
                <a:ext uri="{FF2B5EF4-FFF2-40B4-BE49-F238E27FC236}">
                  <a16:creationId xmlns:a16="http://schemas.microsoft.com/office/drawing/2014/main" id="{0F1D6E17-1177-498A-B85B-9095E72A4D26}"/>
                </a:ext>
              </a:extLst>
            </p:cNvPr>
            <p:cNvCxnSpPr>
              <a:cxnSpLocks/>
              <a:stCxn id="228" idx="0"/>
            </p:cNvCxnSpPr>
            <p:nvPr/>
          </p:nvCxnSpPr>
          <p:spPr>
            <a:xfrm flipV="1">
              <a:off x="1605379" y="4709340"/>
              <a:ext cx="282705" cy="46656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直接连接符 235">
              <a:extLst>
                <a:ext uri="{FF2B5EF4-FFF2-40B4-BE49-F238E27FC236}">
                  <a16:creationId xmlns:a16="http://schemas.microsoft.com/office/drawing/2014/main" id="{ECFAB58F-A231-4EAB-BA26-EBA474610F48}"/>
                </a:ext>
              </a:extLst>
            </p:cNvPr>
            <p:cNvCxnSpPr>
              <a:cxnSpLocks/>
              <a:stCxn id="230" idx="0"/>
            </p:cNvCxnSpPr>
            <p:nvPr/>
          </p:nvCxnSpPr>
          <p:spPr>
            <a:xfrm flipH="1" flipV="1">
              <a:off x="2197318" y="4709340"/>
              <a:ext cx="218661" cy="46656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直接连接符 236">
              <a:extLst>
                <a:ext uri="{FF2B5EF4-FFF2-40B4-BE49-F238E27FC236}">
                  <a16:creationId xmlns:a16="http://schemas.microsoft.com/office/drawing/2014/main" id="{1B9C46DE-2D09-46AE-88FE-D64F2E38849F}"/>
                </a:ext>
              </a:extLst>
            </p:cNvPr>
            <p:cNvCxnSpPr>
              <a:cxnSpLocks/>
              <a:stCxn id="231" idx="0"/>
            </p:cNvCxnSpPr>
            <p:nvPr/>
          </p:nvCxnSpPr>
          <p:spPr>
            <a:xfrm flipV="1">
              <a:off x="1323270" y="5549186"/>
              <a:ext cx="132898" cy="53061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直接连接符 237">
              <a:extLst>
                <a:ext uri="{FF2B5EF4-FFF2-40B4-BE49-F238E27FC236}">
                  <a16:creationId xmlns:a16="http://schemas.microsoft.com/office/drawing/2014/main" id="{10BF9F85-F334-4A65-BC2C-F0E92BB223B0}"/>
                </a:ext>
              </a:extLst>
            </p:cNvPr>
            <p:cNvCxnSpPr>
              <a:cxnSpLocks/>
              <a:stCxn id="232" idx="0"/>
            </p:cNvCxnSpPr>
            <p:nvPr/>
          </p:nvCxnSpPr>
          <p:spPr>
            <a:xfrm flipH="1" flipV="1">
              <a:off x="1765402" y="5549186"/>
              <a:ext cx="87079" cy="53061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9" name="箭头: 右 238">
              <a:extLst>
                <a:ext uri="{FF2B5EF4-FFF2-40B4-BE49-F238E27FC236}">
                  <a16:creationId xmlns:a16="http://schemas.microsoft.com/office/drawing/2014/main" id="{3B61417C-193B-4609-B4D2-569AFFB55088}"/>
                </a:ext>
              </a:extLst>
            </p:cNvPr>
            <p:cNvSpPr/>
            <p:nvPr/>
          </p:nvSpPr>
          <p:spPr>
            <a:xfrm>
              <a:off x="2981390" y="4765320"/>
              <a:ext cx="498921" cy="626346"/>
            </a:xfrm>
            <a:prstGeom prst="rightArrow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755323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组合 51">
            <a:extLst>
              <a:ext uri="{FF2B5EF4-FFF2-40B4-BE49-F238E27FC236}">
                <a16:creationId xmlns:a16="http://schemas.microsoft.com/office/drawing/2014/main" id="{2A08B662-F586-4BC2-A5C7-53D49CAC53D2}"/>
              </a:ext>
            </a:extLst>
          </p:cNvPr>
          <p:cNvGrpSpPr/>
          <p:nvPr/>
        </p:nvGrpSpPr>
        <p:grpSpPr>
          <a:xfrm>
            <a:off x="5535746" y="195385"/>
            <a:ext cx="5072639" cy="1972630"/>
            <a:chOff x="5535746" y="195385"/>
            <a:chExt cx="5072639" cy="1972630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7DD2F16B-D8CB-482F-B71F-36345EF08BD1}"/>
                </a:ext>
              </a:extLst>
            </p:cNvPr>
            <p:cNvSpPr/>
            <p:nvPr/>
          </p:nvSpPr>
          <p:spPr>
            <a:xfrm>
              <a:off x="6665920" y="198139"/>
              <a:ext cx="437322" cy="437322"/>
            </a:xfrm>
            <a:prstGeom prst="ellipse">
              <a:avLst/>
            </a:prstGeom>
            <a:solidFill>
              <a:srgbClr val="F0835C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endParaRPr lang="zh-CN" alt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5FF367FC-0422-4C00-9CE3-C06136005993}"/>
                </a:ext>
              </a:extLst>
            </p:cNvPr>
            <p:cNvSpPr/>
            <p:nvPr/>
          </p:nvSpPr>
          <p:spPr>
            <a:xfrm>
              <a:off x="5973068" y="890847"/>
              <a:ext cx="437322" cy="437322"/>
            </a:xfrm>
            <a:prstGeom prst="ellipse">
              <a:avLst/>
            </a:prstGeom>
            <a:solidFill>
              <a:srgbClr val="F8CCB9"/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</a:t>
              </a:r>
              <a:endPara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D4D4AB59-27A9-4D3C-BC7E-7E4E3F12EE39}"/>
                </a:ext>
              </a:extLst>
            </p:cNvPr>
            <p:cNvSpPr/>
            <p:nvPr/>
          </p:nvSpPr>
          <p:spPr>
            <a:xfrm>
              <a:off x="5535746" y="1730693"/>
              <a:ext cx="437322" cy="437322"/>
            </a:xfrm>
            <a:prstGeom prst="ellipse">
              <a:avLst/>
            </a:prstGeom>
            <a:solidFill>
              <a:srgbClr val="FDEFE8"/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x</a:t>
              </a:r>
              <a:endPara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FF9432A5-FBB8-4D71-A866-45E31AEDB491}"/>
                </a:ext>
              </a:extLst>
            </p:cNvPr>
            <p:cNvSpPr/>
            <p:nvPr/>
          </p:nvSpPr>
          <p:spPr>
            <a:xfrm>
              <a:off x="7398931" y="890847"/>
              <a:ext cx="437322" cy="437322"/>
            </a:xfrm>
            <a:prstGeom prst="ellipse">
              <a:avLst/>
            </a:prstGeom>
            <a:solidFill>
              <a:srgbClr val="F8CCB9"/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U</a:t>
              </a:r>
              <a:endPara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1BAAB09A-568F-4432-9B88-1B3E0FAC5CBE}"/>
                </a:ext>
              </a:extLst>
            </p:cNvPr>
            <p:cNvCxnSpPr>
              <a:cxnSpLocks/>
              <a:stCxn id="3" idx="7"/>
              <a:endCxn id="2" idx="3"/>
            </p:cNvCxnSpPr>
            <p:nvPr/>
          </p:nvCxnSpPr>
          <p:spPr>
            <a:xfrm flipV="1">
              <a:off x="6346346" y="571417"/>
              <a:ext cx="383618" cy="38347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70A7BDDE-04CE-4B51-A6D2-C68C5EC2ED9A}"/>
                </a:ext>
              </a:extLst>
            </p:cNvPr>
            <p:cNvCxnSpPr>
              <a:cxnSpLocks/>
              <a:stCxn id="5" idx="1"/>
              <a:endCxn id="2" idx="5"/>
            </p:cNvCxnSpPr>
            <p:nvPr/>
          </p:nvCxnSpPr>
          <p:spPr>
            <a:xfrm flipH="1" flipV="1">
              <a:off x="7039198" y="571417"/>
              <a:ext cx="423777" cy="38347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68E6DBC3-2BDD-499D-A776-8948A55D9D62}"/>
                </a:ext>
              </a:extLst>
            </p:cNvPr>
            <p:cNvCxnSpPr>
              <a:cxnSpLocks/>
              <a:stCxn id="4" idx="0"/>
              <a:endCxn id="3" idx="3"/>
            </p:cNvCxnSpPr>
            <p:nvPr/>
          </p:nvCxnSpPr>
          <p:spPr>
            <a:xfrm flipV="1">
              <a:off x="5754407" y="1264125"/>
              <a:ext cx="282705" cy="46656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1E470548-A5CF-4E1C-844E-A6D82134BBE5}"/>
                </a:ext>
              </a:extLst>
            </p:cNvPr>
            <p:cNvSpPr/>
            <p:nvPr/>
          </p:nvSpPr>
          <p:spPr>
            <a:xfrm>
              <a:off x="9438052" y="195385"/>
              <a:ext cx="437322" cy="437322"/>
            </a:xfrm>
            <a:prstGeom prst="ellipse">
              <a:avLst/>
            </a:prstGeom>
            <a:solidFill>
              <a:srgbClr val="F0835C"/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endPara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879107CA-9CFB-4E6B-B913-9BFB78ED1A23}"/>
                </a:ext>
              </a:extLst>
            </p:cNvPr>
            <p:cNvSpPr/>
            <p:nvPr/>
          </p:nvSpPr>
          <p:spPr>
            <a:xfrm>
              <a:off x="8745200" y="888093"/>
              <a:ext cx="437322" cy="437322"/>
            </a:xfrm>
            <a:prstGeom prst="ellipse">
              <a:avLst/>
            </a:prstGeom>
            <a:solidFill>
              <a:srgbClr val="F8CCB9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</a:t>
              </a:r>
              <a:endParaRPr lang="zh-CN" alt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2EE84FEF-EE2D-47ED-BDB6-07F8853382A8}"/>
                </a:ext>
              </a:extLst>
            </p:cNvPr>
            <p:cNvSpPr/>
            <p:nvPr/>
          </p:nvSpPr>
          <p:spPr>
            <a:xfrm>
              <a:off x="8307878" y="1727939"/>
              <a:ext cx="437322" cy="437322"/>
            </a:xfrm>
            <a:prstGeom prst="ellipse">
              <a:avLst/>
            </a:prstGeom>
            <a:solidFill>
              <a:srgbClr val="FDEFE8"/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x</a:t>
              </a:r>
              <a:endPara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726A0CB2-EEDE-4ABB-B705-E053F49A3026}"/>
                </a:ext>
              </a:extLst>
            </p:cNvPr>
            <p:cNvSpPr/>
            <p:nvPr/>
          </p:nvSpPr>
          <p:spPr>
            <a:xfrm>
              <a:off x="10171063" y="888093"/>
              <a:ext cx="437322" cy="437322"/>
            </a:xfrm>
            <a:prstGeom prst="ellipse">
              <a:avLst/>
            </a:prstGeom>
            <a:solidFill>
              <a:srgbClr val="F8CCB9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U</a:t>
              </a:r>
              <a:endParaRPr lang="zh-CN" alt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D8C51905-AC50-49D5-BA97-B384E5DD3A28}"/>
                </a:ext>
              </a:extLst>
            </p:cNvPr>
            <p:cNvCxnSpPr>
              <a:cxnSpLocks/>
              <a:stCxn id="10" idx="7"/>
              <a:endCxn id="9" idx="3"/>
            </p:cNvCxnSpPr>
            <p:nvPr/>
          </p:nvCxnSpPr>
          <p:spPr>
            <a:xfrm flipV="1">
              <a:off x="9118478" y="568663"/>
              <a:ext cx="383618" cy="38347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EAD36A70-F8C8-4109-B9CE-283107F1AAD2}"/>
                </a:ext>
              </a:extLst>
            </p:cNvPr>
            <p:cNvCxnSpPr>
              <a:cxnSpLocks/>
              <a:stCxn id="12" idx="1"/>
              <a:endCxn id="9" idx="5"/>
            </p:cNvCxnSpPr>
            <p:nvPr/>
          </p:nvCxnSpPr>
          <p:spPr>
            <a:xfrm flipH="1" flipV="1">
              <a:off x="9811330" y="568663"/>
              <a:ext cx="423777" cy="38347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79AC7AF3-F8E5-49F9-915E-946FC294B680}"/>
                </a:ext>
              </a:extLst>
            </p:cNvPr>
            <p:cNvCxnSpPr>
              <a:cxnSpLocks/>
              <a:stCxn id="11" idx="0"/>
              <a:endCxn id="10" idx="3"/>
            </p:cNvCxnSpPr>
            <p:nvPr/>
          </p:nvCxnSpPr>
          <p:spPr>
            <a:xfrm flipV="1">
              <a:off x="8526539" y="1261371"/>
              <a:ext cx="282705" cy="46656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箭头: 右 15">
              <a:extLst>
                <a:ext uri="{FF2B5EF4-FFF2-40B4-BE49-F238E27FC236}">
                  <a16:creationId xmlns:a16="http://schemas.microsoft.com/office/drawing/2014/main" id="{9E42D468-BE95-4688-BAF7-6B080D858EA9}"/>
                </a:ext>
              </a:extLst>
            </p:cNvPr>
            <p:cNvSpPr/>
            <p:nvPr/>
          </p:nvSpPr>
          <p:spPr>
            <a:xfrm>
              <a:off x="8062828" y="793581"/>
              <a:ext cx="498921" cy="626346"/>
            </a:xfrm>
            <a:prstGeom prst="rightArrow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AF50BE83-9E13-4173-B372-53A1F440DA17}"/>
              </a:ext>
            </a:extLst>
          </p:cNvPr>
          <p:cNvGrpSpPr/>
          <p:nvPr/>
        </p:nvGrpSpPr>
        <p:grpSpPr>
          <a:xfrm>
            <a:off x="5973068" y="2421671"/>
            <a:ext cx="4635317" cy="1972630"/>
            <a:chOff x="5973068" y="2421671"/>
            <a:chExt cx="4635317" cy="1972630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E35014F5-6B5D-4A45-9EB5-B31BA94B5424}"/>
                </a:ext>
              </a:extLst>
            </p:cNvPr>
            <p:cNvSpPr/>
            <p:nvPr/>
          </p:nvSpPr>
          <p:spPr>
            <a:xfrm>
              <a:off x="6665920" y="2424425"/>
              <a:ext cx="437322" cy="437322"/>
            </a:xfrm>
            <a:prstGeom prst="ellipse">
              <a:avLst/>
            </a:prstGeom>
            <a:solidFill>
              <a:srgbClr val="F0835C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endParaRPr lang="zh-CN" alt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C3D87B9D-0713-4659-AAFD-E43D93865FC4}"/>
                </a:ext>
              </a:extLst>
            </p:cNvPr>
            <p:cNvSpPr/>
            <p:nvPr/>
          </p:nvSpPr>
          <p:spPr>
            <a:xfrm>
              <a:off x="5973068" y="3117133"/>
              <a:ext cx="437322" cy="437322"/>
            </a:xfrm>
            <a:prstGeom prst="ellipse">
              <a:avLst/>
            </a:prstGeom>
            <a:solidFill>
              <a:srgbClr val="F8CCB9"/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</a:t>
              </a:r>
              <a:endPara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B8CF7FE0-5105-4BE3-AE19-326CB66C5FD7}"/>
                </a:ext>
              </a:extLst>
            </p:cNvPr>
            <p:cNvSpPr/>
            <p:nvPr/>
          </p:nvSpPr>
          <p:spPr>
            <a:xfrm>
              <a:off x="7398931" y="3117133"/>
              <a:ext cx="437322" cy="437322"/>
            </a:xfrm>
            <a:prstGeom prst="ellipse">
              <a:avLst/>
            </a:prstGeom>
            <a:solidFill>
              <a:srgbClr val="F8CCB9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U</a:t>
              </a:r>
              <a:endParaRPr lang="zh-CN" alt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A7581E5C-739E-42D6-822E-E9623AC2FC81}"/>
                </a:ext>
              </a:extLst>
            </p:cNvPr>
            <p:cNvSpPr/>
            <p:nvPr/>
          </p:nvSpPr>
          <p:spPr>
            <a:xfrm>
              <a:off x="6346346" y="3956979"/>
              <a:ext cx="437322" cy="437322"/>
            </a:xfrm>
            <a:prstGeom prst="ellipse">
              <a:avLst/>
            </a:prstGeom>
            <a:solidFill>
              <a:srgbClr val="FDEFE8"/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x</a:t>
              </a:r>
              <a:endPara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D62B25C1-9E86-411E-A9FF-12CC25FAE87B}"/>
                </a:ext>
              </a:extLst>
            </p:cNvPr>
            <p:cNvCxnSpPr>
              <a:cxnSpLocks/>
              <a:stCxn id="18" idx="7"/>
              <a:endCxn id="17" idx="3"/>
            </p:cNvCxnSpPr>
            <p:nvPr/>
          </p:nvCxnSpPr>
          <p:spPr>
            <a:xfrm flipV="1">
              <a:off x="6346346" y="2797703"/>
              <a:ext cx="383618" cy="38347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79442C59-C114-41DE-B3CD-EBA014B0C1CA}"/>
                </a:ext>
              </a:extLst>
            </p:cNvPr>
            <p:cNvCxnSpPr>
              <a:cxnSpLocks/>
              <a:stCxn id="19" idx="1"/>
              <a:endCxn id="17" idx="5"/>
            </p:cNvCxnSpPr>
            <p:nvPr/>
          </p:nvCxnSpPr>
          <p:spPr>
            <a:xfrm flipH="1" flipV="1">
              <a:off x="7039198" y="2797703"/>
              <a:ext cx="423777" cy="38347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9257B172-2E59-4073-B79A-356222C42829}"/>
                </a:ext>
              </a:extLst>
            </p:cNvPr>
            <p:cNvCxnSpPr>
              <a:cxnSpLocks/>
              <a:stCxn id="20" idx="0"/>
              <a:endCxn id="18" idx="5"/>
            </p:cNvCxnSpPr>
            <p:nvPr/>
          </p:nvCxnSpPr>
          <p:spPr>
            <a:xfrm flipH="1" flipV="1">
              <a:off x="6346346" y="3490411"/>
              <a:ext cx="218661" cy="46656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63F5529D-8997-413C-83A8-0602DDFFDB03}"/>
                </a:ext>
              </a:extLst>
            </p:cNvPr>
            <p:cNvSpPr/>
            <p:nvPr/>
          </p:nvSpPr>
          <p:spPr>
            <a:xfrm>
              <a:off x="9438052" y="2421671"/>
              <a:ext cx="437322" cy="437322"/>
            </a:xfrm>
            <a:prstGeom prst="ellipse">
              <a:avLst/>
            </a:prstGeom>
            <a:solidFill>
              <a:srgbClr val="F0835C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endParaRPr lang="zh-CN" alt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DBAAABA9-E02E-48BC-B56F-8965F399DD57}"/>
                </a:ext>
              </a:extLst>
            </p:cNvPr>
            <p:cNvSpPr/>
            <p:nvPr/>
          </p:nvSpPr>
          <p:spPr>
            <a:xfrm>
              <a:off x="8745200" y="3114379"/>
              <a:ext cx="437322" cy="437322"/>
            </a:xfrm>
            <a:prstGeom prst="ellipse">
              <a:avLst/>
            </a:prstGeom>
            <a:solidFill>
              <a:srgbClr val="F8CCB9"/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</a:t>
              </a:r>
              <a:endPara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2B96F0C-5360-43D5-8A57-6910C962A1D8}"/>
                </a:ext>
              </a:extLst>
            </p:cNvPr>
            <p:cNvSpPr/>
            <p:nvPr/>
          </p:nvSpPr>
          <p:spPr>
            <a:xfrm>
              <a:off x="8307878" y="3954225"/>
              <a:ext cx="437322" cy="437322"/>
            </a:xfrm>
            <a:prstGeom prst="ellipse">
              <a:avLst/>
            </a:prstGeom>
            <a:solidFill>
              <a:srgbClr val="FDEFE8"/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x</a:t>
              </a:r>
              <a:endPara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D1D2FB9B-321A-4B11-B387-8F73CC96B3B9}"/>
                </a:ext>
              </a:extLst>
            </p:cNvPr>
            <p:cNvSpPr/>
            <p:nvPr/>
          </p:nvSpPr>
          <p:spPr>
            <a:xfrm>
              <a:off x="10171063" y="3114379"/>
              <a:ext cx="437322" cy="437322"/>
            </a:xfrm>
            <a:prstGeom prst="ellipse">
              <a:avLst/>
            </a:prstGeom>
            <a:solidFill>
              <a:srgbClr val="F8CCB9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U</a:t>
              </a:r>
              <a:endParaRPr lang="zh-CN" alt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9AC1B5BE-F2AC-4A49-97AD-8815403D917D}"/>
                </a:ext>
              </a:extLst>
            </p:cNvPr>
            <p:cNvCxnSpPr>
              <a:cxnSpLocks/>
              <a:stCxn id="25" idx="7"/>
              <a:endCxn id="24" idx="3"/>
            </p:cNvCxnSpPr>
            <p:nvPr/>
          </p:nvCxnSpPr>
          <p:spPr>
            <a:xfrm flipV="1">
              <a:off x="9118478" y="2794949"/>
              <a:ext cx="383618" cy="38347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F4CD8EEC-4985-4E7F-98EA-3242107C41F4}"/>
                </a:ext>
              </a:extLst>
            </p:cNvPr>
            <p:cNvCxnSpPr>
              <a:cxnSpLocks/>
              <a:stCxn id="27" idx="1"/>
              <a:endCxn id="24" idx="5"/>
            </p:cNvCxnSpPr>
            <p:nvPr/>
          </p:nvCxnSpPr>
          <p:spPr>
            <a:xfrm flipH="1" flipV="1">
              <a:off x="9811330" y="2794949"/>
              <a:ext cx="423777" cy="38347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60DAB61A-900E-44CF-89AB-A5440902A3B0}"/>
                </a:ext>
              </a:extLst>
            </p:cNvPr>
            <p:cNvCxnSpPr>
              <a:cxnSpLocks/>
              <a:stCxn id="26" idx="0"/>
              <a:endCxn id="25" idx="3"/>
            </p:cNvCxnSpPr>
            <p:nvPr/>
          </p:nvCxnSpPr>
          <p:spPr>
            <a:xfrm flipV="1">
              <a:off x="8526539" y="3487657"/>
              <a:ext cx="282705" cy="46656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箭头: 右 30">
              <a:extLst>
                <a:ext uri="{FF2B5EF4-FFF2-40B4-BE49-F238E27FC236}">
                  <a16:creationId xmlns:a16="http://schemas.microsoft.com/office/drawing/2014/main" id="{237A27C2-3F95-43A1-9FF6-9EFF9FFFAE48}"/>
                </a:ext>
              </a:extLst>
            </p:cNvPr>
            <p:cNvSpPr/>
            <p:nvPr/>
          </p:nvSpPr>
          <p:spPr>
            <a:xfrm>
              <a:off x="8062828" y="3019867"/>
              <a:ext cx="498921" cy="626346"/>
            </a:xfrm>
            <a:prstGeom prst="rightArrow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E66B720D-3537-468C-AF73-44870D221EAD}"/>
              </a:ext>
            </a:extLst>
          </p:cNvPr>
          <p:cNvGrpSpPr/>
          <p:nvPr/>
        </p:nvGrpSpPr>
        <p:grpSpPr>
          <a:xfrm>
            <a:off x="6088131" y="4711405"/>
            <a:ext cx="5019574" cy="1969876"/>
            <a:chOff x="6088131" y="4711405"/>
            <a:chExt cx="5019574" cy="1969876"/>
          </a:xfrm>
        </p:grpSpPr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76DED1F3-3EBC-4EC6-A35C-79C9CED1CC54}"/>
                </a:ext>
              </a:extLst>
            </p:cNvPr>
            <p:cNvSpPr/>
            <p:nvPr/>
          </p:nvSpPr>
          <p:spPr>
            <a:xfrm>
              <a:off x="6780983" y="4714159"/>
              <a:ext cx="437322" cy="437322"/>
            </a:xfrm>
            <a:prstGeom prst="ellipse">
              <a:avLst/>
            </a:prstGeom>
            <a:solidFill>
              <a:srgbClr val="F0835C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endParaRPr lang="zh-CN" alt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3A16E629-2852-491C-9DFE-7B47DE484B23}"/>
                </a:ext>
              </a:extLst>
            </p:cNvPr>
            <p:cNvSpPr/>
            <p:nvPr/>
          </p:nvSpPr>
          <p:spPr>
            <a:xfrm>
              <a:off x="6088131" y="5406867"/>
              <a:ext cx="437322" cy="437322"/>
            </a:xfrm>
            <a:prstGeom prst="ellipse">
              <a:avLst/>
            </a:prstGeom>
            <a:solidFill>
              <a:srgbClr val="F8CCB9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U</a:t>
              </a:r>
              <a:endParaRPr lang="zh-CN" alt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0AA58C7A-922D-4C2A-8CF2-5DE842C71746}"/>
                </a:ext>
              </a:extLst>
            </p:cNvPr>
            <p:cNvSpPr/>
            <p:nvPr/>
          </p:nvSpPr>
          <p:spPr>
            <a:xfrm>
              <a:off x="7513994" y="5406867"/>
              <a:ext cx="437322" cy="437322"/>
            </a:xfrm>
            <a:prstGeom prst="ellipse">
              <a:avLst/>
            </a:prstGeom>
            <a:solidFill>
              <a:srgbClr val="F8CCB9"/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</a:t>
              </a:r>
              <a:endPara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E650FB64-D672-4293-8969-179C82D2005E}"/>
                </a:ext>
              </a:extLst>
            </p:cNvPr>
            <p:cNvCxnSpPr>
              <a:cxnSpLocks/>
              <a:stCxn id="33" idx="7"/>
              <a:endCxn id="32" idx="3"/>
            </p:cNvCxnSpPr>
            <p:nvPr/>
          </p:nvCxnSpPr>
          <p:spPr>
            <a:xfrm flipV="1">
              <a:off x="6461409" y="5087437"/>
              <a:ext cx="383618" cy="38347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FB5405E8-3C09-4B32-ACEF-BA4ECC61F20E}"/>
                </a:ext>
              </a:extLst>
            </p:cNvPr>
            <p:cNvCxnSpPr>
              <a:cxnSpLocks/>
              <a:stCxn id="34" idx="1"/>
              <a:endCxn id="32" idx="5"/>
            </p:cNvCxnSpPr>
            <p:nvPr/>
          </p:nvCxnSpPr>
          <p:spPr>
            <a:xfrm flipH="1" flipV="1">
              <a:off x="7154261" y="5087437"/>
              <a:ext cx="423777" cy="38347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0C6D54E2-2252-4DB8-BE10-4747E58218F7}"/>
                </a:ext>
              </a:extLst>
            </p:cNvPr>
            <p:cNvSpPr/>
            <p:nvPr/>
          </p:nvSpPr>
          <p:spPr>
            <a:xfrm>
              <a:off x="7087651" y="6243959"/>
              <a:ext cx="437322" cy="437322"/>
            </a:xfrm>
            <a:prstGeom prst="ellipse">
              <a:avLst/>
            </a:prstGeom>
            <a:solidFill>
              <a:srgbClr val="FDEFE8"/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x</a:t>
              </a:r>
              <a:endPara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E0A5737B-CE78-4412-9A29-0AD264CCE9FE}"/>
                </a:ext>
              </a:extLst>
            </p:cNvPr>
            <p:cNvCxnSpPr>
              <a:cxnSpLocks/>
              <a:stCxn id="37" idx="0"/>
            </p:cNvCxnSpPr>
            <p:nvPr/>
          </p:nvCxnSpPr>
          <p:spPr>
            <a:xfrm flipV="1">
              <a:off x="7306312" y="5777391"/>
              <a:ext cx="282705" cy="46656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438BB274-3A5C-4D0E-A5BB-F8BA98A10294}"/>
                </a:ext>
              </a:extLst>
            </p:cNvPr>
            <p:cNvSpPr/>
            <p:nvPr/>
          </p:nvSpPr>
          <p:spPr>
            <a:xfrm>
              <a:off x="9553115" y="4711405"/>
              <a:ext cx="437322" cy="437322"/>
            </a:xfrm>
            <a:prstGeom prst="ellipse">
              <a:avLst/>
            </a:prstGeom>
            <a:solidFill>
              <a:srgbClr val="F0835C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endParaRPr lang="zh-CN" alt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F1336D41-DB79-4F67-8B46-D3E8D3D5C093}"/>
                </a:ext>
              </a:extLst>
            </p:cNvPr>
            <p:cNvSpPr/>
            <p:nvPr/>
          </p:nvSpPr>
          <p:spPr>
            <a:xfrm>
              <a:off x="8860263" y="5404113"/>
              <a:ext cx="437322" cy="437322"/>
            </a:xfrm>
            <a:prstGeom prst="ellipse">
              <a:avLst/>
            </a:prstGeom>
            <a:solidFill>
              <a:srgbClr val="F8CCB9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U</a:t>
              </a:r>
              <a:endParaRPr lang="zh-CN" alt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60841C88-84FB-40A8-BC67-50E441E3D593}"/>
                </a:ext>
              </a:extLst>
            </p:cNvPr>
            <p:cNvSpPr/>
            <p:nvPr/>
          </p:nvSpPr>
          <p:spPr>
            <a:xfrm>
              <a:off x="10286126" y="5404113"/>
              <a:ext cx="437322" cy="437322"/>
            </a:xfrm>
            <a:prstGeom prst="ellipse">
              <a:avLst/>
            </a:prstGeom>
            <a:solidFill>
              <a:srgbClr val="F8CCB9"/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</a:t>
              </a:r>
              <a:endPara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5A54D0-6205-41E4-BDD8-E28429CA4B2A}"/>
                </a:ext>
              </a:extLst>
            </p:cNvPr>
            <p:cNvCxnSpPr>
              <a:cxnSpLocks/>
              <a:stCxn id="40" idx="7"/>
              <a:endCxn id="39" idx="3"/>
            </p:cNvCxnSpPr>
            <p:nvPr/>
          </p:nvCxnSpPr>
          <p:spPr>
            <a:xfrm flipV="1">
              <a:off x="9233541" y="5084683"/>
              <a:ext cx="383618" cy="38347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C3321398-F8D8-413F-9A2F-96680FB79F20}"/>
                </a:ext>
              </a:extLst>
            </p:cNvPr>
            <p:cNvCxnSpPr>
              <a:cxnSpLocks/>
              <a:stCxn id="41" idx="1"/>
              <a:endCxn id="39" idx="5"/>
            </p:cNvCxnSpPr>
            <p:nvPr/>
          </p:nvCxnSpPr>
          <p:spPr>
            <a:xfrm flipH="1" flipV="1">
              <a:off x="9926393" y="5084683"/>
              <a:ext cx="423777" cy="38347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A9041A73-5F37-4196-8C70-E7B4721281A4}"/>
                </a:ext>
              </a:extLst>
            </p:cNvPr>
            <p:cNvSpPr/>
            <p:nvPr/>
          </p:nvSpPr>
          <p:spPr>
            <a:xfrm>
              <a:off x="10670383" y="6241205"/>
              <a:ext cx="437322" cy="437322"/>
            </a:xfrm>
            <a:prstGeom prst="ellipse">
              <a:avLst/>
            </a:prstGeom>
            <a:solidFill>
              <a:srgbClr val="FDEFE8"/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x</a:t>
              </a:r>
              <a:endPara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66691550-957D-41BE-8438-573DE682EC01}"/>
                </a:ext>
              </a:extLst>
            </p:cNvPr>
            <p:cNvCxnSpPr>
              <a:cxnSpLocks/>
              <a:stCxn id="44" idx="0"/>
            </p:cNvCxnSpPr>
            <p:nvPr/>
          </p:nvCxnSpPr>
          <p:spPr>
            <a:xfrm flipH="1" flipV="1">
              <a:off x="10670383" y="5774637"/>
              <a:ext cx="218661" cy="46656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箭头: 右 45">
              <a:extLst>
                <a:ext uri="{FF2B5EF4-FFF2-40B4-BE49-F238E27FC236}">
                  <a16:creationId xmlns:a16="http://schemas.microsoft.com/office/drawing/2014/main" id="{67254D34-F8D4-4740-809A-14A47256E877}"/>
                </a:ext>
              </a:extLst>
            </p:cNvPr>
            <p:cNvSpPr/>
            <p:nvPr/>
          </p:nvSpPr>
          <p:spPr>
            <a:xfrm>
              <a:off x="8177891" y="5309601"/>
              <a:ext cx="498921" cy="626346"/>
            </a:xfrm>
            <a:prstGeom prst="rightArrow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F2903D84-9AA1-4A8F-B4B9-0DDCC2CC929C}"/>
              </a:ext>
            </a:extLst>
          </p:cNvPr>
          <p:cNvGrpSpPr/>
          <p:nvPr/>
        </p:nvGrpSpPr>
        <p:grpSpPr>
          <a:xfrm>
            <a:off x="1027201" y="699069"/>
            <a:ext cx="2237779" cy="626346"/>
            <a:chOff x="1027201" y="699069"/>
            <a:chExt cx="2237779" cy="626346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F12273C0-8851-4D64-8129-A0F7C68BD115}"/>
                </a:ext>
              </a:extLst>
            </p:cNvPr>
            <p:cNvSpPr/>
            <p:nvPr/>
          </p:nvSpPr>
          <p:spPr>
            <a:xfrm>
              <a:off x="1027201" y="793581"/>
              <a:ext cx="437322" cy="437322"/>
            </a:xfrm>
            <a:prstGeom prst="ellipse">
              <a:avLst/>
            </a:prstGeom>
            <a:solidFill>
              <a:srgbClr val="FDEFE8"/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x</a:t>
              </a:r>
              <a:endPara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E7A569F9-F3CC-4AC4-9274-6058ADF57F32}"/>
                </a:ext>
              </a:extLst>
            </p:cNvPr>
            <p:cNvSpPr/>
            <p:nvPr/>
          </p:nvSpPr>
          <p:spPr>
            <a:xfrm>
              <a:off x="2827658" y="793581"/>
              <a:ext cx="437322" cy="437322"/>
            </a:xfrm>
            <a:prstGeom prst="ellipse">
              <a:avLst/>
            </a:prstGeom>
            <a:solidFill>
              <a:srgbClr val="FDEFE8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x</a:t>
              </a:r>
              <a:endParaRPr lang="zh-CN" alt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9" name="箭头: 右 48">
              <a:extLst>
                <a:ext uri="{FF2B5EF4-FFF2-40B4-BE49-F238E27FC236}">
                  <a16:creationId xmlns:a16="http://schemas.microsoft.com/office/drawing/2014/main" id="{5FC9FE9E-6309-4FA6-ABD7-562C8D1457F6}"/>
                </a:ext>
              </a:extLst>
            </p:cNvPr>
            <p:cNvSpPr/>
            <p:nvPr/>
          </p:nvSpPr>
          <p:spPr>
            <a:xfrm>
              <a:off x="1896630" y="699069"/>
              <a:ext cx="498921" cy="626346"/>
            </a:xfrm>
            <a:prstGeom prst="rightArrow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5260218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组合 266">
            <a:extLst>
              <a:ext uri="{FF2B5EF4-FFF2-40B4-BE49-F238E27FC236}">
                <a16:creationId xmlns:a16="http://schemas.microsoft.com/office/drawing/2014/main" id="{58BD9778-85D7-4DBE-8251-87B1831A8AC6}"/>
              </a:ext>
            </a:extLst>
          </p:cNvPr>
          <p:cNvGrpSpPr/>
          <p:nvPr/>
        </p:nvGrpSpPr>
        <p:grpSpPr>
          <a:xfrm>
            <a:off x="741228" y="858103"/>
            <a:ext cx="8232093" cy="1976944"/>
            <a:chOff x="741228" y="858103"/>
            <a:chExt cx="8232093" cy="1976944"/>
          </a:xfrm>
        </p:grpSpPr>
        <p:sp>
          <p:nvSpPr>
            <p:cNvPr id="184" name="椭圆 183">
              <a:extLst>
                <a:ext uri="{FF2B5EF4-FFF2-40B4-BE49-F238E27FC236}">
                  <a16:creationId xmlns:a16="http://schemas.microsoft.com/office/drawing/2014/main" id="{F931DE96-D614-4DD7-993D-27AA56E39B8A}"/>
                </a:ext>
              </a:extLst>
            </p:cNvPr>
            <p:cNvSpPr/>
            <p:nvPr/>
          </p:nvSpPr>
          <p:spPr>
            <a:xfrm>
              <a:off x="1871402" y="865171"/>
              <a:ext cx="437322" cy="437322"/>
            </a:xfrm>
            <a:prstGeom prst="ellipse">
              <a:avLst/>
            </a:prstGeom>
            <a:solidFill>
              <a:srgbClr val="F0835C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endParaRPr lang="zh-CN" alt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85" name="椭圆 184">
              <a:extLst>
                <a:ext uri="{FF2B5EF4-FFF2-40B4-BE49-F238E27FC236}">
                  <a16:creationId xmlns:a16="http://schemas.microsoft.com/office/drawing/2014/main" id="{5B87DEB9-87DD-4971-84DD-0E77D5AD3ED6}"/>
                </a:ext>
              </a:extLst>
            </p:cNvPr>
            <p:cNvSpPr/>
            <p:nvPr/>
          </p:nvSpPr>
          <p:spPr>
            <a:xfrm>
              <a:off x="1178550" y="1557879"/>
              <a:ext cx="437322" cy="437322"/>
            </a:xfrm>
            <a:prstGeom prst="ellipse">
              <a:avLst/>
            </a:prstGeom>
            <a:solidFill>
              <a:srgbClr val="F8CCB9"/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</a:t>
              </a:r>
              <a:endPara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86" name="椭圆 185">
              <a:extLst>
                <a:ext uri="{FF2B5EF4-FFF2-40B4-BE49-F238E27FC236}">
                  <a16:creationId xmlns:a16="http://schemas.microsoft.com/office/drawing/2014/main" id="{C17A1BAE-E6EC-483C-A704-25FD315BD546}"/>
                </a:ext>
              </a:extLst>
            </p:cNvPr>
            <p:cNvSpPr/>
            <p:nvPr/>
          </p:nvSpPr>
          <p:spPr>
            <a:xfrm>
              <a:off x="741228" y="2397725"/>
              <a:ext cx="437322" cy="437322"/>
            </a:xfrm>
            <a:prstGeom prst="ellipse">
              <a:avLst/>
            </a:prstGeom>
            <a:solidFill>
              <a:srgbClr val="FDEFE8"/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x</a:t>
              </a:r>
              <a:endPara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87" name="椭圆 186">
              <a:extLst>
                <a:ext uri="{FF2B5EF4-FFF2-40B4-BE49-F238E27FC236}">
                  <a16:creationId xmlns:a16="http://schemas.microsoft.com/office/drawing/2014/main" id="{8114B450-D9F4-40D2-A058-5962D46ADF77}"/>
                </a:ext>
              </a:extLst>
            </p:cNvPr>
            <p:cNvSpPr/>
            <p:nvPr/>
          </p:nvSpPr>
          <p:spPr>
            <a:xfrm>
              <a:off x="2604413" y="1557879"/>
              <a:ext cx="437322" cy="437322"/>
            </a:xfrm>
            <a:prstGeom prst="ellipse">
              <a:avLst/>
            </a:prstGeom>
            <a:solidFill>
              <a:srgbClr val="F8CCB9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U</a:t>
              </a:r>
              <a:endParaRPr lang="zh-CN" alt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89" name="直接连接符 188">
              <a:extLst>
                <a:ext uri="{FF2B5EF4-FFF2-40B4-BE49-F238E27FC236}">
                  <a16:creationId xmlns:a16="http://schemas.microsoft.com/office/drawing/2014/main" id="{F47C3256-2EE3-4639-8CB6-5A989E6426AB}"/>
                </a:ext>
              </a:extLst>
            </p:cNvPr>
            <p:cNvCxnSpPr>
              <a:cxnSpLocks/>
              <a:stCxn id="185" idx="7"/>
              <a:endCxn id="184" idx="3"/>
            </p:cNvCxnSpPr>
            <p:nvPr/>
          </p:nvCxnSpPr>
          <p:spPr>
            <a:xfrm flipV="1">
              <a:off x="1551828" y="1238449"/>
              <a:ext cx="383618" cy="38347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直接连接符 189">
              <a:extLst>
                <a:ext uri="{FF2B5EF4-FFF2-40B4-BE49-F238E27FC236}">
                  <a16:creationId xmlns:a16="http://schemas.microsoft.com/office/drawing/2014/main" id="{90955BA3-910F-4B41-A11E-2F22D5865007}"/>
                </a:ext>
              </a:extLst>
            </p:cNvPr>
            <p:cNvCxnSpPr>
              <a:cxnSpLocks/>
              <a:stCxn id="187" idx="1"/>
              <a:endCxn id="184" idx="5"/>
            </p:cNvCxnSpPr>
            <p:nvPr/>
          </p:nvCxnSpPr>
          <p:spPr>
            <a:xfrm flipH="1" flipV="1">
              <a:off x="2244680" y="1238449"/>
              <a:ext cx="423777" cy="38347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接连接符 190">
              <a:extLst>
                <a:ext uri="{FF2B5EF4-FFF2-40B4-BE49-F238E27FC236}">
                  <a16:creationId xmlns:a16="http://schemas.microsoft.com/office/drawing/2014/main" id="{B5C0CA59-4CCE-4B61-97E7-9A0A17671144}"/>
                </a:ext>
              </a:extLst>
            </p:cNvPr>
            <p:cNvCxnSpPr>
              <a:cxnSpLocks/>
              <a:stCxn id="186" idx="0"/>
              <a:endCxn id="185" idx="3"/>
            </p:cNvCxnSpPr>
            <p:nvPr/>
          </p:nvCxnSpPr>
          <p:spPr>
            <a:xfrm flipV="1">
              <a:off x="959889" y="1931157"/>
              <a:ext cx="282705" cy="46656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椭圆 196">
              <a:extLst>
                <a:ext uri="{FF2B5EF4-FFF2-40B4-BE49-F238E27FC236}">
                  <a16:creationId xmlns:a16="http://schemas.microsoft.com/office/drawing/2014/main" id="{A8730072-A48E-484C-9DEB-901C1E6AA173}"/>
                </a:ext>
              </a:extLst>
            </p:cNvPr>
            <p:cNvSpPr/>
            <p:nvPr/>
          </p:nvSpPr>
          <p:spPr>
            <a:xfrm>
              <a:off x="4643534" y="862417"/>
              <a:ext cx="437322" cy="437322"/>
            </a:xfrm>
            <a:prstGeom prst="ellipse">
              <a:avLst/>
            </a:prstGeom>
            <a:solidFill>
              <a:srgbClr val="F0835C"/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endPara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98" name="椭圆 197">
              <a:extLst>
                <a:ext uri="{FF2B5EF4-FFF2-40B4-BE49-F238E27FC236}">
                  <a16:creationId xmlns:a16="http://schemas.microsoft.com/office/drawing/2014/main" id="{F775F169-ED05-4129-B897-D20FF1BFC8DA}"/>
                </a:ext>
              </a:extLst>
            </p:cNvPr>
            <p:cNvSpPr/>
            <p:nvPr/>
          </p:nvSpPr>
          <p:spPr>
            <a:xfrm>
              <a:off x="3950682" y="1555125"/>
              <a:ext cx="437322" cy="437322"/>
            </a:xfrm>
            <a:prstGeom prst="ellipse">
              <a:avLst/>
            </a:prstGeom>
            <a:solidFill>
              <a:srgbClr val="F8CCB9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</a:t>
              </a:r>
              <a:endParaRPr lang="zh-CN" alt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99" name="椭圆 198">
              <a:extLst>
                <a:ext uri="{FF2B5EF4-FFF2-40B4-BE49-F238E27FC236}">
                  <a16:creationId xmlns:a16="http://schemas.microsoft.com/office/drawing/2014/main" id="{361CBFF4-84D7-420F-8000-20784672BB21}"/>
                </a:ext>
              </a:extLst>
            </p:cNvPr>
            <p:cNvSpPr/>
            <p:nvPr/>
          </p:nvSpPr>
          <p:spPr>
            <a:xfrm>
              <a:off x="3513360" y="2394971"/>
              <a:ext cx="437322" cy="437322"/>
            </a:xfrm>
            <a:prstGeom prst="ellipse">
              <a:avLst/>
            </a:prstGeom>
            <a:solidFill>
              <a:srgbClr val="FDEFE8"/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x</a:t>
              </a:r>
              <a:endPara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00" name="椭圆 199">
              <a:extLst>
                <a:ext uri="{FF2B5EF4-FFF2-40B4-BE49-F238E27FC236}">
                  <a16:creationId xmlns:a16="http://schemas.microsoft.com/office/drawing/2014/main" id="{A7C653F0-3898-4611-8211-4C93F6C21045}"/>
                </a:ext>
              </a:extLst>
            </p:cNvPr>
            <p:cNvSpPr/>
            <p:nvPr/>
          </p:nvSpPr>
          <p:spPr>
            <a:xfrm>
              <a:off x="5376545" y="1555125"/>
              <a:ext cx="437322" cy="437322"/>
            </a:xfrm>
            <a:prstGeom prst="ellipse">
              <a:avLst/>
            </a:prstGeom>
            <a:solidFill>
              <a:srgbClr val="F8CCB9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U</a:t>
              </a:r>
              <a:endParaRPr lang="zh-CN" alt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02" name="直接连接符 201">
              <a:extLst>
                <a:ext uri="{FF2B5EF4-FFF2-40B4-BE49-F238E27FC236}">
                  <a16:creationId xmlns:a16="http://schemas.microsoft.com/office/drawing/2014/main" id="{5E1A3B2A-C87E-4620-9852-67D5F12277E1}"/>
                </a:ext>
              </a:extLst>
            </p:cNvPr>
            <p:cNvCxnSpPr>
              <a:cxnSpLocks/>
              <a:stCxn id="198" idx="7"/>
              <a:endCxn id="197" idx="3"/>
            </p:cNvCxnSpPr>
            <p:nvPr/>
          </p:nvCxnSpPr>
          <p:spPr>
            <a:xfrm flipV="1">
              <a:off x="4323960" y="1235695"/>
              <a:ext cx="383618" cy="38347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接连接符 202">
              <a:extLst>
                <a:ext uri="{FF2B5EF4-FFF2-40B4-BE49-F238E27FC236}">
                  <a16:creationId xmlns:a16="http://schemas.microsoft.com/office/drawing/2014/main" id="{0ADDB5C9-41D6-485C-92BD-F3489DC8A285}"/>
                </a:ext>
              </a:extLst>
            </p:cNvPr>
            <p:cNvCxnSpPr>
              <a:cxnSpLocks/>
              <a:stCxn id="200" idx="1"/>
              <a:endCxn id="197" idx="5"/>
            </p:cNvCxnSpPr>
            <p:nvPr/>
          </p:nvCxnSpPr>
          <p:spPr>
            <a:xfrm flipH="1" flipV="1">
              <a:off x="5016812" y="1235695"/>
              <a:ext cx="423777" cy="38347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接连接符 203">
              <a:extLst>
                <a:ext uri="{FF2B5EF4-FFF2-40B4-BE49-F238E27FC236}">
                  <a16:creationId xmlns:a16="http://schemas.microsoft.com/office/drawing/2014/main" id="{6F6B4CE4-EDD5-4245-9934-5ED2A7BC391A}"/>
                </a:ext>
              </a:extLst>
            </p:cNvPr>
            <p:cNvCxnSpPr>
              <a:cxnSpLocks/>
              <a:stCxn id="199" idx="0"/>
              <a:endCxn id="198" idx="3"/>
            </p:cNvCxnSpPr>
            <p:nvPr/>
          </p:nvCxnSpPr>
          <p:spPr>
            <a:xfrm flipV="1">
              <a:off x="3732021" y="1928403"/>
              <a:ext cx="282705" cy="46656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0" name="箭头: 右 209">
              <a:extLst>
                <a:ext uri="{FF2B5EF4-FFF2-40B4-BE49-F238E27FC236}">
                  <a16:creationId xmlns:a16="http://schemas.microsoft.com/office/drawing/2014/main" id="{2D6DAFFE-66AE-4805-80A2-DFA86C03FA81}"/>
                </a:ext>
              </a:extLst>
            </p:cNvPr>
            <p:cNvSpPr/>
            <p:nvPr/>
          </p:nvSpPr>
          <p:spPr>
            <a:xfrm>
              <a:off x="3268310" y="1460613"/>
              <a:ext cx="498921" cy="626346"/>
            </a:xfrm>
            <a:prstGeom prst="rightArrow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1" name="椭圆 210">
              <a:extLst>
                <a:ext uri="{FF2B5EF4-FFF2-40B4-BE49-F238E27FC236}">
                  <a16:creationId xmlns:a16="http://schemas.microsoft.com/office/drawing/2014/main" id="{95628163-4122-4044-85BC-DCDA7FFE2EFD}"/>
                </a:ext>
              </a:extLst>
            </p:cNvPr>
            <p:cNvSpPr/>
            <p:nvPr/>
          </p:nvSpPr>
          <p:spPr>
            <a:xfrm>
              <a:off x="7418731" y="858103"/>
              <a:ext cx="437322" cy="437322"/>
            </a:xfrm>
            <a:prstGeom prst="ellipse">
              <a:avLst/>
            </a:prstGeom>
            <a:solidFill>
              <a:srgbClr val="F8CCB9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</a:t>
              </a:r>
              <a:endParaRPr lang="zh-CN" alt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12" name="椭圆 211">
              <a:extLst>
                <a:ext uri="{FF2B5EF4-FFF2-40B4-BE49-F238E27FC236}">
                  <a16:creationId xmlns:a16="http://schemas.microsoft.com/office/drawing/2014/main" id="{7E0B6817-2C20-4295-BCA3-19594F8C47C6}"/>
                </a:ext>
              </a:extLst>
            </p:cNvPr>
            <p:cNvSpPr/>
            <p:nvPr/>
          </p:nvSpPr>
          <p:spPr>
            <a:xfrm>
              <a:off x="6725879" y="1550811"/>
              <a:ext cx="437322" cy="437322"/>
            </a:xfrm>
            <a:prstGeom prst="ellipse">
              <a:avLst/>
            </a:prstGeom>
            <a:solidFill>
              <a:srgbClr val="FDEFE8"/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</a:t>
              </a:r>
              <a:endPara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14" name="椭圆 213">
              <a:extLst>
                <a:ext uri="{FF2B5EF4-FFF2-40B4-BE49-F238E27FC236}">
                  <a16:creationId xmlns:a16="http://schemas.microsoft.com/office/drawing/2014/main" id="{42F79A9A-90CE-4A61-B50E-0404803E6E58}"/>
                </a:ext>
              </a:extLst>
            </p:cNvPr>
            <p:cNvSpPr/>
            <p:nvPr/>
          </p:nvSpPr>
          <p:spPr>
            <a:xfrm>
              <a:off x="8151742" y="1550811"/>
              <a:ext cx="437322" cy="437322"/>
            </a:xfrm>
            <a:prstGeom prst="ellipse">
              <a:avLst/>
            </a:prstGeom>
            <a:solidFill>
              <a:srgbClr val="F0835C"/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endPara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16" name="直接连接符 215">
              <a:extLst>
                <a:ext uri="{FF2B5EF4-FFF2-40B4-BE49-F238E27FC236}">
                  <a16:creationId xmlns:a16="http://schemas.microsoft.com/office/drawing/2014/main" id="{293E7D6D-B99B-496F-878C-B0DD6EAD5596}"/>
                </a:ext>
              </a:extLst>
            </p:cNvPr>
            <p:cNvCxnSpPr>
              <a:cxnSpLocks/>
              <a:stCxn id="212" idx="7"/>
              <a:endCxn id="211" idx="3"/>
            </p:cNvCxnSpPr>
            <p:nvPr/>
          </p:nvCxnSpPr>
          <p:spPr>
            <a:xfrm flipV="1">
              <a:off x="7099157" y="1231381"/>
              <a:ext cx="383618" cy="38347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直接连接符 216">
              <a:extLst>
                <a:ext uri="{FF2B5EF4-FFF2-40B4-BE49-F238E27FC236}">
                  <a16:creationId xmlns:a16="http://schemas.microsoft.com/office/drawing/2014/main" id="{8F9487F0-A9F4-45B1-87D3-0C71FE01ED69}"/>
                </a:ext>
              </a:extLst>
            </p:cNvPr>
            <p:cNvCxnSpPr>
              <a:cxnSpLocks/>
              <a:stCxn id="214" idx="1"/>
              <a:endCxn id="211" idx="5"/>
            </p:cNvCxnSpPr>
            <p:nvPr/>
          </p:nvCxnSpPr>
          <p:spPr>
            <a:xfrm flipH="1" flipV="1">
              <a:off x="7792009" y="1231381"/>
              <a:ext cx="423777" cy="38347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1" name="椭圆 220">
              <a:extLst>
                <a:ext uri="{FF2B5EF4-FFF2-40B4-BE49-F238E27FC236}">
                  <a16:creationId xmlns:a16="http://schemas.microsoft.com/office/drawing/2014/main" id="{4078AFFA-CFE5-4692-B265-B826AA73544C}"/>
                </a:ext>
              </a:extLst>
            </p:cNvPr>
            <p:cNvSpPr/>
            <p:nvPr/>
          </p:nvSpPr>
          <p:spPr>
            <a:xfrm>
              <a:off x="8535999" y="2387903"/>
              <a:ext cx="437322" cy="437322"/>
            </a:xfrm>
            <a:prstGeom prst="ellipse">
              <a:avLst/>
            </a:prstGeom>
            <a:solidFill>
              <a:srgbClr val="F8CCB9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U</a:t>
              </a:r>
              <a:endParaRPr lang="zh-CN" alt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23" name="直接连接符 222">
              <a:extLst>
                <a:ext uri="{FF2B5EF4-FFF2-40B4-BE49-F238E27FC236}">
                  <a16:creationId xmlns:a16="http://schemas.microsoft.com/office/drawing/2014/main" id="{AB72B5DA-66F0-4B5F-9A45-A3673360DB05}"/>
                </a:ext>
              </a:extLst>
            </p:cNvPr>
            <p:cNvCxnSpPr>
              <a:cxnSpLocks/>
              <a:stCxn id="221" idx="0"/>
            </p:cNvCxnSpPr>
            <p:nvPr/>
          </p:nvCxnSpPr>
          <p:spPr>
            <a:xfrm flipH="1" flipV="1">
              <a:off x="8535999" y="1921335"/>
              <a:ext cx="218661" cy="46656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4" name="箭头: 右 223">
              <a:extLst>
                <a:ext uri="{FF2B5EF4-FFF2-40B4-BE49-F238E27FC236}">
                  <a16:creationId xmlns:a16="http://schemas.microsoft.com/office/drawing/2014/main" id="{8927D600-4A24-458D-8910-C23E17AAA146}"/>
                </a:ext>
              </a:extLst>
            </p:cNvPr>
            <p:cNvSpPr/>
            <p:nvPr/>
          </p:nvSpPr>
          <p:spPr>
            <a:xfrm>
              <a:off x="6043507" y="1456299"/>
              <a:ext cx="498921" cy="626346"/>
            </a:xfrm>
            <a:prstGeom prst="rightArrow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66" name="组合 265">
            <a:extLst>
              <a:ext uri="{FF2B5EF4-FFF2-40B4-BE49-F238E27FC236}">
                <a16:creationId xmlns:a16="http://schemas.microsoft.com/office/drawing/2014/main" id="{F84F7680-8C17-4637-9A9F-C092FB3B0591}"/>
              </a:ext>
            </a:extLst>
          </p:cNvPr>
          <p:cNvGrpSpPr/>
          <p:nvPr/>
        </p:nvGrpSpPr>
        <p:grpSpPr>
          <a:xfrm>
            <a:off x="1240946" y="3276063"/>
            <a:ext cx="7410514" cy="1974190"/>
            <a:chOff x="1240946" y="3276063"/>
            <a:chExt cx="7410514" cy="1974190"/>
          </a:xfrm>
        </p:grpSpPr>
        <p:sp>
          <p:nvSpPr>
            <p:cNvPr id="225" name="椭圆 224">
              <a:extLst>
                <a:ext uri="{FF2B5EF4-FFF2-40B4-BE49-F238E27FC236}">
                  <a16:creationId xmlns:a16="http://schemas.microsoft.com/office/drawing/2014/main" id="{4005BBF0-340D-4359-9FA2-805E7C070E1F}"/>
                </a:ext>
              </a:extLst>
            </p:cNvPr>
            <p:cNvSpPr/>
            <p:nvPr/>
          </p:nvSpPr>
          <p:spPr>
            <a:xfrm>
              <a:off x="1933798" y="3283131"/>
              <a:ext cx="437322" cy="437322"/>
            </a:xfrm>
            <a:prstGeom prst="ellipse">
              <a:avLst/>
            </a:prstGeom>
            <a:solidFill>
              <a:srgbClr val="F0835C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endParaRPr lang="zh-CN" alt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26" name="椭圆 225">
              <a:extLst>
                <a:ext uri="{FF2B5EF4-FFF2-40B4-BE49-F238E27FC236}">
                  <a16:creationId xmlns:a16="http://schemas.microsoft.com/office/drawing/2014/main" id="{03CE585C-3886-4864-9946-243F35BCCD1A}"/>
                </a:ext>
              </a:extLst>
            </p:cNvPr>
            <p:cNvSpPr/>
            <p:nvPr/>
          </p:nvSpPr>
          <p:spPr>
            <a:xfrm>
              <a:off x="1240946" y="3975839"/>
              <a:ext cx="437322" cy="437322"/>
            </a:xfrm>
            <a:prstGeom prst="ellipse">
              <a:avLst/>
            </a:prstGeom>
            <a:solidFill>
              <a:srgbClr val="F8CCB9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</a:t>
              </a:r>
              <a:endParaRPr lang="zh-CN" alt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28" name="椭圆 227">
              <a:extLst>
                <a:ext uri="{FF2B5EF4-FFF2-40B4-BE49-F238E27FC236}">
                  <a16:creationId xmlns:a16="http://schemas.microsoft.com/office/drawing/2014/main" id="{26863613-6B8B-4CA8-A2E3-C96CEFFC2453}"/>
                </a:ext>
              </a:extLst>
            </p:cNvPr>
            <p:cNvSpPr/>
            <p:nvPr/>
          </p:nvSpPr>
          <p:spPr>
            <a:xfrm>
              <a:off x="2666809" y="3975839"/>
              <a:ext cx="437322" cy="437322"/>
            </a:xfrm>
            <a:prstGeom prst="ellipse">
              <a:avLst/>
            </a:prstGeom>
            <a:solidFill>
              <a:srgbClr val="F8CCB9"/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</a:t>
              </a:r>
              <a:endPara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30" name="直接连接符 229">
              <a:extLst>
                <a:ext uri="{FF2B5EF4-FFF2-40B4-BE49-F238E27FC236}">
                  <a16:creationId xmlns:a16="http://schemas.microsoft.com/office/drawing/2014/main" id="{67173A5C-F089-4AB7-9091-32092BCB1F80}"/>
                </a:ext>
              </a:extLst>
            </p:cNvPr>
            <p:cNvCxnSpPr>
              <a:cxnSpLocks/>
              <a:stCxn id="226" idx="7"/>
              <a:endCxn id="225" idx="3"/>
            </p:cNvCxnSpPr>
            <p:nvPr/>
          </p:nvCxnSpPr>
          <p:spPr>
            <a:xfrm flipV="1">
              <a:off x="1614224" y="3656409"/>
              <a:ext cx="383618" cy="38347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直接连接符 230">
              <a:extLst>
                <a:ext uri="{FF2B5EF4-FFF2-40B4-BE49-F238E27FC236}">
                  <a16:creationId xmlns:a16="http://schemas.microsoft.com/office/drawing/2014/main" id="{A61493DB-D7EE-46D6-9489-70BD1CF5FE57}"/>
                </a:ext>
              </a:extLst>
            </p:cNvPr>
            <p:cNvCxnSpPr>
              <a:cxnSpLocks/>
              <a:stCxn id="228" idx="1"/>
              <a:endCxn id="225" idx="5"/>
            </p:cNvCxnSpPr>
            <p:nvPr/>
          </p:nvCxnSpPr>
          <p:spPr>
            <a:xfrm flipH="1" flipV="1">
              <a:off x="2307076" y="3656409"/>
              <a:ext cx="423777" cy="38347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5" name="椭圆 234">
              <a:extLst>
                <a:ext uri="{FF2B5EF4-FFF2-40B4-BE49-F238E27FC236}">
                  <a16:creationId xmlns:a16="http://schemas.microsoft.com/office/drawing/2014/main" id="{679B1D85-C1F0-45F6-9196-1756D63AEB4B}"/>
                </a:ext>
              </a:extLst>
            </p:cNvPr>
            <p:cNvSpPr/>
            <p:nvPr/>
          </p:nvSpPr>
          <p:spPr>
            <a:xfrm>
              <a:off x="3051066" y="4812931"/>
              <a:ext cx="437322" cy="437322"/>
            </a:xfrm>
            <a:prstGeom prst="ellipse">
              <a:avLst/>
            </a:prstGeom>
            <a:solidFill>
              <a:srgbClr val="FDEFE8"/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x</a:t>
              </a:r>
              <a:endPara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37" name="直接连接符 236">
              <a:extLst>
                <a:ext uri="{FF2B5EF4-FFF2-40B4-BE49-F238E27FC236}">
                  <a16:creationId xmlns:a16="http://schemas.microsoft.com/office/drawing/2014/main" id="{5EE10B31-6515-4BC9-ABEB-3A9392C89038}"/>
                </a:ext>
              </a:extLst>
            </p:cNvPr>
            <p:cNvCxnSpPr>
              <a:cxnSpLocks/>
              <a:stCxn id="235" idx="0"/>
            </p:cNvCxnSpPr>
            <p:nvPr/>
          </p:nvCxnSpPr>
          <p:spPr>
            <a:xfrm flipH="1" flipV="1">
              <a:off x="3051066" y="4346363"/>
              <a:ext cx="218661" cy="46656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8" name="椭圆 237">
              <a:extLst>
                <a:ext uri="{FF2B5EF4-FFF2-40B4-BE49-F238E27FC236}">
                  <a16:creationId xmlns:a16="http://schemas.microsoft.com/office/drawing/2014/main" id="{03D82312-65DA-4065-9E78-17ABEF8903A4}"/>
                </a:ext>
              </a:extLst>
            </p:cNvPr>
            <p:cNvSpPr/>
            <p:nvPr/>
          </p:nvSpPr>
          <p:spPr>
            <a:xfrm>
              <a:off x="4705930" y="3280377"/>
              <a:ext cx="437322" cy="437322"/>
            </a:xfrm>
            <a:prstGeom prst="ellipse">
              <a:avLst/>
            </a:prstGeom>
            <a:solidFill>
              <a:srgbClr val="F0835C"/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endPara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39" name="椭圆 238">
              <a:extLst>
                <a:ext uri="{FF2B5EF4-FFF2-40B4-BE49-F238E27FC236}">
                  <a16:creationId xmlns:a16="http://schemas.microsoft.com/office/drawing/2014/main" id="{B276A9AB-AE80-4EC7-A96D-C5D136805E54}"/>
                </a:ext>
              </a:extLst>
            </p:cNvPr>
            <p:cNvSpPr/>
            <p:nvPr/>
          </p:nvSpPr>
          <p:spPr>
            <a:xfrm>
              <a:off x="4013078" y="3973085"/>
              <a:ext cx="437322" cy="437322"/>
            </a:xfrm>
            <a:prstGeom prst="ellipse">
              <a:avLst/>
            </a:prstGeom>
            <a:solidFill>
              <a:srgbClr val="F8CCB9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</a:t>
              </a:r>
              <a:endParaRPr lang="zh-CN" alt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41" name="椭圆 240">
              <a:extLst>
                <a:ext uri="{FF2B5EF4-FFF2-40B4-BE49-F238E27FC236}">
                  <a16:creationId xmlns:a16="http://schemas.microsoft.com/office/drawing/2014/main" id="{A74496A8-ECDD-41CF-8815-DB9EF2A2DCEA}"/>
                </a:ext>
              </a:extLst>
            </p:cNvPr>
            <p:cNvSpPr/>
            <p:nvPr/>
          </p:nvSpPr>
          <p:spPr>
            <a:xfrm>
              <a:off x="5438941" y="3973085"/>
              <a:ext cx="437322" cy="437322"/>
            </a:xfrm>
            <a:prstGeom prst="ellipse">
              <a:avLst/>
            </a:prstGeom>
            <a:solidFill>
              <a:srgbClr val="F8CCB9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</a:t>
              </a:r>
              <a:endParaRPr lang="zh-CN" alt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43" name="直接连接符 242">
              <a:extLst>
                <a:ext uri="{FF2B5EF4-FFF2-40B4-BE49-F238E27FC236}">
                  <a16:creationId xmlns:a16="http://schemas.microsoft.com/office/drawing/2014/main" id="{00744B4A-0726-4C93-AA13-01765FC83E7A}"/>
                </a:ext>
              </a:extLst>
            </p:cNvPr>
            <p:cNvCxnSpPr>
              <a:cxnSpLocks/>
              <a:stCxn id="239" idx="7"/>
              <a:endCxn id="238" idx="3"/>
            </p:cNvCxnSpPr>
            <p:nvPr/>
          </p:nvCxnSpPr>
          <p:spPr>
            <a:xfrm flipV="1">
              <a:off x="4386356" y="3653655"/>
              <a:ext cx="383618" cy="38347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直接连接符 243">
              <a:extLst>
                <a:ext uri="{FF2B5EF4-FFF2-40B4-BE49-F238E27FC236}">
                  <a16:creationId xmlns:a16="http://schemas.microsoft.com/office/drawing/2014/main" id="{3ADD3067-E7B7-4475-8B4D-6463F7B9BBB1}"/>
                </a:ext>
              </a:extLst>
            </p:cNvPr>
            <p:cNvCxnSpPr>
              <a:cxnSpLocks/>
              <a:stCxn id="241" idx="1"/>
              <a:endCxn id="238" idx="5"/>
            </p:cNvCxnSpPr>
            <p:nvPr/>
          </p:nvCxnSpPr>
          <p:spPr>
            <a:xfrm flipH="1" flipV="1">
              <a:off x="5079208" y="3653655"/>
              <a:ext cx="423777" cy="38347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8" name="椭圆 247">
              <a:extLst>
                <a:ext uri="{FF2B5EF4-FFF2-40B4-BE49-F238E27FC236}">
                  <a16:creationId xmlns:a16="http://schemas.microsoft.com/office/drawing/2014/main" id="{B3F34250-7278-4246-896A-F881BA76D303}"/>
                </a:ext>
              </a:extLst>
            </p:cNvPr>
            <p:cNvSpPr/>
            <p:nvPr/>
          </p:nvSpPr>
          <p:spPr>
            <a:xfrm>
              <a:off x="5823198" y="4810177"/>
              <a:ext cx="437322" cy="437322"/>
            </a:xfrm>
            <a:prstGeom prst="ellipse">
              <a:avLst/>
            </a:prstGeom>
            <a:solidFill>
              <a:srgbClr val="FDEFE8"/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x</a:t>
              </a:r>
              <a:endPara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50" name="直接连接符 249">
              <a:extLst>
                <a:ext uri="{FF2B5EF4-FFF2-40B4-BE49-F238E27FC236}">
                  <a16:creationId xmlns:a16="http://schemas.microsoft.com/office/drawing/2014/main" id="{51F581AC-3CB2-46D9-BDE3-DF2D0C03B850}"/>
                </a:ext>
              </a:extLst>
            </p:cNvPr>
            <p:cNvCxnSpPr>
              <a:cxnSpLocks/>
              <a:stCxn id="248" idx="0"/>
            </p:cNvCxnSpPr>
            <p:nvPr/>
          </p:nvCxnSpPr>
          <p:spPr>
            <a:xfrm flipH="1" flipV="1">
              <a:off x="5823198" y="4343609"/>
              <a:ext cx="218661" cy="46656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1" name="箭头: 右 250">
              <a:extLst>
                <a:ext uri="{FF2B5EF4-FFF2-40B4-BE49-F238E27FC236}">
                  <a16:creationId xmlns:a16="http://schemas.microsoft.com/office/drawing/2014/main" id="{785C47FC-1950-41FE-B590-751D8E267473}"/>
                </a:ext>
              </a:extLst>
            </p:cNvPr>
            <p:cNvSpPr/>
            <p:nvPr/>
          </p:nvSpPr>
          <p:spPr>
            <a:xfrm>
              <a:off x="3330706" y="3878573"/>
              <a:ext cx="498921" cy="626346"/>
            </a:xfrm>
            <a:prstGeom prst="rightArrow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2" name="椭圆 251">
              <a:extLst>
                <a:ext uri="{FF2B5EF4-FFF2-40B4-BE49-F238E27FC236}">
                  <a16:creationId xmlns:a16="http://schemas.microsoft.com/office/drawing/2014/main" id="{06FECA37-FA7F-4704-84A2-B9AEF747E85C}"/>
                </a:ext>
              </a:extLst>
            </p:cNvPr>
            <p:cNvSpPr/>
            <p:nvPr/>
          </p:nvSpPr>
          <p:spPr>
            <a:xfrm>
              <a:off x="7481127" y="3276063"/>
              <a:ext cx="437322" cy="437322"/>
            </a:xfrm>
            <a:prstGeom prst="ellipse">
              <a:avLst/>
            </a:prstGeom>
            <a:solidFill>
              <a:srgbClr val="F8CCB9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</a:t>
              </a:r>
              <a:endParaRPr lang="zh-CN" alt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53" name="椭圆 252">
              <a:extLst>
                <a:ext uri="{FF2B5EF4-FFF2-40B4-BE49-F238E27FC236}">
                  <a16:creationId xmlns:a16="http://schemas.microsoft.com/office/drawing/2014/main" id="{291B9EB9-9838-4AAC-9A62-7FA17EFC7CDE}"/>
                </a:ext>
              </a:extLst>
            </p:cNvPr>
            <p:cNvSpPr/>
            <p:nvPr/>
          </p:nvSpPr>
          <p:spPr>
            <a:xfrm>
              <a:off x="6788275" y="3968771"/>
              <a:ext cx="437322" cy="437322"/>
            </a:xfrm>
            <a:prstGeom prst="ellipse">
              <a:avLst/>
            </a:prstGeom>
            <a:solidFill>
              <a:srgbClr val="F0835C"/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endPara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54" name="椭圆 253">
              <a:extLst>
                <a:ext uri="{FF2B5EF4-FFF2-40B4-BE49-F238E27FC236}">
                  <a16:creationId xmlns:a16="http://schemas.microsoft.com/office/drawing/2014/main" id="{0C472AC9-C2B8-4105-87AE-CE09881637F9}"/>
                </a:ext>
              </a:extLst>
            </p:cNvPr>
            <p:cNvSpPr/>
            <p:nvPr/>
          </p:nvSpPr>
          <p:spPr>
            <a:xfrm>
              <a:off x="6350953" y="4808617"/>
              <a:ext cx="437322" cy="437322"/>
            </a:xfrm>
            <a:prstGeom prst="ellipse">
              <a:avLst/>
            </a:prstGeom>
            <a:solidFill>
              <a:srgbClr val="F8CCB9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U</a:t>
              </a:r>
              <a:endParaRPr lang="zh-CN" alt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55" name="椭圆 254">
              <a:extLst>
                <a:ext uri="{FF2B5EF4-FFF2-40B4-BE49-F238E27FC236}">
                  <a16:creationId xmlns:a16="http://schemas.microsoft.com/office/drawing/2014/main" id="{E04056F3-2C6F-422E-9871-59953AAA09AF}"/>
                </a:ext>
              </a:extLst>
            </p:cNvPr>
            <p:cNvSpPr/>
            <p:nvPr/>
          </p:nvSpPr>
          <p:spPr>
            <a:xfrm>
              <a:off x="8214138" y="3968771"/>
              <a:ext cx="437322" cy="437322"/>
            </a:xfrm>
            <a:prstGeom prst="ellipse">
              <a:avLst/>
            </a:prstGeom>
            <a:solidFill>
              <a:srgbClr val="FDEFE8"/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x</a:t>
              </a:r>
              <a:endPara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57" name="直接连接符 256">
              <a:extLst>
                <a:ext uri="{FF2B5EF4-FFF2-40B4-BE49-F238E27FC236}">
                  <a16:creationId xmlns:a16="http://schemas.microsoft.com/office/drawing/2014/main" id="{C1B1C6B1-8E35-40C6-957D-DA03C4D0EFEC}"/>
                </a:ext>
              </a:extLst>
            </p:cNvPr>
            <p:cNvCxnSpPr>
              <a:cxnSpLocks/>
              <a:stCxn id="253" idx="7"/>
              <a:endCxn id="252" idx="3"/>
            </p:cNvCxnSpPr>
            <p:nvPr/>
          </p:nvCxnSpPr>
          <p:spPr>
            <a:xfrm flipV="1">
              <a:off x="7161553" y="3649341"/>
              <a:ext cx="383618" cy="38347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直接连接符 257">
              <a:extLst>
                <a:ext uri="{FF2B5EF4-FFF2-40B4-BE49-F238E27FC236}">
                  <a16:creationId xmlns:a16="http://schemas.microsoft.com/office/drawing/2014/main" id="{BFFF4ABE-250B-45F3-98BD-5F168F97BAC2}"/>
                </a:ext>
              </a:extLst>
            </p:cNvPr>
            <p:cNvCxnSpPr>
              <a:cxnSpLocks/>
              <a:stCxn id="255" idx="1"/>
              <a:endCxn id="252" idx="5"/>
            </p:cNvCxnSpPr>
            <p:nvPr/>
          </p:nvCxnSpPr>
          <p:spPr>
            <a:xfrm flipH="1" flipV="1">
              <a:off x="7854405" y="3649341"/>
              <a:ext cx="423777" cy="38347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直接连接符 258">
              <a:extLst>
                <a:ext uri="{FF2B5EF4-FFF2-40B4-BE49-F238E27FC236}">
                  <a16:creationId xmlns:a16="http://schemas.microsoft.com/office/drawing/2014/main" id="{44A3CBBF-10A5-40E7-B71D-CB68DFE2DC23}"/>
                </a:ext>
              </a:extLst>
            </p:cNvPr>
            <p:cNvCxnSpPr>
              <a:cxnSpLocks/>
              <a:stCxn id="254" idx="0"/>
              <a:endCxn id="253" idx="3"/>
            </p:cNvCxnSpPr>
            <p:nvPr/>
          </p:nvCxnSpPr>
          <p:spPr>
            <a:xfrm flipV="1">
              <a:off x="6569614" y="4342049"/>
              <a:ext cx="282705" cy="46656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5" name="箭头: 右 264">
              <a:extLst>
                <a:ext uri="{FF2B5EF4-FFF2-40B4-BE49-F238E27FC236}">
                  <a16:creationId xmlns:a16="http://schemas.microsoft.com/office/drawing/2014/main" id="{A34DEE14-E8BC-438E-BBA8-60CA9A187D2F}"/>
                </a:ext>
              </a:extLst>
            </p:cNvPr>
            <p:cNvSpPr/>
            <p:nvPr/>
          </p:nvSpPr>
          <p:spPr>
            <a:xfrm>
              <a:off x="6105903" y="3874259"/>
              <a:ext cx="498921" cy="626346"/>
            </a:xfrm>
            <a:prstGeom prst="rightArrow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5648644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>
            <a:extLst>
              <a:ext uri="{FF2B5EF4-FFF2-40B4-BE49-F238E27FC236}">
                <a16:creationId xmlns:a16="http://schemas.microsoft.com/office/drawing/2014/main" id="{2758D245-A431-4F2D-926A-8D73068AB8ED}"/>
              </a:ext>
            </a:extLst>
          </p:cNvPr>
          <p:cNvGrpSpPr/>
          <p:nvPr/>
        </p:nvGrpSpPr>
        <p:grpSpPr>
          <a:xfrm>
            <a:off x="900535" y="137436"/>
            <a:ext cx="10063046" cy="2462806"/>
            <a:chOff x="900535" y="137436"/>
            <a:chExt cx="10063046" cy="246280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247CAF6A-C9C0-47BB-92EE-278586D3E74E}"/>
                </a:ext>
              </a:extLst>
            </p:cNvPr>
            <p:cNvSpPr/>
            <p:nvPr/>
          </p:nvSpPr>
          <p:spPr>
            <a:xfrm>
              <a:off x="3745536" y="137436"/>
              <a:ext cx="2920302" cy="437322"/>
            </a:xfrm>
            <a:prstGeom prst="rect">
              <a:avLst/>
            </a:prstGeom>
            <a:solidFill>
              <a:srgbClr val="D74514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10</a:t>
              </a:r>
              <a:endPara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E4040758-75F2-4BF4-9E03-223C614DD06D}"/>
                </a:ext>
              </a:extLst>
            </p:cNvPr>
            <p:cNvSpPr/>
            <p:nvPr/>
          </p:nvSpPr>
          <p:spPr>
            <a:xfrm>
              <a:off x="6665838" y="1150178"/>
              <a:ext cx="3075822" cy="437322"/>
            </a:xfrm>
            <a:prstGeom prst="rect">
              <a:avLst/>
            </a:prstGeom>
            <a:solidFill>
              <a:srgbClr val="F0835C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13 16 19</a:t>
              </a:r>
              <a:endPara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EC343A04-C693-45E7-8AD3-94BC1F5F26B9}"/>
                </a:ext>
              </a:extLst>
            </p:cNvPr>
            <p:cNvSpPr/>
            <p:nvPr/>
          </p:nvSpPr>
          <p:spPr>
            <a:xfrm>
              <a:off x="5443917" y="2162920"/>
              <a:ext cx="1221921" cy="437322"/>
            </a:xfrm>
            <a:prstGeom prst="rect">
              <a:avLst/>
            </a:prstGeom>
            <a:solidFill>
              <a:srgbClr val="FDEFE8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11 12</a:t>
              </a:r>
              <a:endParaRPr lang="zh-CN" altLang="en-US" b="1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18E6B9DA-86A1-4755-92CF-25BB39483026}"/>
                </a:ext>
              </a:extLst>
            </p:cNvPr>
            <p:cNvSpPr/>
            <p:nvPr/>
          </p:nvSpPr>
          <p:spPr>
            <a:xfrm>
              <a:off x="6876498" y="2162920"/>
              <a:ext cx="1221921" cy="437322"/>
            </a:xfrm>
            <a:prstGeom prst="rect">
              <a:avLst/>
            </a:prstGeom>
            <a:solidFill>
              <a:srgbClr val="FDEFE8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14 15</a:t>
              </a:r>
              <a:endParaRPr lang="zh-CN" altLang="en-US" b="1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424CD528-81CF-4151-AEB3-A38DFB2ABE0E}"/>
                </a:ext>
              </a:extLst>
            </p:cNvPr>
            <p:cNvSpPr/>
            <p:nvPr/>
          </p:nvSpPr>
          <p:spPr>
            <a:xfrm>
              <a:off x="8309079" y="2162920"/>
              <a:ext cx="1221921" cy="437322"/>
            </a:xfrm>
            <a:prstGeom prst="rect">
              <a:avLst/>
            </a:prstGeom>
            <a:solidFill>
              <a:srgbClr val="FDEFE8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17 18</a:t>
              </a:r>
              <a:endParaRPr lang="zh-CN" altLang="en-US" b="1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F74D1B65-07C4-4455-BA8D-851575B79DD3}"/>
                </a:ext>
              </a:extLst>
            </p:cNvPr>
            <p:cNvSpPr/>
            <p:nvPr/>
          </p:nvSpPr>
          <p:spPr>
            <a:xfrm>
              <a:off x="9741660" y="2162920"/>
              <a:ext cx="1221921" cy="437322"/>
            </a:xfrm>
            <a:prstGeom prst="rect">
              <a:avLst/>
            </a:prstGeom>
            <a:solidFill>
              <a:srgbClr val="FDEFE8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20 21</a:t>
              </a:r>
              <a:endParaRPr lang="zh-CN" altLang="en-US" b="1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A80FFA3D-B938-487A-9F2E-0C8DED1AB2A7}"/>
                </a:ext>
              </a:extLst>
            </p:cNvPr>
            <p:cNvCxnSpPr>
              <a:cxnSpLocks/>
              <a:stCxn id="4" idx="0"/>
            </p:cNvCxnSpPr>
            <p:nvPr/>
          </p:nvCxnSpPr>
          <p:spPr>
            <a:xfrm flipV="1">
              <a:off x="6054878" y="1587500"/>
              <a:ext cx="610960" cy="57542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148FB67B-7224-4FFC-A0E0-EDED74D6F4D5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flipH="1" flipV="1">
              <a:off x="9741661" y="1587500"/>
              <a:ext cx="610960" cy="57542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EA9FDC60-2310-4FB0-9BE4-1530FEABDD2E}"/>
                </a:ext>
              </a:extLst>
            </p:cNvPr>
            <p:cNvCxnSpPr>
              <a:cxnSpLocks/>
              <a:stCxn id="5" idx="0"/>
            </p:cNvCxnSpPr>
            <p:nvPr/>
          </p:nvCxnSpPr>
          <p:spPr>
            <a:xfrm flipV="1">
              <a:off x="7487459" y="1587500"/>
              <a:ext cx="290021" cy="57542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D927EA0E-0561-4471-97E2-2B4C2F9A4759}"/>
                </a:ext>
              </a:extLst>
            </p:cNvPr>
            <p:cNvCxnSpPr>
              <a:cxnSpLocks/>
              <a:stCxn id="6" idx="0"/>
            </p:cNvCxnSpPr>
            <p:nvPr/>
          </p:nvCxnSpPr>
          <p:spPr>
            <a:xfrm flipH="1" flipV="1">
              <a:off x="8653780" y="1587500"/>
              <a:ext cx="266260" cy="57542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F6A304AF-04FF-4671-A0B4-09EF419536D9}"/>
                </a:ext>
              </a:extLst>
            </p:cNvPr>
            <p:cNvSpPr/>
            <p:nvPr/>
          </p:nvSpPr>
          <p:spPr>
            <a:xfrm>
              <a:off x="2122455" y="1150178"/>
              <a:ext cx="1623081" cy="437322"/>
            </a:xfrm>
            <a:prstGeom prst="rect">
              <a:avLst/>
            </a:prstGeom>
            <a:solidFill>
              <a:srgbClr val="F0835C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13 16 19</a:t>
              </a:r>
              <a:endPara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C6835238-23AB-469F-8162-14E74ABDB4B5}"/>
                </a:ext>
              </a:extLst>
            </p:cNvPr>
            <p:cNvSpPr/>
            <p:nvPr/>
          </p:nvSpPr>
          <p:spPr>
            <a:xfrm>
              <a:off x="900535" y="2162920"/>
              <a:ext cx="1221921" cy="437322"/>
            </a:xfrm>
            <a:prstGeom prst="rect">
              <a:avLst/>
            </a:prstGeom>
            <a:solidFill>
              <a:srgbClr val="FDEFE8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14 15</a:t>
              </a:r>
              <a:endParaRPr lang="zh-CN" altLang="en-US" b="1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F66F2BFA-B9F3-4177-9CCC-771E4EAF3B5B}"/>
                </a:ext>
              </a:extLst>
            </p:cNvPr>
            <p:cNvSpPr/>
            <p:nvPr/>
          </p:nvSpPr>
          <p:spPr>
            <a:xfrm>
              <a:off x="2333116" y="2162920"/>
              <a:ext cx="1221921" cy="437322"/>
            </a:xfrm>
            <a:prstGeom prst="rect">
              <a:avLst/>
            </a:prstGeom>
            <a:solidFill>
              <a:srgbClr val="FDEFE8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17 18</a:t>
              </a:r>
              <a:endParaRPr lang="zh-CN" altLang="en-US" b="1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122E7A6-E249-43C8-A423-33DE3583E0F1}"/>
                </a:ext>
              </a:extLst>
            </p:cNvPr>
            <p:cNvSpPr/>
            <p:nvPr/>
          </p:nvSpPr>
          <p:spPr>
            <a:xfrm>
              <a:off x="3745537" y="2162920"/>
              <a:ext cx="1432581" cy="437322"/>
            </a:xfrm>
            <a:prstGeom prst="rect">
              <a:avLst/>
            </a:prstGeom>
            <a:solidFill>
              <a:srgbClr val="FDEFE8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7 8 9</a:t>
              </a:r>
              <a:endParaRPr lang="zh-CN" altLang="en-US" b="1" dirty="0">
                <a:solidFill>
                  <a:srgbClr val="D74514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6D76BB15-87C8-475B-9D26-897B02DDE122}"/>
                </a:ext>
              </a:extLst>
            </p:cNvPr>
            <p:cNvCxnSpPr>
              <a:cxnSpLocks/>
              <a:stCxn id="25" idx="0"/>
            </p:cNvCxnSpPr>
            <p:nvPr/>
          </p:nvCxnSpPr>
          <p:spPr>
            <a:xfrm flipH="1" flipV="1">
              <a:off x="3745536" y="1587500"/>
              <a:ext cx="716292" cy="57542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A7069C72-9C37-42DA-B5CD-94F2CB0A7702}"/>
                </a:ext>
              </a:extLst>
            </p:cNvPr>
            <p:cNvCxnSpPr>
              <a:cxnSpLocks/>
              <a:stCxn id="23" idx="0"/>
            </p:cNvCxnSpPr>
            <p:nvPr/>
          </p:nvCxnSpPr>
          <p:spPr>
            <a:xfrm flipV="1">
              <a:off x="1511496" y="1587500"/>
              <a:ext cx="640990" cy="57542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37C5E08D-7744-4997-884D-AD0F88954007}"/>
                </a:ext>
              </a:extLst>
            </p:cNvPr>
            <p:cNvCxnSpPr>
              <a:cxnSpLocks/>
              <a:stCxn id="24" idx="0"/>
              <a:endCxn id="21" idx="2"/>
            </p:cNvCxnSpPr>
            <p:nvPr/>
          </p:nvCxnSpPr>
          <p:spPr>
            <a:xfrm flipH="1" flipV="1">
              <a:off x="2933996" y="1587500"/>
              <a:ext cx="10081" cy="57542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558266A9-6C8E-4915-B5D3-0EEC0EC74FBD}"/>
                </a:ext>
              </a:extLst>
            </p:cNvPr>
            <p:cNvCxnSpPr>
              <a:cxnSpLocks/>
              <a:stCxn id="3" idx="0"/>
            </p:cNvCxnSpPr>
            <p:nvPr/>
          </p:nvCxnSpPr>
          <p:spPr>
            <a:xfrm flipH="1" flipV="1">
              <a:off x="6665839" y="574758"/>
              <a:ext cx="1537910" cy="57542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9FEBEFB0-DFAB-4805-9783-632114BFF1C0}"/>
                </a:ext>
              </a:extLst>
            </p:cNvPr>
            <p:cNvCxnSpPr>
              <a:cxnSpLocks/>
              <a:stCxn id="21" idx="0"/>
            </p:cNvCxnSpPr>
            <p:nvPr/>
          </p:nvCxnSpPr>
          <p:spPr>
            <a:xfrm flipV="1">
              <a:off x="2933996" y="574758"/>
              <a:ext cx="811541" cy="57542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3658819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76BDB96-3A75-47CB-AA7C-C1A7B24C75E0}"/>
              </a:ext>
            </a:extLst>
          </p:cNvPr>
          <p:cNvSpPr/>
          <p:nvPr/>
        </p:nvSpPr>
        <p:spPr>
          <a:xfrm>
            <a:off x="481636" y="378736"/>
            <a:ext cx="1575764" cy="437322"/>
          </a:xfrm>
          <a:prstGeom prst="rect">
            <a:avLst/>
          </a:prstGeom>
          <a:solidFill>
            <a:srgbClr val="D74514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1 3 7 14</a:t>
            </a:r>
            <a:endParaRPr lang="zh-CN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A9EC5351-03CD-44DB-BD2E-4606E7B2B583}"/>
              </a:ext>
            </a:extLst>
          </p:cNvPr>
          <p:cNvGrpSpPr/>
          <p:nvPr/>
        </p:nvGrpSpPr>
        <p:grpSpPr>
          <a:xfrm>
            <a:off x="4869706" y="4768729"/>
            <a:ext cx="5224243" cy="1757338"/>
            <a:chOff x="4869706" y="4768729"/>
            <a:chExt cx="5224243" cy="1757338"/>
          </a:xfrm>
        </p:grpSpPr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86416B3E-D7A8-4BB2-BE81-A63565482AD9}"/>
                </a:ext>
              </a:extLst>
            </p:cNvPr>
            <p:cNvGrpSpPr/>
            <p:nvPr/>
          </p:nvGrpSpPr>
          <p:grpSpPr>
            <a:xfrm>
              <a:off x="4869706" y="5352642"/>
              <a:ext cx="5224243" cy="1173425"/>
              <a:chOff x="4151111" y="3728776"/>
              <a:chExt cx="5224243" cy="1173425"/>
            </a:xfrm>
          </p:grpSpPr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2B3CEBA3-15D8-4E79-BA8B-694D979A4F7B}"/>
                  </a:ext>
                </a:extLst>
              </p:cNvPr>
              <p:cNvSpPr/>
              <p:nvPr/>
            </p:nvSpPr>
            <p:spPr>
              <a:xfrm>
                <a:off x="4151111" y="4464879"/>
                <a:ext cx="1317317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1 3 5 6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49112F99-0C54-4607-87FD-0D07D9C84A73}"/>
                  </a:ext>
                </a:extLst>
              </p:cNvPr>
              <p:cNvSpPr/>
              <p:nvPr/>
            </p:nvSpPr>
            <p:spPr>
              <a:xfrm>
                <a:off x="5468428" y="3728776"/>
                <a:ext cx="1948168" cy="437322"/>
              </a:xfrm>
              <a:prstGeom prst="rect">
                <a:avLst/>
              </a:prstGeom>
              <a:solidFill>
                <a:srgbClr val="D74514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7 13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6FBC8B08-9E58-4760-829D-98BCFDC77ED3}"/>
                  </a:ext>
                </a:extLst>
              </p:cNvPr>
              <p:cNvSpPr/>
              <p:nvPr/>
            </p:nvSpPr>
            <p:spPr>
              <a:xfrm>
                <a:off x="5783854" y="4464879"/>
                <a:ext cx="1317317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8 11 12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E5FA2CDB-165E-4E1B-A2B3-5A4761806E1C}"/>
                  </a:ext>
                </a:extLst>
              </p:cNvPr>
              <p:cNvCxnSpPr>
                <a:cxnSpLocks/>
                <a:endCxn id="43" idx="0"/>
              </p:cNvCxnSpPr>
              <p:nvPr/>
            </p:nvCxnSpPr>
            <p:spPr>
              <a:xfrm flipH="1">
                <a:off x="4809770" y="4143458"/>
                <a:ext cx="653364" cy="3214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74527189-8CD5-49C6-8DE2-CCF0C97534E6}"/>
                  </a:ext>
                </a:extLst>
              </p:cNvPr>
              <p:cNvCxnSpPr>
                <a:cxnSpLocks/>
                <a:endCxn id="48" idx="0"/>
              </p:cNvCxnSpPr>
              <p:nvPr/>
            </p:nvCxnSpPr>
            <p:spPr>
              <a:xfrm>
                <a:off x="7416596" y="4143458"/>
                <a:ext cx="979380" cy="3214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13B6BF82-7655-4904-9BC7-4D14E49C82B7}"/>
                  </a:ext>
                </a:extLst>
              </p:cNvPr>
              <p:cNvSpPr/>
              <p:nvPr/>
            </p:nvSpPr>
            <p:spPr>
              <a:xfrm>
                <a:off x="7416597" y="4464879"/>
                <a:ext cx="1958757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14 17 20 23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F9BDDECB-C107-4909-9770-776DA3ECA18A}"/>
                  </a:ext>
                </a:extLst>
              </p:cNvPr>
              <p:cNvCxnSpPr>
                <a:cxnSpLocks/>
                <a:stCxn id="44" idx="2"/>
                <a:endCxn id="45" idx="0"/>
              </p:cNvCxnSpPr>
              <p:nvPr/>
            </p:nvCxnSpPr>
            <p:spPr>
              <a:xfrm>
                <a:off x="6442512" y="4166098"/>
                <a:ext cx="1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2" name="箭头: 下 41">
              <a:extLst>
                <a:ext uri="{FF2B5EF4-FFF2-40B4-BE49-F238E27FC236}">
                  <a16:creationId xmlns:a16="http://schemas.microsoft.com/office/drawing/2014/main" id="{953CECE0-1F53-4912-BB2A-05685E210669}"/>
                </a:ext>
              </a:extLst>
            </p:cNvPr>
            <p:cNvSpPr/>
            <p:nvPr/>
          </p:nvSpPr>
          <p:spPr>
            <a:xfrm>
              <a:off x="6678989" y="4768729"/>
              <a:ext cx="964236" cy="410320"/>
            </a:xfrm>
            <a:prstGeom prst="downArrow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89752B4C-5BD0-4CDF-874C-2183D9BA559B}"/>
              </a:ext>
            </a:extLst>
          </p:cNvPr>
          <p:cNvGrpSpPr/>
          <p:nvPr/>
        </p:nvGrpSpPr>
        <p:grpSpPr>
          <a:xfrm>
            <a:off x="7122564" y="19854"/>
            <a:ext cx="3883330" cy="3732053"/>
            <a:chOff x="3718716" y="-116675"/>
            <a:chExt cx="3883330" cy="3732053"/>
          </a:xfrm>
        </p:grpSpPr>
        <p:grpSp>
          <p:nvGrpSpPr>
            <p:cNvPr id="70" name="组合 69">
              <a:extLst>
                <a:ext uri="{FF2B5EF4-FFF2-40B4-BE49-F238E27FC236}">
                  <a16:creationId xmlns:a16="http://schemas.microsoft.com/office/drawing/2014/main" id="{42DDD2C1-F921-4B69-92D9-FF196F0D00B0}"/>
                </a:ext>
              </a:extLst>
            </p:cNvPr>
            <p:cNvGrpSpPr/>
            <p:nvPr/>
          </p:nvGrpSpPr>
          <p:grpSpPr>
            <a:xfrm>
              <a:off x="4153997" y="483593"/>
              <a:ext cx="3448049" cy="1173425"/>
              <a:chOff x="4121151" y="483594"/>
              <a:chExt cx="3448049" cy="1173425"/>
            </a:xfrm>
          </p:grpSpPr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375CA117-F1B8-4D9F-B757-E684F68AEE6F}"/>
                  </a:ext>
                </a:extLst>
              </p:cNvPr>
              <p:cNvSpPr/>
              <p:nvPr/>
            </p:nvSpPr>
            <p:spPr>
              <a:xfrm>
                <a:off x="4121151" y="1219697"/>
                <a:ext cx="1079500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1 3 5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621E89EC-1DAF-44E2-8E69-05998DB1598A}"/>
                  </a:ext>
                </a:extLst>
              </p:cNvPr>
              <p:cNvSpPr/>
              <p:nvPr/>
            </p:nvSpPr>
            <p:spPr>
              <a:xfrm>
                <a:off x="4870450" y="483594"/>
                <a:ext cx="1314450" cy="437322"/>
              </a:xfrm>
              <a:prstGeom prst="rect">
                <a:avLst/>
              </a:prstGeom>
              <a:solidFill>
                <a:srgbClr val="D74514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7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39695564-10D3-4576-B23D-E00A25F38638}"/>
                  </a:ext>
                </a:extLst>
              </p:cNvPr>
              <p:cNvSpPr/>
              <p:nvPr/>
            </p:nvSpPr>
            <p:spPr>
              <a:xfrm>
                <a:off x="5519114" y="1219697"/>
                <a:ext cx="2050086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8 11 13 14 17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1EC08006-FF22-4896-A169-C0265A40E9B8}"/>
                  </a:ext>
                </a:extLst>
              </p:cNvPr>
              <p:cNvCxnSpPr>
                <a:cxnSpLocks/>
                <a:endCxn id="23" idx="0"/>
              </p:cNvCxnSpPr>
              <p:nvPr/>
            </p:nvCxnSpPr>
            <p:spPr>
              <a:xfrm flipH="1">
                <a:off x="4660901" y="920916"/>
                <a:ext cx="209550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33EF1F73-B30A-4A73-AC74-EDD635BDE0E1}"/>
                  </a:ext>
                </a:extLst>
              </p:cNvPr>
              <p:cNvCxnSpPr>
                <a:cxnSpLocks/>
                <a:endCxn id="25" idx="0"/>
              </p:cNvCxnSpPr>
              <p:nvPr/>
            </p:nvCxnSpPr>
            <p:spPr>
              <a:xfrm>
                <a:off x="6184900" y="920916"/>
                <a:ext cx="359257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" name="组合 70">
              <a:extLst>
                <a:ext uri="{FF2B5EF4-FFF2-40B4-BE49-F238E27FC236}">
                  <a16:creationId xmlns:a16="http://schemas.microsoft.com/office/drawing/2014/main" id="{5C0963FA-8D58-4149-935C-882D0B754696}"/>
                </a:ext>
              </a:extLst>
            </p:cNvPr>
            <p:cNvGrpSpPr/>
            <p:nvPr/>
          </p:nvGrpSpPr>
          <p:grpSpPr>
            <a:xfrm>
              <a:off x="3718716" y="2441953"/>
              <a:ext cx="3666488" cy="1173425"/>
              <a:chOff x="4121151" y="1955800"/>
              <a:chExt cx="3666488" cy="1173425"/>
            </a:xfrm>
          </p:grpSpPr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539A52E2-34FB-43F7-9F1F-92D56B14BDB1}"/>
                  </a:ext>
                </a:extLst>
              </p:cNvPr>
              <p:cNvSpPr/>
              <p:nvPr/>
            </p:nvSpPr>
            <p:spPr>
              <a:xfrm>
                <a:off x="4121151" y="2691903"/>
                <a:ext cx="1079500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1 3 5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634EA20F-5C82-40AF-A32E-EECFC8E637FD}"/>
                  </a:ext>
                </a:extLst>
              </p:cNvPr>
              <p:cNvSpPr/>
              <p:nvPr/>
            </p:nvSpPr>
            <p:spPr>
              <a:xfrm>
                <a:off x="5200650" y="1955800"/>
                <a:ext cx="1531312" cy="437322"/>
              </a:xfrm>
              <a:prstGeom prst="rect">
                <a:avLst/>
              </a:prstGeom>
              <a:solidFill>
                <a:srgbClr val="D74514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7 13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F61F5267-90C0-4B15-8191-E4554BA656B3}"/>
                  </a:ext>
                </a:extLst>
              </p:cNvPr>
              <p:cNvSpPr/>
              <p:nvPr/>
            </p:nvSpPr>
            <p:spPr>
              <a:xfrm>
                <a:off x="5519114" y="2691903"/>
                <a:ext cx="894386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8 11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EA055A89-198A-46D4-94E5-8C0D36D459F3}"/>
                  </a:ext>
                </a:extLst>
              </p:cNvPr>
              <p:cNvCxnSpPr>
                <a:cxnSpLocks/>
                <a:endCxn id="30" idx="0"/>
              </p:cNvCxnSpPr>
              <p:nvPr/>
            </p:nvCxnSpPr>
            <p:spPr>
              <a:xfrm flipH="1">
                <a:off x="4660901" y="2393122"/>
                <a:ext cx="539749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7AF3A43A-83B0-4C96-9672-B63B7545D175}"/>
                  </a:ext>
                </a:extLst>
              </p:cNvPr>
              <p:cNvCxnSpPr>
                <a:cxnSpLocks/>
                <a:endCxn id="36" idx="0"/>
              </p:cNvCxnSpPr>
              <p:nvPr/>
            </p:nvCxnSpPr>
            <p:spPr>
              <a:xfrm>
                <a:off x="6731962" y="2393122"/>
                <a:ext cx="527839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CE19913B-3006-468D-90A2-A18645F97DAF}"/>
                  </a:ext>
                </a:extLst>
              </p:cNvPr>
              <p:cNvSpPr/>
              <p:nvPr/>
            </p:nvSpPr>
            <p:spPr>
              <a:xfrm>
                <a:off x="6731962" y="2691903"/>
                <a:ext cx="1055677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14 17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B2E9C5F7-4B71-4284-95C6-DF0638DFEE8F}"/>
                  </a:ext>
                </a:extLst>
              </p:cNvPr>
              <p:cNvCxnSpPr>
                <a:cxnSpLocks/>
                <a:stCxn id="31" idx="2"/>
                <a:endCxn id="32" idx="0"/>
              </p:cNvCxnSpPr>
              <p:nvPr/>
            </p:nvCxnSpPr>
            <p:spPr>
              <a:xfrm>
                <a:off x="5966306" y="2393122"/>
                <a:ext cx="1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7" name="箭头: 下 76">
              <a:extLst>
                <a:ext uri="{FF2B5EF4-FFF2-40B4-BE49-F238E27FC236}">
                  <a16:creationId xmlns:a16="http://schemas.microsoft.com/office/drawing/2014/main" id="{9BB3F1F9-E587-49DC-A960-B1A90D63358A}"/>
                </a:ext>
              </a:extLst>
            </p:cNvPr>
            <p:cNvSpPr/>
            <p:nvPr/>
          </p:nvSpPr>
          <p:spPr>
            <a:xfrm>
              <a:off x="5078403" y="1846966"/>
              <a:ext cx="964236" cy="410320"/>
            </a:xfrm>
            <a:prstGeom prst="downArrow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箭头: 下 49">
              <a:extLst>
                <a:ext uri="{FF2B5EF4-FFF2-40B4-BE49-F238E27FC236}">
                  <a16:creationId xmlns:a16="http://schemas.microsoft.com/office/drawing/2014/main" id="{232235BE-3002-435B-83D7-3548C039221B}"/>
                </a:ext>
              </a:extLst>
            </p:cNvPr>
            <p:cNvSpPr/>
            <p:nvPr/>
          </p:nvSpPr>
          <p:spPr>
            <a:xfrm>
              <a:off x="5069842" y="-116675"/>
              <a:ext cx="964236" cy="410320"/>
            </a:xfrm>
            <a:prstGeom prst="downArrow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90D99FB3-4DB3-45A7-A24E-B16E21122CC8}"/>
              </a:ext>
            </a:extLst>
          </p:cNvPr>
          <p:cNvGrpSpPr/>
          <p:nvPr/>
        </p:nvGrpSpPr>
        <p:grpSpPr>
          <a:xfrm>
            <a:off x="640387" y="4895519"/>
            <a:ext cx="3092449" cy="1733135"/>
            <a:chOff x="640387" y="4895519"/>
            <a:chExt cx="3092449" cy="1733135"/>
          </a:xfrm>
        </p:grpSpPr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76248BA1-96D3-4F77-B287-10F11FA3595C}"/>
                </a:ext>
              </a:extLst>
            </p:cNvPr>
            <p:cNvGrpSpPr/>
            <p:nvPr/>
          </p:nvGrpSpPr>
          <p:grpSpPr>
            <a:xfrm>
              <a:off x="640387" y="5455229"/>
              <a:ext cx="3092449" cy="1173425"/>
              <a:chOff x="539751" y="4143458"/>
              <a:chExt cx="3092449" cy="1173425"/>
            </a:xfrm>
          </p:grpSpPr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24A6F986-C830-4CCC-9ED7-6EB8E2ED8E1C}"/>
                  </a:ext>
                </a:extLst>
              </p:cNvPr>
              <p:cNvSpPr/>
              <p:nvPr/>
            </p:nvSpPr>
            <p:spPr>
              <a:xfrm>
                <a:off x="539751" y="4879561"/>
                <a:ext cx="1079500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1 3 5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1B5E0616-F0FD-4B3A-AC5F-7690A82D61D2}"/>
                  </a:ext>
                </a:extLst>
              </p:cNvPr>
              <p:cNvSpPr/>
              <p:nvPr/>
            </p:nvSpPr>
            <p:spPr>
              <a:xfrm>
                <a:off x="1289050" y="4143458"/>
                <a:ext cx="1079500" cy="437322"/>
              </a:xfrm>
              <a:prstGeom prst="rect">
                <a:avLst/>
              </a:prstGeom>
              <a:solidFill>
                <a:srgbClr val="D74514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7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3B1EB9B3-FBF0-412F-914D-296ADD37FD89}"/>
                  </a:ext>
                </a:extLst>
              </p:cNvPr>
              <p:cNvSpPr/>
              <p:nvPr/>
            </p:nvSpPr>
            <p:spPr>
              <a:xfrm>
                <a:off x="1937714" y="4879561"/>
                <a:ext cx="1694486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8 11 14 17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4EDE2DFC-AA87-4127-A727-6B58EEA32382}"/>
                  </a:ext>
                </a:extLst>
              </p:cNvPr>
              <p:cNvCxnSpPr>
                <a:cxnSpLocks/>
                <a:endCxn id="13" idx="0"/>
              </p:cNvCxnSpPr>
              <p:nvPr/>
            </p:nvCxnSpPr>
            <p:spPr>
              <a:xfrm flipH="1">
                <a:off x="1079501" y="4580780"/>
                <a:ext cx="209550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F5855916-DE3E-4FEC-BEFF-1D56C19E7DF1}"/>
                  </a:ext>
                </a:extLst>
              </p:cNvPr>
              <p:cNvCxnSpPr>
                <a:cxnSpLocks/>
                <a:endCxn id="15" idx="0"/>
              </p:cNvCxnSpPr>
              <p:nvPr/>
            </p:nvCxnSpPr>
            <p:spPr>
              <a:xfrm>
                <a:off x="2368550" y="4580780"/>
                <a:ext cx="416407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1" name="箭头: 下 50">
              <a:extLst>
                <a:ext uri="{FF2B5EF4-FFF2-40B4-BE49-F238E27FC236}">
                  <a16:creationId xmlns:a16="http://schemas.microsoft.com/office/drawing/2014/main" id="{BB7E06E9-C37C-413F-917D-0EAD97B7BC07}"/>
                </a:ext>
              </a:extLst>
            </p:cNvPr>
            <p:cNvSpPr/>
            <p:nvPr/>
          </p:nvSpPr>
          <p:spPr>
            <a:xfrm>
              <a:off x="1447318" y="4895519"/>
              <a:ext cx="964236" cy="410320"/>
            </a:xfrm>
            <a:prstGeom prst="downArrow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A72134B6-CAA9-4939-BCFC-4FC651C0895D}"/>
              </a:ext>
            </a:extLst>
          </p:cNvPr>
          <p:cNvGrpSpPr/>
          <p:nvPr/>
        </p:nvGrpSpPr>
        <p:grpSpPr>
          <a:xfrm>
            <a:off x="1621387" y="1459143"/>
            <a:ext cx="2311399" cy="2968252"/>
            <a:chOff x="1621387" y="1459143"/>
            <a:chExt cx="2311399" cy="2968252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1CD27834-5F40-47BC-9FF0-AB8D9B480B97}"/>
                </a:ext>
              </a:extLst>
            </p:cNvPr>
            <p:cNvSpPr/>
            <p:nvPr/>
          </p:nvSpPr>
          <p:spPr>
            <a:xfrm>
              <a:off x="1780137" y="2005353"/>
              <a:ext cx="1829764" cy="437322"/>
            </a:xfrm>
            <a:prstGeom prst="rect">
              <a:avLst/>
            </a:prstGeom>
            <a:solidFill>
              <a:srgbClr val="D74514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1 3 7 8 14</a:t>
              </a:r>
              <a:endPara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D7C6754B-2993-4B14-8A22-275CBE52D1FF}"/>
                </a:ext>
              </a:extLst>
            </p:cNvPr>
            <p:cNvGrpSpPr/>
            <p:nvPr/>
          </p:nvGrpSpPr>
          <p:grpSpPr>
            <a:xfrm>
              <a:off x="1621387" y="3253970"/>
              <a:ext cx="2311399" cy="1173425"/>
              <a:chOff x="481637" y="2474236"/>
              <a:chExt cx="2311399" cy="1173425"/>
            </a:xfrm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B3362670-2EC5-4BFA-A666-328A00685067}"/>
                  </a:ext>
                </a:extLst>
              </p:cNvPr>
              <p:cNvSpPr/>
              <p:nvPr/>
            </p:nvSpPr>
            <p:spPr>
              <a:xfrm>
                <a:off x="481637" y="3210339"/>
                <a:ext cx="915364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1 3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95CF34D2-0834-492B-8B74-E1A9D66D22FC}"/>
                  </a:ext>
                </a:extLst>
              </p:cNvPr>
              <p:cNvSpPr/>
              <p:nvPr/>
            </p:nvSpPr>
            <p:spPr>
              <a:xfrm>
                <a:off x="1230937" y="2474236"/>
                <a:ext cx="648664" cy="437322"/>
              </a:xfrm>
              <a:prstGeom prst="rect">
                <a:avLst/>
              </a:prstGeom>
              <a:solidFill>
                <a:srgbClr val="D74514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7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75449F7-64DD-4209-BF25-DB6BF10AEB17}"/>
                  </a:ext>
                </a:extLst>
              </p:cNvPr>
              <p:cNvSpPr/>
              <p:nvPr/>
            </p:nvSpPr>
            <p:spPr>
              <a:xfrm>
                <a:off x="1713536" y="3210339"/>
                <a:ext cx="1079500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8 14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3D809923-DB76-40A3-8401-5FD9B0754E5A}"/>
                  </a:ext>
                </a:extLst>
              </p:cNvPr>
              <p:cNvCxnSpPr>
                <a:cxnSpLocks/>
                <a:endCxn id="4" idx="0"/>
              </p:cNvCxnSpPr>
              <p:nvPr/>
            </p:nvCxnSpPr>
            <p:spPr>
              <a:xfrm flipH="1">
                <a:off x="939319" y="2911558"/>
                <a:ext cx="291618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>
                <a:extLst>
                  <a:ext uri="{FF2B5EF4-FFF2-40B4-BE49-F238E27FC236}">
                    <a16:creationId xmlns:a16="http://schemas.microsoft.com/office/drawing/2014/main" id="{87CFDFDC-8074-4CD4-AF2B-C08C106EBF5F}"/>
                  </a:ext>
                </a:extLst>
              </p:cNvPr>
              <p:cNvCxnSpPr>
                <a:cxnSpLocks/>
                <a:endCxn id="6" idx="0"/>
              </p:cNvCxnSpPr>
              <p:nvPr/>
            </p:nvCxnSpPr>
            <p:spPr>
              <a:xfrm>
                <a:off x="1879601" y="2911558"/>
                <a:ext cx="373685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4" name="箭头: 下 73">
              <a:extLst>
                <a:ext uri="{FF2B5EF4-FFF2-40B4-BE49-F238E27FC236}">
                  <a16:creationId xmlns:a16="http://schemas.microsoft.com/office/drawing/2014/main" id="{85AC0F75-DFAF-4A01-BC3D-E53B3DB40579}"/>
                </a:ext>
              </a:extLst>
            </p:cNvPr>
            <p:cNvSpPr/>
            <p:nvPr/>
          </p:nvSpPr>
          <p:spPr>
            <a:xfrm>
              <a:off x="2212901" y="2643162"/>
              <a:ext cx="964236" cy="410320"/>
            </a:xfrm>
            <a:prstGeom prst="downArrow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箭头: 下 51">
              <a:extLst>
                <a:ext uri="{FF2B5EF4-FFF2-40B4-BE49-F238E27FC236}">
                  <a16:creationId xmlns:a16="http://schemas.microsoft.com/office/drawing/2014/main" id="{7272043B-190D-40F3-94F9-78963B2D4908}"/>
                </a:ext>
              </a:extLst>
            </p:cNvPr>
            <p:cNvSpPr/>
            <p:nvPr/>
          </p:nvSpPr>
          <p:spPr>
            <a:xfrm>
              <a:off x="2195271" y="1459143"/>
              <a:ext cx="964236" cy="410320"/>
            </a:xfrm>
            <a:prstGeom prst="downArrow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6887187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>
            <a:extLst>
              <a:ext uri="{FF2B5EF4-FFF2-40B4-BE49-F238E27FC236}">
                <a16:creationId xmlns:a16="http://schemas.microsoft.com/office/drawing/2014/main" id="{81216F96-96A8-414F-8DEB-9166F64BE33D}"/>
              </a:ext>
            </a:extLst>
          </p:cNvPr>
          <p:cNvGrpSpPr/>
          <p:nvPr/>
        </p:nvGrpSpPr>
        <p:grpSpPr>
          <a:xfrm>
            <a:off x="-728612" y="2530867"/>
            <a:ext cx="6281681" cy="3596866"/>
            <a:chOff x="-728612" y="2530867"/>
            <a:chExt cx="6281681" cy="3596866"/>
          </a:xfrm>
        </p:grpSpPr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838A6B1A-E51B-4E1A-8C10-20155E935D6C}"/>
                </a:ext>
              </a:extLst>
            </p:cNvPr>
            <p:cNvGrpSpPr/>
            <p:nvPr/>
          </p:nvGrpSpPr>
          <p:grpSpPr>
            <a:xfrm>
              <a:off x="-728612" y="4954308"/>
              <a:ext cx="5905064" cy="1173425"/>
              <a:chOff x="590826" y="1961570"/>
              <a:chExt cx="5905064" cy="1173425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3F294617-B449-4E03-B7CF-D01A54751D67}"/>
                  </a:ext>
                </a:extLst>
              </p:cNvPr>
              <p:cNvSpPr/>
              <p:nvPr/>
            </p:nvSpPr>
            <p:spPr>
              <a:xfrm>
                <a:off x="590826" y="2697673"/>
                <a:ext cx="1317317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1 3 5 6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21A863FC-9503-4C0C-8A9C-9CB94B2EA5AF}"/>
                  </a:ext>
                </a:extLst>
              </p:cNvPr>
              <p:cNvSpPr/>
              <p:nvPr/>
            </p:nvSpPr>
            <p:spPr>
              <a:xfrm>
                <a:off x="1908143" y="1961570"/>
                <a:ext cx="3425672" cy="437322"/>
              </a:xfrm>
              <a:prstGeom prst="rect">
                <a:avLst/>
              </a:prstGeom>
              <a:solidFill>
                <a:srgbClr val="D74514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7 13 20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F3873D51-FF81-49DF-BAF9-5A7A462D2F2D}"/>
                  </a:ext>
                </a:extLst>
              </p:cNvPr>
              <p:cNvSpPr/>
              <p:nvPr/>
            </p:nvSpPr>
            <p:spPr>
              <a:xfrm>
                <a:off x="2223569" y="2697673"/>
                <a:ext cx="1317317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8 11 12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09159940-C09F-4F9B-82B2-FFEAE49F2289}"/>
                  </a:ext>
                </a:extLst>
              </p:cNvPr>
              <p:cNvCxnSpPr>
                <a:cxnSpLocks/>
                <a:endCxn id="9" idx="0"/>
              </p:cNvCxnSpPr>
              <p:nvPr/>
            </p:nvCxnSpPr>
            <p:spPr>
              <a:xfrm flipH="1">
                <a:off x="1249485" y="2376252"/>
                <a:ext cx="653364" cy="3214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AF08D082-1073-429B-996C-C789503AB7BD}"/>
                  </a:ext>
                </a:extLst>
              </p:cNvPr>
              <p:cNvCxnSpPr>
                <a:cxnSpLocks/>
                <a:endCxn id="18" idx="0"/>
              </p:cNvCxnSpPr>
              <p:nvPr/>
            </p:nvCxnSpPr>
            <p:spPr>
              <a:xfrm>
                <a:off x="5333815" y="2376252"/>
                <a:ext cx="581038" cy="3214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42683D83-C96C-481B-AB58-2128ED902918}"/>
                  </a:ext>
                </a:extLst>
              </p:cNvPr>
              <p:cNvSpPr/>
              <p:nvPr/>
            </p:nvSpPr>
            <p:spPr>
              <a:xfrm>
                <a:off x="3856313" y="2697673"/>
                <a:ext cx="1162075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14 17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3DA15DB6-AA60-480E-ACCF-7DFEBDA0D278}"/>
                  </a:ext>
                </a:extLst>
              </p:cNvPr>
              <p:cNvCxnSpPr>
                <a:cxnSpLocks/>
                <a:endCxn id="11" idx="0"/>
              </p:cNvCxnSpPr>
              <p:nvPr/>
            </p:nvCxnSpPr>
            <p:spPr>
              <a:xfrm flipH="1">
                <a:off x="2882228" y="2398892"/>
                <a:ext cx="157713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268F85DA-0FF4-46DC-BBB6-65F958D0AB58}"/>
                  </a:ext>
                </a:extLst>
              </p:cNvPr>
              <p:cNvSpPr/>
              <p:nvPr/>
            </p:nvSpPr>
            <p:spPr>
              <a:xfrm>
                <a:off x="5333815" y="2697673"/>
                <a:ext cx="1162075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23 26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153A22CA-E657-4D45-B197-5C72623D0B45}"/>
                  </a:ext>
                </a:extLst>
              </p:cNvPr>
              <p:cNvCxnSpPr>
                <a:cxnSpLocks/>
                <a:endCxn id="14" idx="0"/>
              </p:cNvCxnSpPr>
              <p:nvPr/>
            </p:nvCxnSpPr>
            <p:spPr>
              <a:xfrm>
                <a:off x="4311130" y="2398892"/>
                <a:ext cx="126221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24800BFB-6F7F-4161-B6B0-16B44AC60FDF}"/>
                </a:ext>
              </a:extLst>
            </p:cNvPr>
            <p:cNvGrpSpPr/>
            <p:nvPr/>
          </p:nvGrpSpPr>
          <p:grpSpPr>
            <a:xfrm>
              <a:off x="-36568" y="3066311"/>
              <a:ext cx="5589637" cy="1173425"/>
              <a:chOff x="4336561" y="5180331"/>
              <a:chExt cx="5589637" cy="1173425"/>
            </a:xfrm>
          </p:grpSpPr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32A6A1FD-3C8F-43EF-8EFE-2E297FE06ACB}"/>
                  </a:ext>
                </a:extLst>
              </p:cNvPr>
              <p:cNvSpPr/>
              <p:nvPr/>
            </p:nvSpPr>
            <p:spPr>
              <a:xfrm>
                <a:off x="4336561" y="5916434"/>
                <a:ext cx="1317317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1 3 5 6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43902074-84E8-4B0D-AD5A-B87C3F946E63}"/>
                  </a:ext>
                </a:extLst>
              </p:cNvPr>
              <p:cNvSpPr/>
              <p:nvPr/>
            </p:nvSpPr>
            <p:spPr>
              <a:xfrm>
                <a:off x="5653878" y="5180331"/>
                <a:ext cx="1948168" cy="437322"/>
              </a:xfrm>
              <a:prstGeom prst="rect">
                <a:avLst/>
              </a:prstGeom>
              <a:solidFill>
                <a:srgbClr val="D74514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7 13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982A430D-FE1C-40C0-95CB-4851608F3F42}"/>
                  </a:ext>
                </a:extLst>
              </p:cNvPr>
              <p:cNvSpPr/>
              <p:nvPr/>
            </p:nvSpPr>
            <p:spPr>
              <a:xfrm>
                <a:off x="5969304" y="5916434"/>
                <a:ext cx="1317317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8 11 12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69" name="直接连接符 68">
                <a:extLst>
                  <a:ext uri="{FF2B5EF4-FFF2-40B4-BE49-F238E27FC236}">
                    <a16:creationId xmlns:a16="http://schemas.microsoft.com/office/drawing/2014/main" id="{60E5396F-AE24-4365-BB81-FA0818BC8F1B}"/>
                  </a:ext>
                </a:extLst>
              </p:cNvPr>
              <p:cNvCxnSpPr>
                <a:cxnSpLocks/>
                <a:endCxn id="66" idx="0"/>
              </p:cNvCxnSpPr>
              <p:nvPr/>
            </p:nvCxnSpPr>
            <p:spPr>
              <a:xfrm flipH="1">
                <a:off x="4995220" y="5595013"/>
                <a:ext cx="653364" cy="3214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>
                <a:extLst>
                  <a:ext uri="{FF2B5EF4-FFF2-40B4-BE49-F238E27FC236}">
                    <a16:creationId xmlns:a16="http://schemas.microsoft.com/office/drawing/2014/main" id="{A6B1C620-EAA5-43FD-8B4B-6CB94BE35DA2}"/>
                  </a:ext>
                </a:extLst>
              </p:cNvPr>
              <p:cNvCxnSpPr>
                <a:cxnSpLocks/>
                <a:endCxn id="71" idx="0"/>
              </p:cNvCxnSpPr>
              <p:nvPr/>
            </p:nvCxnSpPr>
            <p:spPr>
              <a:xfrm>
                <a:off x="7602046" y="5595013"/>
                <a:ext cx="1162077" cy="3214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81930ED5-B556-4021-B1B9-8715A71279A5}"/>
                  </a:ext>
                </a:extLst>
              </p:cNvPr>
              <p:cNvSpPr/>
              <p:nvPr/>
            </p:nvSpPr>
            <p:spPr>
              <a:xfrm>
                <a:off x="7602047" y="5916434"/>
                <a:ext cx="2324151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14 17 20 23 26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72" name="直接连接符 71">
                <a:extLst>
                  <a:ext uri="{FF2B5EF4-FFF2-40B4-BE49-F238E27FC236}">
                    <a16:creationId xmlns:a16="http://schemas.microsoft.com/office/drawing/2014/main" id="{79409D21-D76C-4DA3-9820-5215F6B268A2}"/>
                  </a:ext>
                </a:extLst>
              </p:cNvPr>
              <p:cNvCxnSpPr>
                <a:cxnSpLocks/>
                <a:stCxn id="67" idx="2"/>
                <a:endCxn id="68" idx="0"/>
              </p:cNvCxnSpPr>
              <p:nvPr/>
            </p:nvCxnSpPr>
            <p:spPr>
              <a:xfrm>
                <a:off x="6627962" y="5617653"/>
                <a:ext cx="1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0" name="箭头: 下 89">
              <a:extLst>
                <a:ext uri="{FF2B5EF4-FFF2-40B4-BE49-F238E27FC236}">
                  <a16:creationId xmlns:a16="http://schemas.microsoft.com/office/drawing/2014/main" id="{A2A57779-7ECB-4049-ADDD-3B971CA0D2A1}"/>
                </a:ext>
              </a:extLst>
            </p:cNvPr>
            <p:cNvSpPr/>
            <p:nvPr/>
          </p:nvSpPr>
          <p:spPr>
            <a:xfrm>
              <a:off x="1819423" y="4389127"/>
              <a:ext cx="964236" cy="410320"/>
            </a:xfrm>
            <a:prstGeom prst="downArrow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箭头: 下 81">
              <a:extLst>
                <a:ext uri="{FF2B5EF4-FFF2-40B4-BE49-F238E27FC236}">
                  <a16:creationId xmlns:a16="http://schemas.microsoft.com/office/drawing/2014/main" id="{B14D2454-34CD-4537-88D4-C9125FA70BB1}"/>
                </a:ext>
              </a:extLst>
            </p:cNvPr>
            <p:cNvSpPr/>
            <p:nvPr/>
          </p:nvSpPr>
          <p:spPr>
            <a:xfrm>
              <a:off x="1819423" y="2530867"/>
              <a:ext cx="964236" cy="410320"/>
            </a:xfrm>
            <a:prstGeom prst="downArrow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56AD0F84-972C-455B-9384-4BCA1F1C6B5A}"/>
              </a:ext>
            </a:extLst>
          </p:cNvPr>
          <p:cNvGrpSpPr/>
          <p:nvPr/>
        </p:nvGrpSpPr>
        <p:grpSpPr>
          <a:xfrm>
            <a:off x="6096000" y="2905680"/>
            <a:ext cx="6767389" cy="3659375"/>
            <a:chOff x="6096000" y="2905680"/>
            <a:chExt cx="6767389" cy="3659375"/>
          </a:xfrm>
        </p:grpSpPr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F3740868-9444-4F38-B4CE-C2539B9B53ED}"/>
                </a:ext>
              </a:extLst>
            </p:cNvPr>
            <p:cNvGrpSpPr/>
            <p:nvPr/>
          </p:nvGrpSpPr>
          <p:grpSpPr>
            <a:xfrm>
              <a:off x="6096000" y="3480058"/>
              <a:ext cx="6244430" cy="1173425"/>
              <a:chOff x="678180" y="3504345"/>
              <a:chExt cx="6244430" cy="1173425"/>
            </a:xfrm>
          </p:grpSpPr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1D7F0309-B214-4237-8D6F-517E1AEBC4EB}"/>
                  </a:ext>
                </a:extLst>
              </p:cNvPr>
              <p:cNvSpPr/>
              <p:nvPr/>
            </p:nvSpPr>
            <p:spPr>
              <a:xfrm>
                <a:off x="678180" y="4240448"/>
                <a:ext cx="1656683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1 3 4 5 6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C26D6EBE-4D43-4143-8BE7-13B282205714}"/>
                  </a:ext>
                </a:extLst>
              </p:cNvPr>
              <p:cNvSpPr/>
              <p:nvPr/>
            </p:nvSpPr>
            <p:spPr>
              <a:xfrm>
                <a:off x="2334863" y="3504345"/>
                <a:ext cx="3425672" cy="437322"/>
              </a:xfrm>
              <a:prstGeom prst="rect">
                <a:avLst/>
              </a:prstGeom>
              <a:solidFill>
                <a:srgbClr val="D74514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7 13 20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B9FF5813-F61B-4A29-9197-D7C6E0EF5FA5}"/>
                  </a:ext>
                </a:extLst>
              </p:cNvPr>
              <p:cNvSpPr/>
              <p:nvPr/>
            </p:nvSpPr>
            <p:spPr>
              <a:xfrm>
                <a:off x="2650289" y="4240448"/>
                <a:ext cx="1317317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8 11 12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4EF7A008-FDD4-48F9-953C-20C5FF3966BB}"/>
                  </a:ext>
                </a:extLst>
              </p:cNvPr>
              <p:cNvCxnSpPr>
                <a:cxnSpLocks/>
                <a:endCxn id="26" idx="0"/>
              </p:cNvCxnSpPr>
              <p:nvPr/>
            </p:nvCxnSpPr>
            <p:spPr>
              <a:xfrm flipH="1">
                <a:off x="1506522" y="3919027"/>
                <a:ext cx="823048" cy="3214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4C98759C-4BC6-438C-8B3E-FEADB7FC0902}"/>
                  </a:ext>
                </a:extLst>
              </p:cNvPr>
              <p:cNvCxnSpPr>
                <a:cxnSpLocks/>
                <a:endCxn id="33" idx="0"/>
              </p:cNvCxnSpPr>
              <p:nvPr/>
            </p:nvCxnSpPr>
            <p:spPr>
              <a:xfrm>
                <a:off x="5760535" y="3919027"/>
                <a:ext cx="581038" cy="3214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8BD880B3-0D0A-4060-BD23-46958C621381}"/>
                  </a:ext>
                </a:extLst>
              </p:cNvPr>
              <p:cNvSpPr/>
              <p:nvPr/>
            </p:nvSpPr>
            <p:spPr>
              <a:xfrm>
                <a:off x="4283033" y="4240448"/>
                <a:ext cx="1162075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14 17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3CB378E0-EECE-419B-A89D-4C839F3826F8}"/>
                  </a:ext>
                </a:extLst>
              </p:cNvPr>
              <p:cNvCxnSpPr>
                <a:cxnSpLocks/>
                <a:endCxn id="28" idx="0"/>
              </p:cNvCxnSpPr>
              <p:nvPr/>
            </p:nvCxnSpPr>
            <p:spPr>
              <a:xfrm flipH="1">
                <a:off x="3308948" y="3941667"/>
                <a:ext cx="157713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7E3C437A-3D14-47D1-8C97-162547BCC781}"/>
                  </a:ext>
                </a:extLst>
              </p:cNvPr>
              <p:cNvSpPr/>
              <p:nvPr/>
            </p:nvSpPr>
            <p:spPr>
              <a:xfrm>
                <a:off x="5760535" y="4240448"/>
                <a:ext cx="1162075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23 26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12B821A8-2C20-4D34-A517-B7EFA30E348C}"/>
                  </a:ext>
                </a:extLst>
              </p:cNvPr>
              <p:cNvCxnSpPr>
                <a:cxnSpLocks/>
                <a:endCxn id="31" idx="0"/>
              </p:cNvCxnSpPr>
              <p:nvPr/>
            </p:nvCxnSpPr>
            <p:spPr>
              <a:xfrm>
                <a:off x="4737850" y="3941667"/>
                <a:ext cx="126221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3FE3E801-91DF-42E8-8B5F-61B7EF8F79B4}"/>
                </a:ext>
              </a:extLst>
            </p:cNvPr>
            <p:cNvGrpSpPr/>
            <p:nvPr/>
          </p:nvGrpSpPr>
          <p:grpSpPr>
            <a:xfrm>
              <a:off x="6424637" y="5391630"/>
              <a:ext cx="6438752" cy="1173425"/>
              <a:chOff x="483858" y="5099349"/>
              <a:chExt cx="6438752" cy="1173425"/>
            </a:xfrm>
          </p:grpSpPr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DFBC5C32-F34A-4D65-A0EF-51663E808590}"/>
                  </a:ext>
                </a:extLst>
              </p:cNvPr>
              <p:cNvSpPr/>
              <p:nvPr/>
            </p:nvSpPr>
            <p:spPr>
              <a:xfrm>
                <a:off x="1569720" y="5835452"/>
                <a:ext cx="765143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5 6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A65568BD-E49E-40C0-9221-E2C44CF5B3E1}"/>
                  </a:ext>
                </a:extLst>
              </p:cNvPr>
              <p:cNvSpPr/>
              <p:nvPr/>
            </p:nvSpPr>
            <p:spPr>
              <a:xfrm>
                <a:off x="1564427" y="5099349"/>
                <a:ext cx="4196107" cy="437322"/>
              </a:xfrm>
              <a:prstGeom prst="rect">
                <a:avLst/>
              </a:prstGeom>
              <a:solidFill>
                <a:srgbClr val="D74514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4 7 13 20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B2E64168-AE81-4202-AE86-DC2E05573E1E}"/>
                  </a:ext>
                </a:extLst>
              </p:cNvPr>
              <p:cNvSpPr/>
              <p:nvPr/>
            </p:nvSpPr>
            <p:spPr>
              <a:xfrm>
                <a:off x="2650289" y="5835452"/>
                <a:ext cx="1317317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8 11 12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68C7689A-AF86-44C3-B563-530637B78418}"/>
                  </a:ext>
                </a:extLst>
              </p:cNvPr>
              <p:cNvCxnSpPr>
                <a:cxnSpLocks/>
                <a:endCxn id="46" idx="0"/>
              </p:cNvCxnSpPr>
              <p:nvPr/>
            </p:nvCxnSpPr>
            <p:spPr>
              <a:xfrm flipH="1">
                <a:off x="866430" y="5514031"/>
                <a:ext cx="697996" cy="3214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81512932-59C2-4722-884C-F0C7582A589D}"/>
                  </a:ext>
                </a:extLst>
              </p:cNvPr>
              <p:cNvCxnSpPr>
                <a:cxnSpLocks/>
                <a:endCxn id="43" idx="0"/>
              </p:cNvCxnSpPr>
              <p:nvPr/>
            </p:nvCxnSpPr>
            <p:spPr>
              <a:xfrm>
                <a:off x="5760535" y="5514031"/>
                <a:ext cx="581038" cy="3214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3512F30D-FE74-4FB8-BEAC-55542C03B41B}"/>
                  </a:ext>
                </a:extLst>
              </p:cNvPr>
              <p:cNvSpPr/>
              <p:nvPr/>
            </p:nvSpPr>
            <p:spPr>
              <a:xfrm>
                <a:off x="4283033" y="5835452"/>
                <a:ext cx="1162075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14 17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1A8BD36B-986E-4AB7-8B67-8B3FC3BB840C}"/>
                  </a:ext>
                </a:extLst>
              </p:cNvPr>
              <p:cNvCxnSpPr>
                <a:cxnSpLocks/>
                <a:endCxn id="38" idx="0"/>
              </p:cNvCxnSpPr>
              <p:nvPr/>
            </p:nvCxnSpPr>
            <p:spPr>
              <a:xfrm flipH="1">
                <a:off x="3308948" y="5536671"/>
                <a:ext cx="69252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0EB612FD-2DCD-4039-A031-626725E92011}"/>
                  </a:ext>
                </a:extLst>
              </p:cNvPr>
              <p:cNvSpPr/>
              <p:nvPr/>
            </p:nvSpPr>
            <p:spPr>
              <a:xfrm>
                <a:off x="5760535" y="5835452"/>
                <a:ext cx="1162075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23 26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C3DED3D2-B188-4D8E-A499-909855ABDAC6}"/>
                  </a:ext>
                </a:extLst>
              </p:cNvPr>
              <p:cNvCxnSpPr>
                <a:cxnSpLocks/>
                <a:endCxn id="41" idx="0"/>
              </p:cNvCxnSpPr>
              <p:nvPr/>
            </p:nvCxnSpPr>
            <p:spPr>
              <a:xfrm>
                <a:off x="4626265" y="5536671"/>
                <a:ext cx="237806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994673E7-A1DD-4885-80DF-AFF0F58B3B36}"/>
                  </a:ext>
                </a:extLst>
              </p:cNvPr>
              <p:cNvSpPr/>
              <p:nvPr/>
            </p:nvSpPr>
            <p:spPr>
              <a:xfrm>
                <a:off x="483858" y="5835452"/>
                <a:ext cx="765143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1 3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9D45B223-202A-4BF5-BF79-3DE58B6AAFD2}"/>
                  </a:ext>
                </a:extLst>
              </p:cNvPr>
              <p:cNvCxnSpPr>
                <a:cxnSpLocks/>
                <a:stCxn id="36" idx="0"/>
              </p:cNvCxnSpPr>
              <p:nvPr/>
            </p:nvCxnSpPr>
            <p:spPr>
              <a:xfrm flipV="1">
                <a:off x="1952292" y="5536671"/>
                <a:ext cx="270794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0" name="箭头: 下 59">
              <a:extLst>
                <a:ext uri="{FF2B5EF4-FFF2-40B4-BE49-F238E27FC236}">
                  <a16:creationId xmlns:a16="http://schemas.microsoft.com/office/drawing/2014/main" id="{AA0EDC6C-A03E-45EA-B316-10347F824597}"/>
                </a:ext>
              </a:extLst>
            </p:cNvPr>
            <p:cNvSpPr/>
            <p:nvPr/>
          </p:nvSpPr>
          <p:spPr>
            <a:xfrm>
              <a:off x="8991344" y="4863258"/>
              <a:ext cx="964236" cy="410320"/>
            </a:xfrm>
            <a:prstGeom prst="downArrow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箭头: 下 82">
              <a:extLst>
                <a:ext uri="{FF2B5EF4-FFF2-40B4-BE49-F238E27FC236}">
                  <a16:creationId xmlns:a16="http://schemas.microsoft.com/office/drawing/2014/main" id="{02C8F787-FC67-4072-AAEB-1F12178B259A}"/>
                </a:ext>
              </a:extLst>
            </p:cNvPr>
            <p:cNvSpPr/>
            <p:nvPr/>
          </p:nvSpPr>
          <p:spPr>
            <a:xfrm>
              <a:off x="8983401" y="2905680"/>
              <a:ext cx="964236" cy="410320"/>
            </a:xfrm>
            <a:prstGeom prst="downArrow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8948159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BD6B5A80-ACA8-4505-BE70-F433C5DD3DEA}"/>
              </a:ext>
            </a:extLst>
          </p:cNvPr>
          <p:cNvGrpSpPr/>
          <p:nvPr/>
        </p:nvGrpSpPr>
        <p:grpSpPr>
          <a:xfrm>
            <a:off x="776094" y="2239189"/>
            <a:ext cx="8969785" cy="6350065"/>
            <a:chOff x="776094" y="2239189"/>
            <a:chExt cx="8969785" cy="6350065"/>
          </a:xfrm>
        </p:grpSpPr>
        <p:grpSp>
          <p:nvGrpSpPr>
            <p:cNvPr id="121" name="组合 120">
              <a:extLst>
                <a:ext uri="{FF2B5EF4-FFF2-40B4-BE49-F238E27FC236}">
                  <a16:creationId xmlns:a16="http://schemas.microsoft.com/office/drawing/2014/main" id="{B833A388-7DAB-4830-885C-EEBFCB52F623}"/>
                </a:ext>
              </a:extLst>
            </p:cNvPr>
            <p:cNvGrpSpPr/>
            <p:nvPr/>
          </p:nvGrpSpPr>
          <p:grpSpPr>
            <a:xfrm>
              <a:off x="776094" y="2826586"/>
              <a:ext cx="8365964" cy="1173425"/>
              <a:chOff x="674358" y="2474236"/>
              <a:chExt cx="8365964" cy="1173425"/>
            </a:xfrm>
          </p:grpSpPr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4801368E-FB7D-42D5-AB4A-1E09F704CCE5}"/>
                  </a:ext>
                </a:extLst>
              </p:cNvPr>
              <p:cNvSpPr/>
              <p:nvPr/>
            </p:nvSpPr>
            <p:spPr>
              <a:xfrm>
                <a:off x="1760220" y="3210339"/>
                <a:ext cx="765143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5 6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BA215315-79B8-4980-81DB-FFE76DAF0753}"/>
                  </a:ext>
                </a:extLst>
              </p:cNvPr>
              <p:cNvSpPr/>
              <p:nvPr/>
            </p:nvSpPr>
            <p:spPr>
              <a:xfrm>
                <a:off x="2313542" y="2474236"/>
                <a:ext cx="4731180" cy="437322"/>
              </a:xfrm>
              <a:prstGeom prst="rect">
                <a:avLst/>
              </a:prstGeom>
              <a:solidFill>
                <a:srgbClr val="D74514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4 7 13 20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76E0E31F-A021-47BE-BE2B-098EA9280CEA}"/>
                  </a:ext>
                </a:extLst>
              </p:cNvPr>
              <p:cNvSpPr/>
              <p:nvPr/>
            </p:nvSpPr>
            <p:spPr>
              <a:xfrm>
                <a:off x="2840789" y="3210339"/>
                <a:ext cx="1317317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8 11 12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16103C8B-B20D-40DF-A8CE-FB7FD4FF1FCA}"/>
                  </a:ext>
                </a:extLst>
              </p:cNvPr>
              <p:cNvCxnSpPr>
                <a:cxnSpLocks/>
                <a:endCxn id="62" idx="0"/>
              </p:cNvCxnSpPr>
              <p:nvPr/>
            </p:nvCxnSpPr>
            <p:spPr>
              <a:xfrm flipH="1">
                <a:off x="1056930" y="2888918"/>
                <a:ext cx="1256612" cy="3214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9F76DD7F-BADE-46F4-9EAC-6A6FAE348356}"/>
                  </a:ext>
                </a:extLst>
              </p:cNvPr>
              <p:cNvCxnSpPr>
                <a:cxnSpLocks/>
                <a:endCxn id="60" idx="0"/>
              </p:cNvCxnSpPr>
              <p:nvPr/>
            </p:nvCxnSpPr>
            <p:spPr>
              <a:xfrm>
                <a:off x="7044722" y="2888918"/>
                <a:ext cx="997800" cy="3214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878369C8-2F10-44A0-ADBA-4008D62D108F}"/>
                  </a:ext>
                </a:extLst>
              </p:cNvPr>
              <p:cNvSpPr/>
              <p:nvPr/>
            </p:nvSpPr>
            <p:spPr>
              <a:xfrm>
                <a:off x="4473532" y="3210339"/>
                <a:ext cx="2255765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14 16 17 18 19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2A406DD4-B478-4309-821A-FC263552127C}"/>
                  </a:ext>
                </a:extLst>
              </p:cNvPr>
              <p:cNvCxnSpPr>
                <a:cxnSpLocks/>
                <a:endCxn id="55" idx="0"/>
              </p:cNvCxnSpPr>
              <p:nvPr/>
            </p:nvCxnSpPr>
            <p:spPr>
              <a:xfrm flipH="1">
                <a:off x="3499448" y="2888918"/>
                <a:ext cx="469222" cy="3214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860D0A1B-F727-4CB4-9696-14C351A2D88F}"/>
                  </a:ext>
                </a:extLst>
              </p:cNvPr>
              <p:cNvSpPr/>
              <p:nvPr/>
            </p:nvSpPr>
            <p:spPr>
              <a:xfrm>
                <a:off x="7044722" y="3210339"/>
                <a:ext cx="1995600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23 24 25 26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D2F1894D-A4C6-4087-8976-933D154AEB9B}"/>
                  </a:ext>
                </a:extLst>
              </p:cNvPr>
              <p:cNvCxnSpPr>
                <a:cxnSpLocks/>
                <a:endCxn id="58" idx="0"/>
              </p:cNvCxnSpPr>
              <p:nvPr/>
            </p:nvCxnSpPr>
            <p:spPr>
              <a:xfrm>
                <a:off x="5411979" y="2911558"/>
                <a:ext cx="189436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40F62110-D784-4A29-B01B-AFC42962857F}"/>
                  </a:ext>
                </a:extLst>
              </p:cNvPr>
              <p:cNvSpPr/>
              <p:nvPr/>
            </p:nvSpPr>
            <p:spPr>
              <a:xfrm>
                <a:off x="674358" y="3210339"/>
                <a:ext cx="765143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1 3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293575E3-BAC8-4329-A070-4C72C123C812}"/>
                  </a:ext>
                </a:extLst>
              </p:cNvPr>
              <p:cNvCxnSpPr>
                <a:cxnSpLocks/>
                <a:stCxn id="53" idx="0"/>
              </p:cNvCxnSpPr>
              <p:nvPr/>
            </p:nvCxnSpPr>
            <p:spPr>
              <a:xfrm flipV="1">
                <a:off x="2142792" y="2911558"/>
                <a:ext cx="887433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2" name="组合 121">
              <a:extLst>
                <a:ext uri="{FF2B5EF4-FFF2-40B4-BE49-F238E27FC236}">
                  <a16:creationId xmlns:a16="http://schemas.microsoft.com/office/drawing/2014/main" id="{0E80ED21-FE3A-48BB-BB75-4F0E25F468EB}"/>
                </a:ext>
              </a:extLst>
            </p:cNvPr>
            <p:cNvGrpSpPr/>
            <p:nvPr/>
          </p:nvGrpSpPr>
          <p:grpSpPr>
            <a:xfrm>
              <a:off x="776094" y="4730227"/>
              <a:ext cx="8670406" cy="1173425"/>
              <a:chOff x="674358" y="4398483"/>
              <a:chExt cx="8670406" cy="1173425"/>
            </a:xfrm>
          </p:grpSpPr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865C2BE2-DD6A-43F4-AEB3-AC0B5ACF766C}"/>
                  </a:ext>
                </a:extLst>
              </p:cNvPr>
              <p:cNvSpPr/>
              <p:nvPr/>
            </p:nvSpPr>
            <p:spPr>
              <a:xfrm>
                <a:off x="1760220" y="5134586"/>
                <a:ext cx="765143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5 6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FF8BE415-F9A0-4BB8-A03C-57A9862CF5FB}"/>
                  </a:ext>
                </a:extLst>
              </p:cNvPr>
              <p:cNvSpPr/>
              <p:nvPr/>
            </p:nvSpPr>
            <p:spPr>
              <a:xfrm>
                <a:off x="2142791" y="4398483"/>
                <a:ext cx="5206373" cy="437322"/>
              </a:xfrm>
              <a:prstGeom prst="rect">
                <a:avLst/>
              </a:prstGeom>
              <a:solidFill>
                <a:srgbClr val="D74514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4 7 13 17 20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753CF77F-738D-4C87-98ED-2CD38D2228E0}"/>
                  </a:ext>
                </a:extLst>
              </p:cNvPr>
              <p:cNvSpPr/>
              <p:nvPr/>
            </p:nvSpPr>
            <p:spPr>
              <a:xfrm>
                <a:off x="2840789" y="5134586"/>
                <a:ext cx="1317317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8 11 12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75" name="直接连接符 74">
                <a:extLst>
                  <a:ext uri="{FF2B5EF4-FFF2-40B4-BE49-F238E27FC236}">
                    <a16:creationId xmlns:a16="http://schemas.microsoft.com/office/drawing/2014/main" id="{F87FE9F9-03D3-4AC4-9085-34C0750D33BB}"/>
                  </a:ext>
                </a:extLst>
              </p:cNvPr>
              <p:cNvCxnSpPr>
                <a:cxnSpLocks/>
                <a:endCxn id="81" idx="0"/>
              </p:cNvCxnSpPr>
              <p:nvPr/>
            </p:nvCxnSpPr>
            <p:spPr>
              <a:xfrm flipH="1">
                <a:off x="1056930" y="4835805"/>
                <a:ext cx="1085860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>
                <a:extLst>
                  <a:ext uri="{FF2B5EF4-FFF2-40B4-BE49-F238E27FC236}">
                    <a16:creationId xmlns:a16="http://schemas.microsoft.com/office/drawing/2014/main" id="{4B326823-750A-4EA1-AB85-8BDB8D48203A}"/>
                  </a:ext>
                </a:extLst>
              </p:cNvPr>
              <p:cNvCxnSpPr>
                <a:cxnSpLocks/>
                <a:endCxn id="79" idx="0"/>
              </p:cNvCxnSpPr>
              <p:nvPr/>
            </p:nvCxnSpPr>
            <p:spPr>
              <a:xfrm>
                <a:off x="7349164" y="4813165"/>
                <a:ext cx="997800" cy="3214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5BD51277-034C-4501-AE8C-1997626283D9}"/>
                  </a:ext>
                </a:extLst>
              </p:cNvPr>
              <p:cNvSpPr/>
              <p:nvPr/>
            </p:nvSpPr>
            <p:spPr>
              <a:xfrm>
                <a:off x="4473532" y="5134586"/>
                <a:ext cx="1127883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14 16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78" name="直接连接符 77">
                <a:extLst>
                  <a:ext uri="{FF2B5EF4-FFF2-40B4-BE49-F238E27FC236}">
                    <a16:creationId xmlns:a16="http://schemas.microsoft.com/office/drawing/2014/main" id="{FDC8EBA2-64CA-477C-97F9-82B8D84AC880}"/>
                  </a:ext>
                </a:extLst>
              </p:cNvPr>
              <p:cNvCxnSpPr>
                <a:cxnSpLocks/>
                <a:endCxn id="74" idx="0"/>
              </p:cNvCxnSpPr>
              <p:nvPr/>
            </p:nvCxnSpPr>
            <p:spPr>
              <a:xfrm flipH="1">
                <a:off x="3499448" y="4835805"/>
                <a:ext cx="345296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48F456C1-60D6-42E6-9C18-BA204A9BF868}"/>
                  </a:ext>
                </a:extLst>
              </p:cNvPr>
              <p:cNvSpPr/>
              <p:nvPr/>
            </p:nvSpPr>
            <p:spPr>
              <a:xfrm>
                <a:off x="7349164" y="5134586"/>
                <a:ext cx="1995600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23 24 25 26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80" name="直接连接符 79">
                <a:extLst>
                  <a:ext uri="{FF2B5EF4-FFF2-40B4-BE49-F238E27FC236}">
                    <a16:creationId xmlns:a16="http://schemas.microsoft.com/office/drawing/2014/main" id="{50317892-FADE-4355-9CAC-190F9E9B04C3}"/>
                  </a:ext>
                </a:extLst>
              </p:cNvPr>
              <p:cNvCxnSpPr>
                <a:cxnSpLocks/>
                <a:endCxn id="77" idx="0"/>
              </p:cNvCxnSpPr>
              <p:nvPr/>
            </p:nvCxnSpPr>
            <p:spPr>
              <a:xfrm>
                <a:off x="4913548" y="4835805"/>
                <a:ext cx="123926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" name="矩形 80">
                <a:extLst>
                  <a:ext uri="{FF2B5EF4-FFF2-40B4-BE49-F238E27FC236}">
                    <a16:creationId xmlns:a16="http://schemas.microsoft.com/office/drawing/2014/main" id="{E3985E8F-06DC-475F-80BA-14E48C824CBB}"/>
                  </a:ext>
                </a:extLst>
              </p:cNvPr>
              <p:cNvSpPr/>
              <p:nvPr/>
            </p:nvSpPr>
            <p:spPr>
              <a:xfrm>
                <a:off x="674358" y="5134586"/>
                <a:ext cx="765143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1 3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82" name="直接连接符 81">
                <a:extLst>
                  <a:ext uri="{FF2B5EF4-FFF2-40B4-BE49-F238E27FC236}">
                    <a16:creationId xmlns:a16="http://schemas.microsoft.com/office/drawing/2014/main" id="{CEEA29BA-B402-4E87-A96B-D2E108B756B6}"/>
                  </a:ext>
                </a:extLst>
              </p:cNvPr>
              <p:cNvCxnSpPr>
                <a:cxnSpLocks/>
                <a:stCxn id="72" idx="0"/>
              </p:cNvCxnSpPr>
              <p:nvPr/>
            </p:nvCxnSpPr>
            <p:spPr>
              <a:xfrm flipV="1">
                <a:off x="2142792" y="4813165"/>
                <a:ext cx="653366" cy="3214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8B37F8D5-BD33-4B56-858F-BD07EF9F6BBC}"/>
                  </a:ext>
                </a:extLst>
              </p:cNvPr>
              <p:cNvSpPr/>
              <p:nvPr/>
            </p:nvSpPr>
            <p:spPr>
              <a:xfrm>
                <a:off x="5911348" y="5134586"/>
                <a:ext cx="1127883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18 19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86" name="直接连接符 85">
                <a:extLst>
                  <a:ext uri="{FF2B5EF4-FFF2-40B4-BE49-F238E27FC236}">
                    <a16:creationId xmlns:a16="http://schemas.microsoft.com/office/drawing/2014/main" id="{E8917A8F-7A3A-4B75-A808-B754D93A22C1}"/>
                  </a:ext>
                </a:extLst>
              </p:cNvPr>
              <p:cNvCxnSpPr>
                <a:cxnSpLocks/>
                <a:endCxn id="84" idx="0"/>
              </p:cNvCxnSpPr>
              <p:nvPr/>
            </p:nvCxnSpPr>
            <p:spPr>
              <a:xfrm>
                <a:off x="6095290" y="4835805"/>
                <a:ext cx="380000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3" name="组合 122">
              <a:extLst>
                <a:ext uri="{FF2B5EF4-FFF2-40B4-BE49-F238E27FC236}">
                  <a16:creationId xmlns:a16="http://schemas.microsoft.com/office/drawing/2014/main" id="{80A0E633-9322-40A0-BC5D-A5DD44EFE001}"/>
                </a:ext>
              </a:extLst>
            </p:cNvPr>
            <p:cNvGrpSpPr/>
            <p:nvPr/>
          </p:nvGrpSpPr>
          <p:grpSpPr>
            <a:xfrm>
              <a:off x="1075473" y="6663030"/>
              <a:ext cx="8670406" cy="1926224"/>
              <a:chOff x="984291" y="6306034"/>
              <a:chExt cx="8670406" cy="1926224"/>
            </a:xfrm>
          </p:grpSpPr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383ED240-9237-4626-A035-F8FACBE4E2B2}"/>
                  </a:ext>
                </a:extLst>
              </p:cNvPr>
              <p:cNvSpPr/>
              <p:nvPr/>
            </p:nvSpPr>
            <p:spPr>
              <a:xfrm>
                <a:off x="2070153" y="7794936"/>
                <a:ext cx="765143" cy="437322"/>
              </a:xfrm>
              <a:prstGeom prst="rect">
                <a:avLst/>
              </a:prstGeom>
              <a:solidFill>
                <a:srgbClr val="FDEFE8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5 6</a:t>
                </a:r>
                <a:endParaRPr lang="zh-CN" altLang="en-US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94" name="矩形 93">
                <a:extLst>
                  <a:ext uri="{FF2B5EF4-FFF2-40B4-BE49-F238E27FC236}">
                    <a16:creationId xmlns:a16="http://schemas.microsoft.com/office/drawing/2014/main" id="{45E53221-5B7C-4B87-8E65-F375158948B7}"/>
                  </a:ext>
                </a:extLst>
              </p:cNvPr>
              <p:cNvSpPr/>
              <p:nvPr/>
            </p:nvSpPr>
            <p:spPr>
              <a:xfrm>
                <a:off x="1749434" y="7058833"/>
                <a:ext cx="1746585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4 7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CB8C8534-3D0E-4290-BB9C-C3254B036937}"/>
                  </a:ext>
                </a:extLst>
              </p:cNvPr>
              <p:cNvSpPr/>
              <p:nvPr/>
            </p:nvSpPr>
            <p:spPr>
              <a:xfrm>
                <a:off x="3150722" y="7794936"/>
                <a:ext cx="1317317" cy="437322"/>
              </a:xfrm>
              <a:prstGeom prst="rect">
                <a:avLst/>
              </a:prstGeom>
              <a:solidFill>
                <a:srgbClr val="FDEFE8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8 11 12</a:t>
                </a:r>
                <a:endParaRPr lang="zh-CN" altLang="en-US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96" name="直接连接符 95">
                <a:extLst>
                  <a:ext uri="{FF2B5EF4-FFF2-40B4-BE49-F238E27FC236}">
                    <a16:creationId xmlns:a16="http://schemas.microsoft.com/office/drawing/2014/main" id="{D833F254-E359-4A33-8E57-B8FCABC558E5}"/>
                  </a:ext>
                </a:extLst>
              </p:cNvPr>
              <p:cNvCxnSpPr>
                <a:cxnSpLocks/>
                <a:endCxn id="102" idx="0"/>
              </p:cNvCxnSpPr>
              <p:nvPr/>
            </p:nvCxnSpPr>
            <p:spPr>
              <a:xfrm flipH="1">
                <a:off x="1366863" y="7496155"/>
                <a:ext cx="382571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直接连接符 96">
                <a:extLst>
                  <a:ext uri="{FF2B5EF4-FFF2-40B4-BE49-F238E27FC236}">
                    <a16:creationId xmlns:a16="http://schemas.microsoft.com/office/drawing/2014/main" id="{F55FA51F-2B18-4578-BB9F-2E1AFDD89180}"/>
                  </a:ext>
                </a:extLst>
              </p:cNvPr>
              <p:cNvCxnSpPr>
                <a:cxnSpLocks/>
                <a:endCxn id="100" idx="0"/>
              </p:cNvCxnSpPr>
              <p:nvPr/>
            </p:nvCxnSpPr>
            <p:spPr>
              <a:xfrm>
                <a:off x="8037325" y="7496155"/>
                <a:ext cx="619572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CEE5C1E2-BD1A-4FC3-A3F0-58AD8D4EF837}"/>
                  </a:ext>
                </a:extLst>
              </p:cNvPr>
              <p:cNvSpPr/>
              <p:nvPr/>
            </p:nvSpPr>
            <p:spPr>
              <a:xfrm>
                <a:off x="4783465" y="7794936"/>
                <a:ext cx="1127883" cy="437322"/>
              </a:xfrm>
              <a:prstGeom prst="rect">
                <a:avLst/>
              </a:prstGeom>
              <a:solidFill>
                <a:srgbClr val="FDEFE8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14 16</a:t>
                </a:r>
                <a:endParaRPr lang="zh-CN" altLang="en-US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99" name="直接连接符 98">
                <a:extLst>
                  <a:ext uri="{FF2B5EF4-FFF2-40B4-BE49-F238E27FC236}">
                    <a16:creationId xmlns:a16="http://schemas.microsoft.com/office/drawing/2014/main" id="{0CBAB63B-9901-484F-A900-F9229AE8CB11}"/>
                  </a:ext>
                </a:extLst>
              </p:cNvPr>
              <p:cNvCxnSpPr>
                <a:cxnSpLocks/>
                <a:endCxn id="95" idx="0"/>
              </p:cNvCxnSpPr>
              <p:nvPr/>
            </p:nvCxnSpPr>
            <p:spPr>
              <a:xfrm>
                <a:off x="3496019" y="7496155"/>
                <a:ext cx="313362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1629D212-FC16-4E69-A5AB-B291B13828F1}"/>
                  </a:ext>
                </a:extLst>
              </p:cNvPr>
              <p:cNvSpPr/>
              <p:nvPr/>
            </p:nvSpPr>
            <p:spPr>
              <a:xfrm>
                <a:off x="7659097" y="7794936"/>
                <a:ext cx="1995600" cy="437322"/>
              </a:xfrm>
              <a:prstGeom prst="rect">
                <a:avLst/>
              </a:prstGeom>
              <a:solidFill>
                <a:srgbClr val="FDEFE8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23 24 25 26</a:t>
                </a:r>
                <a:endParaRPr lang="zh-CN" altLang="en-US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101" name="直接连接符 100">
                <a:extLst>
                  <a:ext uri="{FF2B5EF4-FFF2-40B4-BE49-F238E27FC236}">
                    <a16:creationId xmlns:a16="http://schemas.microsoft.com/office/drawing/2014/main" id="{E92BE72B-EE5D-44A1-9E87-98A4DB467CB0}"/>
                  </a:ext>
                </a:extLst>
              </p:cNvPr>
              <p:cNvCxnSpPr>
                <a:cxnSpLocks/>
                <a:endCxn id="98" idx="0"/>
              </p:cNvCxnSpPr>
              <p:nvPr/>
            </p:nvCxnSpPr>
            <p:spPr>
              <a:xfrm flipH="1">
                <a:off x="5347407" y="7496155"/>
                <a:ext cx="563941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2C42C3D5-DF6A-4271-8FE4-C137A6279622}"/>
                  </a:ext>
                </a:extLst>
              </p:cNvPr>
              <p:cNvSpPr/>
              <p:nvPr/>
            </p:nvSpPr>
            <p:spPr>
              <a:xfrm>
                <a:off x="984291" y="7794936"/>
                <a:ext cx="765143" cy="437322"/>
              </a:xfrm>
              <a:prstGeom prst="rect">
                <a:avLst/>
              </a:prstGeom>
              <a:solidFill>
                <a:srgbClr val="FDEFE8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1 3</a:t>
                </a:r>
                <a:endParaRPr lang="zh-CN" altLang="en-US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103" name="直接连接符 102">
                <a:extLst>
                  <a:ext uri="{FF2B5EF4-FFF2-40B4-BE49-F238E27FC236}">
                    <a16:creationId xmlns:a16="http://schemas.microsoft.com/office/drawing/2014/main" id="{E5216E17-280F-4EF3-9628-5FB21797FBB0}"/>
                  </a:ext>
                </a:extLst>
              </p:cNvPr>
              <p:cNvCxnSpPr>
                <a:cxnSpLocks/>
                <a:stCxn id="93" idx="0"/>
                <a:endCxn id="94" idx="2"/>
              </p:cNvCxnSpPr>
              <p:nvPr/>
            </p:nvCxnSpPr>
            <p:spPr>
              <a:xfrm flipV="1">
                <a:off x="2452725" y="7496155"/>
                <a:ext cx="170002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061FA90D-D39E-449D-BE62-F3479841B63E}"/>
                  </a:ext>
                </a:extLst>
              </p:cNvPr>
              <p:cNvSpPr/>
              <p:nvPr/>
            </p:nvSpPr>
            <p:spPr>
              <a:xfrm>
                <a:off x="6221281" y="7794936"/>
                <a:ext cx="1127883" cy="437322"/>
              </a:xfrm>
              <a:prstGeom prst="rect">
                <a:avLst/>
              </a:prstGeom>
              <a:solidFill>
                <a:srgbClr val="FDEFE8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18 19</a:t>
                </a:r>
                <a:endParaRPr lang="zh-CN" altLang="en-US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105" name="直接连接符 104">
                <a:extLst>
                  <a:ext uri="{FF2B5EF4-FFF2-40B4-BE49-F238E27FC236}">
                    <a16:creationId xmlns:a16="http://schemas.microsoft.com/office/drawing/2014/main" id="{FA5365B8-B14A-4B41-B387-EE5078E9415F}"/>
                  </a:ext>
                </a:extLst>
              </p:cNvPr>
              <p:cNvCxnSpPr>
                <a:cxnSpLocks/>
                <a:stCxn id="107" idx="2"/>
                <a:endCxn id="104" idx="0"/>
              </p:cNvCxnSpPr>
              <p:nvPr/>
            </p:nvCxnSpPr>
            <p:spPr>
              <a:xfrm flipH="1">
                <a:off x="6785223" y="7496155"/>
                <a:ext cx="189114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6AB11B8E-A171-4532-8EFD-204441D4716F}"/>
                  </a:ext>
                </a:extLst>
              </p:cNvPr>
              <p:cNvSpPr/>
              <p:nvPr/>
            </p:nvSpPr>
            <p:spPr>
              <a:xfrm>
                <a:off x="3496019" y="6306034"/>
                <a:ext cx="2415329" cy="437322"/>
              </a:xfrm>
              <a:prstGeom prst="rect">
                <a:avLst/>
              </a:prstGeom>
              <a:solidFill>
                <a:srgbClr val="D74514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13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4231A724-FB40-4B21-B720-4A65C42F8A7E}"/>
                  </a:ext>
                </a:extLst>
              </p:cNvPr>
              <p:cNvSpPr/>
              <p:nvPr/>
            </p:nvSpPr>
            <p:spPr>
              <a:xfrm>
                <a:off x="5911349" y="7058833"/>
                <a:ext cx="2125976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17 20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114" name="直接连接符 113">
                <a:extLst>
                  <a:ext uri="{FF2B5EF4-FFF2-40B4-BE49-F238E27FC236}">
                    <a16:creationId xmlns:a16="http://schemas.microsoft.com/office/drawing/2014/main" id="{C1B9433B-4303-4D61-A176-6BEB5739AB12}"/>
                  </a:ext>
                </a:extLst>
              </p:cNvPr>
              <p:cNvCxnSpPr>
                <a:cxnSpLocks/>
                <a:stCxn id="107" idx="0"/>
              </p:cNvCxnSpPr>
              <p:nvPr/>
            </p:nvCxnSpPr>
            <p:spPr>
              <a:xfrm flipH="1" flipV="1">
                <a:off x="5911348" y="6743356"/>
                <a:ext cx="1062989" cy="31547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直接连接符 116">
                <a:extLst>
                  <a:ext uri="{FF2B5EF4-FFF2-40B4-BE49-F238E27FC236}">
                    <a16:creationId xmlns:a16="http://schemas.microsoft.com/office/drawing/2014/main" id="{6F3C2AB4-2654-4E05-B8F0-C1E398D13F7C}"/>
                  </a:ext>
                </a:extLst>
              </p:cNvPr>
              <p:cNvCxnSpPr>
                <a:cxnSpLocks/>
                <a:endCxn id="94" idx="0"/>
              </p:cNvCxnSpPr>
              <p:nvPr/>
            </p:nvCxnSpPr>
            <p:spPr>
              <a:xfrm flipH="1">
                <a:off x="2622727" y="6743356"/>
                <a:ext cx="873292" cy="31547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4" name="箭头: 下 63">
              <a:extLst>
                <a:ext uri="{FF2B5EF4-FFF2-40B4-BE49-F238E27FC236}">
                  <a16:creationId xmlns:a16="http://schemas.microsoft.com/office/drawing/2014/main" id="{3E79BE56-C24A-4415-8D86-B5DFC978FD71}"/>
                </a:ext>
              </a:extLst>
            </p:cNvPr>
            <p:cNvSpPr/>
            <p:nvPr/>
          </p:nvSpPr>
          <p:spPr>
            <a:xfrm>
              <a:off x="4298750" y="4178735"/>
              <a:ext cx="964236" cy="410320"/>
            </a:xfrm>
            <a:prstGeom prst="downArrow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箭头: 下 64">
              <a:extLst>
                <a:ext uri="{FF2B5EF4-FFF2-40B4-BE49-F238E27FC236}">
                  <a16:creationId xmlns:a16="http://schemas.microsoft.com/office/drawing/2014/main" id="{71F799CD-76C5-437A-97FD-54AAE7672B31}"/>
                </a:ext>
              </a:extLst>
            </p:cNvPr>
            <p:cNvSpPr/>
            <p:nvPr/>
          </p:nvSpPr>
          <p:spPr>
            <a:xfrm>
              <a:off x="4314912" y="6078181"/>
              <a:ext cx="964236" cy="410320"/>
            </a:xfrm>
            <a:prstGeom prst="downArrow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箭头: 下 65">
              <a:extLst>
                <a:ext uri="{FF2B5EF4-FFF2-40B4-BE49-F238E27FC236}">
                  <a16:creationId xmlns:a16="http://schemas.microsoft.com/office/drawing/2014/main" id="{BB114247-D064-4726-BF9B-BC267ED763CC}"/>
                </a:ext>
              </a:extLst>
            </p:cNvPr>
            <p:cNvSpPr/>
            <p:nvPr/>
          </p:nvSpPr>
          <p:spPr>
            <a:xfrm>
              <a:off x="4296751" y="2239189"/>
              <a:ext cx="964236" cy="410320"/>
            </a:xfrm>
            <a:prstGeom prst="downArrow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27B03B86-C8BB-4F62-9A40-8F91FF3B9803}"/>
              </a:ext>
            </a:extLst>
          </p:cNvPr>
          <p:cNvGrpSpPr/>
          <p:nvPr/>
        </p:nvGrpSpPr>
        <p:grpSpPr>
          <a:xfrm>
            <a:off x="626405" y="-477807"/>
            <a:ext cx="8050542" cy="1763899"/>
            <a:chOff x="626405" y="-477807"/>
            <a:chExt cx="8050542" cy="1763899"/>
          </a:xfrm>
        </p:grpSpPr>
        <p:grpSp>
          <p:nvGrpSpPr>
            <p:cNvPr id="120" name="组合 119">
              <a:extLst>
                <a:ext uri="{FF2B5EF4-FFF2-40B4-BE49-F238E27FC236}">
                  <a16:creationId xmlns:a16="http://schemas.microsoft.com/office/drawing/2014/main" id="{81DBA07E-50A5-41B3-918F-C761DF1C68F5}"/>
                </a:ext>
              </a:extLst>
            </p:cNvPr>
            <p:cNvGrpSpPr/>
            <p:nvPr/>
          </p:nvGrpSpPr>
          <p:grpSpPr>
            <a:xfrm>
              <a:off x="626405" y="112667"/>
              <a:ext cx="8050542" cy="1173425"/>
              <a:chOff x="674358" y="527349"/>
              <a:chExt cx="8050542" cy="1173425"/>
            </a:xfrm>
          </p:grpSpPr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DFBC5C32-F34A-4D65-A0EF-51663E808590}"/>
                  </a:ext>
                </a:extLst>
              </p:cNvPr>
              <p:cNvSpPr/>
              <p:nvPr/>
            </p:nvSpPr>
            <p:spPr>
              <a:xfrm>
                <a:off x="1760220" y="1263452"/>
                <a:ext cx="765143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5 6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A65568BD-E49E-40C0-9221-E2C44CF5B3E1}"/>
                  </a:ext>
                </a:extLst>
              </p:cNvPr>
              <p:cNvSpPr/>
              <p:nvPr/>
            </p:nvSpPr>
            <p:spPr>
              <a:xfrm>
                <a:off x="2142792" y="527349"/>
                <a:ext cx="4586507" cy="437322"/>
              </a:xfrm>
              <a:prstGeom prst="rect">
                <a:avLst/>
              </a:prstGeom>
              <a:solidFill>
                <a:srgbClr val="D74514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4 7 13 20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B2E64168-AE81-4202-AE86-DC2E05573E1E}"/>
                  </a:ext>
                </a:extLst>
              </p:cNvPr>
              <p:cNvSpPr/>
              <p:nvPr/>
            </p:nvSpPr>
            <p:spPr>
              <a:xfrm>
                <a:off x="2840789" y="1263452"/>
                <a:ext cx="1317317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8 11 12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68C7689A-AF86-44C3-B563-530637B78418}"/>
                  </a:ext>
                </a:extLst>
              </p:cNvPr>
              <p:cNvCxnSpPr>
                <a:cxnSpLocks/>
                <a:endCxn id="46" idx="0"/>
              </p:cNvCxnSpPr>
              <p:nvPr/>
            </p:nvCxnSpPr>
            <p:spPr>
              <a:xfrm flipH="1">
                <a:off x="1056930" y="942031"/>
                <a:ext cx="1085861" cy="3214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81512932-59C2-4722-884C-F0C7582A589D}"/>
                  </a:ext>
                </a:extLst>
              </p:cNvPr>
              <p:cNvCxnSpPr>
                <a:cxnSpLocks/>
                <a:endCxn id="43" idx="0"/>
              </p:cNvCxnSpPr>
              <p:nvPr/>
            </p:nvCxnSpPr>
            <p:spPr>
              <a:xfrm>
                <a:off x="6729299" y="942031"/>
                <a:ext cx="997801" cy="3214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3512F30D-FE74-4FB8-BEAC-55542C03B41B}"/>
                  </a:ext>
                </a:extLst>
              </p:cNvPr>
              <p:cNvSpPr/>
              <p:nvPr/>
            </p:nvSpPr>
            <p:spPr>
              <a:xfrm>
                <a:off x="4473533" y="1263452"/>
                <a:ext cx="1940340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14 16 17 18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1A8BD36B-986E-4AB7-8B67-8B3FC3BB840C}"/>
                  </a:ext>
                </a:extLst>
              </p:cNvPr>
              <p:cNvCxnSpPr>
                <a:cxnSpLocks/>
                <a:endCxn id="38" idx="0"/>
              </p:cNvCxnSpPr>
              <p:nvPr/>
            </p:nvCxnSpPr>
            <p:spPr>
              <a:xfrm flipH="1">
                <a:off x="3499448" y="942031"/>
                <a:ext cx="269526" cy="3214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0EB612FD-2DCD-4039-A031-626725E92011}"/>
                  </a:ext>
                </a:extLst>
              </p:cNvPr>
              <p:cNvSpPr/>
              <p:nvPr/>
            </p:nvSpPr>
            <p:spPr>
              <a:xfrm>
                <a:off x="6729300" y="1263452"/>
                <a:ext cx="1995600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23 24 25 26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C3DED3D2-B188-4D8E-A499-909855ABDAC6}"/>
                  </a:ext>
                </a:extLst>
              </p:cNvPr>
              <p:cNvCxnSpPr>
                <a:cxnSpLocks/>
                <a:endCxn id="41" idx="0"/>
              </p:cNvCxnSpPr>
              <p:nvPr/>
            </p:nvCxnSpPr>
            <p:spPr>
              <a:xfrm>
                <a:off x="5174177" y="942031"/>
                <a:ext cx="269526" cy="3214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994673E7-A1DD-4885-80DF-AFF0F58B3B36}"/>
                  </a:ext>
                </a:extLst>
              </p:cNvPr>
              <p:cNvSpPr/>
              <p:nvPr/>
            </p:nvSpPr>
            <p:spPr>
              <a:xfrm>
                <a:off x="674358" y="1263452"/>
                <a:ext cx="765143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1 3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9D45B223-202A-4BF5-BF79-3DE58B6AAFD2}"/>
                  </a:ext>
                </a:extLst>
              </p:cNvPr>
              <p:cNvCxnSpPr>
                <a:cxnSpLocks/>
                <a:stCxn id="36" idx="0"/>
              </p:cNvCxnSpPr>
              <p:nvPr/>
            </p:nvCxnSpPr>
            <p:spPr>
              <a:xfrm flipV="1">
                <a:off x="2142792" y="942031"/>
                <a:ext cx="697996" cy="3214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7" name="箭头: 下 66">
              <a:extLst>
                <a:ext uri="{FF2B5EF4-FFF2-40B4-BE49-F238E27FC236}">
                  <a16:creationId xmlns:a16="http://schemas.microsoft.com/office/drawing/2014/main" id="{51CC1138-1E6C-45C7-94D7-31F14AD1AA9B}"/>
                </a:ext>
              </a:extLst>
            </p:cNvPr>
            <p:cNvSpPr/>
            <p:nvPr/>
          </p:nvSpPr>
          <p:spPr>
            <a:xfrm>
              <a:off x="3835795" y="-477807"/>
              <a:ext cx="964236" cy="410320"/>
            </a:xfrm>
            <a:prstGeom prst="downArrow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9648489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>
            <a:extLst>
              <a:ext uri="{FF2B5EF4-FFF2-40B4-BE49-F238E27FC236}">
                <a16:creationId xmlns:a16="http://schemas.microsoft.com/office/drawing/2014/main" id="{A48F14D9-09C6-4DCA-8D0E-2A39E3C48C22}"/>
              </a:ext>
            </a:extLst>
          </p:cNvPr>
          <p:cNvGrpSpPr/>
          <p:nvPr/>
        </p:nvGrpSpPr>
        <p:grpSpPr>
          <a:xfrm>
            <a:off x="739279" y="2160191"/>
            <a:ext cx="8483618" cy="5238820"/>
            <a:chOff x="739279" y="2160191"/>
            <a:chExt cx="8483618" cy="5238820"/>
          </a:xfrm>
        </p:grpSpPr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9D297A94-2433-49A9-BE6B-0515F03AF4E4}"/>
                </a:ext>
              </a:extLst>
            </p:cNvPr>
            <p:cNvGrpSpPr/>
            <p:nvPr/>
          </p:nvGrpSpPr>
          <p:grpSpPr>
            <a:xfrm>
              <a:off x="739279" y="2744719"/>
              <a:ext cx="8483618" cy="1926224"/>
              <a:chOff x="739279" y="2744719"/>
              <a:chExt cx="8483618" cy="1926224"/>
            </a:xfrm>
          </p:grpSpPr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CAE2D9C1-B19E-4884-8314-8F7F5A780BE2}"/>
                  </a:ext>
                </a:extLst>
              </p:cNvPr>
              <p:cNvSpPr/>
              <p:nvPr/>
            </p:nvSpPr>
            <p:spPr>
              <a:xfrm>
                <a:off x="1825141" y="4233621"/>
                <a:ext cx="765143" cy="437322"/>
              </a:xfrm>
              <a:prstGeom prst="rect">
                <a:avLst/>
              </a:prstGeom>
              <a:solidFill>
                <a:srgbClr val="FDEFE8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5 6</a:t>
                </a:r>
                <a:endParaRPr lang="zh-CN" altLang="en-US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01B5AD94-A8F5-4934-B91C-F52EB99605F8}"/>
                  </a:ext>
                </a:extLst>
              </p:cNvPr>
              <p:cNvSpPr/>
              <p:nvPr/>
            </p:nvSpPr>
            <p:spPr>
              <a:xfrm>
                <a:off x="1504423" y="3497518"/>
                <a:ext cx="1403934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4 7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7D9FA33D-570B-4B14-AA8D-21CCF1DC2B5D}"/>
                  </a:ext>
                </a:extLst>
              </p:cNvPr>
              <p:cNvSpPr/>
              <p:nvPr/>
            </p:nvSpPr>
            <p:spPr>
              <a:xfrm>
                <a:off x="2908356" y="4233621"/>
                <a:ext cx="1127883" cy="437322"/>
              </a:xfrm>
              <a:prstGeom prst="rect">
                <a:avLst/>
              </a:prstGeom>
              <a:solidFill>
                <a:srgbClr val="FDEFE8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11 12</a:t>
                </a:r>
                <a:endParaRPr lang="zh-CN" altLang="en-US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7D661E08-A778-48DA-9FD5-D2533957388A}"/>
                  </a:ext>
                </a:extLst>
              </p:cNvPr>
              <p:cNvCxnSpPr>
                <a:cxnSpLocks/>
                <a:endCxn id="37" idx="0"/>
              </p:cNvCxnSpPr>
              <p:nvPr/>
            </p:nvCxnSpPr>
            <p:spPr>
              <a:xfrm flipH="1">
                <a:off x="1121851" y="3934840"/>
                <a:ext cx="382571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6C5ADAFF-E68C-47A6-B30D-0A42599B43CB}"/>
                  </a:ext>
                </a:extLst>
              </p:cNvPr>
              <p:cNvCxnSpPr>
                <a:cxnSpLocks/>
                <a:endCxn id="35" idx="0"/>
              </p:cNvCxnSpPr>
              <p:nvPr/>
            </p:nvCxnSpPr>
            <p:spPr>
              <a:xfrm>
                <a:off x="7605525" y="3934840"/>
                <a:ext cx="619572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A016DC52-A5EC-4E28-A2AF-B7DE00899532}"/>
                  </a:ext>
                </a:extLst>
              </p:cNvPr>
              <p:cNvSpPr/>
              <p:nvPr/>
            </p:nvSpPr>
            <p:spPr>
              <a:xfrm>
                <a:off x="4351665" y="4233621"/>
                <a:ext cx="1127883" cy="437322"/>
              </a:xfrm>
              <a:prstGeom prst="rect">
                <a:avLst/>
              </a:prstGeom>
              <a:solidFill>
                <a:srgbClr val="FDEFE8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14 16</a:t>
                </a:r>
                <a:endParaRPr lang="zh-CN" altLang="en-US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24B41BB5-2747-4A43-87CE-1341D3CB356B}"/>
                  </a:ext>
                </a:extLst>
              </p:cNvPr>
              <p:cNvCxnSpPr>
                <a:cxnSpLocks/>
                <a:endCxn id="30" idx="0"/>
              </p:cNvCxnSpPr>
              <p:nvPr/>
            </p:nvCxnSpPr>
            <p:spPr>
              <a:xfrm>
                <a:off x="2905710" y="3934840"/>
                <a:ext cx="566588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19D38F7A-2E87-422D-9FE9-3C533CC308EB}"/>
                  </a:ext>
                </a:extLst>
              </p:cNvPr>
              <p:cNvSpPr/>
              <p:nvPr/>
            </p:nvSpPr>
            <p:spPr>
              <a:xfrm>
                <a:off x="7227297" y="4233621"/>
                <a:ext cx="1995600" cy="437322"/>
              </a:xfrm>
              <a:prstGeom prst="rect">
                <a:avLst/>
              </a:prstGeom>
              <a:solidFill>
                <a:srgbClr val="FDEFE8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23 24 25 26</a:t>
                </a:r>
                <a:endParaRPr lang="zh-CN" altLang="en-US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95F00DEA-430E-4505-AFBC-9552D44B7EC6}"/>
                  </a:ext>
                </a:extLst>
              </p:cNvPr>
              <p:cNvCxnSpPr>
                <a:cxnSpLocks/>
                <a:endCxn id="33" idx="0"/>
              </p:cNvCxnSpPr>
              <p:nvPr/>
            </p:nvCxnSpPr>
            <p:spPr>
              <a:xfrm flipH="1">
                <a:off x="4915607" y="3934840"/>
                <a:ext cx="563941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CCD52983-2121-4259-B6A7-FB04A168F0CB}"/>
                  </a:ext>
                </a:extLst>
              </p:cNvPr>
              <p:cNvSpPr/>
              <p:nvPr/>
            </p:nvSpPr>
            <p:spPr>
              <a:xfrm>
                <a:off x="739279" y="4233621"/>
                <a:ext cx="765143" cy="437322"/>
              </a:xfrm>
              <a:prstGeom prst="rect">
                <a:avLst/>
              </a:prstGeom>
              <a:solidFill>
                <a:srgbClr val="FDEFE8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1 3</a:t>
                </a:r>
                <a:endParaRPr lang="zh-CN" altLang="en-US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7E046403-40E3-4B3C-81F8-63E480EF2753}"/>
                  </a:ext>
                </a:extLst>
              </p:cNvPr>
              <p:cNvCxnSpPr>
                <a:cxnSpLocks/>
                <a:stCxn id="28" idx="0"/>
                <a:endCxn id="29" idx="2"/>
              </p:cNvCxnSpPr>
              <p:nvPr/>
            </p:nvCxnSpPr>
            <p:spPr>
              <a:xfrm flipH="1" flipV="1">
                <a:off x="2206390" y="3934840"/>
                <a:ext cx="1323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A7B56F75-03A4-4D49-ADD7-0B4EB6ACC343}"/>
                  </a:ext>
                </a:extLst>
              </p:cNvPr>
              <p:cNvSpPr/>
              <p:nvPr/>
            </p:nvSpPr>
            <p:spPr>
              <a:xfrm>
                <a:off x="5789481" y="4233621"/>
                <a:ext cx="1127883" cy="437322"/>
              </a:xfrm>
              <a:prstGeom prst="rect">
                <a:avLst/>
              </a:prstGeom>
              <a:solidFill>
                <a:srgbClr val="FDEFE8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18 19</a:t>
                </a:r>
                <a:endParaRPr lang="zh-CN" altLang="en-US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DDAFD600-5E1D-43E9-8D4E-314B2190433C}"/>
                  </a:ext>
                </a:extLst>
              </p:cNvPr>
              <p:cNvCxnSpPr>
                <a:cxnSpLocks/>
                <a:stCxn id="42" idx="2"/>
                <a:endCxn id="39" idx="0"/>
              </p:cNvCxnSpPr>
              <p:nvPr/>
            </p:nvCxnSpPr>
            <p:spPr>
              <a:xfrm flipH="1">
                <a:off x="6353423" y="3934840"/>
                <a:ext cx="189114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1230D8D6-87DB-4D12-BBD1-FEAEE04C0E70}"/>
                  </a:ext>
                </a:extLst>
              </p:cNvPr>
              <p:cNvSpPr/>
              <p:nvPr/>
            </p:nvSpPr>
            <p:spPr>
              <a:xfrm>
                <a:off x="3064219" y="2744719"/>
                <a:ext cx="2415329" cy="437322"/>
              </a:xfrm>
              <a:prstGeom prst="rect">
                <a:avLst/>
              </a:prstGeom>
              <a:solidFill>
                <a:srgbClr val="D74514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13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56B8D925-40FA-40B5-9F0B-9F83B13872C7}"/>
                  </a:ext>
                </a:extLst>
              </p:cNvPr>
              <p:cNvSpPr/>
              <p:nvPr/>
            </p:nvSpPr>
            <p:spPr>
              <a:xfrm>
                <a:off x="5479549" y="3497518"/>
                <a:ext cx="2125976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17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8C8B167F-C4D0-49CA-9B3B-DEFFAE363FA6}"/>
                  </a:ext>
                </a:extLst>
              </p:cNvPr>
              <p:cNvCxnSpPr>
                <a:cxnSpLocks/>
                <a:stCxn id="42" idx="0"/>
              </p:cNvCxnSpPr>
              <p:nvPr/>
            </p:nvCxnSpPr>
            <p:spPr>
              <a:xfrm flipH="1" flipV="1">
                <a:off x="5479548" y="3182041"/>
                <a:ext cx="1062989" cy="31547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4B159709-B389-4CAF-A633-2D687F7EC5A4}"/>
                  </a:ext>
                </a:extLst>
              </p:cNvPr>
              <p:cNvCxnSpPr>
                <a:cxnSpLocks/>
                <a:endCxn id="29" idx="0"/>
              </p:cNvCxnSpPr>
              <p:nvPr/>
            </p:nvCxnSpPr>
            <p:spPr>
              <a:xfrm flipH="1">
                <a:off x="2206390" y="3182041"/>
                <a:ext cx="951224" cy="31547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38FBB839-0B58-4755-AB61-9001607B7AC4}"/>
                </a:ext>
              </a:extLst>
            </p:cNvPr>
            <p:cNvGrpSpPr/>
            <p:nvPr/>
          </p:nvGrpSpPr>
          <p:grpSpPr>
            <a:xfrm>
              <a:off x="739279" y="5472787"/>
              <a:ext cx="8112621" cy="1926224"/>
              <a:chOff x="739279" y="5150437"/>
              <a:chExt cx="8112621" cy="1926224"/>
            </a:xfrm>
          </p:grpSpPr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64829A81-055A-41EA-9267-9F7E7D25A585}"/>
                  </a:ext>
                </a:extLst>
              </p:cNvPr>
              <p:cNvSpPr/>
              <p:nvPr/>
            </p:nvSpPr>
            <p:spPr>
              <a:xfrm>
                <a:off x="1825141" y="6639339"/>
                <a:ext cx="765143" cy="437322"/>
              </a:xfrm>
              <a:prstGeom prst="rect">
                <a:avLst/>
              </a:prstGeom>
              <a:solidFill>
                <a:srgbClr val="FDEFE8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5 6</a:t>
                </a:r>
                <a:endParaRPr lang="zh-CN" altLang="en-US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71D96A75-F505-4DFA-BEE8-4BC73F16C891}"/>
                  </a:ext>
                </a:extLst>
              </p:cNvPr>
              <p:cNvSpPr/>
              <p:nvPr/>
            </p:nvSpPr>
            <p:spPr>
              <a:xfrm>
                <a:off x="1504423" y="5903236"/>
                <a:ext cx="1403934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4 7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64073434-B607-4267-A32C-82BDEFBA5E00}"/>
                  </a:ext>
                </a:extLst>
              </p:cNvPr>
              <p:cNvSpPr/>
              <p:nvPr/>
            </p:nvSpPr>
            <p:spPr>
              <a:xfrm>
                <a:off x="2908356" y="6639339"/>
                <a:ext cx="1127883" cy="437322"/>
              </a:xfrm>
              <a:prstGeom prst="rect">
                <a:avLst/>
              </a:prstGeom>
              <a:solidFill>
                <a:srgbClr val="FDEFE8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11 12</a:t>
                </a:r>
                <a:endParaRPr lang="zh-CN" altLang="en-US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4AA9C49D-C34C-4A70-8047-C0E5DB9EEFDB}"/>
                  </a:ext>
                </a:extLst>
              </p:cNvPr>
              <p:cNvCxnSpPr>
                <a:cxnSpLocks/>
                <a:endCxn id="54" idx="0"/>
              </p:cNvCxnSpPr>
              <p:nvPr/>
            </p:nvCxnSpPr>
            <p:spPr>
              <a:xfrm flipH="1">
                <a:off x="1121851" y="6340558"/>
                <a:ext cx="382571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C59CCAEB-8B91-49F5-959A-2EEBBA42C14A}"/>
                  </a:ext>
                </a:extLst>
              </p:cNvPr>
              <p:cNvCxnSpPr>
                <a:cxnSpLocks/>
                <a:endCxn id="52" idx="0"/>
              </p:cNvCxnSpPr>
              <p:nvPr/>
            </p:nvCxnSpPr>
            <p:spPr>
              <a:xfrm>
                <a:off x="7227297" y="6340558"/>
                <a:ext cx="812302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62E1B36B-5251-4464-A803-53F5C75F2B76}"/>
                  </a:ext>
                </a:extLst>
              </p:cNvPr>
              <p:cNvSpPr/>
              <p:nvPr/>
            </p:nvSpPr>
            <p:spPr>
              <a:xfrm>
                <a:off x="4351665" y="6639339"/>
                <a:ext cx="1127883" cy="437322"/>
              </a:xfrm>
              <a:prstGeom prst="rect">
                <a:avLst/>
              </a:prstGeom>
              <a:solidFill>
                <a:srgbClr val="FDEFE8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14 16</a:t>
                </a:r>
                <a:endParaRPr lang="zh-CN" altLang="en-US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6F991EE0-40D6-4572-A169-EECE0A7FE259}"/>
                  </a:ext>
                </a:extLst>
              </p:cNvPr>
              <p:cNvCxnSpPr>
                <a:cxnSpLocks/>
                <a:endCxn id="47" idx="0"/>
              </p:cNvCxnSpPr>
              <p:nvPr/>
            </p:nvCxnSpPr>
            <p:spPr>
              <a:xfrm>
                <a:off x="2905710" y="6340558"/>
                <a:ext cx="566588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B4DFCA7A-C80E-4A19-A449-BD6ED515807A}"/>
                  </a:ext>
                </a:extLst>
              </p:cNvPr>
              <p:cNvSpPr/>
              <p:nvPr/>
            </p:nvSpPr>
            <p:spPr>
              <a:xfrm>
                <a:off x="7227297" y="6639339"/>
                <a:ext cx="1624603" cy="437322"/>
              </a:xfrm>
              <a:prstGeom prst="rect">
                <a:avLst/>
              </a:prstGeom>
              <a:solidFill>
                <a:srgbClr val="FDEFE8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24 25 26</a:t>
                </a:r>
                <a:endParaRPr lang="zh-CN" altLang="en-US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BD9FD471-09B8-4951-98EB-4790BBA41C81}"/>
                  </a:ext>
                </a:extLst>
              </p:cNvPr>
              <p:cNvCxnSpPr>
                <a:cxnSpLocks/>
                <a:endCxn id="50" idx="0"/>
              </p:cNvCxnSpPr>
              <p:nvPr/>
            </p:nvCxnSpPr>
            <p:spPr>
              <a:xfrm flipH="1">
                <a:off x="4915607" y="6340558"/>
                <a:ext cx="563941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76735E15-377F-4DE6-AEAE-F889EFF4ACBA}"/>
                  </a:ext>
                </a:extLst>
              </p:cNvPr>
              <p:cNvSpPr/>
              <p:nvPr/>
            </p:nvSpPr>
            <p:spPr>
              <a:xfrm>
                <a:off x="739279" y="6639339"/>
                <a:ext cx="765143" cy="437322"/>
              </a:xfrm>
              <a:prstGeom prst="rect">
                <a:avLst/>
              </a:prstGeom>
              <a:solidFill>
                <a:srgbClr val="FDEFE8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1 3</a:t>
                </a:r>
                <a:endParaRPr lang="zh-CN" altLang="en-US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8D04C4B5-9CAA-421D-BD79-7C4DF49AD175}"/>
                  </a:ext>
                </a:extLst>
              </p:cNvPr>
              <p:cNvCxnSpPr>
                <a:cxnSpLocks/>
                <a:stCxn id="45" idx="0"/>
                <a:endCxn id="46" idx="2"/>
              </p:cNvCxnSpPr>
              <p:nvPr/>
            </p:nvCxnSpPr>
            <p:spPr>
              <a:xfrm flipH="1" flipV="1">
                <a:off x="2206390" y="6340558"/>
                <a:ext cx="1323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8780E1EA-93E0-4DCF-BCCE-09D7DC8B41C7}"/>
                  </a:ext>
                </a:extLst>
              </p:cNvPr>
              <p:cNvSpPr/>
              <p:nvPr/>
            </p:nvSpPr>
            <p:spPr>
              <a:xfrm>
                <a:off x="5789481" y="6639339"/>
                <a:ext cx="1127883" cy="437322"/>
              </a:xfrm>
              <a:prstGeom prst="rect">
                <a:avLst/>
              </a:prstGeom>
              <a:solidFill>
                <a:srgbClr val="FDEFE8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18 19</a:t>
                </a:r>
                <a:endParaRPr lang="zh-CN" altLang="en-US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AE51670C-C99D-49D5-9FEA-FA5F0233C4B3}"/>
                  </a:ext>
                </a:extLst>
              </p:cNvPr>
              <p:cNvCxnSpPr>
                <a:cxnSpLocks/>
                <a:stCxn id="59" idx="2"/>
                <a:endCxn id="56" idx="0"/>
              </p:cNvCxnSpPr>
              <p:nvPr/>
            </p:nvCxnSpPr>
            <p:spPr>
              <a:xfrm>
                <a:off x="6353423" y="6340558"/>
                <a:ext cx="0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D243E107-CA57-4AA5-86F5-191F99674A44}"/>
                  </a:ext>
                </a:extLst>
              </p:cNvPr>
              <p:cNvSpPr/>
              <p:nvPr/>
            </p:nvSpPr>
            <p:spPr>
              <a:xfrm>
                <a:off x="3064219" y="5150437"/>
                <a:ext cx="2415329" cy="437322"/>
              </a:xfrm>
              <a:prstGeom prst="rect">
                <a:avLst/>
              </a:prstGeom>
              <a:solidFill>
                <a:srgbClr val="D74514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13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E15ACB7E-0B64-4CDE-A24F-42C7F68C1EA9}"/>
                  </a:ext>
                </a:extLst>
              </p:cNvPr>
              <p:cNvSpPr/>
              <p:nvPr/>
            </p:nvSpPr>
            <p:spPr>
              <a:xfrm>
                <a:off x="5479549" y="5903236"/>
                <a:ext cx="1747748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17 23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B63C449F-DE6A-4E7C-ABD8-3EB6FB631BF7}"/>
                  </a:ext>
                </a:extLst>
              </p:cNvPr>
              <p:cNvCxnSpPr>
                <a:cxnSpLocks/>
                <a:stCxn id="59" idx="0"/>
              </p:cNvCxnSpPr>
              <p:nvPr/>
            </p:nvCxnSpPr>
            <p:spPr>
              <a:xfrm flipH="1" flipV="1">
                <a:off x="5479549" y="5587760"/>
                <a:ext cx="873874" cy="31547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7416405A-2B25-42DA-AF08-48B27244BC29}"/>
                  </a:ext>
                </a:extLst>
              </p:cNvPr>
              <p:cNvCxnSpPr>
                <a:cxnSpLocks/>
                <a:endCxn id="46" idx="0"/>
              </p:cNvCxnSpPr>
              <p:nvPr/>
            </p:nvCxnSpPr>
            <p:spPr>
              <a:xfrm flipH="1">
                <a:off x="2206390" y="5587759"/>
                <a:ext cx="951224" cy="31547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2" name="箭头: 下 61">
              <a:extLst>
                <a:ext uri="{FF2B5EF4-FFF2-40B4-BE49-F238E27FC236}">
                  <a16:creationId xmlns:a16="http://schemas.microsoft.com/office/drawing/2014/main" id="{097587F2-C65D-4D8F-8ABD-561D36E15076}"/>
                </a:ext>
              </a:extLst>
            </p:cNvPr>
            <p:cNvSpPr/>
            <p:nvPr/>
          </p:nvSpPr>
          <p:spPr>
            <a:xfrm>
              <a:off x="3724283" y="2160191"/>
              <a:ext cx="964236" cy="410320"/>
            </a:xfrm>
            <a:prstGeom prst="downArrow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箭头: 下 62">
              <a:extLst>
                <a:ext uri="{FF2B5EF4-FFF2-40B4-BE49-F238E27FC236}">
                  <a16:creationId xmlns:a16="http://schemas.microsoft.com/office/drawing/2014/main" id="{F4F9BA58-0030-4A90-95DF-D8182729AAFF}"/>
                </a:ext>
              </a:extLst>
            </p:cNvPr>
            <p:cNvSpPr/>
            <p:nvPr/>
          </p:nvSpPr>
          <p:spPr>
            <a:xfrm>
              <a:off x="3804065" y="4946795"/>
              <a:ext cx="964236" cy="410320"/>
            </a:xfrm>
            <a:prstGeom prst="downArrow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19FF763-4F97-453B-8892-623AED94C313}"/>
              </a:ext>
            </a:extLst>
          </p:cNvPr>
          <p:cNvGrpSpPr/>
          <p:nvPr/>
        </p:nvGrpSpPr>
        <p:grpSpPr>
          <a:xfrm>
            <a:off x="673797" y="-1412113"/>
            <a:ext cx="8483618" cy="2516651"/>
            <a:chOff x="673797" y="-1412113"/>
            <a:chExt cx="8483618" cy="2516651"/>
          </a:xfrm>
        </p:grpSpPr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27550EB6-81AA-4824-A7A1-FEB6DC319371}"/>
                </a:ext>
              </a:extLst>
            </p:cNvPr>
            <p:cNvGrpSpPr/>
            <p:nvPr/>
          </p:nvGrpSpPr>
          <p:grpSpPr>
            <a:xfrm>
              <a:off x="673797" y="-821686"/>
              <a:ext cx="8483618" cy="1926224"/>
              <a:chOff x="739279" y="260834"/>
              <a:chExt cx="8483618" cy="1926224"/>
            </a:xfrm>
          </p:grpSpPr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8D983B02-33E5-41A8-8CC1-81FDDAE2EC6F}"/>
                  </a:ext>
                </a:extLst>
              </p:cNvPr>
              <p:cNvSpPr/>
              <p:nvPr/>
            </p:nvSpPr>
            <p:spPr>
              <a:xfrm>
                <a:off x="1825141" y="1749736"/>
                <a:ext cx="765143" cy="437322"/>
              </a:xfrm>
              <a:prstGeom prst="rect">
                <a:avLst/>
              </a:prstGeom>
              <a:solidFill>
                <a:srgbClr val="FDEFE8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5 6</a:t>
                </a:r>
                <a:endParaRPr lang="zh-CN" altLang="en-US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922C2643-7789-48B9-9902-BAD517244CF6}"/>
                  </a:ext>
                </a:extLst>
              </p:cNvPr>
              <p:cNvSpPr/>
              <p:nvPr/>
            </p:nvSpPr>
            <p:spPr>
              <a:xfrm>
                <a:off x="1504423" y="1013633"/>
                <a:ext cx="1403934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4 7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4BC0655A-C523-443D-B467-6E31ED2DFB88}"/>
                  </a:ext>
                </a:extLst>
              </p:cNvPr>
              <p:cNvSpPr/>
              <p:nvPr/>
            </p:nvSpPr>
            <p:spPr>
              <a:xfrm>
                <a:off x="2908356" y="1749736"/>
                <a:ext cx="1127883" cy="437322"/>
              </a:xfrm>
              <a:prstGeom prst="rect">
                <a:avLst/>
              </a:prstGeom>
              <a:solidFill>
                <a:srgbClr val="FDEFE8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11 12</a:t>
                </a:r>
                <a:endParaRPr lang="zh-CN" altLang="en-US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5" name="直接连接符 4">
                <a:extLst>
                  <a:ext uri="{FF2B5EF4-FFF2-40B4-BE49-F238E27FC236}">
                    <a16:creationId xmlns:a16="http://schemas.microsoft.com/office/drawing/2014/main" id="{9A587912-A6E6-47A0-B50F-35AAF2E679C9}"/>
                  </a:ext>
                </a:extLst>
              </p:cNvPr>
              <p:cNvCxnSpPr>
                <a:cxnSpLocks/>
                <a:endCxn id="11" idx="0"/>
              </p:cNvCxnSpPr>
              <p:nvPr/>
            </p:nvCxnSpPr>
            <p:spPr>
              <a:xfrm flipH="1">
                <a:off x="1121851" y="1450955"/>
                <a:ext cx="382571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42F22D87-4B13-4182-8568-73DEFEEE5348}"/>
                  </a:ext>
                </a:extLst>
              </p:cNvPr>
              <p:cNvCxnSpPr>
                <a:cxnSpLocks/>
                <a:endCxn id="9" idx="0"/>
              </p:cNvCxnSpPr>
              <p:nvPr/>
            </p:nvCxnSpPr>
            <p:spPr>
              <a:xfrm>
                <a:off x="7605525" y="1450955"/>
                <a:ext cx="619572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44A5F475-286E-4298-BEAF-43657BDB0118}"/>
                  </a:ext>
                </a:extLst>
              </p:cNvPr>
              <p:cNvSpPr/>
              <p:nvPr/>
            </p:nvSpPr>
            <p:spPr>
              <a:xfrm>
                <a:off x="4351665" y="1749736"/>
                <a:ext cx="1127883" cy="437322"/>
              </a:xfrm>
              <a:prstGeom prst="rect">
                <a:avLst/>
              </a:prstGeom>
              <a:solidFill>
                <a:srgbClr val="FDEFE8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14 16</a:t>
                </a:r>
                <a:endParaRPr lang="zh-CN" altLang="en-US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8" name="直接连接符 7">
                <a:extLst>
                  <a:ext uri="{FF2B5EF4-FFF2-40B4-BE49-F238E27FC236}">
                    <a16:creationId xmlns:a16="http://schemas.microsoft.com/office/drawing/2014/main" id="{08926083-C24B-4F92-A4B1-0D9E4A115B54}"/>
                  </a:ext>
                </a:extLst>
              </p:cNvPr>
              <p:cNvCxnSpPr>
                <a:cxnSpLocks/>
                <a:endCxn id="4" idx="0"/>
              </p:cNvCxnSpPr>
              <p:nvPr/>
            </p:nvCxnSpPr>
            <p:spPr>
              <a:xfrm>
                <a:off x="2905710" y="1450955"/>
                <a:ext cx="566588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00885203-68A3-47FB-9894-A72136BD7ED5}"/>
                  </a:ext>
                </a:extLst>
              </p:cNvPr>
              <p:cNvSpPr/>
              <p:nvPr/>
            </p:nvSpPr>
            <p:spPr>
              <a:xfrm>
                <a:off x="7227297" y="1749736"/>
                <a:ext cx="1995600" cy="437322"/>
              </a:xfrm>
              <a:prstGeom prst="rect">
                <a:avLst/>
              </a:prstGeom>
              <a:solidFill>
                <a:srgbClr val="FDEFE8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23 24 25 26</a:t>
                </a:r>
                <a:endParaRPr lang="zh-CN" altLang="en-US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10" name="直接连接符 9">
                <a:extLst>
                  <a:ext uri="{FF2B5EF4-FFF2-40B4-BE49-F238E27FC236}">
                    <a16:creationId xmlns:a16="http://schemas.microsoft.com/office/drawing/2014/main" id="{D84E93A0-29B0-4491-AF79-D4364BEEC902}"/>
                  </a:ext>
                </a:extLst>
              </p:cNvPr>
              <p:cNvCxnSpPr>
                <a:cxnSpLocks/>
                <a:endCxn id="7" idx="0"/>
              </p:cNvCxnSpPr>
              <p:nvPr/>
            </p:nvCxnSpPr>
            <p:spPr>
              <a:xfrm flipH="1">
                <a:off x="4915607" y="1450955"/>
                <a:ext cx="563941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BA9FE39F-54A2-44A7-8B36-82346E74D167}"/>
                  </a:ext>
                </a:extLst>
              </p:cNvPr>
              <p:cNvSpPr/>
              <p:nvPr/>
            </p:nvSpPr>
            <p:spPr>
              <a:xfrm>
                <a:off x="739279" y="1749736"/>
                <a:ext cx="765143" cy="437322"/>
              </a:xfrm>
              <a:prstGeom prst="rect">
                <a:avLst/>
              </a:prstGeom>
              <a:solidFill>
                <a:srgbClr val="FDEFE8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1 3</a:t>
                </a:r>
                <a:endParaRPr lang="zh-CN" altLang="en-US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26A72DCF-1F01-4F94-8026-7438434B150C}"/>
                  </a:ext>
                </a:extLst>
              </p:cNvPr>
              <p:cNvCxnSpPr>
                <a:cxnSpLocks/>
                <a:stCxn id="2" idx="0"/>
                <a:endCxn id="3" idx="2"/>
              </p:cNvCxnSpPr>
              <p:nvPr/>
            </p:nvCxnSpPr>
            <p:spPr>
              <a:xfrm flipH="1" flipV="1">
                <a:off x="2206390" y="1450955"/>
                <a:ext cx="1323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BEAA62DE-4F1B-4E98-A144-530780A614D7}"/>
                  </a:ext>
                </a:extLst>
              </p:cNvPr>
              <p:cNvSpPr/>
              <p:nvPr/>
            </p:nvSpPr>
            <p:spPr>
              <a:xfrm>
                <a:off x="5789481" y="1749736"/>
                <a:ext cx="1127883" cy="437322"/>
              </a:xfrm>
              <a:prstGeom prst="rect">
                <a:avLst/>
              </a:prstGeom>
              <a:solidFill>
                <a:srgbClr val="FDEFE8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18 19</a:t>
                </a:r>
                <a:endParaRPr lang="zh-CN" altLang="en-US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F619F59E-D3D2-4C7B-9DA9-5D583119C6AB}"/>
                  </a:ext>
                </a:extLst>
              </p:cNvPr>
              <p:cNvCxnSpPr>
                <a:cxnSpLocks/>
                <a:stCxn id="16" idx="2"/>
                <a:endCxn id="13" idx="0"/>
              </p:cNvCxnSpPr>
              <p:nvPr/>
            </p:nvCxnSpPr>
            <p:spPr>
              <a:xfrm flipH="1">
                <a:off x="6353423" y="1450955"/>
                <a:ext cx="189114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E4879D6F-47D0-4F30-B711-218B2B810308}"/>
                  </a:ext>
                </a:extLst>
              </p:cNvPr>
              <p:cNvSpPr/>
              <p:nvPr/>
            </p:nvSpPr>
            <p:spPr>
              <a:xfrm>
                <a:off x="3064219" y="260834"/>
                <a:ext cx="2415329" cy="437322"/>
              </a:xfrm>
              <a:prstGeom prst="rect">
                <a:avLst/>
              </a:prstGeom>
              <a:solidFill>
                <a:srgbClr val="D74514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13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C4A7558E-8284-4F09-BFFC-EA52DCC07AEF}"/>
                  </a:ext>
                </a:extLst>
              </p:cNvPr>
              <p:cNvSpPr/>
              <p:nvPr/>
            </p:nvSpPr>
            <p:spPr>
              <a:xfrm>
                <a:off x="5479549" y="1013633"/>
                <a:ext cx="2125976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17 20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3BB9CBFF-7F2D-4632-B4E9-65BA5416EC42}"/>
                  </a:ext>
                </a:extLst>
              </p:cNvPr>
              <p:cNvCxnSpPr>
                <a:cxnSpLocks/>
                <a:stCxn id="16" idx="0"/>
              </p:cNvCxnSpPr>
              <p:nvPr/>
            </p:nvCxnSpPr>
            <p:spPr>
              <a:xfrm flipH="1" flipV="1">
                <a:off x="5479548" y="698156"/>
                <a:ext cx="1062989" cy="31547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BE28A4A9-27FB-4883-AA4F-0F518CE65555}"/>
                  </a:ext>
                </a:extLst>
              </p:cNvPr>
              <p:cNvCxnSpPr>
                <a:cxnSpLocks/>
                <a:endCxn id="3" idx="0"/>
              </p:cNvCxnSpPr>
              <p:nvPr/>
            </p:nvCxnSpPr>
            <p:spPr>
              <a:xfrm flipH="1">
                <a:off x="2206390" y="698156"/>
                <a:ext cx="951224" cy="31547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4" name="箭头: 下 63">
              <a:extLst>
                <a:ext uri="{FF2B5EF4-FFF2-40B4-BE49-F238E27FC236}">
                  <a16:creationId xmlns:a16="http://schemas.microsoft.com/office/drawing/2014/main" id="{89390985-7ACA-42F7-8A50-581F4DB0164A}"/>
                </a:ext>
              </a:extLst>
            </p:cNvPr>
            <p:cNvSpPr/>
            <p:nvPr/>
          </p:nvSpPr>
          <p:spPr>
            <a:xfrm>
              <a:off x="3724283" y="-1412113"/>
              <a:ext cx="964236" cy="410320"/>
            </a:xfrm>
            <a:prstGeom prst="downArrow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9083707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>
            <a:extLst>
              <a:ext uri="{FF2B5EF4-FFF2-40B4-BE49-F238E27FC236}">
                <a16:creationId xmlns:a16="http://schemas.microsoft.com/office/drawing/2014/main" id="{E33635C2-E31B-4AB0-B8FC-5BA773837338}"/>
              </a:ext>
            </a:extLst>
          </p:cNvPr>
          <p:cNvGrpSpPr/>
          <p:nvPr/>
        </p:nvGrpSpPr>
        <p:grpSpPr>
          <a:xfrm>
            <a:off x="764679" y="-383321"/>
            <a:ext cx="8112621" cy="7766434"/>
            <a:chOff x="764679" y="-383321"/>
            <a:chExt cx="8112621" cy="7766434"/>
          </a:xfrm>
        </p:grpSpPr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5D6660B6-947D-4318-9B23-71EAAB23185B}"/>
                </a:ext>
              </a:extLst>
            </p:cNvPr>
            <p:cNvGrpSpPr/>
            <p:nvPr/>
          </p:nvGrpSpPr>
          <p:grpSpPr>
            <a:xfrm>
              <a:off x="764679" y="184737"/>
              <a:ext cx="7797041" cy="1926224"/>
              <a:chOff x="764679" y="184737"/>
              <a:chExt cx="7797041" cy="1926224"/>
            </a:xfrm>
          </p:grpSpPr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A0F7FCC4-36F8-4825-855B-FD05E95EA84A}"/>
                  </a:ext>
                </a:extLst>
              </p:cNvPr>
              <p:cNvSpPr/>
              <p:nvPr/>
            </p:nvSpPr>
            <p:spPr>
              <a:xfrm>
                <a:off x="1850541" y="1673639"/>
                <a:ext cx="765143" cy="437322"/>
              </a:xfrm>
              <a:prstGeom prst="rect">
                <a:avLst/>
              </a:prstGeom>
              <a:solidFill>
                <a:srgbClr val="FDEFE8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5 6</a:t>
                </a:r>
                <a:endParaRPr lang="zh-CN" altLang="en-US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5219F6DE-2838-44B5-832C-6FE8ADD8FD5A}"/>
                  </a:ext>
                </a:extLst>
              </p:cNvPr>
              <p:cNvSpPr/>
              <p:nvPr/>
            </p:nvSpPr>
            <p:spPr>
              <a:xfrm>
                <a:off x="1529823" y="937536"/>
                <a:ext cx="1403934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4 7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62018F2D-5E2B-44BE-AF48-25D41810D943}"/>
                  </a:ext>
                </a:extLst>
              </p:cNvPr>
              <p:cNvSpPr/>
              <p:nvPr/>
            </p:nvSpPr>
            <p:spPr>
              <a:xfrm>
                <a:off x="2933756" y="1673639"/>
                <a:ext cx="1127883" cy="437322"/>
              </a:xfrm>
              <a:prstGeom prst="rect">
                <a:avLst/>
              </a:prstGeom>
              <a:solidFill>
                <a:srgbClr val="FDEFE8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11 12</a:t>
                </a:r>
                <a:endParaRPr lang="zh-CN" altLang="en-US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5" name="直接连接符 4">
                <a:extLst>
                  <a:ext uri="{FF2B5EF4-FFF2-40B4-BE49-F238E27FC236}">
                    <a16:creationId xmlns:a16="http://schemas.microsoft.com/office/drawing/2014/main" id="{83E145DF-4201-4EFE-9797-F612BB38758D}"/>
                  </a:ext>
                </a:extLst>
              </p:cNvPr>
              <p:cNvCxnSpPr>
                <a:cxnSpLocks/>
                <a:endCxn id="11" idx="0"/>
              </p:cNvCxnSpPr>
              <p:nvPr/>
            </p:nvCxnSpPr>
            <p:spPr>
              <a:xfrm flipH="1">
                <a:off x="1147251" y="1374858"/>
                <a:ext cx="382571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C79F5BE5-5CD2-42DE-B75F-C3427AB0AE94}"/>
                  </a:ext>
                </a:extLst>
              </p:cNvPr>
              <p:cNvCxnSpPr>
                <a:cxnSpLocks/>
                <a:endCxn id="9" idx="0"/>
              </p:cNvCxnSpPr>
              <p:nvPr/>
            </p:nvCxnSpPr>
            <p:spPr>
              <a:xfrm>
                <a:off x="6937117" y="1374858"/>
                <a:ext cx="812302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ADD5FFE6-A473-49A2-A844-C4705C6F8EF3}"/>
                  </a:ext>
                </a:extLst>
              </p:cNvPr>
              <p:cNvSpPr/>
              <p:nvPr/>
            </p:nvSpPr>
            <p:spPr>
              <a:xfrm>
                <a:off x="4377065" y="1673639"/>
                <a:ext cx="1127883" cy="437322"/>
              </a:xfrm>
              <a:prstGeom prst="rect">
                <a:avLst/>
              </a:prstGeom>
              <a:solidFill>
                <a:srgbClr val="FDEFE8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14 16</a:t>
                </a:r>
                <a:endParaRPr lang="zh-CN" altLang="en-US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8" name="直接连接符 7">
                <a:extLst>
                  <a:ext uri="{FF2B5EF4-FFF2-40B4-BE49-F238E27FC236}">
                    <a16:creationId xmlns:a16="http://schemas.microsoft.com/office/drawing/2014/main" id="{AA6C3C10-200B-4760-B156-C110459BE596}"/>
                  </a:ext>
                </a:extLst>
              </p:cNvPr>
              <p:cNvCxnSpPr>
                <a:cxnSpLocks/>
                <a:endCxn id="4" idx="0"/>
              </p:cNvCxnSpPr>
              <p:nvPr/>
            </p:nvCxnSpPr>
            <p:spPr>
              <a:xfrm>
                <a:off x="2931110" y="1374858"/>
                <a:ext cx="566588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390E868-120D-4393-98D9-B40FC15844D7}"/>
                  </a:ext>
                </a:extLst>
              </p:cNvPr>
              <p:cNvSpPr/>
              <p:nvPr/>
            </p:nvSpPr>
            <p:spPr>
              <a:xfrm>
                <a:off x="6937117" y="1673639"/>
                <a:ext cx="1624603" cy="437322"/>
              </a:xfrm>
              <a:prstGeom prst="rect">
                <a:avLst/>
              </a:prstGeom>
              <a:solidFill>
                <a:srgbClr val="FDEFE8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24 25 26</a:t>
                </a:r>
                <a:endParaRPr lang="zh-CN" altLang="en-US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10" name="直接连接符 9">
                <a:extLst>
                  <a:ext uri="{FF2B5EF4-FFF2-40B4-BE49-F238E27FC236}">
                    <a16:creationId xmlns:a16="http://schemas.microsoft.com/office/drawing/2014/main" id="{2478AA51-BCAD-4268-B342-DACB9584DC80}"/>
                  </a:ext>
                </a:extLst>
              </p:cNvPr>
              <p:cNvCxnSpPr>
                <a:cxnSpLocks/>
                <a:endCxn id="7" idx="0"/>
              </p:cNvCxnSpPr>
              <p:nvPr/>
            </p:nvCxnSpPr>
            <p:spPr>
              <a:xfrm flipH="1">
                <a:off x="4941007" y="1374858"/>
                <a:ext cx="563941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50FCB661-CAC7-4C90-8DFD-8E26DBC7A93C}"/>
                  </a:ext>
                </a:extLst>
              </p:cNvPr>
              <p:cNvSpPr/>
              <p:nvPr/>
            </p:nvSpPr>
            <p:spPr>
              <a:xfrm>
                <a:off x="764679" y="1673639"/>
                <a:ext cx="765143" cy="437322"/>
              </a:xfrm>
              <a:prstGeom prst="rect">
                <a:avLst/>
              </a:prstGeom>
              <a:solidFill>
                <a:srgbClr val="FDEFE8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1 3</a:t>
                </a:r>
                <a:endParaRPr lang="zh-CN" altLang="en-US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BEBB4F20-FBF9-4360-A9C6-6F2D47213922}"/>
                  </a:ext>
                </a:extLst>
              </p:cNvPr>
              <p:cNvCxnSpPr>
                <a:cxnSpLocks/>
                <a:stCxn id="2" idx="0"/>
                <a:endCxn id="3" idx="2"/>
              </p:cNvCxnSpPr>
              <p:nvPr/>
            </p:nvCxnSpPr>
            <p:spPr>
              <a:xfrm flipH="1" flipV="1">
                <a:off x="2231790" y="1374858"/>
                <a:ext cx="1323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C1820AFF-B0E6-4332-815D-288CD9A23F5A}"/>
                  </a:ext>
                </a:extLst>
              </p:cNvPr>
              <p:cNvSpPr/>
              <p:nvPr/>
            </p:nvSpPr>
            <p:spPr>
              <a:xfrm>
                <a:off x="5814881" y="1673639"/>
                <a:ext cx="812303" cy="437322"/>
              </a:xfrm>
              <a:prstGeom prst="rect">
                <a:avLst/>
              </a:prstGeom>
              <a:solidFill>
                <a:srgbClr val="FDEFE8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19</a:t>
                </a:r>
                <a:endParaRPr lang="zh-CN" altLang="en-US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FC675680-7AF6-43F8-878F-93C0A7B3301E}"/>
                  </a:ext>
                </a:extLst>
              </p:cNvPr>
              <p:cNvCxnSpPr>
                <a:cxnSpLocks/>
                <a:stCxn id="16" idx="2"/>
                <a:endCxn id="13" idx="0"/>
              </p:cNvCxnSpPr>
              <p:nvPr/>
            </p:nvCxnSpPr>
            <p:spPr>
              <a:xfrm flipH="1">
                <a:off x="6221033" y="1374858"/>
                <a:ext cx="5570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B8D140E7-35D0-426C-82E0-8B74233F9D76}"/>
                  </a:ext>
                </a:extLst>
              </p:cNvPr>
              <p:cNvSpPr/>
              <p:nvPr/>
            </p:nvSpPr>
            <p:spPr>
              <a:xfrm>
                <a:off x="3089619" y="184737"/>
                <a:ext cx="2415329" cy="437322"/>
              </a:xfrm>
              <a:prstGeom prst="rect">
                <a:avLst/>
              </a:prstGeom>
              <a:solidFill>
                <a:srgbClr val="D74514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13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CEF08721-68B1-44F1-8B17-2CAA36CE6D48}"/>
                  </a:ext>
                </a:extLst>
              </p:cNvPr>
              <p:cNvSpPr/>
              <p:nvPr/>
            </p:nvSpPr>
            <p:spPr>
              <a:xfrm>
                <a:off x="5504949" y="937536"/>
                <a:ext cx="1443308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17 23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14C93361-BD25-4263-BC01-790A239456E1}"/>
                  </a:ext>
                </a:extLst>
              </p:cNvPr>
              <p:cNvCxnSpPr>
                <a:cxnSpLocks/>
                <a:stCxn id="16" idx="0"/>
              </p:cNvCxnSpPr>
              <p:nvPr/>
            </p:nvCxnSpPr>
            <p:spPr>
              <a:xfrm flipH="1" flipV="1">
                <a:off x="5504949" y="622060"/>
                <a:ext cx="721654" cy="31547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F56CFF22-E742-413C-82E6-FEED8B24BB04}"/>
                  </a:ext>
                </a:extLst>
              </p:cNvPr>
              <p:cNvCxnSpPr>
                <a:cxnSpLocks/>
                <a:endCxn id="3" idx="0"/>
              </p:cNvCxnSpPr>
              <p:nvPr/>
            </p:nvCxnSpPr>
            <p:spPr>
              <a:xfrm flipH="1">
                <a:off x="2231790" y="622059"/>
                <a:ext cx="951224" cy="31547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47705E34-DCA2-45E7-B8DA-17C01480FA54}"/>
                </a:ext>
              </a:extLst>
            </p:cNvPr>
            <p:cNvGrpSpPr/>
            <p:nvPr/>
          </p:nvGrpSpPr>
          <p:grpSpPr>
            <a:xfrm>
              <a:off x="764679" y="2820813"/>
              <a:ext cx="8112621" cy="1926224"/>
              <a:chOff x="764679" y="2426438"/>
              <a:chExt cx="8112621" cy="1926224"/>
            </a:xfrm>
          </p:grpSpPr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A16DC923-C016-46EF-9C8F-F072A52670C7}"/>
                  </a:ext>
                </a:extLst>
              </p:cNvPr>
              <p:cNvSpPr/>
              <p:nvPr/>
            </p:nvSpPr>
            <p:spPr>
              <a:xfrm>
                <a:off x="1850541" y="3915340"/>
                <a:ext cx="765143" cy="437322"/>
              </a:xfrm>
              <a:prstGeom prst="rect">
                <a:avLst/>
              </a:prstGeom>
              <a:solidFill>
                <a:srgbClr val="FDEFE8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5 6</a:t>
                </a:r>
                <a:endParaRPr lang="zh-CN" altLang="en-US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D860E015-AFDC-473A-BA80-D27E580CAA25}"/>
                  </a:ext>
                </a:extLst>
              </p:cNvPr>
              <p:cNvSpPr/>
              <p:nvPr/>
            </p:nvSpPr>
            <p:spPr>
              <a:xfrm>
                <a:off x="1529823" y="3179237"/>
                <a:ext cx="1403934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4 7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DEA98D0B-834A-4311-B33E-CCB457D9AFA1}"/>
                  </a:ext>
                </a:extLst>
              </p:cNvPr>
              <p:cNvSpPr/>
              <p:nvPr/>
            </p:nvSpPr>
            <p:spPr>
              <a:xfrm>
                <a:off x="2933756" y="3915340"/>
                <a:ext cx="1127883" cy="437322"/>
              </a:xfrm>
              <a:prstGeom prst="rect">
                <a:avLst/>
              </a:prstGeom>
              <a:solidFill>
                <a:srgbClr val="FDEFE8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11 12</a:t>
                </a:r>
                <a:endParaRPr lang="zh-CN" altLang="en-US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4A823B0C-957B-438B-9EB4-80806BE9990D}"/>
                  </a:ext>
                </a:extLst>
              </p:cNvPr>
              <p:cNvCxnSpPr>
                <a:cxnSpLocks/>
                <a:endCxn id="48" idx="0"/>
              </p:cNvCxnSpPr>
              <p:nvPr/>
            </p:nvCxnSpPr>
            <p:spPr>
              <a:xfrm flipH="1">
                <a:off x="1147251" y="3616559"/>
                <a:ext cx="382571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9F365013-59E2-4242-B216-1091B2FF128E}"/>
                  </a:ext>
                </a:extLst>
              </p:cNvPr>
              <p:cNvCxnSpPr>
                <a:cxnSpLocks/>
                <a:endCxn id="46" idx="0"/>
              </p:cNvCxnSpPr>
              <p:nvPr/>
            </p:nvCxnSpPr>
            <p:spPr>
              <a:xfrm>
                <a:off x="7252697" y="3616559"/>
                <a:ext cx="812302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C7A9F8BF-F7CF-4A67-A527-091A29436592}"/>
                  </a:ext>
                </a:extLst>
              </p:cNvPr>
              <p:cNvSpPr/>
              <p:nvPr/>
            </p:nvSpPr>
            <p:spPr>
              <a:xfrm>
                <a:off x="4377065" y="3915340"/>
                <a:ext cx="1127883" cy="437322"/>
              </a:xfrm>
              <a:prstGeom prst="rect">
                <a:avLst/>
              </a:prstGeom>
              <a:solidFill>
                <a:srgbClr val="FDEFE8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14 16</a:t>
                </a:r>
                <a:endParaRPr lang="zh-CN" altLang="en-US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4DCEA8A6-5A0E-4649-B15F-15BC9AE75D0C}"/>
                  </a:ext>
                </a:extLst>
              </p:cNvPr>
              <p:cNvCxnSpPr>
                <a:cxnSpLocks/>
                <a:endCxn id="41" idx="0"/>
              </p:cNvCxnSpPr>
              <p:nvPr/>
            </p:nvCxnSpPr>
            <p:spPr>
              <a:xfrm>
                <a:off x="2931110" y="3616559"/>
                <a:ext cx="566588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B25491C2-AFC7-492D-94C2-6B8AA567DF64}"/>
                  </a:ext>
                </a:extLst>
              </p:cNvPr>
              <p:cNvSpPr/>
              <p:nvPr/>
            </p:nvSpPr>
            <p:spPr>
              <a:xfrm>
                <a:off x="7252697" y="3915340"/>
                <a:ext cx="1624603" cy="437322"/>
              </a:xfrm>
              <a:prstGeom prst="rect">
                <a:avLst/>
              </a:prstGeom>
              <a:solidFill>
                <a:srgbClr val="FDEFE8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24 25 26</a:t>
                </a:r>
                <a:endParaRPr lang="zh-CN" altLang="en-US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797178A4-A404-4CC8-976E-C8D53676F457}"/>
                  </a:ext>
                </a:extLst>
              </p:cNvPr>
              <p:cNvCxnSpPr>
                <a:cxnSpLocks/>
                <a:endCxn id="44" idx="0"/>
              </p:cNvCxnSpPr>
              <p:nvPr/>
            </p:nvCxnSpPr>
            <p:spPr>
              <a:xfrm flipH="1">
                <a:off x="4941007" y="3616559"/>
                <a:ext cx="563941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DD1782D5-9AE1-42C1-94AE-86DA60B8ADA0}"/>
                  </a:ext>
                </a:extLst>
              </p:cNvPr>
              <p:cNvSpPr/>
              <p:nvPr/>
            </p:nvSpPr>
            <p:spPr>
              <a:xfrm>
                <a:off x="764679" y="3915340"/>
                <a:ext cx="765143" cy="437322"/>
              </a:xfrm>
              <a:prstGeom prst="rect">
                <a:avLst/>
              </a:prstGeom>
              <a:solidFill>
                <a:srgbClr val="FDEFE8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1 3</a:t>
                </a:r>
                <a:endParaRPr lang="zh-CN" altLang="en-US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89BD1328-B6EB-41BF-8147-5E2D9555254B}"/>
                  </a:ext>
                </a:extLst>
              </p:cNvPr>
              <p:cNvCxnSpPr>
                <a:cxnSpLocks/>
                <a:stCxn id="39" idx="0"/>
                <a:endCxn id="40" idx="2"/>
              </p:cNvCxnSpPr>
              <p:nvPr/>
            </p:nvCxnSpPr>
            <p:spPr>
              <a:xfrm flipH="1" flipV="1">
                <a:off x="2231790" y="3616559"/>
                <a:ext cx="1323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3058F18F-E3ED-413B-9A6C-8DF9C02B9231}"/>
                  </a:ext>
                </a:extLst>
              </p:cNvPr>
              <p:cNvSpPr/>
              <p:nvPr/>
            </p:nvSpPr>
            <p:spPr>
              <a:xfrm>
                <a:off x="5814881" y="3915340"/>
                <a:ext cx="1127883" cy="437322"/>
              </a:xfrm>
              <a:prstGeom prst="rect">
                <a:avLst/>
              </a:prstGeom>
              <a:solidFill>
                <a:srgbClr val="FDEFE8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19 23</a:t>
                </a:r>
                <a:endParaRPr lang="zh-CN" altLang="en-US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0732F2D7-ACDA-48A3-9A9F-C1354DBD6FC2}"/>
                  </a:ext>
                </a:extLst>
              </p:cNvPr>
              <p:cNvCxnSpPr>
                <a:cxnSpLocks/>
                <a:stCxn id="53" idx="2"/>
                <a:endCxn id="50" idx="0"/>
              </p:cNvCxnSpPr>
              <p:nvPr/>
            </p:nvCxnSpPr>
            <p:spPr>
              <a:xfrm>
                <a:off x="6378823" y="3616559"/>
                <a:ext cx="0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3553FDD2-E932-4900-A6BB-7DCC957CDD25}"/>
                  </a:ext>
                </a:extLst>
              </p:cNvPr>
              <p:cNvSpPr/>
              <p:nvPr/>
            </p:nvSpPr>
            <p:spPr>
              <a:xfrm>
                <a:off x="3089619" y="2426438"/>
                <a:ext cx="2415329" cy="437322"/>
              </a:xfrm>
              <a:prstGeom prst="rect">
                <a:avLst/>
              </a:prstGeom>
              <a:solidFill>
                <a:srgbClr val="D74514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13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4885F372-FD6F-4211-9E8D-EAAEDA9DAB33}"/>
                  </a:ext>
                </a:extLst>
              </p:cNvPr>
              <p:cNvSpPr/>
              <p:nvPr/>
            </p:nvSpPr>
            <p:spPr>
              <a:xfrm>
                <a:off x="5504949" y="3179237"/>
                <a:ext cx="1747748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17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1DB84C26-8B1C-4B91-962E-4D64113D5667}"/>
                  </a:ext>
                </a:extLst>
              </p:cNvPr>
              <p:cNvCxnSpPr>
                <a:cxnSpLocks/>
                <a:stCxn id="53" idx="0"/>
              </p:cNvCxnSpPr>
              <p:nvPr/>
            </p:nvCxnSpPr>
            <p:spPr>
              <a:xfrm flipH="1" flipV="1">
                <a:off x="5504949" y="2863761"/>
                <a:ext cx="873874" cy="31547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50C5874B-7A9D-4F91-AE3D-7E3402E0AF30}"/>
                  </a:ext>
                </a:extLst>
              </p:cNvPr>
              <p:cNvCxnSpPr>
                <a:cxnSpLocks/>
                <a:endCxn id="40" idx="0"/>
              </p:cNvCxnSpPr>
              <p:nvPr/>
            </p:nvCxnSpPr>
            <p:spPr>
              <a:xfrm flipH="1">
                <a:off x="2231790" y="2863760"/>
                <a:ext cx="951224" cy="31547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" name="组合 79">
              <a:extLst>
                <a:ext uri="{FF2B5EF4-FFF2-40B4-BE49-F238E27FC236}">
                  <a16:creationId xmlns:a16="http://schemas.microsoft.com/office/drawing/2014/main" id="{37543201-DD5E-420C-A311-2FDEBABEE6B6}"/>
                </a:ext>
              </a:extLst>
            </p:cNvPr>
            <p:cNvGrpSpPr/>
            <p:nvPr/>
          </p:nvGrpSpPr>
          <p:grpSpPr>
            <a:xfrm>
              <a:off x="764679" y="5456889"/>
              <a:ext cx="7797041" cy="1926224"/>
              <a:chOff x="764679" y="4747038"/>
              <a:chExt cx="7797041" cy="1926224"/>
            </a:xfrm>
          </p:grpSpPr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FF50CB08-4C36-4345-B8C7-4E89B1E67343}"/>
                  </a:ext>
                </a:extLst>
              </p:cNvPr>
              <p:cNvSpPr/>
              <p:nvPr/>
            </p:nvSpPr>
            <p:spPr>
              <a:xfrm>
                <a:off x="1850541" y="6235940"/>
                <a:ext cx="765143" cy="437322"/>
              </a:xfrm>
              <a:prstGeom prst="rect">
                <a:avLst/>
              </a:prstGeom>
              <a:solidFill>
                <a:srgbClr val="FDEFE8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5 6</a:t>
                </a:r>
                <a:endParaRPr lang="zh-CN" altLang="en-US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FF1E52A5-FCF2-45A6-A759-F159ECD20E20}"/>
                  </a:ext>
                </a:extLst>
              </p:cNvPr>
              <p:cNvSpPr/>
              <p:nvPr/>
            </p:nvSpPr>
            <p:spPr>
              <a:xfrm>
                <a:off x="1529823" y="5499837"/>
                <a:ext cx="1403934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4 7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2939C27C-EAA0-467D-87E2-40A03D7AE0BB}"/>
                  </a:ext>
                </a:extLst>
              </p:cNvPr>
              <p:cNvSpPr/>
              <p:nvPr/>
            </p:nvSpPr>
            <p:spPr>
              <a:xfrm>
                <a:off x="2933756" y="6235940"/>
                <a:ext cx="1127883" cy="437322"/>
              </a:xfrm>
              <a:prstGeom prst="rect">
                <a:avLst/>
              </a:prstGeom>
              <a:solidFill>
                <a:srgbClr val="FDEFE8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11 12</a:t>
                </a:r>
                <a:endParaRPr lang="zh-CN" altLang="en-US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78E2C717-C824-48AC-9EC3-8AC0C1E0FBD4}"/>
                  </a:ext>
                </a:extLst>
              </p:cNvPr>
              <p:cNvCxnSpPr>
                <a:cxnSpLocks/>
                <a:endCxn id="65" idx="0"/>
              </p:cNvCxnSpPr>
              <p:nvPr/>
            </p:nvCxnSpPr>
            <p:spPr>
              <a:xfrm flipH="1">
                <a:off x="1147251" y="5937159"/>
                <a:ext cx="382571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DEC4A197-BA3C-45CF-BEC4-E3307883C3E1}"/>
                  </a:ext>
                </a:extLst>
              </p:cNvPr>
              <p:cNvCxnSpPr>
                <a:cxnSpLocks/>
                <a:endCxn id="63" idx="0"/>
              </p:cNvCxnSpPr>
              <p:nvPr/>
            </p:nvCxnSpPr>
            <p:spPr>
              <a:xfrm>
                <a:off x="7252695" y="5937159"/>
                <a:ext cx="654514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85E0D31C-9359-49E9-883D-576A23E7ED38}"/>
                  </a:ext>
                </a:extLst>
              </p:cNvPr>
              <p:cNvSpPr/>
              <p:nvPr/>
            </p:nvSpPr>
            <p:spPr>
              <a:xfrm>
                <a:off x="4377065" y="6235940"/>
                <a:ext cx="1127883" cy="437322"/>
              </a:xfrm>
              <a:prstGeom prst="rect">
                <a:avLst/>
              </a:prstGeom>
              <a:solidFill>
                <a:srgbClr val="FDEFE8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14 16</a:t>
                </a:r>
                <a:endParaRPr lang="zh-CN" altLang="en-US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91518DF2-D20A-47C1-9F48-71F6476629BE}"/>
                  </a:ext>
                </a:extLst>
              </p:cNvPr>
              <p:cNvCxnSpPr>
                <a:cxnSpLocks/>
                <a:endCxn id="58" idx="0"/>
              </p:cNvCxnSpPr>
              <p:nvPr/>
            </p:nvCxnSpPr>
            <p:spPr>
              <a:xfrm>
                <a:off x="2931110" y="5937159"/>
                <a:ext cx="566588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B8AC1718-B7C0-4BD7-B7EA-33F5B69AA4AA}"/>
                  </a:ext>
                </a:extLst>
              </p:cNvPr>
              <p:cNvSpPr/>
              <p:nvPr/>
            </p:nvSpPr>
            <p:spPr>
              <a:xfrm>
                <a:off x="7252697" y="6235940"/>
                <a:ext cx="1309023" cy="437322"/>
              </a:xfrm>
              <a:prstGeom prst="rect">
                <a:avLst/>
              </a:prstGeom>
              <a:solidFill>
                <a:srgbClr val="FDEFE8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25 26</a:t>
                </a:r>
                <a:endParaRPr lang="zh-CN" altLang="en-US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64" name="直接连接符 63">
                <a:extLst>
                  <a:ext uri="{FF2B5EF4-FFF2-40B4-BE49-F238E27FC236}">
                    <a16:creationId xmlns:a16="http://schemas.microsoft.com/office/drawing/2014/main" id="{38C77654-FB76-4CD7-B691-F1ABE8AE5CA2}"/>
                  </a:ext>
                </a:extLst>
              </p:cNvPr>
              <p:cNvCxnSpPr>
                <a:cxnSpLocks/>
                <a:endCxn id="61" idx="0"/>
              </p:cNvCxnSpPr>
              <p:nvPr/>
            </p:nvCxnSpPr>
            <p:spPr>
              <a:xfrm flipH="1">
                <a:off x="4941007" y="5937159"/>
                <a:ext cx="563941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B4FD200E-EF6D-43A4-8678-A475E22C3535}"/>
                  </a:ext>
                </a:extLst>
              </p:cNvPr>
              <p:cNvSpPr/>
              <p:nvPr/>
            </p:nvSpPr>
            <p:spPr>
              <a:xfrm>
                <a:off x="764679" y="6235940"/>
                <a:ext cx="765143" cy="437322"/>
              </a:xfrm>
              <a:prstGeom prst="rect">
                <a:avLst/>
              </a:prstGeom>
              <a:solidFill>
                <a:srgbClr val="FDEFE8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1 3</a:t>
                </a:r>
                <a:endParaRPr lang="zh-CN" altLang="en-US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66" name="直接连接符 65">
                <a:extLst>
                  <a:ext uri="{FF2B5EF4-FFF2-40B4-BE49-F238E27FC236}">
                    <a16:creationId xmlns:a16="http://schemas.microsoft.com/office/drawing/2014/main" id="{66384084-F20F-461C-9D32-A39B26B1B799}"/>
                  </a:ext>
                </a:extLst>
              </p:cNvPr>
              <p:cNvCxnSpPr>
                <a:cxnSpLocks/>
                <a:stCxn id="56" idx="0"/>
                <a:endCxn id="57" idx="2"/>
              </p:cNvCxnSpPr>
              <p:nvPr/>
            </p:nvCxnSpPr>
            <p:spPr>
              <a:xfrm flipH="1" flipV="1">
                <a:off x="2231790" y="5937159"/>
                <a:ext cx="1323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D901CB13-B951-4D46-83D0-FBE990557E1B}"/>
                  </a:ext>
                </a:extLst>
              </p:cNvPr>
              <p:cNvSpPr/>
              <p:nvPr/>
            </p:nvSpPr>
            <p:spPr>
              <a:xfrm>
                <a:off x="5814881" y="6235940"/>
                <a:ext cx="1133376" cy="437322"/>
              </a:xfrm>
              <a:prstGeom prst="rect">
                <a:avLst/>
              </a:prstGeom>
              <a:solidFill>
                <a:srgbClr val="FDEFE8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19 23</a:t>
                </a:r>
                <a:endParaRPr lang="zh-CN" altLang="en-US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68" name="直接连接符 67">
                <a:extLst>
                  <a:ext uri="{FF2B5EF4-FFF2-40B4-BE49-F238E27FC236}">
                    <a16:creationId xmlns:a16="http://schemas.microsoft.com/office/drawing/2014/main" id="{CCA1651B-E960-40DD-A303-500DF5D334EF}"/>
                  </a:ext>
                </a:extLst>
              </p:cNvPr>
              <p:cNvCxnSpPr>
                <a:cxnSpLocks/>
                <a:stCxn id="70" idx="2"/>
                <a:endCxn id="67" idx="0"/>
              </p:cNvCxnSpPr>
              <p:nvPr/>
            </p:nvCxnSpPr>
            <p:spPr>
              <a:xfrm>
                <a:off x="6378822" y="5937159"/>
                <a:ext cx="2747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68976E3C-11F1-4A63-91A6-85BB35474A32}"/>
                  </a:ext>
                </a:extLst>
              </p:cNvPr>
              <p:cNvSpPr/>
              <p:nvPr/>
            </p:nvSpPr>
            <p:spPr>
              <a:xfrm>
                <a:off x="3089619" y="4747038"/>
                <a:ext cx="2415329" cy="437322"/>
              </a:xfrm>
              <a:prstGeom prst="rect">
                <a:avLst/>
              </a:prstGeom>
              <a:solidFill>
                <a:srgbClr val="D74514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13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3D5A20C-2BAE-42AD-B4A7-229158A73D59}"/>
                  </a:ext>
                </a:extLst>
              </p:cNvPr>
              <p:cNvSpPr/>
              <p:nvPr/>
            </p:nvSpPr>
            <p:spPr>
              <a:xfrm>
                <a:off x="5504948" y="5499837"/>
                <a:ext cx="1747747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17 24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71" name="直接连接符 70">
                <a:extLst>
                  <a:ext uri="{FF2B5EF4-FFF2-40B4-BE49-F238E27FC236}">
                    <a16:creationId xmlns:a16="http://schemas.microsoft.com/office/drawing/2014/main" id="{B08F3606-E1A1-4DD3-8BB3-11611DFDD337}"/>
                  </a:ext>
                </a:extLst>
              </p:cNvPr>
              <p:cNvCxnSpPr>
                <a:cxnSpLocks/>
                <a:stCxn id="70" idx="0"/>
              </p:cNvCxnSpPr>
              <p:nvPr/>
            </p:nvCxnSpPr>
            <p:spPr>
              <a:xfrm flipH="1" flipV="1">
                <a:off x="5504950" y="5184361"/>
                <a:ext cx="873872" cy="31547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连接符 71">
                <a:extLst>
                  <a:ext uri="{FF2B5EF4-FFF2-40B4-BE49-F238E27FC236}">
                    <a16:creationId xmlns:a16="http://schemas.microsoft.com/office/drawing/2014/main" id="{5376B8A6-9886-4107-90CF-571BA35A874A}"/>
                  </a:ext>
                </a:extLst>
              </p:cNvPr>
              <p:cNvCxnSpPr>
                <a:cxnSpLocks/>
                <a:endCxn id="57" idx="0"/>
              </p:cNvCxnSpPr>
              <p:nvPr/>
            </p:nvCxnSpPr>
            <p:spPr>
              <a:xfrm flipH="1">
                <a:off x="2231790" y="5184360"/>
                <a:ext cx="951224" cy="31547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3" name="箭头: 下 72">
              <a:extLst>
                <a:ext uri="{FF2B5EF4-FFF2-40B4-BE49-F238E27FC236}">
                  <a16:creationId xmlns:a16="http://schemas.microsoft.com/office/drawing/2014/main" id="{FF6AD198-2B4C-4B40-A608-32C7D6FBB135}"/>
                </a:ext>
              </a:extLst>
            </p:cNvPr>
            <p:cNvSpPr/>
            <p:nvPr/>
          </p:nvSpPr>
          <p:spPr>
            <a:xfrm>
              <a:off x="3815165" y="-383321"/>
              <a:ext cx="964236" cy="410320"/>
            </a:xfrm>
            <a:prstGeom prst="downArrow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箭头: 下 73">
              <a:extLst>
                <a:ext uri="{FF2B5EF4-FFF2-40B4-BE49-F238E27FC236}">
                  <a16:creationId xmlns:a16="http://schemas.microsoft.com/office/drawing/2014/main" id="{DB2DCCBA-4506-426C-BD8E-00B7B99F9C88}"/>
                </a:ext>
              </a:extLst>
            </p:cNvPr>
            <p:cNvSpPr/>
            <p:nvPr/>
          </p:nvSpPr>
          <p:spPr>
            <a:xfrm>
              <a:off x="3815165" y="2262791"/>
              <a:ext cx="964236" cy="410320"/>
            </a:xfrm>
            <a:prstGeom prst="downArrow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箭头: 下 74">
              <a:extLst>
                <a:ext uri="{FF2B5EF4-FFF2-40B4-BE49-F238E27FC236}">
                  <a16:creationId xmlns:a16="http://schemas.microsoft.com/office/drawing/2014/main" id="{5DFF37A1-1006-4F40-AF9C-E6F1EA7FFBDA}"/>
                </a:ext>
              </a:extLst>
            </p:cNvPr>
            <p:cNvSpPr/>
            <p:nvPr/>
          </p:nvSpPr>
          <p:spPr>
            <a:xfrm>
              <a:off x="3861863" y="4915183"/>
              <a:ext cx="964236" cy="410320"/>
            </a:xfrm>
            <a:prstGeom prst="downArrow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9217116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7005DD6-D0F9-4ED4-8FD6-4CF70D0E5886}"/>
              </a:ext>
            </a:extLst>
          </p:cNvPr>
          <p:cNvGrpSpPr/>
          <p:nvPr/>
        </p:nvGrpSpPr>
        <p:grpSpPr>
          <a:xfrm>
            <a:off x="453788" y="-342220"/>
            <a:ext cx="7906474" cy="7082359"/>
            <a:chOff x="453788" y="-342220"/>
            <a:chExt cx="7906474" cy="7082359"/>
          </a:xfrm>
        </p:grpSpPr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B306BE79-3B47-4E24-BCF2-37280B33DCAB}"/>
                </a:ext>
              </a:extLst>
            </p:cNvPr>
            <p:cNvGrpSpPr/>
            <p:nvPr/>
          </p:nvGrpSpPr>
          <p:grpSpPr>
            <a:xfrm>
              <a:off x="774892" y="225838"/>
              <a:ext cx="7583628" cy="1926224"/>
              <a:chOff x="774892" y="225838"/>
              <a:chExt cx="7583628" cy="1926224"/>
            </a:xfrm>
          </p:grpSpPr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FF50CB08-4C36-4345-B8C7-4E89B1E67343}"/>
                  </a:ext>
                </a:extLst>
              </p:cNvPr>
              <p:cNvSpPr/>
              <p:nvPr/>
            </p:nvSpPr>
            <p:spPr>
              <a:xfrm>
                <a:off x="1845896" y="1714740"/>
                <a:ext cx="566588" cy="437322"/>
              </a:xfrm>
              <a:prstGeom prst="rect">
                <a:avLst/>
              </a:prstGeom>
              <a:solidFill>
                <a:srgbClr val="FDEFE8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6</a:t>
                </a:r>
                <a:endParaRPr lang="zh-CN" altLang="en-US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FF1E52A5-FCF2-45A6-A759-F159ECD20E20}"/>
                  </a:ext>
                </a:extLst>
              </p:cNvPr>
              <p:cNvSpPr/>
              <p:nvPr/>
            </p:nvSpPr>
            <p:spPr>
              <a:xfrm>
                <a:off x="1540035" y="978637"/>
                <a:ext cx="1190522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4 7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2939C27C-EAA0-467D-87E2-40A03D7AE0BB}"/>
                  </a:ext>
                </a:extLst>
              </p:cNvPr>
              <p:cNvSpPr/>
              <p:nvPr/>
            </p:nvSpPr>
            <p:spPr>
              <a:xfrm>
                <a:off x="2730556" y="1714740"/>
                <a:ext cx="1127883" cy="437322"/>
              </a:xfrm>
              <a:prstGeom prst="rect">
                <a:avLst/>
              </a:prstGeom>
              <a:solidFill>
                <a:srgbClr val="FDEFE8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11 12</a:t>
                </a:r>
                <a:endParaRPr lang="zh-CN" altLang="en-US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78E2C717-C824-48AC-9EC3-8AC0C1E0FBD4}"/>
                  </a:ext>
                </a:extLst>
              </p:cNvPr>
              <p:cNvCxnSpPr>
                <a:cxnSpLocks/>
                <a:endCxn id="65" idx="0"/>
              </p:cNvCxnSpPr>
              <p:nvPr/>
            </p:nvCxnSpPr>
            <p:spPr>
              <a:xfrm flipH="1">
                <a:off x="1157464" y="1415959"/>
                <a:ext cx="382571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DEC4A197-BA3C-45CF-BEC4-E3307883C3E1}"/>
                  </a:ext>
                </a:extLst>
              </p:cNvPr>
              <p:cNvCxnSpPr>
                <a:cxnSpLocks/>
                <a:endCxn id="63" idx="0"/>
              </p:cNvCxnSpPr>
              <p:nvPr/>
            </p:nvCxnSpPr>
            <p:spPr>
              <a:xfrm>
                <a:off x="7049495" y="1415959"/>
                <a:ext cx="654514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85E0D31C-9359-49E9-883D-576A23E7ED38}"/>
                  </a:ext>
                </a:extLst>
              </p:cNvPr>
              <p:cNvSpPr/>
              <p:nvPr/>
            </p:nvSpPr>
            <p:spPr>
              <a:xfrm>
                <a:off x="4173865" y="1714740"/>
                <a:ext cx="1127883" cy="437322"/>
              </a:xfrm>
              <a:prstGeom prst="rect">
                <a:avLst/>
              </a:prstGeom>
              <a:solidFill>
                <a:srgbClr val="FDEFE8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14 16</a:t>
                </a:r>
                <a:endParaRPr lang="zh-CN" altLang="en-US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91518DF2-D20A-47C1-9F48-71F6476629BE}"/>
                  </a:ext>
                </a:extLst>
              </p:cNvPr>
              <p:cNvCxnSpPr>
                <a:cxnSpLocks/>
                <a:endCxn id="58" idx="0"/>
              </p:cNvCxnSpPr>
              <p:nvPr/>
            </p:nvCxnSpPr>
            <p:spPr>
              <a:xfrm>
                <a:off x="2727910" y="1415959"/>
                <a:ext cx="566588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B8AC1718-B7C0-4BD7-B7EA-33F5B69AA4AA}"/>
                  </a:ext>
                </a:extLst>
              </p:cNvPr>
              <p:cNvSpPr/>
              <p:nvPr/>
            </p:nvSpPr>
            <p:spPr>
              <a:xfrm>
                <a:off x="7049497" y="1714740"/>
                <a:ext cx="1309023" cy="437322"/>
              </a:xfrm>
              <a:prstGeom prst="rect">
                <a:avLst/>
              </a:prstGeom>
              <a:solidFill>
                <a:srgbClr val="FDEFE8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25 26</a:t>
                </a:r>
                <a:endParaRPr lang="zh-CN" altLang="en-US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64" name="直接连接符 63">
                <a:extLst>
                  <a:ext uri="{FF2B5EF4-FFF2-40B4-BE49-F238E27FC236}">
                    <a16:creationId xmlns:a16="http://schemas.microsoft.com/office/drawing/2014/main" id="{38C77654-FB76-4CD7-B691-F1ABE8AE5CA2}"/>
                  </a:ext>
                </a:extLst>
              </p:cNvPr>
              <p:cNvCxnSpPr>
                <a:cxnSpLocks/>
                <a:endCxn id="61" idx="0"/>
              </p:cNvCxnSpPr>
              <p:nvPr/>
            </p:nvCxnSpPr>
            <p:spPr>
              <a:xfrm flipH="1">
                <a:off x="4737807" y="1415959"/>
                <a:ext cx="563941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B4FD200E-EF6D-43A4-8678-A475E22C3535}"/>
                  </a:ext>
                </a:extLst>
              </p:cNvPr>
              <p:cNvSpPr/>
              <p:nvPr/>
            </p:nvSpPr>
            <p:spPr>
              <a:xfrm>
                <a:off x="774892" y="1714740"/>
                <a:ext cx="765143" cy="437322"/>
              </a:xfrm>
              <a:prstGeom prst="rect">
                <a:avLst/>
              </a:prstGeom>
              <a:solidFill>
                <a:srgbClr val="FDEFE8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1 3</a:t>
                </a:r>
                <a:endParaRPr lang="zh-CN" altLang="en-US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66" name="直接连接符 65">
                <a:extLst>
                  <a:ext uri="{FF2B5EF4-FFF2-40B4-BE49-F238E27FC236}">
                    <a16:creationId xmlns:a16="http://schemas.microsoft.com/office/drawing/2014/main" id="{66384084-F20F-461C-9D32-A39B26B1B799}"/>
                  </a:ext>
                </a:extLst>
              </p:cNvPr>
              <p:cNvCxnSpPr>
                <a:cxnSpLocks/>
                <a:stCxn id="56" idx="0"/>
                <a:endCxn id="57" idx="2"/>
              </p:cNvCxnSpPr>
              <p:nvPr/>
            </p:nvCxnSpPr>
            <p:spPr>
              <a:xfrm flipV="1">
                <a:off x="2129190" y="1415959"/>
                <a:ext cx="6106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D901CB13-B951-4D46-83D0-FBE990557E1B}"/>
                  </a:ext>
                </a:extLst>
              </p:cNvPr>
              <p:cNvSpPr/>
              <p:nvPr/>
            </p:nvSpPr>
            <p:spPr>
              <a:xfrm>
                <a:off x="5611681" y="1714740"/>
                <a:ext cx="1133376" cy="437322"/>
              </a:xfrm>
              <a:prstGeom prst="rect">
                <a:avLst/>
              </a:prstGeom>
              <a:solidFill>
                <a:srgbClr val="FDEFE8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19 23</a:t>
                </a:r>
                <a:endParaRPr lang="zh-CN" altLang="en-US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68" name="直接连接符 67">
                <a:extLst>
                  <a:ext uri="{FF2B5EF4-FFF2-40B4-BE49-F238E27FC236}">
                    <a16:creationId xmlns:a16="http://schemas.microsoft.com/office/drawing/2014/main" id="{CCA1651B-E960-40DD-A303-500DF5D334EF}"/>
                  </a:ext>
                </a:extLst>
              </p:cNvPr>
              <p:cNvCxnSpPr>
                <a:cxnSpLocks/>
                <a:stCxn id="70" idx="2"/>
                <a:endCxn id="67" idx="0"/>
              </p:cNvCxnSpPr>
              <p:nvPr/>
            </p:nvCxnSpPr>
            <p:spPr>
              <a:xfrm>
                <a:off x="6175622" y="1415959"/>
                <a:ext cx="2747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68976E3C-11F1-4A63-91A6-85BB35474A32}"/>
                  </a:ext>
                </a:extLst>
              </p:cNvPr>
              <p:cNvSpPr/>
              <p:nvPr/>
            </p:nvSpPr>
            <p:spPr>
              <a:xfrm>
                <a:off x="2886419" y="225838"/>
                <a:ext cx="2415329" cy="437322"/>
              </a:xfrm>
              <a:prstGeom prst="rect">
                <a:avLst/>
              </a:prstGeom>
              <a:solidFill>
                <a:srgbClr val="D74514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13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3D5A20C-2BAE-42AD-B4A7-229158A73D59}"/>
                  </a:ext>
                </a:extLst>
              </p:cNvPr>
              <p:cNvSpPr/>
              <p:nvPr/>
            </p:nvSpPr>
            <p:spPr>
              <a:xfrm>
                <a:off x="5301748" y="978637"/>
                <a:ext cx="1747747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17 24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71" name="直接连接符 70">
                <a:extLst>
                  <a:ext uri="{FF2B5EF4-FFF2-40B4-BE49-F238E27FC236}">
                    <a16:creationId xmlns:a16="http://schemas.microsoft.com/office/drawing/2014/main" id="{B08F3606-E1A1-4DD3-8BB3-11611DFDD337}"/>
                  </a:ext>
                </a:extLst>
              </p:cNvPr>
              <p:cNvCxnSpPr>
                <a:cxnSpLocks/>
                <a:stCxn id="70" idx="0"/>
              </p:cNvCxnSpPr>
              <p:nvPr/>
            </p:nvCxnSpPr>
            <p:spPr>
              <a:xfrm flipH="1" flipV="1">
                <a:off x="5301750" y="663161"/>
                <a:ext cx="873872" cy="31547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连接符 71">
                <a:extLst>
                  <a:ext uri="{FF2B5EF4-FFF2-40B4-BE49-F238E27FC236}">
                    <a16:creationId xmlns:a16="http://schemas.microsoft.com/office/drawing/2014/main" id="{5376B8A6-9886-4107-90CF-571BA35A874A}"/>
                  </a:ext>
                </a:extLst>
              </p:cNvPr>
              <p:cNvCxnSpPr>
                <a:cxnSpLocks/>
                <a:endCxn id="57" idx="0"/>
              </p:cNvCxnSpPr>
              <p:nvPr/>
            </p:nvCxnSpPr>
            <p:spPr>
              <a:xfrm flipH="1">
                <a:off x="2135296" y="663160"/>
                <a:ext cx="844518" cy="31547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9" name="组合 138">
              <a:extLst>
                <a:ext uri="{FF2B5EF4-FFF2-40B4-BE49-F238E27FC236}">
                  <a16:creationId xmlns:a16="http://schemas.microsoft.com/office/drawing/2014/main" id="{5F2D6747-3EDE-4FDF-8292-E1171C44A120}"/>
                </a:ext>
              </a:extLst>
            </p:cNvPr>
            <p:cNvGrpSpPr/>
            <p:nvPr/>
          </p:nvGrpSpPr>
          <p:grpSpPr>
            <a:xfrm>
              <a:off x="902954" y="2879580"/>
              <a:ext cx="7457308" cy="1926224"/>
              <a:chOff x="901212" y="2626138"/>
              <a:chExt cx="7457308" cy="1926224"/>
            </a:xfrm>
          </p:grpSpPr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BEB35E39-AFCB-4EFF-A8D0-0226E201EA60}"/>
                  </a:ext>
                </a:extLst>
              </p:cNvPr>
              <p:cNvSpPr/>
              <p:nvPr/>
            </p:nvSpPr>
            <p:spPr>
              <a:xfrm>
                <a:off x="1854035" y="3378937"/>
                <a:ext cx="876521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7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75" name="矩形 74">
                <a:extLst>
                  <a:ext uri="{FF2B5EF4-FFF2-40B4-BE49-F238E27FC236}">
                    <a16:creationId xmlns:a16="http://schemas.microsoft.com/office/drawing/2014/main" id="{7AAF5E47-7072-4232-9310-C7C08E372F9E}"/>
                  </a:ext>
                </a:extLst>
              </p:cNvPr>
              <p:cNvSpPr/>
              <p:nvPr/>
            </p:nvSpPr>
            <p:spPr>
              <a:xfrm>
                <a:off x="2730556" y="4115040"/>
                <a:ext cx="1127883" cy="437322"/>
              </a:xfrm>
              <a:prstGeom prst="rect">
                <a:avLst/>
              </a:prstGeom>
              <a:solidFill>
                <a:srgbClr val="FDEFE8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11 12</a:t>
                </a:r>
                <a:endParaRPr lang="zh-CN" altLang="en-US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76" name="直接连接符 75">
                <a:extLst>
                  <a:ext uri="{FF2B5EF4-FFF2-40B4-BE49-F238E27FC236}">
                    <a16:creationId xmlns:a16="http://schemas.microsoft.com/office/drawing/2014/main" id="{48CC6B75-DD4C-4138-BA92-35CA463AE94B}"/>
                  </a:ext>
                </a:extLst>
              </p:cNvPr>
              <p:cNvCxnSpPr>
                <a:cxnSpLocks/>
                <a:endCxn id="82" idx="0"/>
              </p:cNvCxnSpPr>
              <p:nvPr/>
            </p:nvCxnSpPr>
            <p:spPr>
              <a:xfrm flipH="1">
                <a:off x="1660918" y="3816259"/>
                <a:ext cx="193117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>
                <a:extLst>
                  <a:ext uri="{FF2B5EF4-FFF2-40B4-BE49-F238E27FC236}">
                    <a16:creationId xmlns:a16="http://schemas.microsoft.com/office/drawing/2014/main" id="{767F44D1-F6CE-43D8-BF59-CD249222163B}"/>
                  </a:ext>
                </a:extLst>
              </p:cNvPr>
              <p:cNvCxnSpPr>
                <a:cxnSpLocks/>
                <a:endCxn id="80" idx="0"/>
              </p:cNvCxnSpPr>
              <p:nvPr/>
            </p:nvCxnSpPr>
            <p:spPr>
              <a:xfrm>
                <a:off x="7049495" y="3816259"/>
                <a:ext cx="654514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98AD759D-8B1B-42D6-93D5-B986202572B6}"/>
                  </a:ext>
                </a:extLst>
              </p:cNvPr>
              <p:cNvSpPr/>
              <p:nvPr/>
            </p:nvSpPr>
            <p:spPr>
              <a:xfrm>
                <a:off x="4173865" y="4115040"/>
                <a:ext cx="1127883" cy="437322"/>
              </a:xfrm>
              <a:prstGeom prst="rect">
                <a:avLst/>
              </a:prstGeom>
              <a:solidFill>
                <a:srgbClr val="FDEFE8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14 16</a:t>
                </a:r>
                <a:endParaRPr lang="zh-CN" altLang="en-US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79" name="直接连接符 78">
                <a:extLst>
                  <a:ext uri="{FF2B5EF4-FFF2-40B4-BE49-F238E27FC236}">
                    <a16:creationId xmlns:a16="http://schemas.microsoft.com/office/drawing/2014/main" id="{B41489C7-7F9A-4CAD-ABAD-72309F5FACC9}"/>
                  </a:ext>
                </a:extLst>
              </p:cNvPr>
              <p:cNvCxnSpPr>
                <a:cxnSpLocks/>
                <a:endCxn id="75" idx="0"/>
              </p:cNvCxnSpPr>
              <p:nvPr/>
            </p:nvCxnSpPr>
            <p:spPr>
              <a:xfrm>
                <a:off x="2727910" y="3816259"/>
                <a:ext cx="566588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C99EDB6A-8EF7-4F1E-99DC-6FB8B3E868F2}"/>
                  </a:ext>
                </a:extLst>
              </p:cNvPr>
              <p:cNvSpPr/>
              <p:nvPr/>
            </p:nvSpPr>
            <p:spPr>
              <a:xfrm>
                <a:off x="7049497" y="4115040"/>
                <a:ext cx="1309023" cy="437322"/>
              </a:xfrm>
              <a:prstGeom prst="rect">
                <a:avLst/>
              </a:prstGeom>
              <a:solidFill>
                <a:srgbClr val="FDEFE8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25 26</a:t>
                </a:r>
                <a:endParaRPr lang="zh-CN" altLang="en-US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81" name="直接连接符 80">
                <a:extLst>
                  <a:ext uri="{FF2B5EF4-FFF2-40B4-BE49-F238E27FC236}">
                    <a16:creationId xmlns:a16="http://schemas.microsoft.com/office/drawing/2014/main" id="{803EBC29-AF1A-4DA0-882B-F43709703EFA}"/>
                  </a:ext>
                </a:extLst>
              </p:cNvPr>
              <p:cNvCxnSpPr>
                <a:cxnSpLocks/>
                <a:endCxn id="78" idx="0"/>
              </p:cNvCxnSpPr>
              <p:nvPr/>
            </p:nvCxnSpPr>
            <p:spPr>
              <a:xfrm flipH="1">
                <a:off x="4737807" y="3816259"/>
                <a:ext cx="563941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6859D81B-DE1D-4066-ADCB-320FD39EE8CF}"/>
                  </a:ext>
                </a:extLst>
              </p:cNvPr>
              <p:cNvSpPr/>
              <p:nvPr/>
            </p:nvSpPr>
            <p:spPr>
              <a:xfrm>
                <a:off x="901212" y="4115040"/>
                <a:ext cx="1519411" cy="437322"/>
              </a:xfrm>
              <a:prstGeom prst="rect">
                <a:avLst/>
              </a:prstGeom>
              <a:solidFill>
                <a:srgbClr val="FDEFE8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1 3 4 6</a:t>
                </a:r>
                <a:endParaRPr lang="zh-CN" altLang="en-US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22023403-84C5-4CBF-A7D6-4477C7DADCE4}"/>
                  </a:ext>
                </a:extLst>
              </p:cNvPr>
              <p:cNvSpPr/>
              <p:nvPr/>
            </p:nvSpPr>
            <p:spPr>
              <a:xfrm>
                <a:off x="5611681" y="4115040"/>
                <a:ext cx="1133376" cy="437322"/>
              </a:xfrm>
              <a:prstGeom prst="rect">
                <a:avLst/>
              </a:prstGeom>
              <a:solidFill>
                <a:srgbClr val="FDEFE8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D7451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19 23</a:t>
                </a:r>
                <a:endParaRPr lang="zh-CN" altLang="en-US" b="1" dirty="0">
                  <a:solidFill>
                    <a:srgbClr val="D74514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85" name="直接连接符 84">
                <a:extLst>
                  <a:ext uri="{FF2B5EF4-FFF2-40B4-BE49-F238E27FC236}">
                    <a16:creationId xmlns:a16="http://schemas.microsoft.com/office/drawing/2014/main" id="{12843824-02AD-4C6D-B9A3-C7BB2E87A309}"/>
                  </a:ext>
                </a:extLst>
              </p:cNvPr>
              <p:cNvCxnSpPr>
                <a:cxnSpLocks/>
                <a:stCxn id="87" idx="2"/>
                <a:endCxn id="84" idx="0"/>
              </p:cNvCxnSpPr>
              <p:nvPr/>
            </p:nvCxnSpPr>
            <p:spPr>
              <a:xfrm>
                <a:off x="6175622" y="3816259"/>
                <a:ext cx="2747" cy="29878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2FC13D7E-4452-4CD4-866C-8FEBFC37ADC6}"/>
                  </a:ext>
                </a:extLst>
              </p:cNvPr>
              <p:cNvSpPr/>
              <p:nvPr/>
            </p:nvSpPr>
            <p:spPr>
              <a:xfrm>
                <a:off x="2886419" y="2626138"/>
                <a:ext cx="2415329" cy="437322"/>
              </a:xfrm>
              <a:prstGeom prst="rect">
                <a:avLst/>
              </a:prstGeom>
              <a:solidFill>
                <a:srgbClr val="D74514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13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87" name="矩形 86">
                <a:extLst>
                  <a:ext uri="{FF2B5EF4-FFF2-40B4-BE49-F238E27FC236}">
                    <a16:creationId xmlns:a16="http://schemas.microsoft.com/office/drawing/2014/main" id="{72F07DB8-F9BA-4587-8CC0-E615FEEE3E74}"/>
                  </a:ext>
                </a:extLst>
              </p:cNvPr>
              <p:cNvSpPr/>
              <p:nvPr/>
            </p:nvSpPr>
            <p:spPr>
              <a:xfrm>
                <a:off x="5301748" y="3378937"/>
                <a:ext cx="1747747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17 24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88" name="直接连接符 87">
                <a:extLst>
                  <a:ext uri="{FF2B5EF4-FFF2-40B4-BE49-F238E27FC236}">
                    <a16:creationId xmlns:a16="http://schemas.microsoft.com/office/drawing/2014/main" id="{99908A4D-DE91-4174-9EF6-5CDAEC9A4DAB}"/>
                  </a:ext>
                </a:extLst>
              </p:cNvPr>
              <p:cNvCxnSpPr>
                <a:cxnSpLocks/>
                <a:stCxn id="87" idx="0"/>
              </p:cNvCxnSpPr>
              <p:nvPr/>
            </p:nvCxnSpPr>
            <p:spPr>
              <a:xfrm flipH="1" flipV="1">
                <a:off x="5301750" y="3063461"/>
                <a:ext cx="873872" cy="31547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接连接符 88">
                <a:extLst>
                  <a:ext uri="{FF2B5EF4-FFF2-40B4-BE49-F238E27FC236}">
                    <a16:creationId xmlns:a16="http://schemas.microsoft.com/office/drawing/2014/main" id="{4946DF23-5E00-422F-BC1D-5A62682E9830}"/>
                  </a:ext>
                </a:extLst>
              </p:cNvPr>
              <p:cNvCxnSpPr>
                <a:cxnSpLocks/>
                <a:endCxn id="74" idx="0"/>
              </p:cNvCxnSpPr>
              <p:nvPr/>
            </p:nvCxnSpPr>
            <p:spPr>
              <a:xfrm flipH="1">
                <a:off x="2292296" y="3063460"/>
                <a:ext cx="687518" cy="31547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0" name="组合 139">
              <a:extLst>
                <a:ext uri="{FF2B5EF4-FFF2-40B4-BE49-F238E27FC236}">
                  <a16:creationId xmlns:a16="http://schemas.microsoft.com/office/drawing/2014/main" id="{A5E03053-9B21-4C3A-916F-7A03020789CE}"/>
                </a:ext>
              </a:extLst>
            </p:cNvPr>
            <p:cNvGrpSpPr/>
            <p:nvPr/>
          </p:nvGrpSpPr>
          <p:grpSpPr>
            <a:xfrm>
              <a:off x="453788" y="5550018"/>
              <a:ext cx="7171416" cy="1190121"/>
              <a:chOff x="968990" y="5026438"/>
              <a:chExt cx="7171416" cy="1190121"/>
            </a:xfrm>
          </p:grpSpPr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7F692D0B-701E-40ED-8C78-4F5CE5DA152F}"/>
                  </a:ext>
                </a:extLst>
              </p:cNvPr>
              <p:cNvSpPr/>
              <p:nvPr/>
            </p:nvSpPr>
            <p:spPr>
              <a:xfrm>
                <a:off x="968990" y="5779237"/>
                <a:ext cx="1383855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1 3 4 5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29" name="矩形 128">
                <a:extLst>
                  <a:ext uri="{FF2B5EF4-FFF2-40B4-BE49-F238E27FC236}">
                    <a16:creationId xmlns:a16="http://schemas.microsoft.com/office/drawing/2014/main" id="{5696F213-1E24-476A-9C19-FA1348926AB6}"/>
                  </a:ext>
                </a:extLst>
              </p:cNvPr>
              <p:cNvSpPr/>
              <p:nvPr/>
            </p:nvSpPr>
            <p:spPr>
              <a:xfrm>
                <a:off x="2352845" y="5026438"/>
                <a:ext cx="4557526" cy="437322"/>
              </a:xfrm>
              <a:prstGeom prst="rect">
                <a:avLst/>
              </a:prstGeom>
              <a:solidFill>
                <a:srgbClr val="D74514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7 13 17 24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30" name="矩形 129">
                <a:extLst>
                  <a:ext uri="{FF2B5EF4-FFF2-40B4-BE49-F238E27FC236}">
                    <a16:creationId xmlns:a16="http://schemas.microsoft.com/office/drawing/2014/main" id="{1E0920E6-74AD-4CBA-AC8F-4E5D577658B9}"/>
                  </a:ext>
                </a:extLst>
              </p:cNvPr>
              <p:cNvSpPr/>
              <p:nvPr/>
            </p:nvSpPr>
            <p:spPr>
              <a:xfrm>
                <a:off x="5431076" y="5779237"/>
                <a:ext cx="1230035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19 23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131" name="直接连接符 130">
                <a:extLst>
                  <a:ext uri="{FF2B5EF4-FFF2-40B4-BE49-F238E27FC236}">
                    <a16:creationId xmlns:a16="http://schemas.microsoft.com/office/drawing/2014/main" id="{D898D9D8-B844-4551-ACA2-CB0826F17756}"/>
                  </a:ext>
                </a:extLst>
              </p:cNvPr>
              <p:cNvCxnSpPr>
                <a:cxnSpLocks/>
                <a:stCxn id="135" idx="0"/>
              </p:cNvCxnSpPr>
              <p:nvPr/>
            </p:nvCxnSpPr>
            <p:spPr>
              <a:xfrm flipH="1" flipV="1">
                <a:off x="6910371" y="5463760"/>
                <a:ext cx="615018" cy="31547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直接连接符 131">
                <a:extLst>
                  <a:ext uri="{FF2B5EF4-FFF2-40B4-BE49-F238E27FC236}">
                    <a16:creationId xmlns:a16="http://schemas.microsoft.com/office/drawing/2014/main" id="{F377E8C6-D76B-4B37-B161-D60AE29863EE}"/>
                  </a:ext>
                </a:extLst>
              </p:cNvPr>
              <p:cNvCxnSpPr>
                <a:cxnSpLocks/>
                <a:endCxn id="118" idx="0"/>
              </p:cNvCxnSpPr>
              <p:nvPr/>
            </p:nvCxnSpPr>
            <p:spPr>
              <a:xfrm flipH="1">
                <a:off x="1660918" y="5463760"/>
                <a:ext cx="691927" cy="31547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3" name="矩形 132">
                <a:extLst>
                  <a:ext uri="{FF2B5EF4-FFF2-40B4-BE49-F238E27FC236}">
                    <a16:creationId xmlns:a16="http://schemas.microsoft.com/office/drawing/2014/main" id="{47AC0F8A-C584-4F56-96EF-D67855D89C17}"/>
                  </a:ext>
                </a:extLst>
              </p:cNvPr>
              <p:cNvSpPr/>
              <p:nvPr/>
            </p:nvSpPr>
            <p:spPr>
              <a:xfrm>
                <a:off x="2602105" y="5779237"/>
                <a:ext cx="1100416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11 12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34" name="矩形 133">
                <a:extLst>
                  <a:ext uri="{FF2B5EF4-FFF2-40B4-BE49-F238E27FC236}">
                    <a16:creationId xmlns:a16="http://schemas.microsoft.com/office/drawing/2014/main" id="{5279C0DB-359E-4D6D-8004-708EF4BD8C51}"/>
                  </a:ext>
                </a:extLst>
              </p:cNvPr>
              <p:cNvSpPr/>
              <p:nvPr/>
            </p:nvSpPr>
            <p:spPr>
              <a:xfrm>
                <a:off x="3951781" y="5779237"/>
                <a:ext cx="1230035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14 16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35" name="矩形 134">
                <a:extLst>
                  <a:ext uri="{FF2B5EF4-FFF2-40B4-BE49-F238E27FC236}">
                    <a16:creationId xmlns:a16="http://schemas.microsoft.com/office/drawing/2014/main" id="{F6FBC3FF-C13E-4A9A-9EBD-251580EAD0F5}"/>
                  </a:ext>
                </a:extLst>
              </p:cNvPr>
              <p:cNvSpPr/>
              <p:nvPr/>
            </p:nvSpPr>
            <p:spPr>
              <a:xfrm>
                <a:off x="6910371" y="5779237"/>
                <a:ext cx="1230035" cy="437322"/>
              </a:xfrm>
              <a:prstGeom prst="rect">
                <a:avLst/>
              </a:prstGeom>
              <a:solidFill>
                <a:srgbClr val="F0835C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25 26</a:t>
                </a:r>
                <a:endParaRPr lang="zh-CN" alt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136" name="直接连接符 135">
                <a:extLst>
                  <a:ext uri="{FF2B5EF4-FFF2-40B4-BE49-F238E27FC236}">
                    <a16:creationId xmlns:a16="http://schemas.microsoft.com/office/drawing/2014/main" id="{A01586B9-0D9D-49D9-B3FE-3824B6CC8EE8}"/>
                  </a:ext>
                </a:extLst>
              </p:cNvPr>
              <p:cNvCxnSpPr>
                <a:cxnSpLocks/>
                <a:stCxn id="134" idx="0"/>
                <a:endCxn id="129" idx="2"/>
              </p:cNvCxnSpPr>
              <p:nvPr/>
            </p:nvCxnSpPr>
            <p:spPr>
              <a:xfrm flipV="1">
                <a:off x="4566799" y="5463760"/>
                <a:ext cx="64809" cy="31547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接连接符 136">
                <a:extLst>
                  <a:ext uri="{FF2B5EF4-FFF2-40B4-BE49-F238E27FC236}">
                    <a16:creationId xmlns:a16="http://schemas.microsoft.com/office/drawing/2014/main" id="{D0906CEE-3EEC-4048-AD4A-96E662622E39}"/>
                  </a:ext>
                </a:extLst>
              </p:cNvPr>
              <p:cNvCxnSpPr>
                <a:cxnSpLocks/>
                <a:stCxn id="133" idx="0"/>
              </p:cNvCxnSpPr>
              <p:nvPr/>
            </p:nvCxnSpPr>
            <p:spPr>
              <a:xfrm flipV="1">
                <a:off x="3152313" y="5463760"/>
                <a:ext cx="302087" cy="31547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接连接符 137">
                <a:extLst>
                  <a:ext uri="{FF2B5EF4-FFF2-40B4-BE49-F238E27FC236}">
                    <a16:creationId xmlns:a16="http://schemas.microsoft.com/office/drawing/2014/main" id="{7521AA76-B1AE-4FF8-A580-A8C5C89253C3}"/>
                  </a:ext>
                </a:extLst>
              </p:cNvPr>
              <p:cNvCxnSpPr>
                <a:cxnSpLocks/>
                <a:stCxn id="130" idx="0"/>
              </p:cNvCxnSpPr>
              <p:nvPr/>
            </p:nvCxnSpPr>
            <p:spPr>
              <a:xfrm flipH="1" flipV="1">
                <a:off x="5842000" y="5463760"/>
                <a:ext cx="204094" cy="31547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8" name="箭头: 下 47">
              <a:extLst>
                <a:ext uri="{FF2B5EF4-FFF2-40B4-BE49-F238E27FC236}">
                  <a16:creationId xmlns:a16="http://schemas.microsoft.com/office/drawing/2014/main" id="{DE777CBF-AF14-4AFB-845C-13B9CE7E1BD2}"/>
                </a:ext>
              </a:extLst>
            </p:cNvPr>
            <p:cNvSpPr/>
            <p:nvPr/>
          </p:nvSpPr>
          <p:spPr>
            <a:xfrm>
              <a:off x="3634967" y="-342220"/>
              <a:ext cx="964236" cy="410320"/>
            </a:xfrm>
            <a:prstGeom prst="downArrow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箭头: 下 48">
              <a:extLst>
                <a:ext uri="{FF2B5EF4-FFF2-40B4-BE49-F238E27FC236}">
                  <a16:creationId xmlns:a16="http://schemas.microsoft.com/office/drawing/2014/main" id="{B91FBC67-C0A7-4E63-807E-1DD83792ED43}"/>
                </a:ext>
              </a:extLst>
            </p:cNvPr>
            <p:cNvSpPr/>
            <p:nvPr/>
          </p:nvSpPr>
          <p:spPr>
            <a:xfrm>
              <a:off x="3602562" y="2310661"/>
              <a:ext cx="964236" cy="410320"/>
            </a:xfrm>
            <a:prstGeom prst="downArrow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箭头: 下 49">
              <a:extLst>
                <a:ext uri="{FF2B5EF4-FFF2-40B4-BE49-F238E27FC236}">
                  <a16:creationId xmlns:a16="http://schemas.microsoft.com/office/drawing/2014/main" id="{AF2F9180-3325-4014-AC6A-47E4990E8E02}"/>
                </a:ext>
              </a:extLst>
            </p:cNvPr>
            <p:cNvSpPr/>
            <p:nvPr/>
          </p:nvSpPr>
          <p:spPr>
            <a:xfrm>
              <a:off x="3602562" y="5006019"/>
              <a:ext cx="964236" cy="410320"/>
            </a:xfrm>
            <a:prstGeom prst="downArrow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998387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>
            <a:extLst>
              <a:ext uri="{FF2B5EF4-FFF2-40B4-BE49-F238E27FC236}">
                <a16:creationId xmlns:a16="http://schemas.microsoft.com/office/drawing/2014/main" id="{62B40497-AB20-42B7-B031-96458B13B82E}"/>
              </a:ext>
            </a:extLst>
          </p:cNvPr>
          <p:cNvGrpSpPr/>
          <p:nvPr/>
        </p:nvGrpSpPr>
        <p:grpSpPr>
          <a:xfrm>
            <a:off x="771209" y="1146316"/>
            <a:ext cx="3465035" cy="2726889"/>
            <a:chOff x="771209" y="1146316"/>
            <a:chExt cx="3465035" cy="2726889"/>
          </a:xfrm>
        </p:grpSpPr>
        <p:cxnSp>
          <p:nvCxnSpPr>
            <p:cNvPr id="3" name="直接箭头连接符 2">
              <a:extLst>
                <a:ext uri="{FF2B5EF4-FFF2-40B4-BE49-F238E27FC236}">
                  <a16:creationId xmlns:a16="http://schemas.microsoft.com/office/drawing/2014/main" id="{31EC4580-4E03-41D4-A560-306A7C87210A}"/>
                </a:ext>
              </a:extLst>
            </p:cNvPr>
            <p:cNvCxnSpPr>
              <a:cxnSpLocks/>
            </p:cNvCxnSpPr>
            <p:nvPr/>
          </p:nvCxnSpPr>
          <p:spPr>
            <a:xfrm>
              <a:off x="771209" y="1554698"/>
              <a:ext cx="346503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08F61548-5447-47FA-8F66-2997F56C5A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64687" y="1146316"/>
              <a:ext cx="0" cy="272688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FD2E8929-54DE-4EF0-9667-111347314DB3}"/>
                    </a:ext>
                  </a:extLst>
                </p:cNvPr>
                <p:cNvSpPr txBox="1"/>
                <p:nvPr/>
              </p:nvSpPr>
              <p:spPr>
                <a:xfrm>
                  <a:off x="4039284" y="1176761"/>
                  <a:ext cx="196959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FD2E8929-54DE-4EF0-9667-111347314D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9284" y="1176761"/>
                  <a:ext cx="196959" cy="370294"/>
                </a:xfrm>
                <a:prstGeom prst="rect">
                  <a:avLst/>
                </a:prstGeom>
                <a:blipFill>
                  <a:blip r:embed="rId2"/>
                  <a:stretch>
                    <a:fillRect l="-312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E7BAE5C9-CB39-4E4F-B88F-A23454BBA85C}"/>
                    </a:ext>
                  </a:extLst>
                </p:cNvPr>
                <p:cNvSpPr txBox="1"/>
                <p:nvPr/>
              </p:nvSpPr>
              <p:spPr>
                <a:xfrm>
                  <a:off x="2651348" y="1146316"/>
                  <a:ext cx="196959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𝑦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E7BAE5C9-CB39-4E4F-B88F-A23454BBA8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51348" y="1146316"/>
                  <a:ext cx="196959" cy="370294"/>
                </a:xfrm>
                <a:prstGeom prst="rect">
                  <a:avLst/>
                </a:prstGeom>
                <a:blipFill>
                  <a:blip r:embed="rId3"/>
                  <a:stretch>
                    <a:fillRect l="-43750" r="-9375"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DA957B38-CC3E-4E24-B31E-D87900638503}"/>
                </a:ext>
              </a:extLst>
            </p:cNvPr>
            <p:cNvCxnSpPr>
              <a:cxnSpLocks/>
            </p:cNvCxnSpPr>
            <p:nvPr/>
          </p:nvCxnSpPr>
          <p:spPr>
            <a:xfrm>
              <a:off x="2564687" y="1547055"/>
              <a:ext cx="1016713" cy="1748595"/>
            </a:xfrm>
            <a:prstGeom prst="straightConnector1">
              <a:avLst/>
            </a:prstGeom>
            <a:ln w="25400">
              <a:solidFill>
                <a:srgbClr val="D74514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椭圆 12">
                  <a:extLst>
                    <a:ext uri="{FF2B5EF4-FFF2-40B4-BE49-F238E27FC236}">
                      <a16:creationId xmlns:a16="http://schemas.microsoft.com/office/drawing/2014/main" id="{56133519-191E-46E7-8AF8-0DF0CE1E1BD1}"/>
                    </a:ext>
                  </a:extLst>
                </p:cNvPr>
                <p:cNvSpPr/>
                <p:nvPr/>
              </p:nvSpPr>
              <p:spPr>
                <a:xfrm>
                  <a:off x="3362739" y="3084632"/>
                  <a:ext cx="437322" cy="437322"/>
                </a:xfrm>
                <a:prstGeom prst="ellipse">
                  <a:avLst/>
                </a:prstGeom>
                <a:solidFill>
                  <a:srgbClr val="D74514"/>
                </a:solidFill>
                <a:ln w="25400">
                  <a:solidFill>
                    <a:srgbClr val="D7451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   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𝒎</m:t>
                        </m:r>
                      </m:oMath>
                    </m:oMathPara>
                  </a14:m>
                  <a:endParaRPr lang="zh-CN" altLang="en-US" b="1" dirty="0"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</mc:Choice>
          <mc:Fallback xmlns="">
            <p:sp>
              <p:nvSpPr>
                <p:cNvPr id="13" name="椭圆 12">
                  <a:extLst>
                    <a:ext uri="{FF2B5EF4-FFF2-40B4-BE49-F238E27FC236}">
                      <a16:creationId xmlns:a16="http://schemas.microsoft.com/office/drawing/2014/main" id="{56133519-191E-46E7-8AF8-0DF0CE1E1BD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2739" y="3084632"/>
                  <a:ext cx="437322" cy="437322"/>
                </a:xfrm>
                <a:prstGeom prst="ellipse">
                  <a:avLst/>
                </a:prstGeom>
                <a:blipFill>
                  <a:blip r:embed="rId4"/>
                  <a:stretch>
                    <a:fillRect l="-6667"/>
                  </a:stretch>
                </a:blipFill>
                <a:ln w="25400">
                  <a:solidFill>
                    <a:srgbClr val="D74514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06D46CE8-85DB-497C-8541-E8A1E6DE4B04}"/>
                    </a:ext>
                  </a:extLst>
                </p:cNvPr>
                <p:cNvSpPr txBox="1"/>
                <p:nvPr/>
              </p:nvSpPr>
              <p:spPr>
                <a:xfrm>
                  <a:off x="3165780" y="2134518"/>
                  <a:ext cx="196959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𝐿</m:t>
                        </m:r>
                      </m:oMath>
                    </m:oMathPara>
                  </a14:m>
                  <a:endParaRPr lang="en-US" altLang="zh-CN" b="0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06D46CE8-85DB-497C-8541-E8A1E6DE4B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5780" y="2134518"/>
                  <a:ext cx="196959" cy="370294"/>
                </a:xfrm>
                <a:prstGeom prst="rect">
                  <a:avLst/>
                </a:prstGeom>
                <a:blipFill>
                  <a:blip r:embed="rId5"/>
                  <a:stretch>
                    <a:fillRect l="-39394" r="-30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C3ED608B-3FF3-43BC-9E5A-42E61134D33F}"/>
                    </a:ext>
                  </a:extLst>
                </p:cNvPr>
                <p:cNvSpPr txBox="1"/>
                <p:nvPr/>
              </p:nvSpPr>
              <p:spPr>
                <a:xfrm>
                  <a:off x="2596670" y="1726135"/>
                  <a:ext cx="196959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𝜃</m:t>
                        </m:r>
                      </m:oMath>
                    </m:oMathPara>
                  </a14:m>
                  <a:endParaRPr lang="en-US" altLang="zh-CN" b="0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C3ED608B-3FF3-43BC-9E5A-42E61134D3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96670" y="1726135"/>
                  <a:ext cx="196959" cy="370294"/>
                </a:xfrm>
                <a:prstGeom prst="rect">
                  <a:avLst/>
                </a:prstGeom>
                <a:blipFill>
                  <a:blip r:embed="rId6"/>
                  <a:stretch>
                    <a:fillRect l="-43750" r="-62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BC81A0C1-8862-4FBA-AB5C-6A839790ED96}"/>
              </a:ext>
            </a:extLst>
          </p:cNvPr>
          <p:cNvGrpSpPr/>
          <p:nvPr/>
        </p:nvGrpSpPr>
        <p:grpSpPr>
          <a:xfrm>
            <a:off x="4837335" y="1138977"/>
            <a:ext cx="3465035" cy="2726889"/>
            <a:chOff x="4837335" y="1138977"/>
            <a:chExt cx="3465035" cy="2726889"/>
          </a:xfrm>
        </p:grpSpPr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1A17B2FD-B009-41E1-A22D-488054CFA1F9}"/>
                </a:ext>
              </a:extLst>
            </p:cNvPr>
            <p:cNvCxnSpPr>
              <a:cxnSpLocks/>
            </p:cNvCxnSpPr>
            <p:nvPr/>
          </p:nvCxnSpPr>
          <p:spPr>
            <a:xfrm>
              <a:off x="4837335" y="1547359"/>
              <a:ext cx="346503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14AACA04-D921-4C58-86AD-461B476544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30813" y="1138977"/>
              <a:ext cx="0" cy="272688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9B22B600-6C8D-4867-B2BB-5C7F6DBC4611}"/>
                    </a:ext>
                  </a:extLst>
                </p:cNvPr>
                <p:cNvSpPr txBox="1"/>
                <p:nvPr/>
              </p:nvSpPr>
              <p:spPr>
                <a:xfrm>
                  <a:off x="8105410" y="1169422"/>
                  <a:ext cx="196959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9B22B600-6C8D-4867-B2BB-5C7F6DBC46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5410" y="1169422"/>
                  <a:ext cx="196959" cy="370294"/>
                </a:xfrm>
                <a:prstGeom prst="rect">
                  <a:avLst/>
                </a:prstGeom>
                <a:blipFill>
                  <a:blip r:embed="rId7"/>
                  <a:stretch>
                    <a:fillRect l="-312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2E946125-F463-4087-BA2A-C344F2099A1E}"/>
                    </a:ext>
                  </a:extLst>
                </p:cNvPr>
                <p:cNvSpPr txBox="1"/>
                <p:nvPr/>
              </p:nvSpPr>
              <p:spPr>
                <a:xfrm>
                  <a:off x="6717474" y="1138977"/>
                  <a:ext cx="196959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𝑦</m:t>
                        </m:r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2E946125-F463-4087-BA2A-C344F2099A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7474" y="1138977"/>
                  <a:ext cx="196959" cy="370294"/>
                </a:xfrm>
                <a:prstGeom prst="rect">
                  <a:avLst/>
                </a:prstGeom>
                <a:blipFill>
                  <a:blip r:embed="rId8"/>
                  <a:stretch>
                    <a:fillRect l="-43750" r="-9375"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2CF0417C-BAF0-4A8A-B29B-A716C826B6AA}"/>
                </a:ext>
              </a:extLst>
            </p:cNvPr>
            <p:cNvCxnSpPr>
              <a:cxnSpLocks/>
            </p:cNvCxnSpPr>
            <p:nvPr/>
          </p:nvCxnSpPr>
          <p:spPr>
            <a:xfrm>
              <a:off x="6630813" y="1539716"/>
              <a:ext cx="1016713" cy="1748595"/>
            </a:xfrm>
            <a:prstGeom prst="straightConnector1">
              <a:avLst/>
            </a:prstGeom>
            <a:ln w="25400">
              <a:solidFill>
                <a:srgbClr val="D74514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8A943B1B-6D71-4783-9D7B-08D6B035F7BD}"/>
                    </a:ext>
                  </a:extLst>
                </p:cNvPr>
                <p:cNvSpPr/>
                <p:nvPr/>
              </p:nvSpPr>
              <p:spPr>
                <a:xfrm>
                  <a:off x="7428865" y="3077293"/>
                  <a:ext cx="437322" cy="437322"/>
                </a:xfrm>
                <a:prstGeom prst="ellipse">
                  <a:avLst/>
                </a:prstGeom>
                <a:solidFill>
                  <a:srgbClr val="D74514"/>
                </a:solidFill>
                <a:ln w="25400">
                  <a:solidFill>
                    <a:srgbClr val="D7451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   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𝒎</m:t>
                        </m:r>
                      </m:oMath>
                    </m:oMathPara>
                  </a14:m>
                  <a:endParaRPr lang="zh-CN" altLang="en-US" b="1" dirty="0"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</mc:Choice>
          <mc:Fallback xmlns=""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8A943B1B-6D71-4783-9D7B-08D6B035F7B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8865" y="3077293"/>
                  <a:ext cx="437322" cy="437322"/>
                </a:xfrm>
                <a:prstGeom prst="ellipse">
                  <a:avLst/>
                </a:prstGeom>
                <a:blipFill>
                  <a:blip r:embed="rId9"/>
                  <a:stretch>
                    <a:fillRect l="-6667"/>
                  </a:stretch>
                </a:blipFill>
                <a:ln w="25400">
                  <a:solidFill>
                    <a:srgbClr val="D74514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0A2863B5-30E4-4442-9C28-88552A966C6A}"/>
                    </a:ext>
                  </a:extLst>
                </p:cNvPr>
                <p:cNvSpPr txBox="1"/>
                <p:nvPr/>
              </p:nvSpPr>
              <p:spPr>
                <a:xfrm>
                  <a:off x="6980462" y="2336319"/>
                  <a:ext cx="196959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𝐿</m:t>
                        </m:r>
                      </m:oMath>
                    </m:oMathPara>
                  </a14:m>
                  <a:endParaRPr lang="en-US" altLang="zh-CN" b="0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0A2863B5-30E4-4442-9C28-88552A966C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80462" y="2336319"/>
                  <a:ext cx="196959" cy="370294"/>
                </a:xfrm>
                <a:prstGeom prst="rect">
                  <a:avLst/>
                </a:prstGeom>
                <a:blipFill>
                  <a:blip r:embed="rId10"/>
                  <a:stretch>
                    <a:fillRect l="-40625" r="-62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81D8EC41-0A07-4805-85A9-D31EF7C9BAAC}"/>
                    </a:ext>
                  </a:extLst>
                </p:cNvPr>
                <p:cNvSpPr txBox="1"/>
                <p:nvPr/>
              </p:nvSpPr>
              <p:spPr>
                <a:xfrm>
                  <a:off x="6662796" y="1718796"/>
                  <a:ext cx="196959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 smtClean="0">
                            <a:solidFill>
                              <a:srgbClr val="D7451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𝜃</m:t>
                        </m:r>
                      </m:oMath>
                    </m:oMathPara>
                  </a14:m>
                  <a:endParaRPr lang="en-US" altLang="zh-CN" b="0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81D8EC41-0A07-4805-85A9-D31EF7C9BA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796" y="1718796"/>
                  <a:ext cx="196959" cy="370294"/>
                </a:xfrm>
                <a:prstGeom prst="rect">
                  <a:avLst/>
                </a:prstGeom>
                <a:blipFill>
                  <a:blip r:embed="rId11"/>
                  <a:stretch>
                    <a:fillRect l="-43750" r="-62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A39DBA2A-83DF-420F-A833-ACB12B229630}"/>
                </a:ext>
              </a:extLst>
            </p:cNvPr>
            <p:cNvCxnSpPr>
              <a:cxnSpLocks/>
            </p:cNvCxnSpPr>
            <p:nvPr/>
          </p:nvCxnSpPr>
          <p:spPr>
            <a:xfrm>
              <a:off x="6717473" y="1462021"/>
              <a:ext cx="683688" cy="1135129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485CABC5-FFB1-4694-AA57-82F9E7F389E0}"/>
                </a:ext>
              </a:extLst>
            </p:cNvPr>
            <p:cNvCxnSpPr>
              <a:cxnSpLocks/>
            </p:cNvCxnSpPr>
            <p:nvPr/>
          </p:nvCxnSpPr>
          <p:spPr>
            <a:xfrm>
              <a:off x="7401161" y="2597150"/>
              <a:ext cx="246364" cy="445052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2422F291-2A48-434E-B411-6AFEF7D03FC3}"/>
                    </a:ext>
                  </a:extLst>
                </p:cNvPr>
                <p:cNvSpPr txBox="1"/>
                <p:nvPr/>
              </p:nvSpPr>
              <p:spPr>
                <a:xfrm>
                  <a:off x="7204202" y="1804503"/>
                  <a:ext cx="196959" cy="3702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2422F291-2A48-434E-B411-6AFEF7D03F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4202" y="1804503"/>
                  <a:ext cx="196959" cy="370294"/>
                </a:xfrm>
                <a:prstGeom prst="rect">
                  <a:avLst/>
                </a:prstGeom>
                <a:blipFill>
                  <a:blip r:embed="rId12"/>
                  <a:stretch>
                    <a:fillRect l="-68750" r="-1562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D9EE3322-1372-47FE-ACAE-9AFF891BD680}"/>
                    </a:ext>
                  </a:extLst>
                </p:cNvPr>
                <p:cNvSpPr txBox="1"/>
                <p:nvPr/>
              </p:nvSpPr>
              <p:spPr>
                <a:xfrm>
                  <a:off x="7635705" y="2510241"/>
                  <a:ext cx="196959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𝐿</m:t>
                            </m:r>
                          </m:e>
                          <m:sup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′</m:t>
                            </m:r>
                          </m:sup>
                        </m:sSup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D9EE3322-1372-47FE-ACAE-9AFF891BD6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35705" y="2510241"/>
                  <a:ext cx="196959" cy="369332"/>
                </a:xfrm>
                <a:prstGeom prst="rect">
                  <a:avLst/>
                </a:prstGeom>
                <a:blipFill>
                  <a:blip r:embed="rId13"/>
                  <a:stretch>
                    <a:fillRect l="-562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01507510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组合 163">
            <a:extLst>
              <a:ext uri="{FF2B5EF4-FFF2-40B4-BE49-F238E27FC236}">
                <a16:creationId xmlns:a16="http://schemas.microsoft.com/office/drawing/2014/main" id="{DE34ACBA-1D94-BB25-D440-3DDCBE0998C4}"/>
              </a:ext>
            </a:extLst>
          </p:cNvPr>
          <p:cNvGrpSpPr/>
          <p:nvPr/>
        </p:nvGrpSpPr>
        <p:grpSpPr>
          <a:xfrm>
            <a:off x="53340" y="4275043"/>
            <a:ext cx="10924698" cy="1585143"/>
            <a:chOff x="53340" y="4275043"/>
            <a:chExt cx="10924698" cy="1585143"/>
          </a:xfrm>
        </p:grpSpPr>
        <p:sp>
          <p:nvSpPr>
            <p:cNvPr id="145" name="矩形 144">
              <a:extLst>
                <a:ext uri="{FF2B5EF4-FFF2-40B4-BE49-F238E27FC236}">
                  <a16:creationId xmlns:a16="http://schemas.microsoft.com/office/drawing/2014/main" id="{5F7D2447-8361-1C99-3160-B93DE62C8033}"/>
                </a:ext>
              </a:extLst>
            </p:cNvPr>
            <p:cNvSpPr/>
            <p:nvPr/>
          </p:nvSpPr>
          <p:spPr>
            <a:xfrm>
              <a:off x="4651411" y="4275043"/>
              <a:ext cx="3424882" cy="1585143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14" name="组合 113">
              <a:extLst>
                <a:ext uri="{FF2B5EF4-FFF2-40B4-BE49-F238E27FC236}">
                  <a16:creationId xmlns:a16="http://schemas.microsoft.com/office/drawing/2014/main" id="{53502FF8-9652-98D2-5692-643D055118F9}"/>
                </a:ext>
              </a:extLst>
            </p:cNvPr>
            <p:cNvGrpSpPr/>
            <p:nvPr/>
          </p:nvGrpSpPr>
          <p:grpSpPr>
            <a:xfrm>
              <a:off x="2321049" y="4945744"/>
              <a:ext cx="2021331" cy="181608"/>
              <a:chOff x="3755009" y="2851416"/>
              <a:chExt cx="4381180" cy="181608"/>
            </a:xfrm>
          </p:grpSpPr>
          <p:cxnSp>
            <p:nvCxnSpPr>
              <p:cNvPr id="138" name="直接连接符 137">
                <a:extLst>
                  <a:ext uri="{FF2B5EF4-FFF2-40B4-BE49-F238E27FC236}">
                    <a16:creationId xmlns:a16="http://schemas.microsoft.com/office/drawing/2014/main" id="{7E98B197-64ED-EF52-0305-8AAFA052A2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55009" y="2851416"/>
                <a:ext cx="4381180" cy="4756"/>
              </a:xfrm>
              <a:prstGeom prst="line">
                <a:avLst/>
              </a:prstGeom>
              <a:ln w="25400">
                <a:solidFill>
                  <a:srgbClr val="D74514"/>
                </a:solidFill>
                <a:headEnd type="non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直接连接符 138">
                <a:extLst>
                  <a:ext uri="{FF2B5EF4-FFF2-40B4-BE49-F238E27FC236}">
                    <a16:creationId xmlns:a16="http://schemas.microsoft.com/office/drawing/2014/main" id="{75C27DB7-AA1E-A450-EFC7-06343E9C760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66640" y="3030206"/>
                <a:ext cx="4346229" cy="2818"/>
              </a:xfrm>
              <a:prstGeom prst="line">
                <a:avLst/>
              </a:prstGeom>
              <a:ln w="25400">
                <a:solidFill>
                  <a:srgbClr val="D74514"/>
                </a:solidFill>
                <a:headEnd type="none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15" name="图片 114">
              <a:extLst>
                <a:ext uri="{FF2B5EF4-FFF2-40B4-BE49-F238E27FC236}">
                  <a16:creationId xmlns:a16="http://schemas.microsoft.com/office/drawing/2014/main" id="{576CEF86-785E-E494-2946-FD2F273CCF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36306" y="4337680"/>
              <a:ext cx="1239986" cy="1239986"/>
            </a:xfrm>
            <a:prstGeom prst="rect">
              <a:avLst/>
            </a:prstGeom>
          </p:spPr>
        </p:pic>
        <p:pic>
          <p:nvPicPr>
            <p:cNvPr id="116" name="图片 115">
              <a:extLst>
                <a:ext uri="{FF2B5EF4-FFF2-40B4-BE49-F238E27FC236}">
                  <a16:creationId xmlns:a16="http://schemas.microsoft.com/office/drawing/2014/main" id="{29DC5425-E919-BF51-9101-DCDC77D326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38052" y="4329072"/>
              <a:ext cx="1239986" cy="1239986"/>
            </a:xfrm>
            <a:prstGeom prst="rect">
              <a:avLst/>
            </a:prstGeom>
          </p:spPr>
        </p:pic>
        <p:pic>
          <p:nvPicPr>
            <p:cNvPr id="119" name="图片 118" descr="防火墙">
              <a:extLst>
                <a:ext uri="{FF2B5EF4-FFF2-40B4-BE49-F238E27FC236}">
                  <a16:creationId xmlns:a16="http://schemas.microsoft.com/office/drawing/2014/main" id="{73667EBC-55F1-94A6-09FA-8FF962E952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605179" y="4275043"/>
              <a:ext cx="1202772" cy="1202772"/>
            </a:xfrm>
            <a:prstGeom prst="rect">
              <a:avLst/>
            </a:prstGeom>
          </p:spPr>
        </p:pic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4A4806DC-2B85-E2B1-E0BF-A4C2C0A3D305}"/>
                </a:ext>
              </a:extLst>
            </p:cNvPr>
            <p:cNvSpPr txBox="1"/>
            <p:nvPr/>
          </p:nvSpPr>
          <p:spPr>
            <a:xfrm>
              <a:off x="2715559" y="5139261"/>
              <a:ext cx="1568030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zh-CN" altLang="en-US" sz="1600" dirty="0">
                  <a:solidFill>
                    <a:srgbClr val="D74514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❹</a:t>
              </a:r>
              <a:r>
                <a:rPr lang="zh-CN" altLang="en-US" sz="1600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</a:t>
              </a:r>
              <a:r>
                <a:rPr lang="en-US" altLang="zh-CN" sz="1600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HTTPS </a:t>
              </a:r>
              <a:r>
                <a:rPr lang="zh-CN" altLang="en-US" sz="1600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响应</a:t>
              </a:r>
              <a:endParaRPr lang="zh-CN" altLang="en-US" sz="16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559F079E-07EE-4E74-4EAC-37FA36CCFA7C}"/>
                </a:ext>
              </a:extLst>
            </p:cNvPr>
            <p:cNvSpPr txBox="1"/>
            <p:nvPr/>
          </p:nvSpPr>
          <p:spPr>
            <a:xfrm>
              <a:off x="8174683" y="4582324"/>
              <a:ext cx="1464317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16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❷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实际请求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123" name="文本框 122">
              <a:extLst>
                <a:ext uri="{FF2B5EF4-FFF2-40B4-BE49-F238E27FC236}">
                  <a16:creationId xmlns:a16="http://schemas.microsoft.com/office/drawing/2014/main" id="{A1772E21-624D-D56E-7645-C000230A2A57}"/>
                </a:ext>
              </a:extLst>
            </p:cNvPr>
            <p:cNvSpPr txBox="1"/>
            <p:nvPr/>
          </p:nvSpPr>
          <p:spPr>
            <a:xfrm>
              <a:off x="1826189" y="5521632"/>
              <a:ext cx="852492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GFW</a:t>
              </a:r>
              <a:endParaRPr lang="zh-CN" altLang="en-US" sz="16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grpSp>
          <p:nvGrpSpPr>
            <p:cNvPr id="126" name="组合 125">
              <a:extLst>
                <a:ext uri="{FF2B5EF4-FFF2-40B4-BE49-F238E27FC236}">
                  <a16:creationId xmlns:a16="http://schemas.microsoft.com/office/drawing/2014/main" id="{44D561DE-243F-BB63-2580-CA045672539F}"/>
                </a:ext>
              </a:extLst>
            </p:cNvPr>
            <p:cNvGrpSpPr/>
            <p:nvPr/>
          </p:nvGrpSpPr>
          <p:grpSpPr>
            <a:xfrm>
              <a:off x="7947383" y="4941491"/>
              <a:ext cx="1929214" cy="181608"/>
              <a:chOff x="3766640" y="2851416"/>
              <a:chExt cx="4369547" cy="181608"/>
            </a:xfrm>
          </p:grpSpPr>
          <p:cxnSp>
            <p:nvCxnSpPr>
              <p:cNvPr id="136" name="直接连接符 135">
                <a:extLst>
                  <a:ext uri="{FF2B5EF4-FFF2-40B4-BE49-F238E27FC236}">
                    <a16:creationId xmlns:a16="http://schemas.microsoft.com/office/drawing/2014/main" id="{929D4AF2-86D2-B05D-1543-77794BB3E9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67137" y="2851416"/>
                <a:ext cx="4369050" cy="4756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type="non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接连接符 136">
                <a:extLst>
                  <a:ext uri="{FF2B5EF4-FFF2-40B4-BE49-F238E27FC236}">
                    <a16:creationId xmlns:a16="http://schemas.microsoft.com/office/drawing/2014/main" id="{0F4EE3F8-E8ED-53D3-25AC-33F85F21E50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66640" y="3030206"/>
                <a:ext cx="4346229" cy="2818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type="triangle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1" name="组合 130">
              <a:extLst>
                <a:ext uri="{FF2B5EF4-FFF2-40B4-BE49-F238E27FC236}">
                  <a16:creationId xmlns:a16="http://schemas.microsoft.com/office/drawing/2014/main" id="{65A26CD6-8CB0-667A-6B35-A83B49EC9EE7}"/>
                </a:ext>
              </a:extLst>
            </p:cNvPr>
            <p:cNvGrpSpPr/>
            <p:nvPr/>
          </p:nvGrpSpPr>
          <p:grpSpPr>
            <a:xfrm>
              <a:off x="53340" y="4941491"/>
              <a:ext cx="2217582" cy="196097"/>
              <a:chOff x="3189801" y="2848598"/>
              <a:chExt cx="5185322" cy="196097"/>
            </a:xfrm>
          </p:grpSpPr>
          <p:cxnSp>
            <p:nvCxnSpPr>
              <p:cNvPr id="132" name="直接连接符 131">
                <a:extLst>
                  <a:ext uri="{FF2B5EF4-FFF2-40B4-BE49-F238E27FC236}">
                    <a16:creationId xmlns:a16="http://schemas.microsoft.com/office/drawing/2014/main" id="{D67C6E04-4CA5-95CE-710B-10933A7E4E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89801" y="2848598"/>
                <a:ext cx="4801412" cy="7573"/>
              </a:xfrm>
              <a:prstGeom prst="line">
                <a:avLst/>
              </a:prstGeom>
              <a:ln w="25400">
                <a:solidFill>
                  <a:srgbClr val="D74514"/>
                </a:solidFill>
                <a:headEnd type="none" w="lg" len="lg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直接连接符 132">
                <a:extLst>
                  <a:ext uri="{FF2B5EF4-FFF2-40B4-BE49-F238E27FC236}">
                    <a16:creationId xmlns:a16="http://schemas.microsoft.com/office/drawing/2014/main" id="{E51D9373-FD21-D025-E9C6-A45693751E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89801" y="3027388"/>
                <a:ext cx="5185322" cy="17307"/>
              </a:xfrm>
              <a:prstGeom prst="line">
                <a:avLst/>
              </a:prstGeom>
              <a:ln w="25400">
                <a:solidFill>
                  <a:srgbClr val="D74514"/>
                </a:solidFill>
                <a:headEnd type="triangle" w="lg" len="lg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6" name="矩形 145">
              <a:extLst>
                <a:ext uri="{FF2B5EF4-FFF2-40B4-BE49-F238E27FC236}">
                  <a16:creationId xmlns:a16="http://schemas.microsoft.com/office/drawing/2014/main" id="{FEE251F3-7D76-EEBA-60BE-BF64D2B44512}"/>
                </a:ext>
              </a:extLst>
            </p:cNvPr>
            <p:cNvSpPr/>
            <p:nvPr/>
          </p:nvSpPr>
          <p:spPr>
            <a:xfrm>
              <a:off x="4355072" y="4770747"/>
              <a:ext cx="592676" cy="507376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rgbClr val="F8CCB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443</a:t>
              </a:r>
            </a:p>
          </p:txBody>
        </p:sp>
        <p:pic>
          <p:nvPicPr>
            <p:cNvPr id="148" name="图形 147">
              <a:extLst>
                <a:ext uri="{FF2B5EF4-FFF2-40B4-BE49-F238E27FC236}">
                  <a16:creationId xmlns:a16="http://schemas.microsoft.com/office/drawing/2014/main" id="{FE1BE2FB-257B-4F59-A846-D549E1411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217430" y="5096638"/>
              <a:ext cx="1403794" cy="292966"/>
            </a:xfrm>
            <a:prstGeom prst="rect">
              <a:avLst/>
            </a:prstGeom>
          </p:spPr>
        </p:pic>
        <p:sp>
          <p:nvSpPr>
            <p:cNvPr id="149" name="文本框 148">
              <a:extLst>
                <a:ext uri="{FF2B5EF4-FFF2-40B4-BE49-F238E27FC236}">
                  <a16:creationId xmlns:a16="http://schemas.microsoft.com/office/drawing/2014/main" id="{F1B96A32-7114-5D25-5364-B1D2D4E51902}"/>
                </a:ext>
              </a:extLst>
            </p:cNvPr>
            <p:cNvSpPr txBox="1"/>
            <p:nvPr/>
          </p:nvSpPr>
          <p:spPr>
            <a:xfrm>
              <a:off x="5070819" y="4692926"/>
              <a:ext cx="1697017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/secret-path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150" name="直接连接符 149">
              <a:extLst>
                <a:ext uri="{FF2B5EF4-FFF2-40B4-BE49-F238E27FC236}">
                  <a16:creationId xmlns:a16="http://schemas.microsoft.com/office/drawing/2014/main" id="{30ED909E-A33A-070F-14E5-3B26EEF640B3}"/>
                </a:ext>
              </a:extLst>
            </p:cNvPr>
            <p:cNvCxnSpPr>
              <a:cxnSpLocks/>
            </p:cNvCxnSpPr>
            <p:nvPr/>
          </p:nvCxnSpPr>
          <p:spPr>
            <a:xfrm>
              <a:off x="4947748" y="5017343"/>
              <a:ext cx="2021331" cy="4756"/>
            </a:xfrm>
            <a:prstGeom prst="line">
              <a:avLst/>
            </a:prstGeom>
            <a:ln w="25400">
              <a:solidFill>
                <a:srgbClr val="D74514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文本框 150">
              <a:extLst>
                <a:ext uri="{FF2B5EF4-FFF2-40B4-BE49-F238E27FC236}">
                  <a16:creationId xmlns:a16="http://schemas.microsoft.com/office/drawing/2014/main" id="{4ECA36C0-9222-46C3-CB45-F895CB6CF292}"/>
                </a:ext>
              </a:extLst>
            </p:cNvPr>
            <p:cNvSpPr txBox="1"/>
            <p:nvPr/>
          </p:nvSpPr>
          <p:spPr>
            <a:xfrm>
              <a:off x="6767836" y="5516895"/>
              <a:ext cx="1325195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V2Ray 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进程</a:t>
              </a:r>
            </a:p>
          </p:txBody>
        </p:sp>
        <p:sp>
          <p:nvSpPr>
            <p:cNvPr id="152" name="文本框 151">
              <a:extLst>
                <a:ext uri="{FF2B5EF4-FFF2-40B4-BE49-F238E27FC236}">
                  <a16:creationId xmlns:a16="http://schemas.microsoft.com/office/drawing/2014/main" id="{9638D40B-487E-6C43-C53C-D4329F28C7CE}"/>
                </a:ext>
              </a:extLst>
            </p:cNvPr>
            <p:cNvSpPr txBox="1"/>
            <p:nvPr/>
          </p:nvSpPr>
          <p:spPr>
            <a:xfrm>
              <a:off x="8174683" y="5137588"/>
              <a:ext cx="1464317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16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❸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实际响应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153" name="文本框 152">
              <a:extLst>
                <a:ext uri="{FF2B5EF4-FFF2-40B4-BE49-F238E27FC236}">
                  <a16:creationId xmlns:a16="http://schemas.microsoft.com/office/drawing/2014/main" id="{6632BB33-F4D2-606E-E3AF-EAAD3207EBBE}"/>
                </a:ext>
              </a:extLst>
            </p:cNvPr>
            <p:cNvSpPr txBox="1"/>
            <p:nvPr/>
          </p:nvSpPr>
          <p:spPr>
            <a:xfrm>
              <a:off x="105299" y="4610803"/>
              <a:ext cx="1568030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zh-CN" altLang="en-US" sz="1600" dirty="0">
                  <a:solidFill>
                    <a:srgbClr val="D74514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❶</a:t>
              </a:r>
              <a:r>
                <a:rPr lang="zh-CN" altLang="en-US" sz="1600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</a:t>
              </a:r>
              <a:r>
                <a:rPr lang="en-US" altLang="zh-CN" sz="1600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HTTPS </a:t>
              </a:r>
              <a:r>
                <a:rPr lang="zh-CN" altLang="en-US" sz="1600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请求</a:t>
              </a:r>
              <a:endParaRPr lang="zh-CN" altLang="en-US" sz="16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</p:grpSp>
      <p:grpSp>
        <p:nvGrpSpPr>
          <p:cNvPr id="163" name="组合 162">
            <a:extLst>
              <a:ext uri="{FF2B5EF4-FFF2-40B4-BE49-F238E27FC236}">
                <a16:creationId xmlns:a16="http://schemas.microsoft.com/office/drawing/2014/main" id="{0D4CE772-1864-D556-C8D1-5D7FB38CF2A5}"/>
              </a:ext>
            </a:extLst>
          </p:cNvPr>
          <p:cNvGrpSpPr/>
          <p:nvPr/>
        </p:nvGrpSpPr>
        <p:grpSpPr>
          <a:xfrm>
            <a:off x="-137207" y="2182150"/>
            <a:ext cx="12509898" cy="1585404"/>
            <a:chOff x="-137207" y="2182150"/>
            <a:chExt cx="12509898" cy="1585404"/>
          </a:xfrm>
        </p:grpSpPr>
        <p:grpSp>
          <p:nvGrpSpPr>
            <p:cNvPr id="93" name="组合 92">
              <a:extLst>
                <a:ext uri="{FF2B5EF4-FFF2-40B4-BE49-F238E27FC236}">
                  <a16:creationId xmlns:a16="http://schemas.microsoft.com/office/drawing/2014/main" id="{98A6A3FE-EA5C-5EAC-02D0-0D0B92F4BDEA}"/>
                </a:ext>
              </a:extLst>
            </p:cNvPr>
            <p:cNvGrpSpPr/>
            <p:nvPr/>
          </p:nvGrpSpPr>
          <p:grpSpPr>
            <a:xfrm>
              <a:off x="6234112" y="2852851"/>
              <a:ext cx="1902075" cy="181608"/>
              <a:chOff x="3755009" y="2851416"/>
              <a:chExt cx="4381180" cy="181608"/>
            </a:xfrm>
          </p:grpSpPr>
          <p:cxnSp>
            <p:nvCxnSpPr>
              <p:cNvPr id="94" name="直接连接符 93">
                <a:extLst>
                  <a:ext uri="{FF2B5EF4-FFF2-40B4-BE49-F238E27FC236}">
                    <a16:creationId xmlns:a16="http://schemas.microsoft.com/office/drawing/2014/main" id="{E8B11326-889D-B4AF-7BBF-88F873547F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55009" y="2851416"/>
                <a:ext cx="4381180" cy="4756"/>
              </a:xfrm>
              <a:prstGeom prst="line">
                <a:avLst/>
              </a:prstGeom>
              <a:ln w="25400">
                <a:solidFill>
                  <a:srgbClr val="D74514"/>
                </a:solidFill>
                <a:headEnd type="non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直接连接符 94">
                <a:extLst>
                  <a:ext uri="{FF2B5EF4-FFF2-40B4-BE49-F238E27FC236}">
                    <a16:creationId xmlns:a16="http://schemas.microsoft.com/office/drawing/2014/main" id="{47AB7CB4-9956-33B6-B95B-3705B9B812C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66640" y="3030206"/>
                <a:ext cx="4346229" cy="2818"/>
              </a:xfrm>
              <a:prstGeom prst="line">
                <a:avLst/>
              </a:prstGeom>
              <a:ln w="25400">
                <a:solidFill>
                  <a:srgbClr val="D74514"/>
                </a:solidFill>
                <a:headEnd type="none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F4CC3F54-8250-CB1A-4754-98C5A4D5FA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36187" y="2236179"/>
              <a:ext cx="1239986" cy="1239986"/>
            </a:xfrm>
            <a:prstGeom prst="rect">
              <a:avLst/>
            </a:prstGeom>
          </p:spPr>
        </p:pic>
        <p:pic>
          <p:nvPicPr>
            <p:cNvPr id="42" name="图片 41">
              <a:extLst>
                <a:ext uri="{FF2B5EF4-FFF2-40B4-BE49-F238E27FC236}">
                  <a16:creationId xmlns:a16="http://schemas.microsoft.com/office/drawing/2014/main" id="{245B77CF-68FC-6866-A6CB-746B967E0B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32705" y="2236179"/>
              <a:ext cx="1239986" cy="1239986"/>
            </a:xfrm>
            <a:prstGeom prst="rect">
              <a:avLst/>
            </a:prstGeom>
          </p:spPr>
        </p:pic>
        <p:pic>
          <p:nvPicPr>
            <p:cNvPr id="43" name="图片 42">
              <a:extLst>
                <a:ext uri="{FF2B5EF4-FFF2-40B4-BE49-F238E27FC236}">
                  <a16:creationId xmlns:a16="http://schemas.microsoft.com/office/drawing/2014/main" id="{2C56C0A3-C044-5C20-B874-23EDCD10237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-137207" y="2358030"/>
              <a:ext cx="1239986" cy="1239986"/>
            </a:xfrm>
            <a:prstGeom prst="rect">
              <a:avLst/>
            </a:prstGeom>
          </p:spPr>
        </p:pic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A1DA0DD8-B103-961B-6249-6EA3AB4C4A9B}"/>
                </a:ext>
              </a:extLst>
            </p:cNvPr>
            <p:cNvSpPr txBox="1"/>
            <p:nvPr/>
          </p:nvSpPr>
          <p:spPr>
            <a:xfrm>
              <a:off x="4312174" y="2517618"/>
              <a:ext cx="1422715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zh-CN" altLang="en-US" sz="1600" dirty="0">
                  <a:solidFill>
                    <a:srgbClr val="D74514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❷</a:t>
              </a:r>
              <a:r>
                <a:rPr lang="zh-CN" altLang="en-US" sz="1600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加密请求</a:t>
              </a:r>
              <a:endParaRPr lang="zh-CN" altLang="en-US" sz="16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pic>
          <p:nvPicPr>
            <p:cNvPr id="50" name="图片 49" descr="防火墙">
              <a:extLst>
                <a:ext uri="{FF2B5EF4-FFF2-40B4-BE49-F238E27FC236}">
                  <a16:creationId xmlns:a16="http://schemas.microsoft.com/office/drawing/2014/main" id="{8F7A90FE-2C35-E484-A6A6-27D59CB5D3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518242" y="2182150"/>
              <a:ext cx="1202772" cy="1202772"/>
            </a:xfrm>
            <a:prstGeom prst="rect">
              <a:avLst/>
            </a:prstGeom>
          </p:spPr>
        </p:pic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2834BDB9-9476-FFFE-86DE-4CF31DDEDF45}"/>
                </a:ext>
              </a:extLst>
            </p:cNvPr>
            <p:cNvSpPr txBox="1"/>
            <p:nvPr/>
          </p:nvSpPr>
          <p:spPr>
            <a:xfrm>
              <a:off x="6628622" y="3046368"/>
              <a:ext cx="1374966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zh-CN" altLang="en-US" sz="1600" dirty="0">
                  <a:solidFill>
                    <a:srgbClr val="D74514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❺</a:t>
              </a:r>
              <a:r>
                <a:rPr lang="zh-CN" altLang="en-US" sz="1600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加密响应</a:t>
              </a:r>
              <a:endParaRPr lang="zh-CN" altLang="en-US" sz="16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97650C2C-95D8-3A03-CA0D-70E23E7C9206}"/>
                </a:ext>
              </a:extLst>
            </p:cNvPr>
            <p:cNvSpPr txBox="1"/>
            <p:nvPr/>
          </p:nvSpPr>
          <p:spPr>
            <a:xfrm>
              <a:off x="9569336" y="2489431"/>
              <a:ext cx="1464317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16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❸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实际请求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6FD33B2A-7E35-8198-5330-24DA28A65278}"/>
                </a:ext>
              </a:extLst>
            </p:cNvPr>
            <p:cNvSpPr txBox="1"/>
            <p:nvPr/>
          </p:nvSpPr>
          <p:spPr>
            <a:xfrm>
              <a:off x="5739252" y="3428739"/>
              <a:ext cx="852492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GFW</a:t>
              </a:r>
              <a:endParaRPr lang="zh-CN" altLang="en-US" sz="16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E1FD8101-00E9-7C80-F7B7-914829D0A17E}"/>
                </a:ext>
              </a:extLst>
            </p:cNvPr>
            <p:cNvSpPr txBox="1"/>
            <p:nvPr/>
          </p:nvSpPr>
          <p:spPr>
            <a:xfrm>
              <a:off x="8081010" y="3429000"/>
              <a:ext cx="1350340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SS Remote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6133CA6D-8375-5CA0-17F4-E621D1824E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968136" y="2231423"/>
              <a:ext cx="1239986" cy="1239986"/>
            </a:xfrm>
            <a:prstGeom prst="rect">
              <a:avLst/>
            </a:prstGeom>
          </p:spPr>
        </p:pic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52BAC45E-67ED-6887-F84C-1013644BC997}"/>
                </a:ext>
              </a:extLst>
            </p:cNvPr>
            <p:cNvGrpSpPr/>
            <p:nvPr/>
          </p:nvGrpSpPr>
          <p:grpSpPr>
            <a:xfrm>
              <a:off x="9342036" y="2848598"/>
              <a:ext cx="1929214" cy="181608"/>
              <a:chOff x="3766640" y="2851416"/>
              <a:chExt cx="4369547" cy="181608"/>
            </a:xfrm>
          </p:grpSpPr>
          <p:cxnSp>
            <p:nvCxnSpPr>
              <p:cNvPr id="83" name="直接连接符 82">
                <a:extLst>
                  <a:ext uri="{FF2B5EF4-FFF2-40B4-BE49-F238E27FC236}">
                    <a16:creationId xmlns:a16="http://schemas.microsoft.com/office/drawing/2014/main" id="{B6B926C9-9B63-D89E-FAEE-685C839338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67137" y="2851416"/>
                <a:ext cx="4369050" cy="4756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type="non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>
                <a:extLst>
                  <a:ext uri="{FF2B5EF4-FFF2-40B4-BE49-F238E27FC236}">
                    <a16:creationId xmlns:a16="http://schemas.microsoft.com/office/drawing/2014/main" id="{94DCDC4C-603A-0F09-6CD7-EF97401F8E9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66640" y="3030206"/>
                <a:ext cx="4346229" cy="2818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type="triangle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AB8C2B41-0995-72B3-0B3B-A59E178AB24D}"/>
                </a:ext>
              </a:extLst>
            </p:cNvPr>
            <p:cNvSpPr txBox="1"/>
            <p:nvPr/>
          </p:nvSpPr>
          <p:spPr>
            <a:xfrm>
              <a:off x="1321539" y="2509893"/>
              <a:ext cx="1464317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16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❶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实际请求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grpSp>
          <p:nvGrpSpPr>
            <p:cNvPr id="87" name="组合 86">
              <a:extLst>
                <a:ext uri="{FF2B5EF4-FFF2-40B4-BE49-F238E27FC236}">
                  <a16:creationId xmlns:a16="http://schemas.microsoft.com/office/drawing/2014/main" id="{E84C82F2-918D-74DB-544F-8995A852159B}"/>
                </a:ext>
              </a:extLst>
            </p:cNvPr>
            <p:cNvGrpSpPr/>
            <p:nvPr/>
          </p:nvGrpSpPr>
          <p:grpSpPr>
            <a:xfrm>
              <a:off x="1094239" y="2869060"/>
              <a:ext cx="1929214" cy="181608"/>
              <a:chOff x="3766640" y="2851416"/>
              <a:chExt cx="4369547" cy="181608"/>
            </a:xfrm>
          </p:grpSpPr>
          <p:cxnSp>
            <p:nvCxnSpPr>
              <p:cNvPr id="88" name="直接连接符 87">
                <a:extLst>
                  <a:ext uri="{FF2B5EF4-FFF2-40B4-BE49-F238E27FC236}">
                    <a16:creationId xmlns:a16="http://schemas.microsoft.com/office/drawing/2014/main" id="{AFCB21AE-FD70-CFC1-3B92-542B017006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67137" y="2851416"/>
                <a:ext cx="4369050" cy="4756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type="non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接连接符 88">
                <a:extLst>
                  <a:ext uri="{FF2B5EF4-FFF2-40B4-BE49-F238E27FC236}">
                    <a16:creationId xmlns:a16="http://schemas.microsoft.com/office/drawing/2014/main" id="{7CB9B169-55C7-9323-EBD8-757085F5283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66640" y="3030206"/>
                <a:ext cx="4346229" cy="2818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type="triangle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5519D333-6BE9-95D3-7FFF-5D1F9A0920EC}"/>
                </a:ext>
              </a:extLst>
            </p:cNvPr>
            <p:cNvSpPr txBox="1"/>
            <p:nvPr/>
          </p:nvSpPr>
          <p:spPr>
            <a:xfrm>
              <a:off x="2912959" y="3428739"/>
              <a:ext cx="1350340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SS Local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grpSp>
          <p:nvGrpSpPr>
            <p:cNvPr id="71" name="组合 70">
              <a:extLst>
                <a:ext uri="{FF2B5EF4-FFF2-40B4-BE49-F238E27FC236}">
                  <a16:creationId xmlns:a16="http://schemas.microsoft.com/office/drawing/2014/main" id="{8302F5C9-A02B-91B9-457B-85E321D630DA}"/>
                </a:ext>
              </a:extLst>
            </p:cNvPr>
            <p:cNvGrpSpPr/>
            <p:nvPr/>
          </p:nvGrpSpPr>
          <p:grpSpPr>
            <a:xfrm>
              <a:off x="4208122" y="2851416"/>
              <a:ext cx="1975863" cy="193279"/>
              <a:chOff x="3755007" y="2851416"/>
              <a:chExt cx="4620116" cy="193279"/>
            </a:xfrm>
          </p:grpSpPr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B27D3621-0FE1-92ED-056D-54E563F2D26A}"/>
                  </a:ext>
                </a:extLst>
              </p:cNvPr>
              <p:cNvCxnSpPr>
                <a:cxnSpLocks/>
                <a:stCxn id="57" idx="1"/>
              </p:cNvCxnSpPr>
              <p:nvPr/>
            </p:nvCxnSpPr>
            <p:spPr>
              <a:xfrm>
                <a:off x="3755007" y="2851416"/>
                <a:ext cx="4236207" cy="4755"/>
              </a:xfrm>
              <a:prstGeom prst="line">
                <a:avLst/>
              </a:prstGeom>
              <a:ln w="25400">
                <a:solidFill>
                  <a:srgbClr val="D74514"/>
                </a:solidFill>
                <a:headEnd type="none" w="lg" len="lg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1F67BE54-D87D-6FF8-592E-C2A9B0CDCC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66640" y="3033024"/>
                <a:ext cx="4608483" cy="11671"/>
              </a:xfrm>
              <a:prstGeom prst="line">
                <a:avLst/>
              </a:prstGeom>
              <a:ln w="25400">
                <a:solidFill>
                  <a:srgbClr val="D74514"/>
                </a:solidFill>
                <a:headEnd type="triangle" w="lg" len="lg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4" name="文本框 153">
              <a:extLst>
                <a:ext uri="{FF2B5EF4-FFF2-40B4-BE49-F238E27FC236}">
                  <a16:creationId xmlns:a16="http://schemas.microsoft.com/office/drawing/2014/main" id="{056DCF4C-7B39-4BB1-95A9-E580BF7816AD}"/>
                </a:ext>
              </a:extLst>
            </p:cNvPr>
            <p:cNvSpPr txBox="1"/>
            <p:nvPr/>
          </p:nvSpPr>
          <p:spPr>
            <a:xfrm>
              <a:off x="1321539" y="3034459"/>
              <a:ext cx="1464317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16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❻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实际响应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155" name="文本框 154">
              <a:extLst>
                <a:ext uri="{FF2B5EF4-FFF2-40B4-BE49-F238E27FC236}">
                  <a16:creationId xmlns:a16="http://schemas.microsoft.com/office/drawing/2014/main" id="{312C95FB-C8A2-261A-98D3-12C0BC3B41D8}"/>
                </a:ext>
              </a:extLst>
            </p:cNvPr>
            <p:cNvSpPr txBox="1"/>
            <p:nvPr/>
          </p:nvSpPr>
          <p:spPr>
            <a:xfrm>
              <a:off x="9569336" y="3027388"/>
              <a:ext cx="1464317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16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❹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实际响应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</p:grpSp>
      <p:grpSp>
        <p:nvGrpSpPr>
          <p:cNvPr id="162" name="组合 161">
            <a:extLst>
              <a:ext uri="{FF2B5EF4-FFF2-40B4-BE49-F238E27FC236}">
                <a16:creationId xmlns:a16="http://schemas.microsoft.com/office/drawing/2014/main" id="{5F7B3AB5-1BC6-4E94-4C7A-9B5E16295314}"/>
              </a:ext>
            </a:extLst>
          </p:cNvPr>
          <p:cNvGrpSpPr/>
          <p:nvPr/>
        </p:nvGrpSpPr>
        <p:grpSpPr>
          <a:xfrm>
            <a:off x="1448952" y="181854"/>
            <a:ext cx="9914089" cy="1682045"/>
            <a:chOff x="1448952" y="181854"/>
            <a:chExt cx="9914089" cy="1682045"/>
          </a:xfrm>
        </p:grpSpPr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59ED53C-2C7C-FFE2-0A60-89BFE3FA0C29}"/>
                </a:ext>
              </a:extLst>
            </p:cNvPr>
            <p:cNvCxnSpPr>
              <a:cxnSpLocks/>
            </p:cNvCxnSpPr>
            <p:nvPr/>
          </p:nvCxnSpPr>
          <p:spPr>
            <a:xfrm>
              <a:off x="5324475" y="1122866"/>
              <a:ext cx="1782799" cy="0"/>
            </a:xfrm>
            <a:prstGeom prst="line">
              <a:avLst/>
            </a:prstGeom>
            <a:ln w="25400">
              <a:solidFill>
                <a:srgbClr val="D74514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0D8E2DB3-16FE-F084-834C-C5293662F60F}"/>
                </a:ext>
              </a:extLst>
            </p:cNvPr>
            <p:cNvCxnSpPr>
              <a:cxnSpLocks/>
            </p:cNvCxnSpPr>
            <p:nvPr/>
          </p:nvCxnSpPr>
          <p:spPr>
            <a:xfrm>
              <a:off x="5065464" y="946197"/>
              <a:ext cx="2061073" cy="0"/>
            </a:xfrm>
            <a:prstGeom prst="line">
              <a:avLst/>
            </a:prstGeom>
            <a:ln w="25400">
              <a:solidFill>
                <a:srgbClr val="D74514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A9D36C82-7826-1CA7-61BC-B30B69F70E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26537" y="332524"/>
              <a:ext cx="1239986" cy="1239986"/>
            </a:xfrm>
            <a:prstGeom prst="rect">
              <a:avLst/>
            </a:prstGeom>
          </p:spPr>
        </p:pic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B4EBE7C1-2A5B-44E1-BCCA-16CB46C6ED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23055" y="332524"/>
              <a:ext cx="1239986" cy="1239986"/>
            </a:xfrm>
            <a:prstGeom prst="rect">
              <a:avLst/>
            </a:prstGeom>
          </p:spPr>
        </p:pic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0F8E324E-F2C1-DF71-53D1-14816F7CE25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448952" y="327768"/>
              <a:ext cx="1239986" cy="1239986"/>
            </a:xfrm>
            <a:prstGeom prst="rect">
              <a:avLst/>
            </a:prstGeom>
          </p:spPr>
        </p:pic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361779C0-4728-6802-E7D8-A864241647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31080" y="609890"/>
              <a:ext cx="2295457" cy="5272"/>
            </a:xfrm>
            <a:prstGeom prst="line">
              <a:avLst/>
            </a:prstGeom>
            <a:ln w="25400">
              <a:solidFill>
                <a:srgbClr val="D74514"/>
              </a:solidFill>
              <a:prstDash val="sysDash"/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24BC7EE7-D528-F1B4-A017-9122E6B6E682}"/>
                </a:ext>
              </a:extLst>
            </p:cNvPr>
            <p:cNvSpPr txBox="1"/>
            <p:nvPr/>
          </p:nvSpPr>
          <p:spPr>
            <a:xfrm>
              <a:off x="2796475" y="642537"/>
              <a:ext cx="1973235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zh-CN" altLang="en-US" sz="1600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❶ 代理请求</a:t>
              </a:r>
              <a:endParaRPr lang="zh-CN" altLang="en-US" sz="16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pic>
          <p:nvPicPr>
            <p:cNvPr id="5" name="图片 4" descr="防火墙">
              <a:extLst>
                <a:ext uri="{FF2B5EF4-FFF2-40B4-BE49-F238E27FC236}">
                  <a16:creationId xmlns:a16="http://schemas.microsoft.com/office/drawing/2014/main" id="{9ABE616A-0A5B-51CB-6375-FFB6500ED5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4500419" y="181854"/>
              <a:ext cx="1202772" cy="1202772"/>
            </a:xfrm>
            <a:prstGeom prst="rect">
              <a:avLst/>
            </a:prstGeom>
          </p:spPr>
        </p:pic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B1A6AA9B-0129-60E1-7A67-8ED5DF30C8E0}"/>
                </a:ext>
              </a:extLst>
            </p:cNvPr>
            <p:cNvSpPr txBox="1"/>
            <p:nvPr/>
          </p:nvSpPr>
          <p:spPr>
            <a:xfrm>
              <a:off x="2808043" y="299327"/>
              <a:ext cx="2080432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zh-CN" altLang="en-US" sz="1600" dirty="0">
                  <a:solidFill>
                    <a:srgbClr val="D74514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Courier New" panose="02070309020205020404" pitchFamily="49" charset="0"/>
                </a:rPr>
                <a:t>① </a:t>
              </a:r>
              <a:r>
                <a:rPr lang="zh-CN" altLang="en-US" sz="1600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开启 </a:t>
              </a:r>
              <a:r>
                <a:rPr lang="en-US" altLang="zh-CN" sz="1600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SSH Tunnel</a:t>
              </a:r>
              <a:endParaRPr lang="zh-CN" altLang="en-US" sz="1600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284D4F2F-A918-8926-038A-3517067E1028}"/>
                </a:ext>
              </a:extLst>
            </p:cNvPr>
            <p:cNvSpPr txBox="1"/>
            <p:nvPr/>
          </p:nvSpPr>
          <p:spPr>
            <a:xfrm>
              <a:off x="5582094" y="1121074"/>
              <a:ext cx="1354286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zh-CN" altLang="en-US" sz="1600" dirty="0">
                  <a:solidFill>
                    <a:srgbClr val="D74514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❹</a:t>
              </a:r>
              <a:r>
                <a:rPr lang="zh-CN" altLang="en-US" sz="1600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代理响应</a:t>
              </a:r>
              <a:endParaRPr lang="zh-CN" altLang="en-US" sz="16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55FDCD1F-B4C2-910B-7E5A-BCFECD934647}"/>
                </a:ext>
              </a:extLst>
            </p:cNvPr>
            <p:cNvSpPr txBox="1"/>
            <p:nvPr/>
          </p:nvSpPr>
          <p:spPr>
            <a:xfrm>
              <a:off x="4729602" y="1520573"/>
              <a:ext cx="852492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GFW</a:t>
              </a:r>
              <a:endParaRPr lang="zh-CN" altLang="en-US" sz="1600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216BBA28-F1DB-774F-1D5E-F227BE9F5A35}"/>
                </a:ext>
              </a:extLst>
            </p:cNvPr>
            <p:cNvSpPr txBox="1"/>
            <p:nvPr/>
          </p:nvSpPr>
          <p:spPr>
            <a:xfrm>
              <a:off x="7071360" y="1525345"/>
              <a:ext cx="1350340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SSH 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服务器</a:t>
              </a: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0671B6C6-64E2-B645-1A7C-FC0E3AA050C9}"/>
                </a:ext>
              </a:extLst>
            </p:cNvPr>
            <p:cNvCxnSpPr>
              <a:cxnSpLocks/>
              <a:stCxn id="4" idx="1"/>
            </p:cNvCxnSpPr>
            <p:nvPr/>
          </p:nvCxnSpPr>
          <p:spPr>
            <a:xfrm>
              <a:off x="2688938" y="947761"/>
              <a:ext cx="2376526" cy="0"/>
            </a:xfrm>
            <a:prstGeom prst="line">
              <a:avLst/>
            </a:prstGeom>
            <a:ln w="25400">
              <a:solidFill>
                <a:srgbClr val="D74514"/>
              </a:solidFill>
              <a:headEnd type="none" w="lg" len="lg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80F43CCD-4A25-6823-075D-26D8BB0CF0C9}"/>
                </a:ext>
              </a:extLst>
            </p:cNvPr>
            <p:cNvCxnSpPr>
              <a:cxnSpLocks/>
            </p:cNvCxnSpPr>
            <p:nvPr/>
          </p:nvCxnSpPr>
          <p:spPr>
            <a:xfrm>
              <a:off x="2688938" y="1122866"/>
              <a:ext cx="2528492" cy="0"/>
            </a:xfrm>
            <a:prstGeom prst="line">
              <a:avLst/>
            </a:prstGeom>
            <a:ln w="25400">
              <a:solidFill>
                <a:srgbClr val="D74514"/>
              </a:solidFill>
              <a:headEnd type="triangle" w="lg" len="lg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60D9AB33-A7E2-E086-D568-1D9ADB95C279}"/>
                </a:ext>
              </a:extLst>
            </p:cNvPr>
            <p:cNvCxnSpPr>
              <a:cxnSpLocks/>
            </p:cNvCxnSpPr>
            <p:nvPr/>
          </p:nvCxnSpPr>
          <p:spPr>
            <a:xfrm>
              <a:off x="2688938" y="608670"/>
              <a:ext cx="2142142" cy="1164"/>
            </a:xfrm>
            <a:prstGeom prst="line">
              <a:avLst/>
            </a:prstGeom>
            <a:ln w="25400">
              <a:solidFill>
                <a:srgbClr val="D74514"/>
              </a:solidFill>
              <a:prstDash val="sysDash"/>
              <a:headEnd type="none" w="lg" len="lg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文本框 155">
              <a:extLst>
                <a:ext uri="{FF2B5EF4-FFF2-40B4-BE49-F238E27FC236}">
                  <a16:creationId xmlns:a16="http://schemas.microsoft.com/office/drawing/2014/main" id="{C9FA8C2D-6B9B-E80D-B96F-9D9A08860152}"/>
                </a:ext>
              </a:extLst>
            </p:cNvPr>
            <p:cNvSpPr txBox="1"/>
            <p:nvPr/>
          </p:nvSpPr>
          <p:spPr>
            <a:xfrm>
              <a:off x="8603561" y="623919"/>
              <a:ext cx="1464317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16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❷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实际请求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grpSp>
          <p:nvGrpSpPr>
            <p:cNvPr id="157" name="组合 156">
              <a:extLst>
                <a:ext uri="{FF2B5EF4-FFF2-40B4-BE49-F238E27FC236}">
                  <a16:creationId xmlns:a16="http://schemas.microsoft.com/office/drawing/2014/main" id="{D5D6A087-48BA-0D55-6166-AE545089B341}"/>
                </a:ext>
              </a:extLst>
            </p:cNvPr>
            <p:cNvGrpSpPr/>
            <p:nvPr/>
          </p:nvGrpSpPr>
          <p:grpSpPr>
            <a:xfrm>
              <a:off x="8376261" y="983086"/>
              <a:ext cx="1929214" cy="181608"/>
              <a:chOff x="3766640" y="2851416"/>
              <a:chExt cx="4369547" cy="181608"/>
            </a:xfrm>
          </p:grpSpPr>
          <p:cxnSp>
            <p:nvCxnSpPr>
              <p:cNvPr id="158" name="直接连接符 157">
                <a:extLst>
                  <a:ext uri="{FF2B5EF4-FFF2-40B4-BE49-F238E27FC236}">
                    <a16:creationId xmlns:a16="http://schemas.microsoft.com/office/drawing/2014/main" id="{1A8904BA-81DA-E6FF-9E1D-76B60C6073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67137" y="2851416"/>
                <a:ext cx="4369050" cy="4756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type="non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直接连接符 158">
                <a:extLst>
                  <a:ext uri="{FF2B5EF4-FFF2-40B4-BE49-F238E27FC236}">
                    <a16:creationId xmlns:a16="http://schemas.microsoft.com/office/drawing/2014/main" id="{2A12E7DB-9778-AB62-4BA2-1E5EA52C775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66640" y="3030206"/>
                <a:ext cx="4346229" cy="2818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type="triangle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0" name="文本框 159">
              <a:extLst>
                <a:ext uri="{FF2B5EF4-FFF2-40B4-BE49-F238E27FC236}">
                  <a16:creationId xmlns:a16="http://schemas.microsoft.com/office/drawing/2014/main" id="{4ABEB750-01C1-51C8-DFB7-7A81BDE2F70C}"/>
                </a:ext>
              </a:extLst>
            </p:cNvPr>
            <p:cNvSpPr txBox="1"/>
            <p:nvPr/>
          </p:nvSpPr>
          <p:spPr>
            <a:xfrm>
              <a:off x="8603561" y="1161876"/>
              <a:ext cx="1464317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16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❸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实际响应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164989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AFA4539-D6A1-4E88-D649-7247C32625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58742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组合 69">
            <a:extLst>
              <a:ext uri="{FF2B5EF4-FFF2-40B4-BE49-F238E27FC236}">
                <a16:creationId xmlns:a16="http://schemas.microsoft.com/office/drawing/2014/main" id="{B51F1CF9-A437-423B-6A0C-B040E19BA9BC}"/>
              </a:ext>
            </a:extLst>
          </p:cNvPr>
          <p:cNvGrpSpPr/>
          <p:nvPr/>
        </p:nvGrpSpPr>
        <p:grpSpPr>
          <a:xfrm>
            <a:off x="493880" y="352452"/>
            <a:ext cx="8471050" cy="4411315"/>
            <a:chOff x="493880" y="352452"/>
            <a:chExt cx="8471050" cy="4411315"/>
          </a:xfrm>
        </p:grpSpPr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86E868E2-4E52-B560-B383-C0F5ECF29A8A}"/>
                </a:ext>
              </a:extLst>
            </p:cNvPr>
            <p:cNvSpPr/>
            <p:nvPr/>
          </p:nvSpPr>
          <p:spPr>
            <a:xfrm>
              <a:off x="496777" y="3974517"/>
              <a:ext cx="1356359" cy="789250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796D397C-D1A2-3D8C-9E8D-C822B39C9D89}"/>
                </a:ext>
              </a:extLst>
            </p:cNvPr>
            <p:cNvSpPr/>
            <p:nvPr/>
          </p:nvSpPr>
          <p:spPr>
            <a:xfrm>
              <a:off x="493880" y="352452"/>
              <a:ext cx="1356359" cy="3622066"/>
            </a:xfrm>
            <a:prstGeom prst="rect">
              <a:avLst/>
            </a:prstGeom>
            <a:solidFill>
              <a:srgbClr val="D745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8E8D67D5-877B-99E3-BE4D-2DB2EE5A6D71}"/>
                </a:ext>
              </a:extLst>
            </p:cNvPr>
            <p:cNvSpPr txBox="1"/>
            <p:nvPr/>
          </p:nvSpPr>
          <p:spPr>
            <a:xfrm>
              <a:off x="636905" y="544195"/>
              <a:ext cx="111639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zh-CN" altLang="en-US" b="1" dirty="0">
                  <a:solidFill>
                    <a:srgbClr val="FDEFE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持卡人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BC51720E-6326-3560-379C-C4D0065559E3}"/>
                </a:ext>
              </a:extLst>
            </p:cNvPr>
            <p:cNvSpPr txBox="1"/>
            <p:nvPr/>
          </p:nvSpPr>
          <p:spPr>
            <a:xfrm>
              <a:off x="636905" y="1453833"/>
              <a:ext cx="111639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zh-CN" altLang="en-US" b="1" dirty="0">
                  <a:solidFill>
                    <a:srgbClr val="FDEFE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商户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4F060D6-8A56-E5EE-D4D1-E23F50216818}"/>
                </a:ext>
              </a:extLst>
            </p:cNvPr>
            <p:cNvSpPr txBox="1"/>
            <p:nvPr/>
          </p:nvSpPr>
          <p:spPr>
            <a:xfrm>
              <a:off x="636905" y="2363471"/>
              <a:ext cx="111639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zh-CN" altLang="en-US" b="1" dirty="0">
                  <a:solidFill>
                    <a:srgbClr val="FDEFE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发卡机构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5DAF683-9E39-C830-0211-449CCCE73441}"/>
                </a:ext>
              </a:extLst>
            </p:cNvPr>
            <p:cNvSpPr txBox="1"/>
            <p:nvPr/>
          </p:nvSpPr>
          <p:spPr>
            <a:xfrm>
              <a:off x="636905" y="3273109"/>
              <a:ext cx="111639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zh-CN" altLang="en-US" b="1" dirty="0">
                  <a:solidFill>
                    <a:srgbClr val="FDEFE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收单机构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F9978FED-85A8-CA20-EF45-2CD1797777BE}"/>
                </a:ext>
              </a:extLst>
            </p:cNvPr>
            <p:cNvSpPr txBox="1"/>
            <p:nvPr/>
          </p:nvSpPr>
          <p:spPr>
            <a:xfrm>
              <a:off x="636905" y="4230735"/>
              <a:ext cx="111639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zh-CN" altLang="en-US" b="1" dirty="0">
                  <a:solidFill>
                    <a:srgbClr val="FDEFE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卡组织</a:t>
              </a:r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DD521BE7-6F70-B542-F504-8E69BFEEA2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07569" y="1395352"/>
              <a:ext cx="474496" cy="475438"/>
            </a:xfrm>
            <a:prstGeom prst="rect">
              <a:avLst/>
            </a:prstGeom>
          </p:spPr>
        </p:pic>
        <p:pic>
          <p:nvPicPr>
            <p:cNvPr id="24" name="图形 23">
              <a:extLst>
                <a:ext uri="{FF2B5EF4-FFF2-40B4-BE49-F238E27FC236}">
                  <a16:creationId xmlns:a16="http://schemas.microsoft.com/office/drawing/2014/main" id="{030DB922-603B-9467-F305-C73402DC6D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889075" y="1390788"/>
              <a:ext cx="1563539" cy="471016"/>
            </a:xfrm>
            <a:prstGeom prst="rect">
              <a:avLst/>
            </a:prstGeom>
          </p:spPr>
        </p:pic>
        <p:pic>
          <p:nvPicPr>
            <p:cNvPr id="25" name="图形 24">
              <a:extLst>
                <a:ext uri="{FF2B5EF4-FFF2-40B4-BE49-F238E27FC236}">
                  <a16:creationId xmlns:a16="http://schemas.microsoft.com/office/drawing/2014/main" id="{0E284595-7C40-9463-4DDF-F2B18E72D8D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388635" y="1395352"/>
              <a:ext cx="259432" cy="471016"/>
            </a:xfrm>
            <a:prstGeom prst="rect">
              <a:avLst/>
            </a:prstGeom>
          </p:spPr>
        </p:pic>
        <p:pic>
          <p:nvPicPr>
            <p:cNvPr id="26" name="图形 25">
              <a:extLst>
                <a:ext uri="{FF2B5EF4-FFF2-40B4-BE49-F238E27FC236}">
                  <a16:creationId xmlns:a16="http://schemas.microsoft.com/office/drawing/2014/main" id="{FA9B34AB-D923-201C-3F9D-05AB60F2EE0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93622" y="1390788"/>
              <a:ext cx="1356360" cy="471016"/>
            </a:xfrm>
            <a:prstGeom prst="rect">
              <a:avLst/>
            </a:prstGeom>
          </p:spPr>
        </p:pic>
        <p:pic>
          <p:nvPicPr>
            <p:cNvPr id="27" name="图形 26">
              <a:extLst>
                <a:ext uri="{FF2B5EF4-FFF2-40B4-BE49-F238E27FC236}">
                  <a16:creationId xmlns:a16="http://schemas.microsoft.com/office/drawing/2014/main" id="{4BCA384E-3CEA-8A6E-BFD8-ACDE50D01D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724701" y="1395352"/>
              <a:ext cx="422926" cy="475437"/>
            </a:xfrm>
            <a:prstGeom prst="rect">
              <a:avLst/>
            </a:prstGeom>
          </p:spPr>
        </p:pic>
        <p:pic>
          <p:nvPicPr>
            <p:cNvPr id="28" name="图形 27">
              <a:extLst>
                <a:ext uri="{FF2B5EF4-FFF2-40B4-BE49-F238E27FC236}">
                  <a16:creationId xmlns:a16="http://schemas.microsoft.com/office/drawing/2014/main" id="{C03DBF1E-1B2C-1F29-0DCA-8C291BC7EB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255985" y="2324100"/>
              <a:ext cx="870438" cy="471017"/>
            </a:xfrm>
            <a:prstGeom prst="rect">
              <a:avLst/>
            </a:prstGeom>
          </p:spPr>
        </p:pic>
        <p:pic>
          <p:nvPicPr>
            <p:cNvPr id="29" name="图形 28">
              <a:extLst>
                <a:ext uri="{FF2B5EF4-FFF2-40B4-BE49-F238E27FC236}">
                  <a16:creationId xmlns:a16="http://schemas.microsoft.com/office/drawing/2014/main" id="{F6B5C394-5C8C-0035-48BC-637BA355D1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417768" y="2324100"/>
              <a:ext cx="475438" cy="475438"/>
            </a:xfrm>
            <a:prstGeom prst="rect">
              <a:avLst/>
            </a:prstGeom>
          </p:spPr>
        </p:pic>
        <p:pic>
          <p:nvPicPr>
            <p:cNvPr id="30" name="图形 29">
              <a:extLst>
                <a:ext uri="{FF2B5EF4-FFF2-40B4-BE49-F238E27FC236}">
                  <a16:creationId xmlns:a16="http://schemas.microsoft.com/office/drawing/2014/main" id="{DD3BB4C8-0EE1-5807-1963-11FFB0C313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332622" y="2324100"/>
              <a:ext cx="723125" cy="470030"/>
            </a:xfrm>
            <a:prstGeom prst="rect">
              <a:avLst/>
            </a:prstGeom>
          </p:spPr>
        </p:pic>
        <p:pic>
          <p:nvPicPr>
            <p:cNvPr id="31" name="图形 30">
              <a:extLst>
                <a:ext uri="{FF2B5EF4-FFF2-40B4-BE49-F238E27FC236}">
                  <a16:creationId xmlns:a16="http://schemas.microsoft.com/office/drawing/2014/main" id="{9351F42D-E3BF-C0E8-B9AB-DBE9A98253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5261946" y="2324100"/>
              <a:ext cx="949623" cy="475438"/>
            </a:xfrm>
            <a:prstGeom prst="rect">
              <a:avLst/>
            </a:prstGeom>
          </p:spPr>
        </p:pic>
        <p:pic>
          <p:nvPicPr>
            <p:cNvPr id="32" name="图形 31">
              <a:extLst>
                <a:ext uri="{FF2B5EF4-FFF2-40B4-BE49-F238E27FC236}">
                  <a16:creationId xmlns:a16="http://schemas.microsoft.com/office/drawing/2014/main" id="{1ACE0D30-A803-5C10-561D-87115F7408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2003969" y="2324101"/>
              <a:ext cx="1045817" cy="475438"/>
            </a:xfrm>
            <a:prstGeom prst="rect">
              <a:avLst/>
            </a:prstGeom>
          </p:spPr>
        </p:pic>
        <p:pic>
          <p:nvPicPr>
            <p:cNvPr id="33" name="图形 32">
              <a:extLst>
                <a:ext uri="{FF2B5EF4-FFF2-40B4-BE49-F238E27FC236}">
                  <a16:creationId xmlns:a16="http://schemas.microsoft.com/office/drawing/2014/main" id="{0487FFB2-2427-3EDE-2B49-31C958BC5D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6023871" y="3255969"/>
              <a:ext cx="1467859" cy="475438"/>
            </a:xfrm>
            <a:prstGeom prst="rect">
              <a:avLst/>
            </a:prstGeom>
          </p:spPr>
        </p:pic>
        <p:pic>
          <p:nvPicPr>
            <p:cNvPr id="34" name="图形 33">
              <a:extLst>
                <a:ext uri="{FF2B5EF4-FFF2-40B4-BE49-F238E27FC236}">
                  <a16:creationId xmlns:a16="http://schemas.microsoft.com/office/drawing/2014/main" id="{B837114E-781B-C2D2-250C-8144A25EF0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4328981" y="3251192"/>
              <a:ext cx="949623" cy="477237"/>
            </a:xfrm>
            <a:prstGeom prst="rect">
              <a:avLst/>
            </a:prstGeom>
          </p:spPr>
        </p:pic>
        <p:pic>
          <p:nvPicPr>
            <p:cNvPr id="35" name="图形 34">
              <a:extLst>
                <a:ext uri="{FF2B5EF4-FFF2-40B4-BE49-F238E27FC236}">
                  <a16:creationId xmlns:a16="http://schemas.microsoft.com/office/drawing/2014/main" id="{CF8D7D00-4623-6DA2-0DD7-94612F82B1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5481162" y="3251192"/>
              <a:ext cx="344970" cy="477238"/>
            </a:xfrm>
            <a:prstGeom prst="rect">
              <a:avLst/>
            </a:prstGeom>
          </p:spPr>
        </p:pic>
        <p:pic>
          <p:nvPicPr>
            <p:cNvPr id="36" name="图形 35">
              <a:extLst>
                <a:ext uri="{FF2B5EF4-FFF2-40B4-BE49-F238E27FC236}">
                  <a16:creationId xmlns:a16="http://schemas.microsoft.com/office/drawing/2014/main" id="{D36E364E-6A5F-4480-2ACF-DD18672533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7693100" y="3252991"/>
              <a:ext cx="1137881" cy="475438"/>
            </a:xfrm>
            <a:prstGeom prst="rect">
              <a:avLst/>
            </a:prstGeom>
          </p:spPr>
        </p:pic>
        <p:pic>
          <p:nvPicPr>
            <p:cNvPr id="41" name="图形 40">
              <a:extLst>
                <a:ext uri="{FF2B5EF4-FFF2-40B4-BE49-F238E27FC236}">
                  <a16:creationId xmlns:a16="http://schemas.microsoft.com/office/drawing/2014/main" id="{B5AC1621-8E04-C47E-70AB-AC96B66012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255985" y="3257412"/>
              <a:ext cx="870438" cy="471017"/>
            </a:xfrm>
            <a:prstGeom prst="rect">
              <a:avLst/>
            </a:prstGeom>
          </p:spPr>
        </p:pic>
        <p:pic>
          <p:nvPicPr>
            <p:cNvPr id="42" name="图形 41">
              <a:extLst>
                <a:ext uri="{FF2B5EF4-FFF2-40B4-BE49-F238E27FC236}">
                  <a16:creationId xmlns:a16="http://schemas.microsoft.com/office/drawing/2014/main" id="{2109279B-3AFE-5678-F665-FD0A4DE169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2003969" y="3257413"/>
              <a:ext cx="1045817" cy="475438"/>
            </a:xfrm>
            <a:prstGeom prst="rect">
              <a:avLst/>
            </a:prstGeom>
          </p:spPr>
        </p:pic>
        <p:pic>
          <p:nvPicPr>
            <p:cNvPr id="43" name="图形 42">
              <a:extLst>
                <a:ext uri="{FF2B5EF4-FFF2-40B4-BE49-F238E27FC236}">
                  <a16:creationId xmlns:a16="http://schemas.microsoft.com/office/drawing/2014/main" id="{D09E5663-17DC-F405-D60F-BF1385A315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5562431" y="4200775"/>
              <a:ext cx="469726" cy="470031"/>
            </a:xfrm>
            <a:prstGeom prst="rect">
              <a:avLst/>
            </a:prstGeom>
          </p:spPr>
        </p:pic>
        <p:pic>
          <p:nvPicPr>
            <p:cNvPr id="44" name="图形 43">
              <a:extLst>
                <a:ext uri="{FF2B5EF4-FFF2-40B4-BE49-F238E27FC236}">
                  <a16:creationId xmlns:a16="http://schemas.microsoft.com/office/drawing/2014/main" id="{F6798EF0-9786-8D81-0031-86478E558D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6234525" y="4190452"/>
              <a:ext cx="478266" cy="477038"/>
            </a:xfrm>
            <a:prstGeom prst="rect">
              <a:avLst/>
            </a:prstGeom>
          </p:spPr>
        </p:pic>
        <p:pic>
          <p:nvPicPr>
            <p:cNvPr id="45" name="图形 44">
              <a:extLst>
                <a:ext uri="{FF2B5EF4-FFF2-40B4-BE49-F238E27FC236}">
                  <a16:creationId xmlns:a16="http://schemas.microsoft.com/office/drawing/2014/main" id="{C3F62DFF-6F83-7790-BC2E-66AF31381E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6915159" y="4187758"/>
              <a:ext cx="616859" cy="477038"/>
            </a:xfrm>
            <a:prstGeom prst="rect">
              <a:avLst/>
            </a:prstGeom>
          </p:spPr>
        </p:pic>
        <p:pic>
          <p:nvPicPr>
            <p:cNvPr id="46" name="图形 45">
              <a:extLst>
                <a:ext uri="{FF2B5EF4-FFF2-40B4-BE49-F238E27FC236}">
                  <a16:creationId xmlns:a16="http://schemas.microsoft.com/office/drawing/2014/main" id="{E8F70EFE-9936-F146-32E6-A53492D6F2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3648067" y="4196473"/>
              <a:ext cx="762162" cy="471017"/>
            </a:xfrm>
            <a:prstGeom prst="rect">
              <a:avLst/>
            </a:prstGeom>
          </p:spPr>
        </p:pic>
        <p:pic>
          <p:nvPicPr>
            <p:cNvPr id="47" name="图形 46">
              <a:extLst>
                <a:ext uri="{FF2B5EF4-FFF2-40B4-BE49-F238E27FC236}">
                  <a16:creationId xmlns:a16="http://schemas.microsoft.com/office/drawing/2014/main" id="{7011F594-1201-23BF-3747-C69DCAF437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4608013" y="4197459"/>
              <a:ext cx="752050" cy="470031"/>
            </a:xfrm>
            <a:prstGeom prst="rect">
              <a:avLst/>
            </a:prstGeom>
          </p:spPr>
        </p:pic>
        <p:pic>
          <p:nvPicPr>
            <p:cNvPr id="48" name="图形 47">
              <a:extLst>
                <a:ext uri="{FF2B5EF4-FFF2-40B4-BE49-F238E27FC236}">
                  <a16:creationId xmlns:a16="http://schemas.microsoft.com/office/drawing/2014/main" id="{14A9D382-9A46-C5A3-6D8F-71AB4345C2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1999118" y="4193780"/>
              <a:ext cx="1451165" cy="471016"/>
            </a:xfrm>
            <a:prstGeom prst="rect">
              <a:avLst/>
            </a:prstGeom>
          </p:spPr>
        </p:pic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86CE3E45-2CDF-5151-0228-14328B6405DB}"/>
                </a:ext>
              </a:extLst>
            </p:cNvPr>
            <p:cNvCxnSpPr>
              <a:cxnSpLocks/>
            </p:cNvCxnSpPr>
            <p:nvPr/>
          </p:nvCxnSpPr>
          <p:spPr>
            <a:xfrm>
              <a:off x="1850239" y="3974517"/>
              <a:ext cx="7114691" cy="0"/>
            </a:xfrm>
            <a:prstGeom prst="straightConnector1">
              <a:avLst/>
            </a:prstGeom>
            <a:ln w="25400">
              <a:solidFill>
                <a:srgbClr val="5D1709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09531219-3081-CECB-B7EB-EA8F7FCDD766}"/>
                </a:ext>
              </a:extLst>
            </p:cNvPr>
            <p:cNvCxnSpPr>
              <a:cxnSpLocks/>
            </p:cNvCxnSpPr>
            <p:nvPr/>
          </p:nvCxnSpPr>
          <p:spPr>
            <a:xfrm>
              <a:off x="493880" y="3974517"/>
              <a:ext cx="1356359" cy="0"/>
            </a:xfrm>
            <a:prstGeom prst="straightConnector1">
              <a:avLst/>
            </a:prstGeom>
            <a:ln w="25400">
              <a:solidFill>
                <a:srgbClr val="FDEFE8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9" name="图片 68">
              <a:extLst>
                <a:ext uri="{FF2B5EF4-FFF2-40B4-BE49-F238E27FC236}">
                  <a16:creationId xmlns:a16="http://schemas.microsoft.com/office/drawing/2014/main" id="{4DB72D80-6180-28A4-D0B5-E759CD0F98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93264" y="406949"/>
              <a:ext cx="643824" cy="6438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2046970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>
            <a:extLst>
              <a:ext uri="{FF2B5EF4-FFF2-40B4-BE49-F238E27FC236}">
                <a16:creationId xmlns:a16="http://schemas.microsoft.com/office/drawing/2014/main" id="{DB009846-A2E6-8935-0535-80C2566484C4}"/>
              </a:ext>
            </a:extLst>
          </p:cNvPr>
          <p:cNvGrpSpPr/>
          <p:nvPr/>
        </p:nvGrpSpPr>
        <p:grpSpPr>
          <a:xfrm>
            <a:off x="516826" y="512961"/>
            <a:ext cx="4898296" cy="2553455"/>
            <a:chOff x="516826" y="512961"/>
            <a:chExt cx="4898296" cy="2553455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58DF2E02-0660-7756-D7ED-5551E2871242}"/>
                </a:ext>
              </a:extLst>
            </p:cNvPr>
            <p:cNvGrpSpPr/>
            <p:nvPr/>
          </p:nvGrpSpPr>
          <p:grpSpPr>
            <a:xfrm>
              <a:off x="3667490" y="2205104"/>
              <a:ext cx="1747632" cy="861312"/>
              <a:chOff x="6028441" y="3597634"/>
              <a:chExt cx="1747632" cy="861312"/>
            </a:xfrm>
          </p:grpSpPr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B4CBFDAA-43DC-D7BC-C73F-6A42BCF65965}"/>
                  </a:ext>
                </a:extLst>
              </p:cNvPr>
              <p:cNvSpPr/>
              <p:nvPr/>
            </p:nvSpPr>
            <p:spPr>
              <a:xfrm>
                <a:off x="6028441" y="3597634"/>
                <a:ext cx="1747632" cy="861312"/>
              </a:xfrm>
              <a:prstGeom prst="rect">
                <a:avLst/>
              </a:prstGeom>
              <a:solidFill>
                <a:srgbClr val="FDEFE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5" name="图形 4">
                <a:extLst>
                  <a:ext uri="{FF2B5EF4-FFF2-40B4-BE49-F238E27FC236}">
                    <a16:creationId xmlns:a16="http://schemas.microsoft.com/office/drawing/2014/main" id="{3136E41A-08F0-6EAE-BD52-2B13F6B780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311956" y="3790572"/>
                <a:ext cx="422926" cy="475437"/>
              </a:xfrm>
              <a:prstGeom prst="rect">
                <a:avLst/>
              </a:prstGeom>
            </p:spPr>
          </p:pic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769E56D-0D1C-E1C8-66FD-7CEE85CC1074}"/>
                  </a:ext>
                </a:extLst>
              </p:cNvPr>
              <p:cNvSpPr txBox="1"/>
              <p:nvPr/>
            </p:nvSpPr>
            <p:spPr>
              <a:xfrm>
                <a:off x="6841081" y="3843623"/>
                <a:ext cx="643160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zh-CN" altLang="en-US" b="1" dirty="0">
                    <a:solidFill>
                      <a:srgbClr val="5D170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商户</a:t>
                </a:r>
              </a:p>
            </p:txBody>
          </p:sp>
        </p:grpSp>
        <p:pic>
          <p:nvPicPr>
            <p:cNvPr id="7" name="图形 6">
              <a:extLst>
                <a:ext uri="{FF2B5EF4-FFF2-40B4-BE49-F238E27FC236}">
                  <a16:creationId xmlns:a16="http://schemas.microsoft.com/office/drawing/2014/main" id="{F132C836-5205-9687-5568-D6A8C68FD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328386" y="519968"/>
              <a:ext cx="469726" cy="470031"/>
            </a:xfrm>
            <a:prstGeom prst="rect">
              <a:avLst/>
            </a:prstGeom>
          </p:spPr>
        </p:pic>
        <p:pic>
          <p:nvPicPr>
            <p:cNvPr id="8" name="图形 7">
              <a:extLst>
                <a:ext uri="{FF2B5EF4-FFF2-40B4-BE49-F238E27FC236}">
                  <a16:creationId xmlns:a16="http://schemas.microsoft.com/office/drawing/2014/main" id="{135D6053-41F6-474E-9971-5A56429A4A4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965974" y="512961"/>
              <a:ext cx="478266" cy="477038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C89881E5-2255-4139-9E56-829CBCD47FD4}"/>
                </a:ext>
              </a:extLst>
            </p:cNvPr>
            <p:cNvSpPr txBox="1"/>
            <p:nvPr/>
          </p:nvSpPr>
          <p:spPr>
            <a:xfrm>
              <a:off x="1390642" y="1024453"/>
              <a:ext cx="3150664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5D17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发卡行 </a:t>
              </a:r>
              <a:r>
                <a:rPr lang="en-US" altLang="zh-CN" b="1" dirty="0">
                  <a:solidFill>
                    <a:srgbClr val="5D17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+ </a:t>
              </a:r>
              <a:r>
                <a:rPr lang="zh-CN" altLang="en-US" b="1" dirty="0">
                  <a:solidFill>
                    <a:srgbClr val="5D17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收单机构 </a:t>
              </a:r>
              <a:r>
                <a:rPr lang="en-US" altLang="zh-CN" b="1" dirty="0">
                  <a:solidFill>
                    <a:srgbClr val="5D17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+ </a:t>
              </a:r>
              <a:r>
                <a:rPr lang="zh-CN" altLang="en-US" b="1" dirty="0">
                  <a:solidFill>
                    <a:srgbClr val="5D17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卡组织</a:t>
              </a:r>
            </a:p>
          </p:txBody>
        </p: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267A860E-8366-59A6-66DB-464C33D94548}"/>
                </a:ext>
              </a:extLst>
            </p:cNvPr>
            <p:cNvCxnSpPr>
              <a:cxnSpLocks/>
              <a:endCxn id="4" idx="0"/>
            </p:cNvCxnSpPr>
            <p:nvPr/>
          </p:nvCxnSpPr>
          <p:spPr>
            <a:xfrm flipH="1">
              <a:off x="1390642" y="1393785"/>
              <a:ext cx="937744" cy="811319"/>
            </a:xfrm>
            <a:prstGeom prst="straightConnector1">
              <a:avLst/>
            </a:prstGeom>
            <a:ln w="25400">
              <a:solidFill>
                <a:srgbClr val="5D1709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EA47A44F-20FD-1C16-3457-F49F19EB270B}"/>
                </a:ext>
              </a:extLst>
            </p:cNvPr>
            <p:cNvCxnSpPr>
              <a:cxnSpLocks/>
              <a:endCxn id="10" idx="0"/>
            </p:cNvCxnSpPr>
            <p:nvPr/>
          </p:nvCxnSpPr>
          <p:spPr>
            <a:xfrm>
              <a:off x="3571240" y="1393785"/>
              <a:ext cx="970066" cy="811319"/>
            </a:xfrm>
            <a:prstGeom prst="straightConnector1">
              <a:avLst/>
            </a:prstGeom>
            <a:ln w="25400">
              <a:solidFill>
                <a:srgbClr val="5D1709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C4DDA241-781A-78C0-B491-8456DFE288D2}"/>
                </a:ext>
              </a:extLst>
            </p:cNvPr>
            <p:cNvCxnSpPr>
              <a:cxnSpLocks/>
              <a:stCxn id="4" idx="3"/>
              <a:endCxn id="10" idx="1"/>
            </p:cNvCxnSpPr>
            <p:nvPr/>
          </p:nvCxnSpPr>
          <p:spPr>
            <a:xfrm>
              <a:off x="2264458" y="2635760"/>
              <a:ext cx="1403032" cy="0"/>
            </a:xfrm>
            <a:prstGeom prst="straightConnector1">
              <a:avLst/>
            </a:prstGeom>
            <a:ln w="25400">
              <a:solidFill>
                <a:srgbClr val="5D1709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3D6F41EF-9B89-3D76-A8F9-6F2DD1A9BA80}"/>
                </a:ext>
              </a:extLst>
            </p:cNvPr>
            <p:cNvGrpSpPr/>
            <p:nvPr/>
          </p:nvGrpSpPr>
          <p:grpSpPr>
            <a:xfrm>
              <a:off x="516826" y="2205104"/>
              <a:ext cx="1747632" cy="861312"/>
              <a:chOff x="516826" y="2205104"/>
              <a:chExt cx="1747632" cy="861312"/>
            </a:xfrm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668EE811-9478-D6F2-4419-8DA519B10D2C}"/>
                  </a:ext>
                </a:extLst>
              </p:cNvPr>
              <p:cNvSpPr/>
              <p:nvPr/>
            </p:nvSpPr>
            <p:spPr>
              <a:xfrm>
                <a:off x="516826" y="2205104"/>
                <a:ext cx="1747632" cy="861312"/>
              </a:xfrm>
              <a:prstGeom prst="rect">
                <a:avLst/>
              </a:prstGeom>
              <a:solidFill>
                <a:srgbClr val="FDEFE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E1B81CC-3340-B199-E772-95E044E55FD3}"/>
                  </a:ext>
                </a:extLst>
              </p:cNvPr>
              <p:cNvSpPr txBox="1"/>
              <p:nvPr/>
            </p:nvSpPr>
            <p:spPr>
              <a:xfrm>
                <a:off x="1279805" y="2445458"/>
                <a:ext cx="899485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zh-CN" altLang="en-US" b="1" dirty="0">
                    <a:solidFill>
                      <a:srgbClr val="5D170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持卡人</a:t>
                </a:r>
              </a:p>
            </p:txBody>
          </p:sp>
          <p:pic>
            <p:nvPicPr>
              <p:cNvPr id="26" name="图片 25">
                <a:extLst>
                  <a:ext uri="{FF2B5EF4-FFF2-40B4-BE49-F238E27FC236}">
                    <a16:creationId xmlns:a16="http://schemas.microsoft.com/office/drawing/2014/main" id="{17E0EFEF-7572-AF32-4301-D61E53C16B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4378" y="2308212"/>
                <a:ext cx="643824" cy="643824"/>
              </a:xfrm>
              <a:prstGeom prst="rect">
                <a:avLst/>
              </a:prstGeom>
            </p:spPr>
          </p:pic>
        </p:grp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4D368B70-B469-26CB-B255-2F531D8B73AD}"/>
              </a:ext>
            </a:extLst>
          </p:cNvPr>
          <p:cNvGrpSpPr/>
          <p:nvPr/>
        </p:nvGrpSpPr>
        <p:grpSpPr>
          <a:xfrm>
            <a:off x="7385456" y="113156"/>
            <a:ext cx="3887180" cy="3372575"/>
            <a:chOff x="6448196" y="3168224"/>
            <a:chExt cx="3887180" cy="3372575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87EA3104-081E-FB1D-D649-5BBC70CBB253}"/>
                </a:ext>
              </a:extLst>
            </p:cNvPr>
            <p:cNvGrpSpPr/>
            <p:nvPr/>
          </p:nvGrpSpPr>
          <p:grpSpPr>
            <a:xfrm>
              <a:off x="6448196" y="5679486"/>
              <a:ext cx="1747632" cy="861312"/>
              <a:chOff x="516826" y="2205104"/>
              <a:chExt cx="1747632" cy="861312"/>
            </a:xfrm>
          </p:grpSpPr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934AF04B-375F-4DA0-1354-A46A849A95DD}"/>
                  </a:ext>
                </a:extLst>
              </p:cNvPr>
              <p:cNvSpPr/>
              <p:nvPr/>
            </p:nvSpPr>
            <p:spPr>
              <a:xfrm>
                <a:off x="516826" y="2205104"/>
                <a:ext cx="1747632" cy="861312"/>
              </a:xfrm>
              <a:prstGeom prst="rect">
                <a:avLst/>
              </a:prstGeom>
              <a:solidFill>
                <a:srgbClr val="FDEFE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D17120C9-ABA0-8CEB-3E8E-CCEF33980493}"/>
                  </a:ext>
                </a:extLst>
              </p:cNvPr>
              <p:cNvSpPr txBox="1"/>
              <p:nvPr/>
            </p:nvSpPr>
            <p:spPr>
              <a:xfrm>
                <a:off x="1279805" y="2445458"/>
                <a:ext cx="899485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zh-CN" altLang="en-US" b="1" dirty="0">
                    <a:solidFill>
                      <a:srgbClr val="5D170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持卡人</a:t>
                </a:r>
              </a:p>
            </p:txBody>
          </p:sp>
          <p:pic>
            <p:nvPicPr>
              <p:cNvPr id="32" name="图片 31">
                <a:extLst>
                  <a:ext uri="{FF2B5EF4-FFF2-40B4-BE49-F238E27FC236}">
                    <a16:creationId xmlns:a16="http://schemas.microsoft.com/office/drawing/2014/main" id="{A6DC88DA-5265-898B-DF5B-9353124371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4378" y="2308212"/>
                <a:ext cx="643824" cy="643824"/>
              </a:xfrm>
              <a:prstGeom prst="rect">
                <a:avLst/>
              </a:prstGeom>
            </p:spPr>
          </p:pic>
        </p:grp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8C488C85-D061-AED1-8407-9EC79309860E}"/>
                </a:ext>
              </a:extLst>
            </p:cNvPr>
            <p:cNvGrpSpPr/>
            <p:nvPr/>
          </p:nvGrpSpPr>
          <p:grpSpPr>
            <a:xfrm>
              <a:off x="8587744" y="5679487"/>
              <a:ext cx="1747632" cy="861312"/>
              <a:chOff x="6028441" y="3597634"/>
              <a:chExt cx="1747632" cy="861312"/>
            </a:xfrm>
          </p:grpSpPr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2D6CE53D-783D-934F-6F7E-A3A8B32D0BB0}"/>
                  </a:ext>
                </a:extLst>
              </p:cNvPr>
              <p:cNvSpPr/>
              <p:nvPr/>
            </p:nvSpPr>
            <p:spPr>
              <a:xfrm>
                <a:off x="6028441" y="3597634"/>
                <a:ext cx="1747632" cy="861312"/>
              </a:xfrm>
              <a:prstGeom prst="rect">
                <a:avLst/>
              </a:prstGeom>
              <a:solidFill>
                <a:srgbClr val="FDEFE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5" name="图形 34">
                <a:extLst>
                  <a:ext uri="{FF2B5EF4-FFF2-40B4-BE49-F238E27FC236}">
                    <a16:creationId xmlns:a16="http://schemas.microsoft.com/office/drawing/2014/main" id="{D68B324A-C474-7D97-5E8D-057EC259E9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311956" y="3790572"/>
                <a:ext cx="422926" cy="475437"/>
              </a:xfrm>
              <a:prstGeom prst="rect">
                <a:avLst/>
              </a:prstGeom>
            </p:spPr>
          </p:pic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5D153348-645D-4A63-4190-91BA18A2DA5E}"/>
                  </a:ext>
                </a:extLst>
              </p:cNvPr>
              <p:cNvSpPr txBox="1"/>
              <p:nvPr/>
            </p:nvSpPr>
            <p:spPr>
              <a:xfrm>
                <a:off x="6841081" y="3843623"/>
                <a:ext cx="643160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zh-CN" altLang="en-US" b="1" dirty="0">
                    <a:solidFill>
                      <a:srgbClr val="5D170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商户</a:t>
                </a:r>
              </a:p>
            </p:txBody>
          </p:sp>
        </p:grp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B811C7DF-0227-DABD-434C-BEA15DECCFEF}"/>
                </a:ext>
              </a:extLst>
            </p:cNvPr>
            <p:cNvGrpSpPr/>
            <p:nvPr/>
          </p:nvGrpSpPr>
          <p:grpSpPr>
            <a:xfrm>
              <a:off x="6448196" y="4422003"/>
              <a:ext cx="1747632" cy="861312"/>
              <a:chOff x="10347964" y="3831192"/>
              <a:chExt cx="1747632" cy="861312"/>
            </a:xfrm>
          </p:grpSpPr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DFE04037-44A1-C345-D507-6491D18D3F18}"/>
                  </a:ext>
                </a:extLst>
              </p:cNvPr>
              <p:cNvSpPr/>
              <p:nvPr/>
            </p:nvSpPr>
            <p:spPr>
              <a:xfrm>
                <a:off x="10347964" y="3831192"/>
                <a:ext cx="1747632" cy="861312"/>
              </a:xfrm>
              <a:prstGeom prst="rect">
                <a:avLst/>
              </a:prstGeom>
              <a:solidFill>
                <a:srgbClr val="FDEFE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FEBE2070-561F-78EE-5E6D-FAF167866C2C}"/>
                  </a:ext>
                </a:extLst>
              </p:cNvPr>
              <p:cNvSpPr txBox="1"/>
              <p:nvPr/>
            </p:nvSpPr>
            <p:spPr>
              <a:xfrm>
                <a:off x="11310163" y="3933047"/>
                <a:ext cx="723125" cy="64633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zh-CN" altLang="en-US" b="1" dirty="0">
                    <a:solidFill>
                      <a:srgbClr val="5D170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发卡</a:t>
                </a:r>
                <a:endParaRPr lang="en-US" altLang="zh-CN" b="1" dirty="0">
                  <a:solidFill>
                    <a:srgbClr val="5D17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b="1" dirty="0">
                    <a:solidFill>
                      <a:srgbClr val="5D170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机构</a:t>
                </a:r>
              </a:p>
            </p:txBody>
          </p:sp>
          <p:pic>
            <p:nvPicPr>
              <p:cNvPr id="44" name="图形 43">
                <a:extLst>
                  <a:ext uri="{FF2B5EF4-FFF2-40B4-BE49-F238E27FC236}">
                    <a16:creationId xmlns:a16="http://schemas.microsoft.com/office/drawing/2014/main" id="{CAFB7CAF-759F-863F-B366-50A3E7041A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0498655" y="4021197"/>
                <a:ext cx="723125" cy="470030"/>
              </a:xfrm>
              <a:prstGeom prst="rect">
                <a:avLst/>
              </a:prstGeom>
            </p:spPr>
          </p:pic>
        </p:grp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4A6FCC20-1C4A-4AEC-F1DD-8296F9427BC2}"/>
                </a:ext>
              </a:extLst>
            </p:cNvPr>
            <p:cNvGrpSpPr/>
            <p:nvPr/>
          </p:nvGrpSpPr>
          <p:grpSpPr>
            <a:xfrm>
              <a:off x="8587744" y="4416367"/>
              <a:ext cx="1747632" cy="861312"/>
              <a:chOff x="10347964" y="4910335"/>
              <a:chExt cx="1747632" cy="861312"/>
            </a:xfrm>
          </p:grpSpPr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C81C8A5F-28C0-D99C-CFD2-8AD955E88E7B}"/>
                  </a:ext>
                </a:extLst>
              </p:cNvPr>
              <p:cNvSpPr/>
              <p:nvPr/>
            </p:nvSpPr>
            <p:spPr>
              <a:xfrm>
                <a:off x="10347964" y="4910335"/>
                <a:ext cx="1747632" cy="861312"/>
              </a:xfrm>
              <a:prstGeom prst="rect">
                <a:avLst/>
              </a:prstGeom>
              <a:solidFill>
                <a:srgbClr val="FDEFE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FC6D717B-097F-BC45-3AE9-AA89F24439CA}"/>
                  </a:ext>
                </a:extLst>
              </p:cNvPr>
              <p:cNvSpPr txBox="1"/>
              <p:nvPr/>
            </p:nvSpPr>
            <p:spPr>
              <a:xfrm>
                <a:off x="11310163" y="5012191"/>
                <a:ext cx="723125" cy="64633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zh-CN" altLang="en-US" b="1" dirty="0">
                    <a:solidFill>
                      <a:srgbClr val="5D170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收单机构</a:t>
                </a:r>
              </a:p>
            </p:txBody>
          </p:sp>
          <p:pic>
            <p:nvPicPr>
              <p:cNvPr id="48" name="图形 47">
                <a:extLst>
                  <a:ext uri="{FF2B5EF4-FFF2-40B4-BE49-F238E27FC236}">
                    <a16:creationId xmlns:a16="http://schemas.microsoft.com/office/drawing/2014/main" id="{352936C1-9454-5634-048F-51C9910CDE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0439725" y="5121684"/>
                <a:ext cx="870438" cy="471017"/>
              </a:xfrm>
              <a:prstGeom prst="rect">
                <a:avLst/>
              </a:prstGeom>
            </p:spPr>
          </p:pic>
        </p:grpSp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AB6148A1-93B0-2841-D26D-DAD02C3FE884}"/>
                </a:ext>
              </a:extLst>
            </p:cNvPr>
            <p:cNvGrpSpPr/>
            <p:nvPr/>
          </p:nvGrpSpPr>
          <p:grpSpPr>
            <a:xfrm>
              <a:off x="6448196" y="3168224"/>
              <a:ext cx="3887180" cy="861312"/>
              <a:chOff x="6448196" y="3168224"/>
              <a:chExt cx="3887180" cy="861312"/>
            </a:xfrm>
          </p:grpSpPr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866F6888-141D-03AF-B9EF-A55F4610118E}"/>
                  </a:ext>
                </a:extLst>
              </p:cNvPr>
              <p:cNvSpPr/>
              <p:nvPr/>
            </p:nvSpPr>
            <p:spPr>
              <a:xfrm>
                <a:off x="6448196" y="3168224"/>
                <a:ext cx="3887180" cy="861312"/>
              </a:xfrm>
              <a:prstGeom prst="rect">
                <a:avLst/>
              </a:prstGeom>
              <a:solidFill>
                <a:srgbClr val="FDEFE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0CC8CA41-B309-0408-9871-31702CF25A01}"/>
                  </a:ext>
                </a:extLst>
              </p:cNvPr>
              <p:cNvSpPr txBox="1"/>
              <p:nvPr/>
            </p:nvSpPr>
            <p:spPr>
              <a:xfrm>
                <a:off x="8328519" y="3408577"/>
                <a:ext cx="877630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zh-CN" altLang="en-US" b="1" dirty="0">
                    <a:solidFill>
                      <a:srgbClr val="5D170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卡组织</a:t>
                </a:r>
              </a:p>
            </p:txBody>
          </p:sp>
          <p:pic>
            <p:nvPicPr>
              <p:cNvPr id="52" name="图形 51">
                <a:extLst>
                  <a:ext uri="{FF2B5EF4-FFF2-40B4-BE49-F238E27FC236}">
                    <a16:creationId xmlns:a16="http://schemas.microsoft.com/office/drawing/2014/main" id="{B4F7218F-454F-D887-0631-2055ED9531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7566357" y="3357735"/>
                <a:ext cx="762162" cy="471017"/>
              </a:xfrm>
              <a:prstGeom prst="rect">
                <a:avLst/>
              </a:prstGeom>
            </p:spPr>
          </p:pic>
        </p:grp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22173BE3-EBC4-A302-A493-32EB8AE93D13}"/>
                </a:ext>
              </a:extLst>
            </p:cNvPr>
            <p:cNvCxnSpPr>
              <a:cxnSpLocks/>
              <a:endCxn id="42" idx="0"/>
            </p:cNvCxnSpPr>
            <p:nvPr/>
          </p:nvCxnSpPr>
          <p:spPr>
            <a:xfrm>
              <a:off x="7322012" y="4029536"/>
              <a:ext cx="0" cy="392467"/>
            </a:xfrm>
            <a:prstGeom prst="straightConnector1">
              <a:avLst/>
            </a:prstGeom>
            <a:ln w="25400">
              <a:solidFill>
                <a:srgbClr val="5D1709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934CB0FA-C6D3-F50F-7FBD-4F87EFA3EEB6}"/>
                </a:ext>
              </a:extLst>
            </p:cNvPr>
            <p:cNvCxnSpPr>
              <a:cxnSpLocks/>
              <a:stCxn id="42" idx="2"/>
              <a:endCxn id="30" idx="0"/>
            </p:cNvCxnSpPr>
            <p:nvPr/>
          </p:nvCxnSpPr>
          <p:spPr>
            <a:xfrm>
              <a:off x="7322012" y="5283315"/>
              <a:ext cx="0" cy="396171"/>
            </a:xfrm>
            <a:prstGeom prst="straightConnector1">
              <a:avLst/>
            </a:prstGeom>
            <a:ln w="25400">
              <a:solidFill>
                <a:srgbClr val="5D1709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59ADC328-9ABF-C556-C86E-7CCC5C2C5580}"/>
                </a:ext>
              </a:extLst>
            </p:cNvPr>
            <p:cNvCxnSpPr>
              <a:cxnSpLocks/>
              <a:stCxn id="46" idx="0"/>
            </p:cNvCxnSpPr>
            <p:nvPr/>
          </p:nvCxnSpPr>
          <p:spPr>
            <a:xfrm flipH="1" flipV="1">
              <a:off x="9461559" y="4018262"/>
              <a:ext cx="1" cy="398105"/>
            </a:xfrm>
            <a:prstGeom prst="straightConnector1">
              <a:avLst/>
            </a:prstGeom>
            <a:ln w="25400">
              <a:solidFill>
                <a:srgbClr val="5D1709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AC3CE49D-6C1C-A06E-BD5A-348C7C27C14E}"/>
                </a:ext>
              </a:extLst>
            </p:cNvPr>
            <p:cNvCxnSpPr>
              <a:cxnSpLocks/>
              <a:stCxn id="34" idx="0"/>
              <a:endCxn id="46" idx="2"/>
            </p:cNvCxnSpPr>
            <p:nvPr/>
          </p:nvCxnSpPr>
          <p:spPr>
            <a:xfrm flipV="1">
              <a:off x="9461560" y="5277679"/>
              <a:ext cx="0" cy="401808"/>
            </a:xfrm>
            <a:prstGeom prst="straightConnector1">
              <a:avLst/>
            </a:prstGeom>
            <a:ln w="25400">
              <a:solidFill>
                <a:srgbClr val="5D1709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箭头连接符 65">
              <a:extLst>
                <a:ext uri="{FF2B5EF4-FFF2-40B4-BE49-F238E27FC236}">
                  <a16:creationId xmlns:a16="http://schemas.microsoft.com/office/drawing/2014/main" id="{F3F5C32F-408E-755A-165C-F53A55B7E66A}"/>
                </a:ext>
              </a:extLst>
            </p:cNvPr>
            <p:cNvCxnSpPr>
              <a:cxnSpLocks/>
              <a:stCxn id="30" idx="3"/>
              <a:endCxn id="34" idx="1"/>
            </p:cNvCxnSpPr>
            <p:nvPr/>
          </p:nvCxnSpPr>
          <p:spPr>
            <a:xfrm>
              <a:off x="8195828" y="6110142"/>
              <a:ext cx="391916" cy="1"/>
            </a:xfrm>
            <a:prstGeom prst="straightConnector1">
              <a:avLst/>
            </a:prstGeom>
            <a:ln w="25400">
              <a:solidFill>
                <a:srgbClr val="5D1709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6C799174-9109-C0D7-54F8-4F1DA8BD2C1A}"/>
              </a:ext>
            </a:extLst>
          </p:cNvPr>
          <p:cNvGrpSpPr/>
          <p:nvPr/>
        </p:nvGrpSpPr>
        <p:grpSpPr>
          <a:xfrm>
            <a:off x="669028" y="3856197"/>
            <a:ext cx="10072222" cy="2648294"/>
            <a:chOff x="581790" y="1846350"/>
            <a:chExt cx="10072222" cy="2648294"/>
          </a:xfrm>
        </p:grpSpPr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222E5280-B840-BFB8-B8EB-BEDE01DA0C45}"/>
                </a:ext>
              </a:extLst>
            </p:cNvPr>
            <p:cNvGrpSpPr/>
            <p:nvPr/>
          </p:nvGrpSpPr>
          <p:grpSpPr>
            <a:xfrm>
              <a:off x="625290" y="1846350"/>
              <a:ext cx="10028722" cy="861312"/>
              <a:chOff x="625290" y="1465198"/>
              <a:chExt cx="10028722" cy="861312"/>
            </a:xfrm>
          </p:grpSpPr>
          <p:grpSp>
            <p:nvGrpSpPr>
              <p:cNvPr id="72" name="组合 71">
                <a:extLst>
                  <a:ext uri="{FF2B5EF4-FFF2-40B4-BE49-F238E27FC236}">
                    <a16:creationId xmlns:a16="http://schemas.microsoft.com/office/drawing/2014/main" id="{A26F5A4A-0743-1A2D-149F-A15EDA3CA6EE}"/>
                  </a:ext>
                </a:extLst>
              </p:cNvPr>
              <p:cNvGrpSpPr/>
              <p:nvPr/>
            </p:nvGrpSpPr>
            <p:grpSpPr>
              <a:xfrm>
                <a:off x="625290" y="1670197"/>
                <a:ext cx="1095969" cy="475437"/>
                <a:chOff x="1214494" y="636499"/>
                <a:chExt cx="1095969" cy="475437"/>
              </a:xfrm>
            </p:grpSpPr>
            <p:pic>
              <p:nvPicPr>
                <p:cNvPr id="93" name="图形 92">
                  <a:extLst>
                    <a:ext uri="{FF2B5EF4-FFF2-40B4-BE49-F238E27FC236}">
                      <a16:creationId xmlns:a16="http://schemas.microsoft.com/office/drawing/2014/main" id="{5561A253-672B-5007-9344-BB7FBB2212E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214494" y="636499"/>
                  <a:ext cx="422926" cy="475437"/>
                </a:xfrm>
                <a:prstGeom prst="rect">
                  <a:avLst/>
                </a:prstGeom>
              </p:spPr>
            </p:pic>
            <p:sp>
              <p:nvSpPr>
                <p:cNvPr id="94" name="文本框 93">
                  <a:extLst>
                    <a:ext uri="{FF2B5EF4-FFF2-40B4-BE49-F238E27FC236}">
                      <a16:creationId xmlns:a16="http://schemas.microsoft.com/office/drawing/2014/main" id="{8E735C9C-A031-088C-700C-D6A045D30DBF}"/>
                    </a:ext>
                  </a:extLst>
                </p:cNvPr>
                <p:cNvSpPr txBox="1"/>
                <p:nvPr/>
              </p:nvSpPr>
              <p:spPr>
                <a:xfrm>
                  <a:off x="1667303" y="689552"/>
                  <a:ext cx="643160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r>
                    <a:rPr lang="zh-CN" altLang="en-US" b="1" dirty="0">
                      <a:solidFill>
                        <a:srgbClr val="5D170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商户</a:t>
                  </a:r>
                </a:p>
              </p:txBody>
            </p:sp>
          </p:grpSp>
          <p:grpSp>
            <p:nvGrpSpPr>
              <p:cNvPr id="74" name="组合 73">
                <a:extLst>
                  <a:ext uri="{FF2B5EF4-FFF2-40B4-BE49-F238E27FC236}">
                    <a16:creationId xmlns:a16="http://schemas.microsoft.com/office/drawing/2014/main" id="{7984EA86-CE75-A315-CCB0-2DBA3B499372}"/>
                  </a:ext>
                </a:extLst>
              </p:cNvPr>
              <p:cNvGrpSpPr/>
              <p:nvPr/>
            </p:nvGrpSpPr>
            <p:grpSpPr>
              <a:xfrm>
                <a:off x="8906380" y="1465198"/>
                <a:ext cx="1747632" cy="861312"/>
                <a:chOff x="10347964" y="3831192"/>
                <a:chExt cx="1747632" cy="861312"/>
              </a:xfrm>
            </p:grpSpPr>
            <p:sp>
              <p:nvSpPr>
                <p:cNvPr id="90" name="矩形 89">
                  <a:extLst>
                    <a:ext uri="{FF2B5EF4-FFF2-40B4-BE49-F238E27FC236}">
                      <a16:creationId xmlns:a16="http://schemas.microsoft.com/office/drawing/2014/main" id="{E836D148-72BC-C173-1288-DB96FB6DDE8D}"/>
                    </a:ext>
                  </a:extLst>
                </p:cNvPr>
                <p:cNvSpPr/>
                <p:nvPr/>
              </p:nvSpPr>
              <p:spPr>
                <a:xfrm>
                  <a:off x="10347964" y="3831192"/>
                  <a:ext cx="1747632" cy="861312"/>
                </a:xfrm>
                <a:prstGeom prst="rect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A8C12C0E-C0F4-70FD-BE21-12432A261653}"/>
                    </a:ext>
                  </a:extLst>
                </p:cNvPr>
                <p:cNvSpPr txBox="1"/>
                <p:nvPr/>
              </p:nvSpPr>
              <p:spPr>
                <a:xfrm>
                  <a:off x="11310163" y="3933047"/>
                  <a:ext cx="723125" cy="646331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r>
                    <a:rPr lang="zh-CN" altLang="en-US" b="1" dirty="0">
                      <a:solidFill>
                        <a:srgbClr val="5D170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发卡</a:t>
                  </a:r>
                  <a:endParaRPr lang="en-US" altLang="zh-CN" b="1" dirty="0">
                    <a:solidFill>
                      <a:srgbClr val="5D170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r>
                    <a:rPr lang="zh-CN" altLang="en-US" b="1" dirty="0">
                      <a:solidFill>
                        <a:srgbClr val="5D170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机构</a:t>
                  </a:r>
                </a:p>
              </p:txBody>
            </p:sp>
            <p:pic>
              <p:nvPicPr>
                <p:cNvPr id="92" name="图形 91">
                  <a:extLst>
                    <a:ext uri="{FF2B5EF4-FFF2-40B4-BE49-F238E27FC236}">
                      <a16:creationId xmlns:a16="http://schemas.microsoft.com/office/drawing/2014/main" id="{DA4D09AA-03B5-6056-3B23-7B329C5696F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498655" y="4021197"/>
                  <a:ext cx="723125" cy="470030"/>
                </a:xfrm>
                <a:prstGeom prst="rect">
                  <a:avLst/>
                </a:prstGeom>
              </p:spPr>
            </p:pic>
          </p:grpSp>
          <p:grpSp>
            <p:nvGrpSpPr>
              <p:cNvPr id="75" name="组合 74">
                <a:extLst>
                  <a:ext uri="{FF2B5EF4-FFF2-40B4-BE49-F238E27FC236}">
                    <a16:creationId xmlns:a16="http://schemas.microsoft.com/office/drawing/2014/main" id="{25048F3A-93E6-CD04-E577-235E5CD118A8}"/>
                  </a:ext>
                </a:extLst>
              </p:cNvPr>
              <p:cNvGrpSpPr/>
              <p:nvPr/>
            </p:nvGrpSpPr>
            <p:grpSpPr>
              <a:xfrm>
                <a:off x="4727674" y="1465198"/>
                <a:ext cx="1747632" cy="861312"/>
                <a:chOff x="10347964" y="4910335"/>
                <a:chExt cx="1747632" cy="861312"/>
              </a:xfrm>
            </p:grpSpPr>
            <p:sp>
              <p:nvSpPr>
                <p:cNvPr id="87" name="矩形 86">
                  <a:extLst>
                    <a:ext uri="{FF2B5EF4-FFF2-40B4-BE49-F238E27FC236}">
                      <a16:creationId xmlns:a16="http://schemas.microsoft.com/office/drawing/2014/main" id="{2E05B971-3B95-D469-E348-D7C8024FA6E5}"/>
                    </a:ext>
                  </a:extLst>
                </p:cNvPr>
                <p:cNvSpPr/>
                <p:nvPr/>
              </p:nvSpPr>
              <p:spPr>
                <a:xfrm>
                  <a:off x="10347964" y="4910335"/>
                  <a:ext cx="1747632" cy="861312"/>
                </a:xfrm>
                <a:prstGeom prst="rect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6802D156-EA1F-2122-61BE-3459BB73A37F}"/>
                    </a:ext>
                  </a:extLst>
                </p:cNvPr>
                <p:cNvSpPr txBox="1"/>
                <p:nvPr/>
              </p:nvSpPr>
              <p:spPr>
                <a:xfrm>
                  <a:off x="11310163" y="5012191"/>
                  <a:ext cx="723125" cy="646331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r>
                    <a:rPr lang="zh-CN" altLang="en-US" b="1" dirty="0">
                      <a:solidFill>
                        <a:srgbClr val="5D170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收单机构</a:t>
                  </a:r>
                </a:p>
              </p:txBody>
            </p:sp>
            <p:pic>
              <p:nvPicPr>
                <p:cNvPr id="89" name="图形 88">
                  <a:extLst>
                    <a:ext uri="{FF2B5EF4-FFF2-40B4-BE49-F238E27FC236}">
                      <a16:creationId xmlns:a16="http://schemas.microsoft.com/office/drawing/2014/main" id="{AD91356E-316C-CC62-82FB-68D4B06B9C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439725" y="5121684"/>
                  <a:ext cx="870438" cy="471017"/>
                </a:xfrm>
                <a:prstGeom prst="rect">
                  <a:avLst/>
                </a:prstGeom>
              </p:spPr>
            </p:pic>
          </p:grpSp>
          <p:grpSp>
            <p:nvGrpSpPr>
              <p:cNvPr id="77" name="组合 76">
                <a:extLst>
                  <a:ext uri="{FF2B5EF4-FFF2-40B4-BE49-F238E27FC236}">
                    <a16:creationId xmlns:a16="http://schemas.microsoft.com/office/drawing/2014/main" id="{B9119DA8-8C3E-8067-FC41-C25C3F3B96F8}"/>
                  </a:ext>
                </a:extLst>
              </p:cNvPr>
              <p:cNvGrpSpPr/>
              <p:nvPr/>
            </p:nvGrpSpPr>
            <p:grpSpPr>
              <a:xfrm>
                <a:off x="6817027" y="1465198"/>
                <a:ext cx="1747632" cy="861312"/>
                <a:chOff x="10347964" y="5907198"/>
                <a:chExt cx="1747632" cy="861312"/>
              </a:xfrm>
            </p:grpSpPr>
            <p:sp>
              <p:nvSpPr>
                <p:cNvPr id="82" name="矩形 81">
                  <a:extLst>
                    <a:ext uri="{FF2B5EF4-FFF2-40B4-BE49-F238E27FC236}">
                      <a16:creationId xmlns:a16="http://schemas.microsoft.com/office/drawing/2014/main" id="{035C0529-EB42-6726-6947-334FC245ACB4}"/>
                    </a:ext>
                  </a:extLst>
                </p:cNvPr>
                <p:cNvSpPr/>
                <p:nvPr/>
              </p:nvSpPr>
              <p:spPr>
                <a:xfrm>
                  <a:off x="10347964" y="5907198"/>
                  <a:ext cx="1747632" cy="861312"/>
                </a:xfrm>
                <a:prstGeom prst="rect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6110F3CB-2E7A-7D7E-482F-DC38F4F1E8F0}"/>
                    </a:ext>
                  </a:extLst>
                </p:cNvPr>
                <p:cNvSpPr txBox="1"/>
                <p:nvPr/>
              </p:nvSpPr>
              <p:spPr>
                <a:xfrm>
                  <a:off x="11186139" y="6147553"/>
                  <a:ext cx="877630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r>
                    <a:rPr lang="zh-CN" altLang="en-US" b="1" dirty="0">
                      <a:solidFill>
                        <a:srgbClr val="5D170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卡组织</a:t>
                  </a:r>
                </a:p>
              </p:txBody>
            </p:sp>
            <p:pic>
              <p:nvPicPr>
                <p:cNvPr id="86" name="图形 85">
                  <a:extLst>
                    <a:ext uri="{FF2B5EF4-FFF2-40B4-BE49-F238E27FC236}">
                      <a16:creationId xmlns:a16="http://schemas.microsoft.com/office/drawing/2014/main" id="{2D513E65-582A-BEED-0F64-C19896D7AAA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452665" y="6096710"/>
                  <a:ext cx="762162" cy="471017"/>
                </a:xfrm>
                <a:prstGeom prst="rect">
                  <a:avLst/>
                </a:prstGeom>
              </p:spPr>
            </p:pic>
          </p:grpSp>
          <p:cxnSp>
            <p:nvCxnSpPr>
              <p:cNvPr id="78" name="直接箭头连接符 77">
                <a:extLst>
                  <a:ext uri="{FF2B5EF4-FFF2-40B4-BE49-F238E27FC236}">
                    <a16:creationId xmlns:a16="http://schemas.microsoft.com/office/drawing/2014/main" id="{D6E6F49C-70AB-5527-30FC-DC4CB5CF7A49}"/>
                  </a:ext>
                </a:extLst>
              </p:cNvPr>
              <p:cNvCxnSpPr>
                <a:cxnSpLocks/>
                <a:stCxn id="94" idx="3"/>
                <a:endCxn id="87" idx="1"/>
              </p:cNvCxnSpPr>
              <p:nvPr/>
            </p:nvCxnSpPr>
            <p:spPr>
              <a:xfrm flipV="1">
                <a:off x="1721259" y="1895854"/>
                <a:ext cx="3006415" cy="12062"/>
              </a:xfrm>
              <a:prstGeom prst="straightConnector1">
                <a:avLst/>
              </a:prstGeom>
              <a:ln w="25400">
                <a:solidFill>
                  <a:srgbClr val="5D1709"/>
                </a:solidFill>
                <a:headEnd type="none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箭头连接符 78">
                <a:extLst>
                  <a:ext uri="{FF2B5EF4-FFF2-40B4-BE49-F238E27FC236}">
                    <a16:creationId xmlns:a16="http://schemas.microsoft.com/office/drawing/2014/main" id="{DA717E2C-655B-357C-B8D7-4E7B6AF57621}"/>
                  </a:ext>
                </a:extLst>
              </p:cNvPr>
              <p:cNvCxnSpPr>
                <a:cxnSpLocks/>
                <a:stCxn id="87" idx="3"/>
                <a:endCxn id="82" idx="1"/>
              </p:cNvCxnSpPr>
              <p:nvPr/>
            </p:nvCxnSpPr>
            <p:spPr>
              <a:xfrm>
                <a:off x="6475306" y="1895854"/>
                <a:ext cx="341721" cy="0"/>
              </a:xfrm>
              <a:prstGeom prst="straightConnector1">
                <a:avLst/>
              </a:prstGeom>
              <a:ln w="25400">
                <a:solidFill>
                  <a:srgbClr val="5D1709"/>
                </a:solidFill>
                <a:headEnd type="none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接箭头连接符 80">
                <a:extLst>
                  <a:ext uri="{FF2B5EF4-FFF2-40B4-BE49-F238E27FC236}">
                    <a16:creationId xmlns:a16="http://schemas.microsoft.com/office/drawing/2014/main" id="{A8AA0009-79B8-AD9D-B571-E78AE2F56B6B}"/>
                  </a:ext>
                </a:extLst>
              </p:cNvPr>
              <p:cNvCxnSpPr>
                <a:cxnSpLocks/>
                <a:stCxn id="82" idx="3"/>
                <a:endCxn id="90" idx="1"/>
              </p:cNvCxnSpPr>
              <p:nvPr/>
            </p:nvCxnSpPr>
            <p:spPr>
              <a:xfrm>
                <a:off x="8564659" y="1895854"/>
                <a:ext cx="341721" cy="0"/>
              </a:xfrm>
              <a:prstGeom prst="straightConnector1">
                <a:avLst/>
              </a:prstGeom>
              <a:ln w="25400">
                <a:solidFill>
                  <a:srgbClr val="5D1709"/>
                </a:solidFill>
                <a:headEnd type="none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" name="组合 79">
              <a:extLst>
                <a:ext uri="{FF2B5EF4-FFF2-40B4-BE49-F238E27FC236}">
                  <a16:creationId xmlns:a16="http://schemas.microsoft.com/office/drawing/2014/main" id="{5552F74D-FA89-BD0A-68F2-3D6D2553BF97}"/>
                </a:ext>
              </a:extLst>
            </p:cNvPr>
            <p:cNvGrpSpPr/>
            <p:nvPr/>
          </p:nvGrpSpPr>
          <p:grpSpPr>
            <a:xfrm>
              <a:off x="581790" y="2838300"/>
              <a:ext cx="10072222" cy="1656344"/>
              <a:chOff x="581790" y="2838300"/>
              <a:chExt cx="10072222" cy="1656344"/>
            </a:xfrm>
          </p:grpSpPr>
          <p:grpSp>
            <p:nvGrpSpPr>
              <p:cNvPr id="2" name="组合 1">
                <a:extLst>
                  <a:ext uri="{FF2B5EF4-FFF2-40B4-BE49-F238E27FC236}">
                    <a16:creationId xmlns:a16="http://schemas.microsoft.com/office/drawing/2014/main" id="{D70353B8-16C5-F5B9-9B78-A2B255A62618}"/>
                  </a:ext>
                </a:extLst>
              </p:cNvPr>
              <p:cNvGrpSpPr/>
              <p:nvPr/>
            </p:nvGrpSpPr>
            <p:grpSpPr>
              <a:xfrm>
                <a:off x="2450271" y="3235696"/>
                <a:ext cx="1935682" cy="861312"/>
                <a:chOff x="10152961" y="802349"/>
                <a:chExt cx="1935682" cy="861312"/>
              </a:xfrm>
            </p:grpSpPr>
            <p:sp>
              <p:nvSpPr>
                <p:cNvPr id="61" name="矩形 60">
                  <a:extLst>
                    <a:ext uri="{FF2B5EF4-FFF2-40B4-BE49-F238E27FC236}">
                      <a16:creationId xmlns:a16="http://schemas.microsoft.com/office/drawing/2014/main" id="{FA97FAEA-61F1-8600-A868-B0BA2FF31693}"/>
                    </a:ext>
                  </a:extLst>
                </p:cNvPr>
                <p:cNvSpPr/>
                <p:nvPr/>
              </p:nvSpPr>
              <p:spPr>
                <a:xfrm>
                  <a:off x="10152961" y="802349"/>
                  <a:ext cx="1935682" cy="861312"/>
                </a:xfrm>
                <a:prstGeom prst="rect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40DCE1EC-BEE9-DB3B-ECFA-FAD48C9B51C4}"/>
                    </a:ext>
                  </a:extLst>
                </p:cNvPr>
                <p:cNvSpPr txBox="1"/>
                <p:nvPr/>
              </p:nvSpPr>
              <p:spPr>
                <a:xfrm>
                  <a:off x="11465668" y="904205"/>
                  <a:ext cx="593092" cy="646331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r>
                    <a:rPr lang="en-US" altLang="zh-CN" b="1" dirty="0">
                      <a:solidFill>
                        <a:srgbClr val="5D170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Pay</a:t>
                  </a:r>
                </a:p>
                <a:p>
                  <a:r>
                    <a:rPr lang="en-US" altLang="zh-CN" b="1" dirty="0">
                      <a:solidFill>
                        <a:srgbClr val="5D170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Fac</a:t>
                  </a:r>
                  <a:endParaRPr lang="zh-CN" altLang="en-US" b="1" dirty="0">
                    <a:solidFill>
                      <a:srgbClr val="5D170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pic>
              <p:nvPicPr>
                <p:cNvPr id="71" name="图形 70">
                  <a:extLst>
                    <a:ext uri="{FF2B5EF4-FFF2-40B4-BE49-F238E27FC236}">
                      <a16:creationId xmlns:a16="http://schemas.microsoft.com/office/drawing/2014/main" id="{5DEA4D37-0AE4-39EE-E6B8-70FF03336BB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96DAC541-7B7A-43D3-8B79-37D633B846F1}">
                      <asvg:svgBlip xmlns:asvg="http://schemas.microsoft.com/office/drawing/2016/SVG/main" r:embed="rId1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291276" y="996604"/>
                  <a:ext cx="1137881" cy="475438"/>
                </a:xfrm>
                <a:prstGeom prst="rect">
                  <a:avLst/>
                </a:prstGeom>
              </p:spPr>
            </p:pic>
          </p:grpSp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79250A35-88EB-6944-E218-65BFBD9D2EA9}"/>
                  </a:ext>
                </a:extLst>
              </p:cNvPr>
              <p:cNvGrpSpPr/>
              <p:nvPr/>
            </p:nvGrpSpPr>
            <p:grpSpPr>
              <a:xfrm>
                <a:off x="8906380" y="3235696"/>
                <a:ext cx="1747632" cy="861312"/>
                <a:chOff x="10347964" y="3831192"/>
                <a:chExt cx="1747632" cy="861312"/>
              </a:xfrm>
            </p:grpSpPr>
            <p:sp>
              <p:nvSpPr>
                <p:cNvPr id="39" name="矩形 38">
                  <a:extLst>
                    <a:ext uri="{FF2B5EF4-FFF2-40B4-BE49-F238E27FC236}">
                      <a16:creationId xmlns:a16="http://schemas.microsoft.com/office/drawing/2014/main" id="{D6BAB93E-3A9D-E18D-0E2D-E4C515E45B9F}"/>
                    </a:ext>
                  </a:extLst>
                </p:cNvPr>
                <p:cNvSpPr/>
                <p:nvPr/>
              </p:nvSpPr>
              <p:spPr>
                <a:xfrm>
                  <a:off x="10347964" y="3831192"/>
                  <a:ext cx="1747632" cy="861312"/>
                </a:xfrm>
                <a:prstGeom prst="rect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74222AC1-B8F1-75A0-1926-E504F093FC5D}"/>
                    </a:ext>
                  </a:extLst>
                </p:cNvPr>
                <p:cNvSpPr txBox="1"/>
                <p:nvPr/>
              </p:nvSpPr>
              <p:spPr>
                <a:xfrm>
                  <a:off x="11310163" y="3933047"/>
                  <a:ext cx="723125" cy="646331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r>
                    <a:rPr lang="zh-CN" altLang="en-US" b="1" dirty="0">
                      <a:solidFill>
                        <a:srgbClr val="5D170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发卡</a:t>
                  </a:r>
                  <a:endParaRPr lang="en-US" altLang="zh-CN" b="1" dirty="0">
                    <a:solidFill>
                      <a:srgbClr val="5D170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r>
                    <a:rPr lang="zh-CN" altLang="en-US" b="1" dirty="0">
                      <a:solidFill>
                        <a:srgbClr val="5D170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机构</a:t>
                  </a:r>
                </a:p>
              </p:txBody>
            </p:sp>
            <p:pic>
              <p:nvPicPr>
                <p:cNvPr id="56" name="图形 55">
                  <a:extLst>
                    <a:ext uri="{FF2B5EF4-FFF2-40B4-BE49-F238E27FC236}">
                      <a16:creationId xmlns:a16="http://schemas.microsoft.com/office/drawing/2014/main" id="{36A53381-519C-05A1-D9E6-9420D7484F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498655" y="4021197"/>
                  <a:ext cx="723125" cy="470030"/>
                </a:xfrm>
                <a:prstGeom prst="rect">
                  <a:avLst/>
                </a:prstGeom>
              </p:spPr>
            </p:pic>
          </p:grpSp>
          <p:grpSp>
            <p:nvGrpSpPr>
              <p:cNvPr id="11" name="组合 10">
                <a:extLst>
                  <a:ext uri="{FF2B5EF4-FFF2-40B4-BE49-F238E27FC236}">
                    <a16:creationId xmlns:a16="http://schemas.microsoft.com/office/drawing/2014/main" id="{7B2FE21E-F1A8-312A-DB8D-DC1A73491594}"/>
                  </a:ext>
                </a:extLst>
              </p:cNvPr>
              <p:cNvGrpSpPr/>
              <p:nvPr/>
            </p:nvGrpSpPr>
            <p:grpSpPr>
              <a:xfrm>
                <a:off x="4727674" y="3235696"/>
                <a:ext cx="1747632" cy="861312"/>
                <a:chOff x="10347964" y="4910335"/>
                <a:chExt cx="1747632" cy="861312"/>
              </a:xfrm>
            </p:grpSpPr>
            <p:sp>
              <p:nvSpPr>
                <p:cNvPr id="25" name="矩形 24">
                  <a:extLst>
                    <a:ext uri="{FF2B5EF4-FFF2-40B4-BE49-F238E27FC236}">
                      <a16:creationId xmlns:a16="http://schemas.microsoft.com/office/drawing/2014/main" id="{448F21FD-6278-1F0B-1795-379B721C1A83}"/>
                    </a:ext>
                  </a:extLst>
                </p:cNvPr>
                <p:cNvSpPr/>
                <p:nvPr/>
              </p:nvSpPr>
              <p:spPr>
                <a:xfrm>
                  <a:off x="10347964" y="4910335"/>
                  <a:ext cx="1747632" cy="861312"/>
                </a:xfrm>
                <a:prstGeom prst="rect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27D81822-D9FB-0500-4795-98D56D481AEC}"/>
                    </a:ext>
                  </a:extLst>
                </p:cNvPr>
                <p:cNvSpPr txBox="1"/>
                <p:nvPr/>
              </p:nvSpPr>
              <p:spPr>
                <a:xfrm>
                  <a:off x="11310163" y="5012191"/>
                  <a:ext cx="723125" cy="646331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r>
                    <a:rPr lang="zh-CN" altLang="en-US" b="1" dirty="0">
                      <a:solidFill>
                        <a:srgbClr val="5D170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收单机构</a:t>
                  </a:r>
                </a:p>
              </p:txBody>
            </p:sp>
            <p:pic>
              <p:nvPicPr>
                <p:cNvPr id="38" name="图形 37">
                  <a:extLst>
                    <a:ext uri="{FF2B5EF4-FFF2-40B4-BE49-F238E27FC236}">
                      <a16:creationId xmlns:a16="http://schemas.microsoft.com/office/drawing/2014/main" id="{63FC40D0-F7B2-01D0-2148-D8B20372D8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439725" y="5121684"/>
                  <a:ext cx="870438" cy="471017"/>
                </a:xfrm>
                <a:prstGeom prst="rect">
                  <a:avLst/>
                </a:prstGeom>
              </p:spPr>
            </p:pic>
          </p:grpSp>
          <p:grpSp>
            <p:nvGrpSpPr>
              <p:cNvPr id="12" name="组合 11">
                <a:extLst>
                  <a:ext uri="{FF2B5EF4-FFF2-40B4-BE49-F238E27FC236}">
                    <a16:creationId xmlns:a16="http://schemas.microsoft.com/office/drawing/2014/main" id="{F8211D9A-997E-B9F4-5E06-A311DF388E33}"/>
                  </a:ext>
                </a:extLst>
              </p:cNvPr>
              <p:cNvGrpSpPr/>
              <p:nvPr/>
            </p:nvGrpSpPr>
            <p:grpSpPr>
              <a:xfrm>
                <a:off x="6817027" y="3235696"/>
                <a:ext cx="1747632" cy="861312"/>
                <a:chOff x="10347964" y="5907198"/>
                <a:chExt cx="1747632" cy="861312"/>
              </a:xfrm>
            </p:grpSpPr>
            <p:sp>
              <p:nvSpPr>
                <p:cNvPr id="49" name="矩形 48">
                  <a:extLst>
                    <a:ext uri="{FF2B5EF4-FFF2-40B4-BE49-F238E27FC236}">
                      <a16:creationId xmlns:a16="http://schemas.microsoft.com/office/drawing/2014/main" id="{E968A256-9FC4-B1FC-40EF-73B321333001}"/>
                    </a:ext>
                  </a:extLst>
                </p:cNvPr>
                <p:cNvSpPr/>
                <p:nvPr/>
              </p:nvSpPr>
              <p:spPr>
                <a:xfrm>
                  <a:off x="10347964" y="5907198"/>
                  <a:ext cx="1747632" cy="861312"/>
                </a:xfrm>
                <a:prstGeom prst="rect">
                  <a:avLst/>
                </a:prstGeom>
                <a:solidFill>
                  <a:srgbClr val="FDEF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455BE2CF-368E-12F9-EA02-BB52B4DF8EF1}"/>
                    </a:ext>
                  </a:extLst>
                </p:cNvPr>
                <p:cNvSpPr txBox="1"/>
                <p:nvPr/>
              </p:nvSpPr>
              <p:spPr>
                <a:xfrm>
                  <a:off x="11186139" y="6147553"/>
                  <a:ext cx="877630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r>
                    <a:rPr lang="zh-CN" altLang="en-US" b="1" dirty="0">
                      <a:solidFill>
                        <a:srgbClr val="5D170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卡组织</a:t>
                  </a:r>
                </a:p>
              </p:txBody>
            </p:sp>
            <p:pic>
              <p:nvPicPr>
                <p:cNvPr id="24" name="图形 23">
                  <a:extLst>
                    <a:ext uri="{FF2B5EF4-FFF2-40B4-BE49-F238E27FC236}">
                      <a16:creationId xmlns:a16="http://schemas.microsoft.com/office/drawing/2014/main" id="{40E8BD05-6987-4F9B-2518-1E133B9DA6D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452665" y="6096710"/>
                  <a:ext cx="762162" cy="471017"/>
                </a:xfrm>
                <a:prstGeom prst="rect">
                  <a:avLst/>
                </a:prstGeom>
              </p:spPr>
            </p:pic>
          </p:grpSp>
          <p:cxnSp>
            <p:nvCxnSpPr>
              <p:cNvPr id="13" name="直接箭头连接符 12">
                <a:extLst>
                  <a:ext uri="{FF2B5EF4-FFF2-40B4-BE49-F238E27FC236}">
                    <a16:creationId xmlns:a16="http://schemas.microsoft.com/office/drawing/2014/main" id="{47FBADAA-5930-5FC1-D31E-4922A72C6700}"/>
                  </a:ext>
                </a:extLst>
              </p:cNvPr>
              <p:cNvCxnSpPr>
                <a:cxnSpLocks/>
                <a:stCxn id="25" idx="3"/>
                <a:endCxn id="49" idx="1"/>
              </p:cNvCxnSpPr>
              <p:nvPr/>
            </p:nvCxnSpPr>
            <p:spPr>
              <a:xfrm>
                <a:off x="6475306" y="3666352"/>
                <a:ext cx="341721" cy="0"/>
              </a:xfrm>
              <a:prstGeom prst="straightConnector1">
                <a:avLst/>
              </a:prstGeom>
              <a:ln w="25400">
                <a:solidFill>
                  <a:srgbClr val="5D1709"/>
                </a:solidFill>
                <a:headEnd type="none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箭头连接符 15">
                <a:extLst>
                  <a:ext uri="{FF2B5EF4-FFF2-40B4-BE49-F238E27FC236}">
                    <a16:creationId xmlns:a16="http://schemas.microsoft.com/office/drawing/2014/main" id="{25DC99F5-F0C0-240A-D14F-68C7AA54F581}"/>
                  </a:ext>
                </a:extLst>
              </p:cNvPr>
              <p:cNvCxnSpPr>
                <a:cxnSpLocks/>
                <a:stCxn id="49" idx="3"/>
                <a:endCxn id="39" idx="1"/>
              </p:cNvCxnSpPr>
              <p:nvPr/>
            </p:nvCxnSpPr>
            <p:spPr>
              <a:xfrm>
                <a:off x="8564659" y="3666352"/>
                <a:ext cx="341721" cy="0"/>
              </a:xfrm>
              <a:prstGeom prst="straightConnector1">
                <a:avLst/>
              </a:prstGeom>
              <a:ln w="25400">
                <a:solidFill>
                  <a:srgbClr val="5D1709"/>
                </a:solidFill>
                <a:headEnd type="none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箭头连接符 16">
                <a:extLst>
                  <a:ext uri="{FF2B5EF4-FFF2-40B4-BE49-F238E27FC236}">
                    <a16:creationId xmlns:a16="http://schemas.microsoft.com/office/drawing/2014/main" id="{EED159C2-9F91-5DB0-2486-B3BA86B76462}"/>
                  </a:ext>
                </a:extLst>
              </p:cNvPr>
              <p:cNvCxnSpPr>
                <a:cxnSpLocks/>
                <a:stCxn id="61" idx="3"/>
                <a:endCxn id="25" idx="1"/>
              </p:cNvCxnSpPr>
              <p:nvPr/>
            </p:nvCxnSpPr>
            <p:spPr>
              <a:xfrm>
                <a:off x="4385953" y="3666352"/>
                <a:ext cx="341721" cy="0"/>
              </a:xfrm>
              <a:prstGeom prst="straightConnector1">
                <a:avLst/>
              </a:prstGeom>
              <a:ln w="25400">
                <a:solidFill>
                  <a:srgbClr val="5D1709"/>
                </a:solidFill>
                <a:headEnd type="none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" name="组合 17">
                <a:extLst>
                  <a:ext uri="{FF2B5EF4-FFF2-40B4-BE49-F238E27FC236}">
                    <a16:creationId xmlns:a16="http://schemas.microsoft.com/office/drawing/2014/main" id="{78AECE78-7441-834B-9A1A-90A1D0B210AC}"/>
                  </a:ext>
                </a:extLst>
              </p:cNvPr>
              <p:cNvGrpSpPr/>
              <p:nvPr/>
            </p:nvGrpSpPr>
            <p:grpSpPr>
              <a:xfrm>
                <a:off x="625290" y="2838300"/>
                <a:ext cx="1343881" cy="475437"/>
                <a:chOff x="1214494" y="636499"/>
                <a:chExt cx="1343881" cy="475437"/>
              </a:xfrm>
            </p:grpSpPr>
            <p:pic>
              <p:nvPicPr>
                <p:cNvPr id="58" name="图形 57">
                  <a:extLst>
                    <a:ext uri="{FF2B5EF4-FFF2-40B4-BE49-F238E27FC236}">
                      <a16:creationId xmlns:a16="http://schemas.microsoft.com/office/drawing/2014/main" id="{89855292-C970-DB42-8642-73420801EA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214494" y="636499"/>
                  <a:ext cx="422926" cy="475437"/>
                </a:xfrm>
                <a:prstGeom prst="rect">
                  <a:avLst/>
                </a:prstGeom>
              </p:spPr>
            </p:pic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17E56643-AE3B-A011-E56B-891EE87BFCA3}"/>
                    </a:ext>
                  </a:extLst>
                </p:cNvPr>
                <p:cNvSpPr txBox="1"/>
                <p:nvPr/>
              </p:nvSpPr>
              <p:spPr>
                <a:xfrm>
                  <a:off x="1667302" y="689552"/>
                  <a:ext cx="891073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r>
                    <a:rPr lang="zh-CN" altLang="en-US" b="1" dirty="0">
                      <a:solidFill>
                        <a:srgbClr val="5D170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子商户</a:t>
                  </a:r>
                </a:p>
              </p:txBody>
            </p:sp>
          </p:grpSp>
          <p:grpSp>
            <p:nvGrpSpPr>
              <p:cNvPr id="69" name="组合 68">
                <a:extLst>
                  <a:ext uri="{FF2B5EF4-FFF2-40B4-BE49-F238E27FC236}">
                    <a16:creationId xmlns:a16="http://schemas.microsoft.com/office/drawing/2014/main" id="{3E7D2FAB-EFAF-330E-1D2F-DBD87938E009}"/>
                  </a:ext>
                </a:extLst>
              </p:cNvPr>
              <p:cNvGrpSpPr/>
              <p:nvPr/>
            </p:nvGrpSpPr>
            <p:grpSpPr>
              <a:xfrm>
                <a:off x="581790" y="4019206"/>
                <a:ext cx="1375041" cy="475438"/>
                <a:chOff x="581790" y="4043020"/>
                <a:chExt cx="1375041" cy="475438"/>
              </a:xfrm>
            </p:grpSpPr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E444DE6A-2C62-B1E0-5D70-C580616FF398}"/>
                    </a:ext>
                  </a:extLst>
                </p:cNvPr>
                <p:cNvSpPr txBox="1"/>
                <p:nvPr/>
              </p:nvSpPr>
              <p:spPr>
                <a:xfrm>
                  <a:off x="1065758" y="4096073"/>
                  <a:ext cx="891073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r>
                    <a:rPr lang="zh-CN" altLang="en-US" b="1" dirty="0">
                      <a:solidFill>
                        <a:srgbClr val="5D170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子商户</a:t>
                  </a:r>
                </a:p>
              </p:txBody>
            </p:sp>
            <p:pic>
              <p:nvPicPr>
                <p:cNvPr id="21" name="图形 20">
                  <a:extLst>
                    <a:ext uri="{FF2B5EF4-FFF2-40B4-BE49-F238E27FC236}">
                      <a16:creationId xmlns:a16="http://schemas.microsoft.com/office/drawing/2014/main" id="{BF666332-337C-6560-9D3D-17745EE6AF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96DAC541-7B7A-43D3-8B79-37D633B846F1}">
                      <asvg:svgBlip xmlns:asvg="http://schemas.microsoft.com/office/drawing/2016/SVG/main" r:embed="rId1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81790" y="4043020"/>
                  <a:ext cx="474496" cy="475438"/>
                </a:xfrm>
                <a:prstGeom prst="rect">
                  <a:avLst/>
                </a:prstGeom>
              </p:spPr>
            </p:pic>
          </p:grpSp>
          <p:grpSp>
            <p:nvGrpSpPr>
              <p:cNvPr id="68" name="组合 67">
                <a:extLst>
                  <a:ext uri="{FF2B5EF4-FFF2-40B4-BE49-F238E27FC236}">
                    <a16:creationId xmlns:a16="http://schemas.microsoft.com/office/drawing/2014/main" id="{11A2C42D-7C74-31FB-16AD-77EFB75CD2B0}"/>
                  </a:ext>
                </a:extLst>
              </p:cNvPr>
              <p:cNvGrpSpPr/>
              <p:nvPr/>
            </p:nvGrpSpPr>
            <p:grpSpPr>
              <a:xfrm>
                <a:off x="701662" y="3430964"/>
                <a:ext cx="1267509" cy="471016"/>
                <a:chOff x="701662" y="3454778"/>
                <a:chExt cx="1267509" cy="471016"/>
              </a:xfrm>
            </p:grpSpPr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C584442D-E0BB-88E0-448E-7F8E24D3612B}"/>
                    </a:ext>
                  </a:extLst>
                </p:cNvPr>
                <p:cNvSpPr txBox="1"/>
                <p:nvPr/>
              </p:nvSpPr>
              <p:spPr>
                <a:xfrm>
                  <a:off x="1078098" y="3505620"/>
                  <a:ext cx="891073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r>
                    <a:rPr lang="zh-CN" altLang="en-US" b="1" dirty="0">
                      <a:solidFill>
                        <a:srgbClr val="5D170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子商户</a:t>
                  </a:r>
                </a:p>
              </p:txBody>
            </p:sp>
            <p:pic>
              <p:nvPicPr>
                <p:cNvPr id="67" name="图形 66">
                  <a:extLst>
                    <a:ext uri="{FF2B5EF4-FFF2-40B4-BE49-F238E27FC236}">
                      <a16:creationId xmlns:a16="http://schemas.microsoft.com/office/drawing/2014/main" id="{C7B3B4E1-B68C-4B93-5935-4185C20710F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>
                  <a:extLst>
                    <a:ext uri="{96DAC541-7B7A-43D3-8B79-37D633B846F1}">
                      <asvg:svgBlip xmlns:asvg="http://schemas.microsoft.com/office/drawing/2016/SVG/main" r:embed="rId2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1662" y="3454778"/>
                  <a:ext cx="259432" cy="471016"/>
                </a:xfrm>
                <a:prstGeom prst="rect">
                  <a:avLst/>
                </a:prstGeom>
              </p:spPr>
            </p:pic>
          </p:grpSp>
          <p:cxnSp>
            <p:nvCxnSpPr>
              <p:cNvPr id="20" name="直接箭头连接符 19">
                <a:extLst>
                  <a:ext uri="{FF2B5EF4-FFF2-40B4-BE49-F238E27FC236}">
                    <a16:creationId xmlns:a16="http://schemas.microsoft.com/office/drawing/2014/main" id="{EF8CCAF0-09E9-9373-527B-3451F8C30A92}"/>
                  </a:ext>
                </a:extLst>
              </p:cNvPr>
              <p:cNvCxnSpPr>
                <a:cxnSpLocks/>
                <a:stCxn id="59" idx="3"/>
                <a:endCxn id="61" idx="1"/>
              </p:cNvCxnSpPr>
              <p:nvPr/>
            </p:nvCxnSpPr>
            <p:spPr>
              <a:xfrm>
                <a:off x="1969171" y="3076019"/>
                <a:ext cx="481100" cy="590333"/>
              </a:xfrm>
              <a:prstGeom prst="straightConnector1">
                <a:avLst/>
              </a:prstGeom>
              <a:ln w="25400">
                <a:solidFill>
                  <a:srgbClr val="5D1709"/>
                </a:solidFill>
                <a:headEnd type="none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箭头连接符 72">
                <a:extLst>
                  <a:ext uri="{FF2B5EF4-FFF2-40B4-BE49-F238E27FC236}">
                    <a16:creationId xmlns:a16="http://schemas.microsoft.com/office/drawing/2014/main" id="{AE5F52A5-4715-429E-F41E-ABE512F586E7}"/>
                  </a:ext>
                </a:extLst>
              </p:cNvPr>
              <p:cNvCxnSpPr>
                <a:cxnSpLocks/>
                <a:stCxn id="62" idx="3"/>
                <a:endCxn id="61" idx="1"/>
              </p:cNvCxnSpPr>
              <p:nvPr/>
            </p:nvCxnSpPr>
            <p:spPr>
              <a:xfrm flipV="1">
                <a:off x="1969171" y="3666352"/>
                <a:ext cx="481100" cy="120"/>
              </a:xfrm>
              <a:prstGeom prst="straightConnector1">
                <a:avLst/>
              </a:prstGeom>
              <a:ln w="25400">
                <a:solidFill>
                  <a:srgbClr val="5D1709"/>
                </a:solidFill>
                <a:headEnd type="none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箭头连接符 75">
                <a:extLst>
                  <a:ext uri="{FF2B5EF4-FFF2-40B4-BE49-F238E27FC236}">
                    <a16:creationId xmlns:a16="http://schemas.microsoft.com/office/drawing/2014/main" id="{4E4365C5-E19E-AD47-9DE3-1A39BA754F3E}"/>
                  </a:ext>
                </a:extLst>
              </p:cNvPr>
              <p:cNvCxnSpPr>
                <a:cxnSpLocks/>
                <a:stCxn id="65" idx="3"/>
                <a:endCxn id="61" idx="1"/>
              </p:cNvCxnSpPr>
              <p:nvPr/>
            </p:nvCxnSpPr>
            <p:spPr>
              <a:xfrm flipV="1">
                <a:off x="1956831" y="3666352"/>
                <a:ext cx="493440" cy="590573"/>
              </a:xfrm>
              <a:prstGeom prst="straightConnector1">
                <a:avLst/>
              </a:prstGeom>
              <a:ln w="25400">
                <a:solidFill>
                  <a:srgbClr val="5D1709"/>
                </a:solidFill>
                <a:headEnd type="none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23783335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>
            <a:extLst>
              <a:ext uri="{FF2B5EF4-FFF2-40B4-BE49-F238E27FC236}">
                <a16:creationId xmlns:a16="http://schemas.microsoft.com/office/drawing/2014/main" id="{E5B8A5FE-2E07-25CE-4AAD-194D557CEF04}"/>
              </a:ext>
            </a:extLst>
          </p:cNvPr>
          <p:cNvGrpSpPr/>
          <p:nvPr/>
        </p:nvGrpSpPr>
        <p:grpSpPr>
          <a:xfrm>
            <a:off x="397027" y="380497"/>
            <a:ext cx="6149312" cy="2513540"/>
            <a:chOff x="419887" y="1531117"/>
            <a:chExt cx="6149312" cy="2513540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E7C1236D-BED8-8248-312A-06DC1C84D0A2}"/>
                </a:ext>
              </a:extLst>
            </p:cNvPr>
            <p:cNvSpPr txBox="1"/>
            <p:nvPr/>
          </p:nvSpPr>
          <p:spPr>
            <a:xfrm>
              <a:off x="1546606" y="1531117"/>
              <a:ext cx="669036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T+0</a:t>
              </a:r>
              <a:endParaRPr lang="zh-CN" altLang="en-US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44B1F925-5336-D73A-510D-42AFED4604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46606" y="1988781"/>
              <a:ext cx="669036" cy="669036"/>
            </a:xfrm>
            <a:prstGeom prst="rect">
              <a:avLst/>
            </a:prstGeom>
          </p:spPr>
        </p:pic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AA685114-454A-345E-4AC3-15DDBDE1A330}"/>
                </a:ext>
              </a:extLst>
            </p:cNvPr>
            <p:cNvSpPr txBox="1"/>
            <p:nvPr/>
          </p:nvSpPr>
          <p:spPr>
            <a:xfrm>
              <a:off x="3121406" y="1531117"/>
              <a:ext cx="669036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T+1</a:t>
              </a:r>
              <a:endParaRPr lang="zh-CN" altLang="en-US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2C51EA77-8ACC-FA67-6E59-0306A2854E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21406" y="2682201"/>
              <a:ext cx="669036" cy="669036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DF086DAC-DFED-3649-71E7-1D92B5169284}"/>
                </a:ext>
              </a:extLst>
            </p:cNvPr>
            <p:cNvSpPr txBox="1"/>
            <p:nvPr/>
          </p:nvSpPr>
          <p:spPr>
            <a:xfrm>
              <a:off x="4696206" y="1531117"/>
              <a:ext cx="669036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T+5</a:t>
              </a:r>
              <a:endParaRPr lang="zh-CN" altLang="en-US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C6DC981F-89AD-7F56-32B1-64317059D8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96206" y="3375621"/>
              <a:ext cx="669036" cy="669036"/>
            </a:xfrm>
            <a:prstGeom prst="rect">
              <a:avLst/>
            </a:prstGeom>
          </p:spPr>
        </p:pic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E5798339-EE83-88BB-BBE6-0293BA19D1A0}"/>
                </a:ext>
              </a:extLst>
            </p:cNvPr>
            <p:cNvCxnSpPr>
              <a:cxnSpLocks/>
              <a:stCxn id="6" idx="3"/>
            </p:cNvCxnSpPr>
            <p:nvPr/>
          </p:nvCxnSpPr>
          <p:spPr>
            <a:xfrm>
              <a:off x="2215642" y="2323299"/>
              <a:ext cx="3809845" cy="0"/>
            </a:xfrm>
            <a:prstGeom prst="straightConnector1">
              <a:avLst/>
            </a:prstGeom>
            <a:ln w="25400">
              <a:solidFill>
                <a:srgbClr val="5D1709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5726879B-E652-3D95-3108-DED6813E875A}"/>
                </a:ext>
              </a:extLst>
            </p:cNvPr>
            <p:cNvCxnSpPr>
              <a:cxnSpLocks/>
              <a:stCxn id="8" idx="3"/>
            </p:cNvCxnSpPr>
            <p:nvPr/>
          </p:nvCxnSpPr>
          <p:spPr>
            <a:xfrm>
              <a:off x="3790442" y="3016719"/>
              <a:ext cx="2235045" cy="0"/>
            </a:xfrm>
            <a:prstGeom prst="straightConnector1">
              <a:avLst/>
            </a:prstGeom>
            <a:ln w="25400">
              <a:solidFill>
                <a:srgbClr val="5D1709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AE093ECD-F37B-1689-12B3-EBC02349CC77}"/>
                </a:ext>
              </a:extLst>
            </p:cNvPr>
            <p:cNvCxnSpPr>
              <a:cxnSpLocks/>
              <a:stCxn id="12" idx="3"/>
            </p:cNvCxnSpPr>
            <p:nvPr/>
          </p:nvCxnSpPr>
          <p:spPr>
            <a:xfrm>
              <a:off x="5365242" y="3710139"/>
              <a:ext cx="1121283" cy="0"/>
            </a:xfrm>
            <a:prstGeom prst="straightConnector1">
              <a:avLst/>
            </a:prstGeom>
            <a:ln w="25400">
              <a:solidFill>
                <a:srgbClr val="5D1709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9211884D-A189-67E1-AF41-28142538ABB1}"/>
                </a:ext>
              </a:extLst>
            </p:cNvPr>
            <p:cNvSpPr txBox="1"/>
            <p:nvPr/>
          </p:nvSpPr>
          <p:spPr>
            <a:xfrm>
              <a:off x="419887" y="2138633"/>
              <a:ext cx="1112448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付款记录</a:t>
              </a: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30B6E67A-D106-17B2-6BA6-9A47B2CFB91D}"/>
                </a:ext>
              </a:extLst>
            </p:cNvPr>
            <p:cNvSpPr txBox="1"/>
            <p:nvPr/>
          </p:nvSpPr>
          <p:spPr>
            <a:xfrm>
              <a:off x="419887" y="2832053"/>
              <a:ext cx="1112448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退款记录</a:t>
              </a: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06AE6617-1991-A570-8936-F71F88F763AF}"/>
                </a:ext>
              </a:extLst>
            </p:cNvPr>
            <p:cNvSpPr txBox="1"/>
            <p:nvPr/>
          </p:nvSpPr>
          <p:spPr>
            <a:xfrm>
              <a:off x="419887" y="3526185"/>
              <a:ext cx="1112448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仲裁记录</a:t>
              </a:r>
            </a:p>
          </p:txBody>
        </p:sp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17F59E7F-249D-C880-76C1-2850858EAE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25487" y="2746150"/>
              <a:ext cx="543712" cy="543710"/>
            </a:xfrm>
            <a:prstGeom prst="rect">
              <a:avLst/>
            </a:prstGeom>
          </p:spPr>
        </p:pic>
        <p:pic>
          <p:nvPicPr>
            <p:cNvPr id="39" name="图片 38">
              <a:extLst>
                <a:ext uri="{FF2B5EF4-FFF2-40B4-BE49-F238E27FC236}">
                  <a16:creationId xmlns:a16="http://schemas.microsoft.com/office/drawing/2014/main" id="{5A1B893E-0295-0CFB-4520-9D0051469F1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25487" y="2052731"/>
              <a:ext cx="543712" cy="543710"/>
            </a:xfrm>
            <a:prstGeom prst="rect">
              <a:avLst/>
            </a:prstGeom>
          </p:spPr>
        </p:pic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F165B29D-C3DB-A15B-7160-629A10BF70CC}"/>
              </a:ext>
            </a:extLst>
          </p:cNvPr>
          <p:cNvGrpSpPr/>
          <p:nvPr/>
        </p:nvGrpSpPr>
        <p:grpSpPr>
          <a:xfrm>
            <a:off x="373095" y="3385502"/>
            <a:ext cx="6854160" cy="3016830"/>
            <a:chOff x="2089377" y="1534590"/>
            <a:chExt cx="6854160" cy="3016830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0A87789B-49F1-33C6-A027-144260DEFD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9377" y="1988165"/>
              <a:ext cx="3382941" cy="21315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C6EF0658-23CA-31E1-3E28-432AFB94460A}"/>
                </a:ext>
              </a:extLst>
            </p:cNvPr>
            <p:cNvGrpSpPr/>
            <p:nvPr/>
          </p:nvGrpSpPr>
          <p:grpSpPr>
            <a:xfrm>
              <a:off x="5560597" y="1988165"/>
              <a:ext cx="3382940" cy="2131551"/>
              <a:chOff x="5560597" y="1988165"/>
              <a:chExt cx="3382940" cy="2131551"/>
            </a:xfrm>
          </p:grpSpPr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8EC82A3D-63F9-0DE2-D224-0604A5485EC6}"/>
                  </a:ext>
                </a:extLst>
              </p:cNvPr>
              <p:cNvSpPr/>
              <p:nvPr/>
            </p:nvSpPr>
            <p:spPr>
              <a:xfrm>
                <a:off x="5560597" y="1988165"/>
                <a:ext cx="3382940" cy="2131551"/>
              </a:xfrm>
              <a:prstGeom prst="rect">
                <a:avLst/>
              </a:prstGeom>
              <a:solidFill>
                <a:srgbClr val="231F2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4E9B3385-CFE8-5B43-6B81-08D91B868FE6}"/>
                  </a:ext>
                </a:extLst>
              </p:cNvPr>
              <p:cNvSpPr/>
              <p:nvPr/>
            </p:nvSpPr>
            <p:spPr>
              <a:xfrm>
                <a:off x="5560597" y="2201526"/>
                <a:ext cx="3382940" cy="441964"/>
              </a:xfrm>
              <a:prstGeom prst="rect">
                <a:avLst/>
              </a:prstGeom>
              <a:gradFill flip="none" rotWithShape="1">
                <a:gsLst>
                  <a:gs pos="0">
                    <a:srgbClr val="292929"/>
                  </a:gs>
                  <a:gs pos="57000">
                    <a:srgbClr val="434343"/>
                  </a:gs>
                  <a:gs pos="100000">
                    <a:srgbClr val="2B2B29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E2071351-0ADA-484B-A8E3-5841CCB5AA0D}"/>
                  </a:ext>
                </a:extLst>
              </p:cNvPr>
              <p:cNvSpPr txBox="1"/>
              <p:nvPr/>
            </p:nvSpPr>
            <p:spPr>
              <a:xfrm>
                <a:off x="5560597" y="2002512"/>
                <a:ext cx="1978441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600" dirty="0">
                    <a:solidFill>
                      <a:schemeClr val="bg1"/>
                    </a:solidFill>
                    <a:latin typeface="Segoe UI Variable Small" pitchFamily="2" charset="0"/>
                    <a:ea typeface="微软雅黑" panose="020B0503020204020204" pitchFamily="34" charset="-122"/>
                  </a:rPr>
                  <a:t>HSBC Personal Banking Hotline 1-800-769-2511</a:t>
                </a:r>
                <a:endParaRPr lang="zh-CN" altLang="en-US" sz="600" dirty="0">
                  <a:solidFill>
                    <a:schemeClr val="bg1"/>
                  </a:solidFill>
                  <a:latin typeface="Segoe UI Variable Small" pitchFamily="2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27163BD4-5120-04A5-614F-FBC1B94B22E8}"/>
                  </a:ext>
                </a:extLst>
              </p:cNvPr>
              <p:cNvSpPr txBox="1"/>
              <p:nvPr/>
            </p:nvSpPr>
            <p:spPr>
              <a:xfrm>
                <a:off x="8405813" y="2002512"/>
                <a:ext cx="537724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600" b="1" dirty="0">
                    <a:solidFill>
                      <a:schemeClr val="bg1"/>
                    </a:solidFill>
                    <a:latin typeface="Segoe UI Variable Small" pitchFamily="2" charset="0"/>
                    <a:ea typeface="微软雅黑" panose="020B0503020204020204" pitchFamily="34" charset="-122"/>
                  </a:rPr>
                  <a:t>CA</a:t>
                </a:r>
                <a:endParaRPr lang="zh-CN" altLang="en-US" sz="600" b="1" dirty="0">
                  <a:solidFill>
                    <a:schemeClr val="bg1"/>
                  </a:solidFill>
                  <a:latin typeface="Segoe UI Variable Small" pitchFamily="2" charset="0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63" name="Picture 2">
                <a:extLst>
                  <a:ext uri="{FF2B5EF4-FFF2-40B4-BE49-F238E27FC236}">
                    <a16:creationId xmlns:a16="http://schemas.microsoft.com/office/drawing/2014/main" id="{4255BC5D-06D2-4963-49CE-A8D98E3197F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4538" t="67894" r="4505" b="11253"/>
              <a:stretch/>
            </p:blipFill>
            <p:spPr bwMode="auto">
              <a:xfrm>
                <a:off x="7840637" y="2856852"/>
                <a:ext cx="553220" cy="3468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24" name="矩形 1023">
                <a:extLst>
                  <a:ext uri="{FF2B5EF4-FFF2-40B4-BE49-F238E27FC236}">
                    <a16:creationId xmlns:a16="http://schemas.microsoft.com/office/drawing/2014/main" id="{C8DDA297-A5E6-4BC9-A3CA-5994750DAD8D}"/>
                  </a:ext>
                </a:extLst>
              </p:cNvPr>
              <p:cNvSpPr/>
              <p:nvPr/>
            </p:nvSpPr>
            <p:spPr>
              <a:xfrm>
                <a:off x="5770147" y="2840671"/>
                <a:ext cx="1913353" cy="316867"/>
              </a:xfrm>
              <a:prstGeom prst="rect">
                <a:avLst/>
              </a:prstGeom>
              <a:solidFill>
                <a:srgbClr val="F2EEE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5" name="文本框 1024">
                <a:extLst>
                  <a:ext uri="{FF2B5EF4-FFF2-40B4-BE49-F238E27FC236}">
                    <a16:creationId xmlns:a16="http://schemas.microsoft.com/office/drawing/2014/main" id="{B9E939AE-9C03-67A7-90D8-3E9CD3F83D2E}"/>
                  </a:ext>
                </a:extLst>
              </p:cNvPr>
              <p:cNvSpPr txBox="1"/>
              <p:nvPr/>
            </p:nvSpPr>
            <p:spPr>
              <a:xfrm>
                <a:off x="5676483" y="2819240"/>
                <a:ext cx="1978441" cy="4087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300"/>
                  </a:lnSpc>
                </a:pPr>
                <a:r>
                  <a:rPr lang="en-US" altLang="zh-CN" sz="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· · · · · · · · · · · · · · · · · · · · · · · · · · · · · · · · · · · · · · </a:t>
                </a:r>
              </a:p>
              <a:p>
                <a:pPr>
                  <a:lnSpc>
                    <a:spcPts val="300"/>
                  </a:lnSpc>
                </a:pPr>
                <a:r>
                  <a:rPr lang="en-US" altLang="zh-CN" sz="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· · · · · · · · · · · · · · · · · · · · · · · · · · · · · · · · · · · · · · </a:t>
                </a:r>
                <a:endParaRPr lang="zh-CN" altLang="en-US" sz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ts val="300"/>
                  </a:lnSpc>
                </a:pPr>
                <a:r>
                  <a:rPr lang="en-US" altLang="zh-CN" sz="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· · · · · · · · · · · · · · · · · · · · · · · · · · · · · · · · · · · · · · </a:t>
                </a:r>
              </a:p>
              <a:p>
                <a:pPr>
                  <a:lnSpc>
                    <a:spcPts val="300"/>
                  </a:lnSpc>
                </a:pPr>
                <a:r>
                  <a:rPr lang="en-US" altLang="zh-CN" sz="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· · · · · · · · · · · · · · · · · · · · · · · · · · · · · · · · · · · · · · </a:t>
                </a:r>
              </a:p>
              <a:p>
                <a:pPr>
                  <a:lnSpc>
                    <a:spcPts val="300"/>
                  </a:lnSpc>
                </a:pPr>
                <a:r>
                  <a:rPr lang="en-US" altLang="zh-CN" sz="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· · · · · · · · · · · · · · · · · · · · · · · · · · · · · · · · · · · · · · </a:t>
                </a:r>
                <a:endParaRPr lang="zh-CN" altLang="en-US" sz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ts val="300"/>
                  </a:lnSpc>
                </a:pPr>
                <a:r>
                  <a:rPr lang="en-US" altLang="zh-CN" sz="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· · · · · · · · · · · · · · · · · · · · · · · · · · · · · · · · · · · · · ·</a:t>
                </a:r>
              </a:p>
              <a:p>
                <a:pPr>
                  <a:lnSpc>
                    <a:spcPts val="300"/>
                  </a:lnSpc>
                </a:pPr>
                <a:r>
                  <a:rPr lang="en-US" altLang="zh-CN" sz="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· · · · · · · · · · · · · · · · · · · · · · · · · · · · · · · · · · · · · · </a:t>
                </a:r>
              </a:p>
              <a:p>
                <a:pPr>
                  <a:lnSpc>
                    <a:spcPts val="300"/>
                  </a:lnSpc>
                </a:pPr>
                <a:r>
                  <a:rPr lang="en-US" altLang="zh-CN" sz="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· · · · · · · · · · · · · · · · · · · · · · · · · · · · · · · · · · · · · ·  </a:t>
                </a:r>
                <a:endParaRPr lang="zh-CN" altLang="en-US" sz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27" name="文本框 1026">
                <a:extLst>
                  <a:ext uri="{FF2B5EF4-FFF2-40B4-BE49-F238E27FC236}">
                    <a16:creationId xmlns:a16="http://schemas.microsoft.com/office/drawing/2014/main" id="{214B8072-AB67-1880-6ACF-BCFC7DDB4C77}"/>
                  </a:ext>
                </a:extLst>
              </p:cNvPr>
              <p:cNvSpPr txBox="1"/>
              <p:nvPr/>
            </p:nvSpPr>
            <p:spPr>
              <a:xfrm>
                <a:off x="5702301" y="3254573"/>
                <a:ext cx="196831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>
                    <a:solidFill>
                      <a:schemeClr val="bg1"/>
                    </a:solidFill>
                    <a:latin typeface="Segoe UI Variable Small" pitchFamily="2" charset="0"/>
                    <a:ea typeface="微软雅黑" panose="020B0503020204020204" pitchFamily="34" charset="-122"/>
                  </a:rPr>
                  <a:t>1234 5678 8888 8888</a:t>
                </a:r>
                <a:endParaRPr lang="zh-CN" altLang="en-US" sz="1400" b="1" dirty="0">
                  <a:solidFill>
                    <a:schemeClr val="bg1"/>
                  </a:solidFill>
                  <a:latin typeface="Segoe UI Variable Small" pitchFamily="2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28" name="文本框 1027">
                <a:extLst>
                  <a:ext uri="{FF2B5EF4-FFF2-40B4-BE49-F238E27FC236}">
                    <a16:creationId xmlns:a16="http://schemas.microsoft.com/office/drawing/2014/main" id="{743CEE8E-CD98-13FB-15EC-9182AE95F7DA}"/>
                  </a:ext>
                </a:extLst>
              </p:cNvPr>
              <p:cNvSpPr txBox="1"/>
              <p:nvPr/>
            </p:nvSpPr>
            <p:spPr>
              <a:xfrm>
                <a:off x="5692774" y="3645068"/>
                <a:ext cx="7971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>
                    <a:solidFill>
                      <a:schemeClr val="bg1"/>
                    </a:solidFill>
                    <a:latin typeface="Segoe UI Variable Small" pitchFamily="2" charset="0"/>
                    <a:ea typeface="微软雅黑" panose="020B0503020204020204" pitchFamily="34" charset="-122"/>
                  </a:rPr>
                  <a:t>02</a:t>
                </a:r>
                <a:r>
                  <a:rPr lang="en-US" altLang="zh-CN" sz="1400" dirty="0">
                    <a:solidFill>
                      <a:schemeClr val="bg1"/>
                    </a:solidFill>
                    <a:latin typeface="Segoe UI Variable Small" pitchFamily="2" charset="0"/>
                    <a:ea typeface="微软雅黑" panose="020B0503020204020204" pitchFamily="34" charset="-122"/>
                  </a:rPr>
                  <a:t>/</a:t>
                </a:r>
                <a:r>
                  <a:rPr lang="en-US" altLang="zh-CN" sz="1400" b="1" dirty="0">
                    <a:solidFill>
                      <a:schemeClr val="bg1"/>
                    </a:solidFill>
                    <a:latin typeface="Segoe UI Variable Small" pitchFamily="2" charset="0"/>
                    <a:ea typeface="微软雅黑" panose="020B0503020204020204" pitchFamily="34" charset="-122"/>
                  </a:rPr>
                  <a:t>30</a:t>
                </a:r>
                <a:endParaRPr lang="zh-CN" altLang="en-US" sz="1400" b="1" dirty="0">
                  <a:solidFill>
                    <a:schemeClr val="bg1"/>
                  </a:solidFill>
                  <a:latin typeface="Segoe UI Variable Small" pitchFamily="2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29" name="文本框 1028">
                <a:extLst>
                  <a:ext uri="{FF2B5EF4-FFF2-40B4-BE49-F238E27FC236}">
                    <a16:creationId xmlns:a16="http://schemas.microsoft.com/office/drawing/2014/main" id="{8341B3D6-C68A-0FD4-D4B8-27AC797FF0C4}"/>
                  </a:ext>
                </a:extLst>
              </p:cNvPr>
              <p:cNvSpPr txBox="1"/>
              <p:nvPr/>
            </p:nvSpPr>
            <p:spPr>
              <a:xfrm>
                <a:off x="5676482" y="2658878"/>
                <a:ext cx="1978441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600" dirty="0">
                    <a:solidFill>
                      <a:schemeClr val="bg1"/>
                    </a:solidFill>
                    <a:latin typeface="Segoe UI Variable Small" pitchFamily="2" charset="0"/>
                    <a:ea typeface="微软雅黑" panose="020B0503020204020204" pitchFamily="34" charset="-122"/>
                  </a:rPr>
                  <a:t>AUTHORIZED SIGNATURE</a:t>
                </a:r>
                <a:endParaRPr lang="zh-CN" altLang="en-US" sz="600" dirty="0">
                  <a:solidFill>
                    <a:schemeClr val="bg1"/>
                  </a:solidFill>
                  <a:latin typeface="Segoe UI Variable Small" pitchFamily="2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0" name="文本框 1029">
                <a:extLst>
                  <a:ext uri="{FF2B5EF4-FFF2-40B4-BE49-F238E27FC236}">
                    <a16:creationId xmlns:a16="http://schemas.microsoft.com/office/drawing/2014/main" id="{BDE00859-804B-95EB-0A2D-B02EE2EF01E1}"/>
                  </a:ext>
                </a:extLst>
              </p:cNvPr>
              <p:cNvSpPr txBox="1"/>
              <p:nvPr/>
            </p:nvSpPr>
            <p:spPr>
              <a:xfrm>
                <a:off x="5699125" y="3558601"/>
                <a:ext cx="797123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600" dirty="0">
                    <a:solidFill>
                      <a:schemeClr val="bg1"/>
                    </a:solidFill>
                    <a:latin typeface="Segoe UI Variable Small" pitchFamily="2" charset="0"/>
                    <a:ea typeface="微软雅黑" panose="020B0503020204020204" pitchFamily="34" charset="-122"/>
                  </a:rPr>
                  <a:t>VALID THRU</a:t>
                </a:r>
                <a:endParaRPr lang="zh-CN" altLang="en-US" sz="600" dirty="0">
                  <a:solidFill>
                    <a:schemeClr val="bg1"/>
                  </a:solidFill>
                  <a:latin typeface="Segoe UI Variable Small" pitchFamily="2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1" name="文本框 1030">
                <a:extLst>
                  <a:ext uri="{FF2B5EF4-FFF2-40B4-BE49-F238E27FC236}">
                    <a16:creationId xmlns:a16="http://schemas.microsoft.com/office/drawing/2014/main" id="{3A9D19B6-5B72-6932-736A-02468C1E116F}"/>
                  </a:ext>
                </a:extLst>
              </p:cNvPr>
              <p:cNvSpPr txBox="1"/>
              <p:nvPr/>
            </p:nvSpPr>
            <p:spPr>
              <a:xfrm>
                <a:off x="5676482" y="3935050"/>
                <a:ext cx="2557882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500" dirty="0">
                    <a:solidFill>
                      <a:schemeClr val="bg1"/>
                    </a:solidFill>
                    <a:latin typeface="Segoe UI Variable Small" pitchFamily="2" charset="0"/>
                    <a:ea typeface="微软雅黑" panose="020B0503020204020204" pitchFamily="34" charset="-122"/>
                  </a:rPr>
                  <a:t>Issued by The Hongkong and Shanghai Banking Corporation Limited</a:t>
                </a:r>
                <a:endParaRPr lang="zh-CN" altLang="en-US" sz="500" dirty="0">
                  <a:solidFill>
                    <a:schemeClr val="bg1"/>
                  </a:solidFill>
                  <a:latin typeface="Segoe UI Variable Small" pitchFamily="2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2" name="文本框 1031">
                <a:extLst>
                  <a:ext uri="{FF2B5EF4-FFF2-40B4-BE49-F238E27FC236}">
                    <a16:creationId xmlns:a16="http://schemas.microsoft.com/office/drawing/2014/main" id="{FE5DD63D-EC87-273A-86F4-73FB540A56CE}"/>
                  </a:ext>
                </a:extLst>
              </p:cNvPr>
              <p:cNvSpPr txBox="1"/>
              <p:nvPr/>
            </p:nvSpPr>
            <p:spPr>
              <a:xfrm>
                <a:off x="6825812" y="3619014"/>
                <a:ext cx="211772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1100" b="1" dirty="0">
                    <a:solidFill>
                      <a:schemeClr val="bg1"/>
                    </a:solidFill>
                    <a:latin typeface="Segoe UI Variable Small" pitchFamily="2" charset="0"/>
                    <a:ea typeface="微软雅黑" panose="020B0503020204020204" pitchFamily="34" charset="-122"/>
                  </a:rPr>
                  <a:t>Jeffrey Edward Epstein</a:t>
                </a:r>
                <a:endParaRPr lang="zh-CN" altLang="en-US" sz="1100" b="1" dirty="0">
                  <a:solidFill>
                    <a:schemeClr val="bg1"/>
                  </a:solidFill>
                  <a:latin typeface="Segoe UI Variable Small" pitchFamily="2" charset="0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1033" name="Picture 8" descr="contactless symbol">
                <a:extLst>
                  <a:ext uri="{FF2B5EF4-FFF2-40B4-BE49-F238E27FC236}">
                    <a16:creationId xmlns:a16="http://schemas.microsoft.com/office/drawing/2014/main" id="{C5F8A126-B799-93DA-F3E5-5DAA33749B3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656" r="22656"/>
              <a:stretch/>
            </p:blipFill>
            <p:spPr bwMode="auto">
              <a:xfrm>
                <a:off x="8482592" y="2827937"/>
                <a:ext cx="344802" cy="40795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34" name="文本框 1033">
                <a:extLst>
                  <a:ext uri="{FF2B5EF4-FFF2-40B4-BE49-F238E27FC236}">
                    <a16:creationId xmlns:a16="http://schemas.microsoft.com/office/drawing/2014/main" id="{D66C1067-FB08-59D6-8956-4EB1B217EECC}"/>
                  </a:ext>
                </a:extLst>
              </p:cNvPr>
              <p:cNvSpPr txBox="1"/>
              <p:nvPr/>
            </p:nvSpPr>
            <p:spPr>
              <a:xfrm>
                <a:off x="7346669" y="2894856"/>
                <a:ext cx="37782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Bahnschrift Light Condensed" panose="020B0502040204020203" pitchFamily="34" charset="0"/>
                    <a:ea typeface="微软雅黑" panose="020B0503020204020204" pitchFamily="34" charset="-122"/>
                  </a:rPr>
                  <a:t>666</a:t>
                </a:r>
                <a:endPara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Bahnschrift Light Condensed" panose="020B0502040204020203" pitchFamily="34" charset="0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603E92E2-671D-EC04-A8D0-AABC6736190C}"/>
                </a:ext>
              </a:extLst>
            </p:cNvPr>
            <p:cNvSpPr txBox="1"/>
            <p:nvPr/>
          </p:nvSpPr>
          <p:spPr>
            <a:xfrm>
              <a:off x="6719892" y="1534590"/>
              <a:ext cx="731544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PAN</a:t>
              </a:r>
              <a:endParaRPr lang="zh-CN" altLang="en-US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EB76AB2D-3B8C-18AF-8825-1511C66CFFE1}"/>
                </a:ext>
              </a:extLst>
            </p:cNvPr>
            <p:cNvSpPr txBox="1"/>
            <p:nvPr/>
          </p:nvSpPr>
          <p:spPr>
            <a:xfrm>
              <a:off x="5560597" y="1534590"/>
              <a:ext cx="111624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IIN/BIN</a:t>
              </a:r>
              <a:endParaRPr lang="zh-CN" altLang="en-US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B77662D1-B4D1-CBF3-5BBF-A4635A61080B}"/>
                </a:ext>
              </a:extLst>
            </p:cNvPr>
            <p:cNvSpPr txBox="1"/>
            <p:nvPr/>
          </p:nvSpPr>
          <p:spPr>
            <a:xfrm>
              <a:off x="7604125" y="4179222"/>
              <a:ext cx="133941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持卡人姓名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1025D7DB-831A-9E89-8F24-2A446CE4A266}"/>
                </a:ext>
              </a:extLst>
            </p:cNvPr>
            <p:cNvSpPr txBox="1"/>
            <p:nvPr/>
          </p:nvSpPr>
          <p:spPr>
            <a:xfrm>
              <a:off x="5566947" y="4182088"/>
              <a:ext cx="919776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有效期</a:t>
              </a: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34F8005B-421C-81F1-137B-66BC0F458344}"/>
                </a:ext>
              </a:extLst>
            </p:cNvPr>
            <p:cNvSpPr txBox="1"/>
            <p:nvPr/>
          </p:nvSpPr>
          <p:spPr>
            <a:xfrm>
              <a:off x="7654923" y="1534590"/>
              <a:ext cx="66590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CVV</a:t>
              </a:r>
              <a:endParaRPr lang="zh-CN" altLang="en-US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47FE4301-2A70-ABF8-FA25-7A617CFED5B1}"/>
                </a:ext>
              </a:extLst>
            </p:cNvPr>
            <p:cNvSpPr/>
            <p:nvPr/>
          </p:nvSpPr>
          <p:spPr>
            <a:xfrm>
              <a:off x="5726112" y="3700462"/>
              <a:ext cx="600075" cy="219199"/>
            </a:xfrm>
            <a:prstGeom prst="rect">
              <a:avLst/>
            </a:prstGeom>
            <a:noFill/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EE7D3734-159B-7481-62F8-EA16F86B84A6}"/>
                </a:ext>
              </a:extLst>
            </p:cNvPr>
            <p:cNvSpPr/>
            <p:nvPr/>
          </p:nvSpPr>
          <p:spPr>
            <a:xfrm>
              <a:off x="5770147" y="3305914"/>
              <a:ext cx="906695" cy="219199"/>
            </a:xfrm>
            <a:prstGeom prst="rect">
              <a:avLst/>
            </a:prstGeom>
            <a:noFill/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E1B0AE1B-B8A1-F086-DE9F-A2DC2E2FF714}"/>
                </a:ext>
              </a:extLst>
            </p:cNvPr>
            <p:cNvSpPr/>
            <p:nvPr/>
          </p:nvSpPr>
          <p:spPr>
            <a:xfrm>
              <a:off x="5719762" y="3247309"/>
              <a:ext cx="1884363" cy="335387"/>
            </a:xfrm>
            <a:prstGeom prst="rect">
              <a:avLst/>
            </a:prstGeom>
            <a:noFill/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8334B5A4-63D4-3C51-2C07-33382D110D65}"/>
                </a:ext>
              </a:extLst>
            </p:cNvPr>
            <p:cNvSpPr/>
            <p:nvPr/>
          </p:nvSpPr>
          <p:spPr>
            <a:xfrm>
              <a:off x="7280275" y="3647673"/>
              <a:ext cx="1600200" cy="219199"/>
            </a:xfrm>
            <a:prstGeom prst="rect">
              <a:avLst/>
            </a:prstGeom>
            <a:noFill/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166EF6A6-4C1B-8B25-C689-707517EAABD3}"/>
                </a:ext>
              </a:extLst>
            </p:cNvPr>
            <p:cNvSpPr/>
            <p:nvPr/>
          </p:nvSpPr>
          <p:spPr>
            <a:xfrm>
              <a:off x="7403668" y="2929503"/>
              <a:ext cx="251255" cy="219199"/>
            </a:xfrm>
            <a:prstGeom prst="rect">
              <a:avLst/>
            </a:prstGeom>
            <a:noFill/>
            <a:ln w="25400">
              <a:solidFill>
                <a:srgbClr val="D7451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3" name="连接符: 肘形 52">
              <a:extLst>
                <a:ext uri="{FF2B5EF4-FFF2-40B4-BE49-F238E27FC236}">
                  <a16:creationId xmlns:a16="http://schemas.microsoft.com/office/drawing/2014/main" id="{D0533F1B-2556-59AF-4BCA-7BABD6DF44F1}"/>
                </a:ext>
              </a:extLst>
            </p:cNvPr>
            <p:cNvCxnSpPr>
              <a:stCxn id="48" idx="2"/>
              <a:endCxn id="46" idx="0"/>
            </p:cNvCxnSpPr>
            <p:nvPr/>
          </p:nvCxnSpPr>
          <p:spPr>
            <a:xfrm rot="16200000" flipH="1">
              <a:off x="5895279" y="4050531"/>
              <a:ext cx="262427" cy="685"/>
            </a:xfrm>
            <a:prstGeom prst="bentConnector3">
              <a:avLst/>
            </a:prstGeom>
            <a:ln w="254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连接符: 肘形 53">
              <a:extLst>
                <a:ext uri="{FF2B5EF4-FFF2-40B4-BE49-F238E27FC236}">
                  <a16:creationId xmlns:a16="http://schemas.microsoft.com/office/drawing/2014/main" id="{D826C8AA-A92C-714C-43D3-CC05002514E4}"/>
                </a:ext>
              </a:extLst>
            </p:cNvPr>
            <p:cNvCxnSpPr>
              <a:cxnSpLocks/>
              <a:stCxn id="52" idx="3"/>
              <a:endCxn id="47" idx="2"/>
            </p:cNvCxnSpPr>
            <p:nvPr/>
          </p:nvCxnSpPr>
          <p:spPr>
            <a:xfrm flipV="1">
              <a:off x="7654923" y="1903922"/>
              <a:ext cx="332951" cy="1135181"/>
            </a:xfrm>
            <a:prstGeom prst="bentConnector2">
              <a:avLst/>
            </a:prstGeom>
            <a:ln w="254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3289619D-9164-A126-257B-2BD3DADA1F10}"/>
                </a:ext>
              </a:extLst>
            </p:cNvPr>
            <p:cNvCxnSpPr>
              <a:cxnSpLocks/>
              <a:stCxn id="49" idx="0"/>
            </p:cNvCxnSpPr>
            <p:nvPr/>
          </p:nvCxnSpPr>
          <p:spPr>
            <a:xfrm flipV="1">
              <a:off x="6223495" y="1903922"/>
              <a:ext cx="1679" cy="1401992"/>
            </a:xfrm>
            <a:prstGeom prst="line">
              <a:avLst/>
            </a:prstGeom>
            <a:ln w="254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CDFD2031-6E15-639D-E507-14652B4480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73200" y="3864007"/>
              <a:ext cx="0" cy="315215"/>
            </a:xfrm>
            <a:prstGeom prst="line">
              <a:avLst/>
            </a:prstGeom>
            <a:ln w="254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D5D6116D-F3E7-AC63-3C6F-1BA386142314}"/>
                </a:ext>
              </a:extLst>
            </p:cNvPr>
            <p:cNvCxnSpPr>
              <a:cxnSpLocks/>
              <a:endCxn id="43" idx="2"/>
            </p:cNvCxnSpPr>
            <p:nvPr/>
          </p:nvCxnSpPr>
          <p:spPr>
            <a:xfrm flipV="1">
              <a:off x="7083985" y="1903922"/>
              <a:ext cx="1679" cy="1343387"/>
            </a:xfrm>
            <a:prstGeom prst="line">
              <a:avLst/>
            </a:prstGeom>
            <a:ln w="25400">
              <a:solidFill>
                <a:srgbClr val="D745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1" name="组合 1060">
            <a:extLst>
              <a:ext uri="{FF2B5EF4-FFF2-40B4-BE49-F238E27FC236}">
                <a16:creationId xmlns:a16="http://schemas.microsoft.com/office/drawing/2014/main" id="{C52AD0C4-D465-0EC7-3E11-EAFB8E1E44E1}"/>
              </a:ext>
            </a:extLst>
          </p:cNvPr>
          <p:cNvGrpSpPr/>
          <p:nvPr/>
        </p:nvGrpSpPr>
        <p:grpSpPr>
          <a:xfrm>
            <a:off x="7860593" y="92464"/>
            <a:ext cx="6786788" cy="4969025"/>
            <a:chOff x="7378633" y="-4061001"/>
            <a:chExt cx="6786788" cy="4969025"/>
          </a:xfrm>
        </p:grpSpPr>
        <p:sp>
          <p:nvSpPr>
            <p:cNvPr id="1035" name="任意多边形: 形状 1034">
              <a:extLst>
                <a:ext uri="{FF2B5EF4-FFF2-40B4-BE49-F238E27FC236}">
                  <a16:creationId xmlns:a16="http://schemas.microsoft.com/office/drawing/2014/main" id="{2328575F-B27C-BECF-B26D-840F86B3CDF0}"/>
                </a:ext>
              </a:extLst>
            </p:cNvPr>
            <p:cNvSpPr/>
            <p:nvPr/>
          </p:nvSpPr>
          <p:spPr>
            <a:xfrm>
              <a:off x="10875800" y="662819"/>
              <a:ext cx="3289621" cy="245205"/>
            </a:xfrm>
            <a:custGeom>
              <a:avLst/>
              <a:gdLst>
                <a:gd name="connsiteX0" fmla="*/ 0 w 2290600"/>
                <a:gd name="connsiteY0" fmla="*/ 0 h 170739"/>
                <a:gd name="connsiteX1" fmla="*/ 2290600 w 2290600"/>
                <a:gd name="connsiteY1" fmla="*/ 0 h 170739"/>
                <a:gd name="connsiteX2" fmla="*/ 2290600 w 2290600"/>
                <a:gd name="connsiteY2" fmla="*/ 170739 h 170739"/>
                <a:gd name="connsiteX3" fmla="*/ 2263013 w 2290600"/>
                <a:gd name="connsiteY3" fmla="*/ 170739 h 170739"/>
                <a:gd name="connsiteX4" fmla="*/ 2240153 w 2290600"/>
                <a:gd name="connsiteY4" fmla="*/ 147879 h 170739"/>
                <a:gd name="connsiteX5" fmla="*/ 2217293 w 2290600"/>
                <a:gd name="connsiteY5" fmla="*/ 170739 h 170739"/>
                <a:gd name="connsiteX6" fmla="*/ 2196741 w 2290600"/>
                <a:gd name="connsiteY6" fmla="*/ 170739 h 170739"/>
                <a:gd name="connsiteX7" fmla="*/ 2173881 w 2290600"/>
                <a:gd name="connsiteY7" fmla="*/ 147879 h 170739"/>
                <a:gd name="connsiteX8" fmla="*/ 2151021 w 2290600"/>
                <a:gd name="connsiteY8" fmla="*/ 170739 h 170739"/>
                <a:gd name="connsiteX9" fmla="*/ 2130469 w 2290600"/>
                <a:gd name="connsiteY9" fmla="*/ 170739 h 170739"/>
                <a:gd name="connsiteX10" fmla="*/ 2107609 w 2290600"/>
                <a:gd name="connsiteY10" fmla="*/ 147879 h 170739"/>
                <a:gd name="connsiteX11" fmla="*/ 2084749 w 2290600"/>
                <a:gd name="connsiteY11" fmla="*/ 170739 h 170739"/>
                <a:gd name="connsiteX12" fmla="*/ 2064197 w 2290600"/>
                <a:gd name="connsiteY12" fmla="*/ 170739 h 170739"/>
                <a:gd name="connsiteX13" fmla="*/ 2041337 w 2290600"/>
                <a:gd name="connsiteY13" fmla="*/ 147879 h 170739"/>
                <a:gd name="connsiteX14" fmla="*/ 2018477 w 2290600"/>
                <a:gd name="connsiteY14" fmla="*/ 170739 h 170739"/>
                <a:gd name="connsiteX15" fmla="*/ 1997925 w 2290600"/>
                <a:gd name="connsiteY15" fmla="*/ 170739 h 170739"/>
                <a:gd name="connsiteX16" fmla="*/ 1975065 w 2290600"/>
                <a:gd name="connsiteY16" fmla="*/ 147879 h 170739"/>
                <a:gd name="connsiteX17" fmla="*/ 1952205 w 2290600"/>
                <a:gd name="connsiteY17" fmla="*/ 170739 h 170739"/>
                <a:gd name="connsiteX18" fmla="*/ 1931653 w 2290600"/>
                <a:gd name="connsiteY18" fmla="*/ 170739 h 170739"/>
                <a:gd name="connsiteX19" fmla="*/ 1908793 w 2290600"/>
                <a:gd name="connsiteY19" fmla="*/ 147879 h 170739"/>
                <a:gd name="connsiteX20" fmla="*/ 1885933 w 2290600"/>
                <a:gd name="connsiteY20" fmla="*/ 170739 h 170739"/>
                <a:gd name="connsiteX21" fmla="*/ 1865381 w 2290600"/>
                <a:gd name="connsiteY21" fmla="*/ 170739 h 170739"/>
                <a:gd name="connsiteX22" fmla="*/ 1842521 w 2290600"/>
                <a:gd name="connsiteY22" fmla="*/ 147879 h 170739"/>
                <a:gd name="connsiteX23" fmla="*/ 1819661 w 2290600"/>
                <a:gd name="connsiteY23" fmla="*/ 170739 h 170739"/>
                <a:gd name="connsiteX24" fmla="*/ 1799109 w 2290600"/>
                <a:gd name="connsiteY24" fmla="*/ 170739 h 170739"/>
                <a:gd name="connsiteX25" fmla="*/ 1776249 w 2290600"/>
                <a:gd name="connsiteY25" fmla="*/ 147879 h 170739"/>
                <a:gd name="connsiteX26" fmla="*/ 1753389 w 2290600"/>
                <a:gd name="connsiteY26" fmla="*/ 170739 h 170739"/>
                <a:gd name="connsiteX27" fmla="*/ 1732837 w 2290600"/>
                <a:gd name="connsiteY27" fmla="*/ 170739 h 170739"/>
                <a:gd name="connsiteX28" fmla="*/ 1709977 w 2290600"/>
                <a:gd name="connsiteY28" fmla="*/ 147879 h 170739"/>
                <a:gd name="connsiteX29" fmla="*/ 1687117 w 2290600"/>
                <a:gd name="connsiteY29" fmla="*/ 170739 h 170739"/>
                <a:gd name="connsiteX30" fmla="*/ 1666565 w 2290600"/>
                <a:gd name="connsiteY30" fmla="*/ 170739 h 170739"/>
                <a:gd name="connsiteX31" fmla="*/ 1643705 w 2290600"/>
                <a:gd name="connsiteY31" fmla="*/ 147879 h 170739"/>
                <a:gd name="connsiteX32" fmla="*/ 1620845 w 2290600"/>
                <a:gd name="connsiteY32" fmla="*/ 170739 h 170739"/>
                <a:gd name="connsiteX33" fmla="*/ 1600293 w 2290600"/>
                <a:gd name="connsiteY33" fmla="*/ 170739 h 170739"/>
                <a:gd name="connsiteX34" fmla="*/ 1577433 w 2290600"/>
                <a:gd name="connsiteY34" fmla="*/ 147879 h 170739"/>
                <a:gd name="connsiteX35" fmla="*/ 1554573 w 2290600"/>
                <a:gd name="connsiteY35" fmla="*/ 170739 h 170739"/>
                <a:gd name="connsiteX36" fmla="*/ 1534021 w 2290600"/>
                <a:gd name="connsiteY36" fmla="*/ 170739 h 170739"/>
                <a:gd name="connsiteX37" fmla="*/ 1511161 w 2290600"/>
                <a:gd name="connsiteY37" fmla="*/ 147879 h 170739"/>
                <a:gd name="connsiteX38" fmla="*/ 1488301 w 2290600"/>
                <a:gd name="connsiteY38" fmla="*/ 170739 h 170739"/>
                <a:gd name="connsiteX39" fmla="*/ 1467749 w 2290600"/>
                <a:gd name="connsiteY39" fmla="*/ 170739 h 170739"/>
                <a:gd name="connsiteX40" fmla="*/ 1444889 w 2290600"/>
                <a:gd name="connsiteY40" fmla="*/ 147879 h 170739"/>
                <a:gd name="connsiteX41" fmla="*/ 1422029 w 2290600"/>
                <a:gd name="connsiteY41" fmla="*/ 170739 h 170739"/>
                <a:gd name="connsiteX42" fmla="*/ 1401477 w 2290600"/>
                <a:gd name="connsiteY42" fmla="*/ 170739 h 170739"/>
                <a:gd name="connsiteX43" fmla="*/ 1378617 w 2290600"/>
                <a:gd name="connsiteY43" fmla="*/ 147879 h 170739"/>
                <a:gd name="connsiteX44" fmla="*/ 1355757 w 2290600"/>
                <a:gd name="connsiteY44" fmla="*/ 170739 h 170739"/>
                <a:gd name="connsiteX45" fmla="*/ 1335205 w 2290600"/>
                <a:gd name="connsiteY45" fmla="*/ 170739 h 170739"/>
                <a:gd name="connsiteX46" fmla="*/ 1312345 w 2290600"/>
                <a:gd name="connsiteY46" fmla="*/ 147879 h 170739"/>
                <a:gd name="connsiteX47" fmla="*/ 1289485 w 2290600"/>
                <a:gd name="connsiteY47" fmla="*/ 170739 h 170739"/>
                <a:gd name="connsiteX48" fmla="*/ 1268933 w 2290600"/>
                <a:gd name="connsiteY48" fmla="*/ 170739 h 170739"/>
                <a:gd name="connsiteX49" fmla="*/ 1246073 w 2290600"/>
                <a:gd name="connsiteY49" fmla="*/ 147879 h 170739"/>
                <a:gd name="connsiteX50" fmla="*/ 1223213 w 2290600"/>
                <a:gd name="connsiteY50" fmla="*/ 170739 h 170739"/>
                <a:gd name="connsiteX51" fmla="*/ 1202661 w 2290600"/>
                <a:gd name="connsiteY51" fmla="*/ 170739 h 170739"/>
                <a:gd name="connsiteX52" fmla="*/ 1179801 w 2290600"/>
                <a:gd name="connsiteY52" fmla="*/ 147879 h 170739"/>
                <a:gd name="connsiteX53" fmla="*/ 1156941 w 2290600"/>
                <a:gd name="connsiteY53" fmla="*/ 170739 h 170739"/>
                <a:gd name="connsiteX54" fmla="*/ 1136389 w 2290600"/>
                <a:gd name="connsiteY54" fmla="*/ 170739 h 170739"/>
                <a:gd name="connsiteX55" fmla="*/ 1113529 w 2290600"/>
                <a:gd name="connsiteY55" fmla="*/ 147879 h 170739"/>
                <a:gd name="connsiteX56" fmla="*/ 1090669 w 2290600"/>
                <a:gd name="connsiteY56" fmla="*/ 170739 h 170739"/>
                <a:gd name="connsiteX57" fmla="*/ 1070117 w 2290600"/>
                <a:gd name="connsiteY57" fmla="*/ 170739 h 170739"/>
                <a:gd name="connsiteX58" fmla="*/ 1047257 w 2290600"/>
                <a:gd name="connsiteY58" fmla="*/ 147879 h 170739"/>
                <a:gd name="connsiteX59" fmla="*/ 1024397 w 2290600"/>
                <a:gd name="connsiteY59" fmla="*/ 170739 h 170739"/>
                <a:gd name="connsiteX60" fmla="*/ 1003845 w 2290600"/>
                <a:gd name="connsiteY60" fmla="*/ 170739 h 170739"/>
                <a:gd name="connsiteX61" fmla="*/ 980985 w 2290600"/>
                <a:gd name="connsiteY61" fmla="*/ 147879 h 170739"/>
                <a:gd name="connsiteX62" fmla="*/ 958125 w 2290600"/>
                <a:gd name="connsiteY62" fmla="*/ 170739 h 170739"/>
                <a:gd name="connsiteX63" fmla="*/ 937573 w 2290600"/>
                <a:gd name="connsiteY63" fmla="*/ 170739 h 170739"/>
                <a:gd name="connsiteX64" fmla="*/ 914713 w 2290600"/>
                <a:gd name="connsiteY64" fmla="*/ 147879 h 170739"/>
                <a:gd name="connsiteX65" fmla="*/ 891853 w 2290600"/>
                <a:gd name="connsiteY65" fmla="*/ 170739 h 170739"/>
                <a:gd name="connsiteX66" fmla="*/ 871301 w 2290600"/>
                <a:gd name="connsiteY66" fmla="*/ 170739 h 170739"/>
                <a:gd name="connsiteX67" fmla="*/ 848441 w 2290600"/>
                <a:gd name="connsiteY67" fmla="*/ 147879 h 170739"/>
                <a:gd name="connsiteX68" fmla="*/ 825581 w 2290600"/>
                <a:gd name="connsiteY68" fmla="*/ 170739 h 170739"/>
                <a:gd name="connsiteX69" fmla="*/ 805029 w 2290600"/>
                <a:gd name="connsiteY69" fmla="*/ 170739 h 170739"/>
                <a:gd name="connsiteX70" fmla="*/ 782169 w 2290600"/>
                <a:gd name="connsiteY70" fmla="*/ 147879 h 170739"/>
                <a:gd name="connsiteX71" fmla="*/ 759309 w 2290600"/>
                <a:gd name="connsiteY71" fmla="*/ 170739 h 170739"/>
                <a:gd name="connsiteX72" fmla="*/ 738757 w 2290600"/>
                <a:gd name="connsiteY72" fmla="*/ 170739 h 170739"/>
                <a:gd name="connsiteX73" fmla="*/ 715897 w 2290600"/>
                <a:gd name="connsiteY73" fmla="*/ 147879 h 170739"/>
                <a:gd name="connsiteX74" fmla="*/ 693037 w 2290600"/>
                <a:gd name="connsiteY74" fmla="*/ 170739 h 170739"/>
                <a:gd name="connsiteX75" fmla="*/ 672485 w 2290600"/>
                <a:gd name="connsiteY75" fmla="*/ 170739 h 170739"/>
                <a:gd name="connsiteX76" fmla="*/ 649625 w 2290600"/>
                <a:gd name="connsiteY76" fmla="*/ 147879 h 170739"/>
                <a:gd name="connsiteX77" fmla="*/ 626765 w 2290600"/>
                <a:gd name="connsiteY77" fmla="*/ 170739 h 170739"/>
                <a:gd name="connsiteX78" fmla="*/ 606213 w 2290600"/>
                <a:gd name="connsiteY78" fmla="*/ 170739 h 170739"/>
                <a:gd name="connsiteX79" fmla="*/ 583353 w 2290600"/>
                <a:gd name="connsiteY79" fmla="*/ 147879 h 170739"/>
                <a:gd name="connsiteX80" fmla="*/ 560493 w 2290600"/>
                <a:gd name="connsiteY80" fmla="*/ 170739 h 170739"/>
                <a:gd name="connsiteX81" fmla="*/ 539941 w 2290600"/>
                <a:gd name="connsiteY81" fmla="*/ 170739 h 170739"/>
                <a:gd name="connsiteX82" fmla="*/ 517081 w 2290600"/>
                <a:gd name="connsiteY82" fmla="*/ 147879 h 170739"/>
                <a:gd name="connsiteX83" fmla="*/ 494221 w 2290600"/>
                <a:gd name="connsiteY83" fmla="*/ 170739 h 170739"/>
                <a:gd name="connsiteX84" fmla="*/ 473669 w 2290600"/>
                <a:gd name="connsiteY84" fmla="*/ 170739 h 170739"/>
                <a:gd name="connsiteX85" fmla="*/ 450809 w 2290600"/>
                <a:gd name="connsiteY85" fmla="*/ 147879 h 170739"/>
                <a:gd name="connsiteX86" fmla="*/ 427949 w 2290600"/>
                <a:gd name="connsiteY86" fmla="*/ 170739 h 170739"/>
                <a:gd name="connsiteX87" fmla="*/ 407397 w 2290600"/>
                <a:gd name="connsiteY87" fmla="*/ 170739 h 170739"/>
                <a:gd name="connsiteX88" fmla="*/ 384537 w 2290600"/>
                <a:gd name="connsiteY88" fmla="*/ 147879 h 170739"/>
                <a:gd name="connsiteX89" fmla="*/ 361677 w 2290600"/>
                <a:gd name="connsiteY89" fmla="*/ 170739 h 170739"/>
                <a:gd name="connsiteX90" fmla="*/ 341125 w 2290600"/>
                <a:gd name="connsiteY90" fmla="*/ 170739 h 170739"/>
                <a:gd name="connsiteX91" fmla="*/ 318265 w 2290600"/>
                <a:gd name="connsiteY91" fmla="*/ 147879 h 170739"/>
                <a:gd name="connsiteX92" fmla="*/ 295405 w 2290600"/>
                <a:gd name="connsiteY92" fmla="*/ 170739 h 170739"/>
                <a:gd name="connsiteX93" fmla="*/ 274853 w 2290600"/>
                <a:gd name="connsiteY93" fmla="*/ 170739 h 170739"/>
                <a:gd name="connsiteX94" fmla="*/ 251993 w 2290600"/>
                <a:gd name="connsiteY94" fmla="*/ 147879 h 170739"/>
                <a:gd name="connsiteX95" fmla="*/ 229133 w 2290600"/>
                <a:gd name="connsiteY95" fmla="*/ 170739 h 170739"/>
                <a:gd name="connsiteX96" fmla="*/ 208581 w 2290600"/>
                <a:gd name="connsiteY96" fmla="*/ 170739 h 170739"/>
                <a:gd name="connsiteX97" fmla="*/ 185721 w 2290600"/>
                <a:gd name="connsiteY97" fmla="*/ 147879 h 170739"/>
                <a:gd name="connsiteX98" fmla="*/ 162861 w 2290600"/>
                <a:gd name="connsiteY98" fmla="*/ 170739 h 170739"/>
                <a:gd name="connsiteX99" fmla="*/ 142309 w 2290600"/>
                <a:gd name="connsiteY99" fmla="*/ 170739 h 170739"/>
                <a:gd name="connsiteX100" fmla="*/ 119449 w 2290600"/>
                <a:gd name="connsiteY100" fmla="*/ 147879 h 170739"/>
                <a:gd name="connsiteX101" fmla="*/ 96589 w 2290600"/>
                <a:gd name="connsiteY101" fmla="*/ 170739 h 170739"/>
                <a:gd name="connsiteX102" fmla="*/ 76037 w 2290600"/>
                <a:gd name="connsiteY102" fmla="*/ 170739 h 170739"/>
                <a:gd name="connsiteX103" fmla="*/ 53177 w 2290600"/>
                <a:gd name="connsiteY103" fmla="*/ 147879 h 170739"/>
                <a:gd name="connsiteX104" fmla="*/ 30317 w 2290600"/>
                <a:gd name="connsiteY104" fmla="*/ 170739 h 170739"/>
                <a:gd name="connsiteX105" fmla="*/ 0 w 2290600"/>
                <a:gd name="connsiteY105" fmla="*/ 170739 h 170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</a:cxnLst>
              <a:rect l="l" t="t" r="r" b="b"/>
              <a:pathLst>
                <a:path w="2290600" h="170739">
                  <a:moveTo>
                    <a:pt x="0" y="0"/>
                  </a:moveTo>
                  <a:lnTo>
                    <a:pt x="2290600" y="0"/>
                  </a:lnTo>
                  <a:lnTo>
                    <a:pt x="2290600" y="170739"/>
                  </a:lnTo>
                  <a:lnTo>
                    <a:pt x="2263013" y="170739"/>
                  </a:lnTo>
                  <a:cubicBezTo>
                    <a:pt x="2263013" y="158114"/>
                    <a:pt x="2252778" y="147879"/>
                    <a:pt x="2240153" y="147879"/>
                  </a:cubicBezTo>
                  <a:cubicBezTo>
                    <a:pt x="2227528" y="147879"/>
                    <a:pt x="2217293" y="158114"/>
                    <a:pt x="2217293" y="170739"/>
                  </a:cubicBezTo>
                  <a:lnTo>
                    <a:pt x="2196741" y="170739"/>
                  </a:lnTo>
                  <a:cubicBezTo>
                    <a:pt x="2196741" y="158114"/>
                    <a:pt x="2186506" y="147879"/>
                    <a:pt x="2173881" y="147879"/>
                  </a:cubicBezTo>
                  <a:cubicBezTo>
                    <a:pt x="2161256" y="147879"/>
                    <a:pt x="2151021" y="158114"/>
                    <a:pt x="2151021" y="170739"/>
                  </a:cubicBezTo>
                  <a:lnTo>
                    <a:pt x="2130469" y="170739"/>
                  </a:lnTo>
                  <a:cubicBezTo>
                    <a:pt x="2130469" y="158114"/>
                    <a:pt x="2120234" y="147879"/>
                    <a:pt x="2107609" y="147879"/>
                  </a:cubicBezTo>
                  <a:cubicBezTo>
                    <a:pt x="2094984" y="147879"/>
                    <a:pt x="2084749" y="158114"/>
                    <a:pt x="2084749" y="170739"/>
                  </a:cubicBezTo>
                  <a:lnTo>
                    <a:pt x="2064197" y="170739"/>
                  </a:lnTo>
                  <a:cubicBezTo>
                    <a:pt x="2064197" y="158114"/>
                    <a:pt x="2053962" y="147879"/>
                    <a:pt x="2041337" y="147879"/>
                  </a:cubicBezTo>
                  <a:cubicBezTo>
                    <a:pt x="2028712" y="147879"/>
                    <a:pt x="2018477" y="158114"/>
                    <a:pt x="2018477" y="170739"/>
                  </a:cubicBezTo>
                  <a:lnTo>
                    <a:pt x="1997925" y="170739"/>
                  </a:lnTo>
                  <a:cubicBezTo>
                    <a:pt x="1997925" y="158114"/>
                    <a:pt x="1987690" y="147879"/>
                    <a:pt x="1975065" y="147879"/>
                  </a:cubicBezTo>
                  <a:cubicBezTo>
                    <a:pt x="1962440" y="147879"/>
                    <a:pt x="1952205" y="158114"/>
                    <a:pt x="1952205" y="170739"/>
                  </a:cubicBezTo>
                  <a:lnTo>
                    <a:pt x="1931653" y="170739"/>
                  </a:lnTo>
                  <a:cubicBezTo>
                    <a:pt x="1931653" y="158114"/>
                    <a:pt x="1921418" y="147879"/>
                    <a:pt x="1908793" y="147879"/>
                  </a:cubicBezTo>
                  <a:cubicBezTo>
                    <a:pt x="1896168" y="147879"/>
                    <a:pt x="1885933" y="158114"/>
                    <a:pt x="1885933" y="170739"/>
                  </a:cubicBezTo>
                  <a:lnTo>
                    <a:pt x="1865381" y="170739"/>
                  </a:lnTo>
                  <a:cubicBezTo>
                    <a:pt x="1865381" y="158114"/>
                    <a:pt x="1855146" y="147879"/>
                    <a:pt x="1842521" y="147879"/>
                  </a:cubicBezTo>
                  <a:cubicBezTo>
                    <a:pt x="1829896" y="147879"/>
                    <a:pt x="1819661" y="158114"/>
                    <a:pt x="1819661" y="170739"/>
                  </a:cubicBezTo>
                  <a:lnTo>
                    <a:pt x="1799109" y="170739"/>
                  </a:lnTo>
                  <a:cubicBezTo>
                    <a:pt x="1799109" y="158114"/>
                    <a:pt x="1788874" y="147879"/>
                    <a:pt x="1776249" y="147879"/>
                  </a:cubicBezTo>
                  <a:cubicBezTo>
                    <a:pt x="1763624" y="147879"/>
                    <a:pt x="1753389" y="158114"/>
                    <a:pt x="1753389" y="170739"/>
                  </a:cubicBezTo>
                  <a:lnTo>
                    <a:pt x="1732837" y="170739"/>
                  </a:lnTo>
                  <a:cubicBezTo>
                    <a:pt x="1732837" y="158114"/>
                    <a:pt x="1722602" y="147879"/>
                    <a:pt x="1709977" y="147879"/>
                  </a:cubicBezTo>
                  <a:cubicBezTo>
                    <a:pt x="1697352" y="147879"/>
                    <a:pt x="1687117" y="158114"/>
                    <a:pt x="1687117" y="170739"/>
                  </a:cubicBezTo>
                  <a:lnTo>
                    <a:pt x="1666565" y="170739"/>
                  </a:lnTo>
                  <a:cubicBezTo>
                    <a:pt x="1666565" y="158114"/>
                    <a:pt x="1656330" y="147879"/>
                    <a:pt x="1643705" y="147879"/>
                  </a:cubicBezTo>
                  <a:cubicBezTo>
                    <a:pt x="1631080" y="147879"/>
                    <a:pt x="1620845" y="158114"/>
                    <a:pt x="1620845" y="170739"/>
                  </a:cubicBezTo>
                  <a:lnTo>
                    <a:pt x="1600293" y="170739"/>
                  </a:lnTo>
                  <a:cubicBezTo>
                    <a:pt x="1600293" y="158114"/>
                    <a:pt x="1590058" y="147879"/>
                    <a:pt x="1577433" y="147879"/>
                  </a:cubicBezTo>
                  <a:cubicBezTo>
                    <a:pt x="1564808" y="147879"/>
                    <a:pt x="1554573" y="158114"/>
                    <a:pt x="1554573" y="170739"/>
                  </a:cubicBezTo>
                  <a:lnTo>
                    <a:pt x="1534021" y="170739"/>
                  </a:lnTo>
                  <a:cubicBezTo>
                    <a:pt x="1534021" y="158114"/>
                    <a:pt x="1523786" y="147879"/>
                    <a:pt x="1511161" y="147879"/>
                  </a:cubicBezTo>
                  <a:cubicBezTo>
                    <a:pt x="1498536" y="147879"/>
                    <a:pt x="1488301" y="158114"/>
                    <a:pt x="1488301" y="170739"/>
                  </a:cubicBezTo>
                  <a:lnTo>
                    <a:pt x="1467749" y="170739"/>
                  </a:lnTo>
                  <a:cubicBezTo>
                    <a:pt x="1467749" y="158114"/>
                    <a:pt x="1457514" y="147879"/>
                    <a:pt x="1444889" y="147879"/>
                  </a:cubicBezTo>
                  <a:cubicBezTo>
                    <a:pt x="1432264" y="147879"/>
                    <a:pt x="1422029" y="158114"/>
                    <a:pt x="1422029" y="170739"/>
                  </a:cubicBezTo>
                  <a:lnTo>
                    <a:pt x="1401477" y="170739"/>
                  </a:lnTo>
                  <a:cubicBezTo>
                    <a:pt x="1401477" y="158114"/>
                    <a:pt x="1391242" y="147879"/>
                    <a:pt x="1378617" y="147879"/>
                  </a:cubicBezTo>
                  <a:cubicBezTo>
                    <a:pt x="1365992" y="147879"/>
                    <a:pt x="1355757" y="158114"/>
                    <a:pt x="1355757" y="170739"/>
                  </a:cubicBezTo>
                  <a:lnTo>
                    <a:pt x="1335205" y="170739"/>
                  </a:lnTo>
                  <a:cubicBezTo>
                    <a:pt x="1335205" y="158114"/>
                    <a:pt x="1324970" y="147879"/>
                    <a:pt x="1312345" y="147879"/>
                  </a:cubicBezTo>
                  <a:cubicBezTo>
                    <a:pt x="1299720" y="147879"/>
                    <a:pt x="1289485" y="158114"/>
                    <a:pt x="1289485" y="170739"/>
                  </a:cubicBezTo>
                  <a:lnTo>
                    <a:pt x="1268933" y="170739"/>
                  </a:lnTo>
                  <a:cubicBezTo>
                    <a:pt x="1268933" y="158114"/>
                    <a:pt x="1258698" y="147879"/>
                    <a:pt x="1246073" y="147879"/>
                  </a:cubicBezTo>
                  <a:cubicBezTo>
                    <a:pt x="1233448" y="147879"/>
                    <a:pt x="1223213" y="158114"/>
                    <a:pt x="1223213" y="170739"/>
                  </a:cubicBezTo>
                  <a:lnTo>
                    <a:pt x="1202661" y="170739"/>
                  </a:lnTo>
                  <a:cubicBezTo>
                    <a:pt x="1202661" y="158114"/>
                    <a:pt x="1192426" y="147879"/>
                    <a:pt x="1179801" y="147879"/>
                  </a:cubicBezTo>
                  <a:cubicBezTo>
                    <a:pt x="1167176" y="147879"/>
                    <a:pt x="1156941" y="158114"/>
                    <a:pt x="1156941" y="170739"/>
                  </a:cubicBezTo>
                  <a:lnTo>
                    <a:pt x="1136389" y="170739"/>
                  </a:lnTo>
                  <a:cubicBezTo>
                    <a:pt x="1136389" y="158114"/>
                    <a:pt x="1126154" y="147879"/>
                    <a:pt x="1113529" y="147879"/>
                  </a:cubicBezTo>
                  <a:cubicBezTo>
                    <a:pt x="1100904" y="147879"/>
                    <a:pt x="1090669" y="158114"/>
                    <a:pt x="1090669" y="170739"/>
                  </a:cubicBezTo>
                  <a:lnTo>
                    <a:pt x="1070117" y="170739"/>
                  </a:lnTo>
                  <a:cubicBezTo>
                    <a:pt x="1070117" y="158114"/>
                    <a:pt x="1059882" y="147879"/>
                    <a:pt x="1047257" y="147879"/>
                  </a:cubicBezTo>
                  <a:cubicBezTo>
                    <a:pt x="1034632" y="147879"/>
                    <a:pt x="1024397" y="158114"/>
                    <a:pt x="1024397" y="170739"/>
                  </a:cubicBezTo>
                  <a:lnTo>
                    <a:pt x="1003845" y="170739"/>
                  </a:lnTo>
                  <a:cubicBezTo>
                    <a:pt x="1003845" y="158114"/>
                    <a:pt x="993610" y="147879"/>
                    <a:pt x="980985" y="147879"/>
                  </a:cubicBezTo>
                  <a:cubicBezTo>
                    <a:pt x="968360" y="147879"/>
                    <a:pt x="958125" y="158114"/>
                    <a:pt x="958125" y="170739"/>
                  </a:cubicBezTo>
                  <a:lnTo>
                    <a:pt x="937573" y="170739"/>
                  </a:lnTo>
                  <a:cubicBezTo>
                    <a:pt x="937573" y="158114"/>
                    <a:pt x="927338" y="147879"/>
                    <a:pt x="914713" y="147879"/>
                  </a:cubicBezTo>
                  <a:cubicBezTo>
                    <a:pt x="902088" y="147879"/>
                    <a:pt x="891853" y="158114"/>
                    <a:pt x="891853" y="170739"/>
                  </a:cubicBezTo>
                  <a:lnTo>
                    <a:pt x="871301" y="170739"/>
                  </a:lnTo>
                  <a:cubicBezTo>
                    <a:pt x="871301" y="158114"/>
                    <a:pt x="861066" y="147879"/>
                    <a:pt x="848441" y="147879"/>
                  </a:cubicBezTo>
                  <a:cubicBezTo>
                    <a:pt x="835816" y="147879"/>
                    <a:pt x="825581" y="158114"/>
                    <a:pt x="825581" y="170739"/>
                  </a:cubicBezTo>
                  <a:lnTo>
                    <a:pt x="805029" y="170739"/>
                  </a:lnTo>
                  <a:cubicBezTo>
                    <a:pt x="805029" y="158114"/>
                    <a:pt x="794794" y="147879"/>
                    <a:pt x="782169" y="147879"/>
                  </a:cubicBezTo>
                  <a:cubicBezTo>
                    <a:pt x="769544" y="147879"/>
                    <a:pt x="759309" y="158114"/>
                    <a:pt x="759309" y="170739"/>
                  </a:cubicBezTo>
                  <a:lnTo>
                    <a:pt x="738757" y="170739"/>
                  </a:lnTo>
                  <a:cubicBezTo>
                    <a:pt x="738757" y="158114"/>
                    <a:pt x="728522" y="147879"/>
                    <a:pt x="715897" y="147879"/>
                  </a:cubicBezTo>
                  <a:cubicBezTo>
                    <a:pt x="703272" y="147879"/>
                    <a:pt x="693037" y="158114"/>
                    <a:pt x="693037" y="170739"/>
                  </a:cubicBezTo>
                  <a:lnTo>
                    <a:pt x="672485" y="170739"/>
                  </a:lnTo>
                  <a:cubicBezTo>
                    <a:pt x="672485" y="158114"/>
                    <a:pt x="662250" y="147879"/>
                    <a:pt x="649625" y="147879"/>
                  </a:cubicBezTo>
                  <a:cubicBezTo>
                    <a:pt x="637000" y="147879"/>
                    <a:pt x="626765" y="158114"/>
                    <a:pt x="626765" y="170739"/>
                  </a:cubicBezTo>
                  <a:lnTo>
                    <a:pt x="606213" y="170739"/>
                  </a:lnTo>
                  <a:cubicBezTo>
                    <a:pt x="606213" y="158114"/>
                    <a:pt x="595978" y="147879"/>
                    <a:pt x="583353" y="147879"/>
                  </a:cubicBezTo>
                  <a:cubicBezTo>
                    <a:pt x="570728" y="147879"/>
                    <a:pt x="560493" y="158114"/>
                    <a:pt x="560493" y="170739"/>
                  </a:cubicBezTo>
                  <a:lnTo>
                    <a:pt x="539941" y="170739"/>
                  </a:lnTo>
                  <a:cubicBezTo>
                    <a:pt x="539941" y="158114"/>
                    <a:pt x="529706" y="147879"/>
                    <a:pt x="517081" y="147879"/>
                  </a:cubicBezTo>
                  <a:cubicBezTo>
                    <a:pt x="504456" y="147879"/>
                    <a:pt x="494221" y="158114"/>
                    <a:pt x="494221" y="170739"/>
                  </a:cubicBezTo>
                  <a:lnTo>
                    <a:pt x="473669" y="170739"/>
                  </a:lnTo>
                  <a:cubicBezTo>
                    <a:pt x="473669" y="158114"/>
                    <a:pt x="463434" y="147879"/>
                    <a:pt x="450809" y="147879"/>
                  </a:cubicBezTo>
                  <a:cubicBezTo>
                    <a:pt x="438184" y="147879"/>
                    <a:pt x="427949" y="158114"/>
                    <a:pt x="427949" y="170739"/>
                  </a:cubicBezTo>
                  <a:lnTo>
                    <a:pt x="407397" y="170739"/>
                  </a:lnTo>
                  <a:cubicBezTo>
                    <a:pt x="407397" y="158114"/>
                    <a:pt x="397162" y="147879"/>
                    <a:pt x="384537" y="147879"/>
                  </a:cubicBezTo>
                  <a:cubicBezTo>
                    <a:pt x="371912" y="147879"/>
                    <a:pt x="361677" y="158114"/>
                    <a:pt x="361677" y="170739"/>
                  </a:cubicBezTo>
                  <a:lnTo>
                    <a:pt x="341125" y="170739"/>
                  </a:lnTo>
                  <a:cubicBezTo>
                    <a:pt x="341125" y="158114"/>
                    <a:pt x="330890" y="147879"/>
                    <a:pt x="318265" y="147879"/>
                  </a:cubicBezTo>
                  <a:cubicBezTo>
                    <a:pt x="305640" y="147879"/>
                    <a:pt x="295405" y="158114"/>
                    <a:pt x="295405" y="170739"/>
                  </a:cubicBezTo>
                  <a:lnTo>
                    <a:pt x="274853" y="170739"/>
                  </a:lnTo>
                  <a:cubicBezTo>
                    <a:pt x="274853" y="158114"/>
                    <a:pt x="264618" y="147879"/>
                    <a:pt x="251993" y="147879"/>
                  </a:cubicBezTo>
                  <a:cubicBezTo>
                    <a:pt x="239368" y="147879"/>
                    <a:pt x="229133" y="158114"/>
                    <a:pt x="229133" y="170739"/>
                  </a:cubicBezTo>
                  <a:lnTo>
                    <a:pt x="208581" y="170739"/>
                  </a:lnTo>
                  <a:cubicBezTo>
                    <a:pt x="208581" y="158114"/>
                    <a:pt x="198346" y="147879"/>
                    <a:pt x="185721" y="147879"/>
                  </a:cubicBezTo>
                  <a:cubicBezTo>
                    <a:pt x="173096" y="147879"/>
                    <a:pt x="162861" y="158114"/>
                    <a:pt x="162861" y="170739"/>
                  </a:cubicBezTo>
                  <a:lnTo>
                    <a:pt x="142309" y="170739"/>
                  </a:lnTo>
                  <a:cubicBezTo>
                    <a:pt x="142309" y="158114"/>
                    <a:pt x="132074" y="147879"/>
                    <a:pt x="119449" y="147879"/>
                  </a:cubicBezTo>
                  <a:cubicBezTo>
                    <a:pt x="106824" y="147879"/>
                    <a:pt x="96589" y="158114"/>
                    <a:pt x="96589" y="170739"/>
                  </a:cubicBezTo>
                  <a:lnTo>
                    <a:pt x="76037" y="170739"/>
                  </a:lnTo>
                  <a:cubicBezTo>
                    <a:pt x="76037" y="158114"/>
                    <a:pt x="65802" y="147879"/>
                    <a:pt x="53177" y="147879"/>
                  </a:cubicBezTo>
                  <a:cubicBezTo>
                    <a:pt x="40552" y="147879"/>
                    <a:pt x="30317" y="158114"/>
                    <a:pt x="30317" y="170739"/>
                  </a:cubicBezTo>
                  <a:lnTo>
                    <a:pt x="0" y="170739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36" name="任意多边形: 形状 1035">
              <a:extLst>
                <a:ext uri="{FF2B5EF4-FFF2-40B4-BE49-F238E27FC236}">
                  <a16:creationId xmlns:a16="http://schemas.microsoft.com/office/drawing/2014/main" id="{4AC159C7-C9C6-2074-DB05-E907971AC2DE}"/>
                </a:ext>
              </a:extLst>
            </p:cNvPr>
            <p:cNvSpPr/>
            <p:nvPr/>
          </p:nvSpPr>
          <p:spPr>
            <a:xfrm rot="10800000">
              <a:off x="10875800" y="-3368504"/>
              <a:ext cx="3289621" cy="245205"/>
            </a:xfrm>
            <a:custGeom>
              <a:avLst/>
              <a:gdLst>
                <a:gd name="connsiteX0" fmla="*/ 0 w 2290600"/>
                <a:gd name="connsiteY0" fmla="*/ 0 h 170739"/>
                <a:gd name="connsiteX1" fmla="*/ 2290600 w 2290600"/>
                <a:gd name="connsiteY1" fmla="*/ 0 h 170739"/>
                <a:gd name="connsiteX2" fmla="*/ 2290600 w 2290600"/>
                <a:gd name="connsiteY2" fmla="*/ 170739 h 170739"/>
                <a:gd name="connsiteX3" fmla="*/ 2263013 w 2290600"/>
                <a:gd name="connsiteY3" fmla="*/ 170739 h 170739"/>
                <a:gd name="connsiteX4" fmla="*/ 2240153 w 2290600"/>
                <a:gd name="connsiteY4" fmla="*/ 147879 h 170739"/>
                <a:gd name="connsiteX5" fmla="*/ 2217293 w 2290600"/>
                <a:gd name="connsiteY5" fmla="*/ 170739 h 170739"/>
                <a:gd name="connsiteX6" fmla="*/ 2196741 w 2290600"/>
                <a:gd name="connsiteY6" fmla="*/ 170739 h 170739"/>
                <a:gd name="connsiteX7" fmla="*/ 2173881 w 2290600"/>
                <a:gd name="connsiteY7" fmla="*/ 147879 h 170739"/>
                <a:gd name="connsiteX8" fmla="*/ 2151021 w 2290600"/>
                <a:gd name="connsiteY8" fmla="*/ 170739 h 170739"/>
                <a:gd name="connsiteX9" fmla="*/ 2130469 w 2290600"/>
                <a:gd name="connsiteY9" fmla="*/ 170739 h 170739"/>
                <a:gd name="connsiteX10" fmla="*/ 2107609 w 2290600"/>
                <a:gd name="connsiteY10" fmla="*/ 147879 h 170739"/>
                <a:gd name="connsiteX11" fmla="*/ 2084749 w 2290600"/>
                <a:gd name="connsiteY11" fmla="*/ 170739 h 170739"/>
                <a:gd name="connsiteX12" fmla="*/ 2064197 w 2290600"/>
                <a:gd name="connsiteY12" fmla="*/ 170739 h 170739"/>
                <a:gd name="connsiteX13" fmla="*/ 2041337 w 2290600"/>
                <a:gd name="connsiteY13" fmla="*/ 147879 h 170739"/>
                <a:gd name="connsiteX14" fmla="*/ 2018477 w 2290600"/>
                <a:gd name="connsiteY14" fmla="*/ 170739 h 170739"/>
                <a:gd name="connsiteX15" fmla="*/ 1997925 w 2290600"/>
                <a:gd name="connsiteY15" fmla="*/ 170739 h 170739"/>
                <a:gd name="connsiteX16" fmla="*/ 1975065 w 2290600"/>
                <a:gd name="connsiteY16" fmla="*/ 147879 h 170739"/>
                <a:gd name="connsiteX17" fmla="*/ 1952205 w 2290600"/>
                <a:gd name="connsiteY17" fmla="*/ 170739 h 170739"/>
                <a:gd name="connsiteX18" fmla="*/ 1931653 w 2290600"/>
                <a:gd name="connsiteY18" fmla="*/ 170739 h 170739"/>
                <a:gd name="connsiteX19" fmla="*/ 1908793 w 2290600"/>
                <a:gd name="connsiteY19" fmla="*/ 147879 h 170739"/>
                <a:gd name="connsiteX20" fmla="*/ 1885933 w 2290600"/>
                <a:gd name="connsiteY20" fmla="*/ 170739 h 170739"/>
                <a:gd name="connsiteX21" fmla="*/ 1865381 w 2290600"/>
                <a:gd name="connsiteY21" fmla="*/ 170739 h 170739"/>
                <a:gd name="connsiteX22" fmla="*/ 1842521 w 2290600"/>
                <a:gd name="connsiteY22" fmla="*/ 147879 h 170739"/>
                <a:gd name="connsiteX23" fmla="*/ 1819661 w 2290600"/>
                <a:gd name="connsiteY23" fmla="*/ 170739 h 170739"/>
                <a:gd name="connsiteX24" fmla="*/ 1799109 w 2290600"/>
                <a:gd name="connsiteY24" fmla="*/ 170739 h 170739"/>
                <a:gd name="connsiteX25" fmla="*/ 1776249 w 2290600"/>
                <a:gd name="connsiteY25" fmla="*/ 147879 h 170739"/>
                <a:gd name="connsiteX26" fmla="*/ 1753389 w 2290600"/>
                <a:gd name="connsiteY26" fmla="*/ 170739 h 170739"/>
                <a:gd name="connsiteX27" fmla="*/ 1732837 w 2290600"/>
                <a:gd name="connsiteY27" fmla="*/ 170739 h 170739"/>
                <a:gd name="connsiteX28" fmla="*/ 1709977 w 2290600"/>
                <a:gd name="connsiteY28" fmla="*/ 147879 h 170739"/>
                <a:gd name="connsiteX29" fmla="*/ 1687117 w 2290600"/>
                <a:gd name="connsiteY29" fmla="*/ 170739 h 170739"/>
                <a:gd name="connsiteX30" fmla="*/ 1666565 w 2290600"/>
                <a:gd name="connsiteY30" fmla="*/ 170739 h 170739"/>
                <a:gd name="connsiteX31" fmla="*/ 1643705 w 2290600"/>
                <a:gd name="connsiteY31" fmla="*/ 147879 h 170739"/>
                <a:gd name="connsiteX32" fmla="*/ 1620845 w 2290600"/>
                <a:gd name="connsiteY32" fmla="*/ 170739 h 170739"/>
                <a:gd name="connsiteX33" fmla="*/ 1600293 w 2290600"/>
                <a:gd name="connsiteY33" fmla="*/ 170739 h 170739"/>
                <a:gd name="connsiteX34" fmla="*/ 1577433 w 2290600"/>
                <a:gd name="connsiteY34" fmla="*/ 147879 h 170739"/>
                <a:gd name="connsiteX35" fmla="*/ 1554573 w 2290600"/>
                <a:gd name="connsiteY35" fmla="*/ 170739 h 170739"/>
                <a:gd name="connsiteX36" fmla="*/ 1534021 w 2290600"/>
                <a:gd name="connsiteY36" fmla="*/ 170739 h 170739"/>
                <a:gd name="connsiteX37" fmla="*/ 1511161 w 2290600"/>
                <a:gd name="connsiteY37" fmla="*/ 147879 h 170739"/>
                <a:gd name="connsiteX38" fmla="*/ 1488301 w 2290600"/>
                <a:gd name="connsiteY38" fmla="*/ 170739 h 170739"/>
                <a:gd name="connsiteX39" fmla="*/ 1467749 w 2290600"/>
                <a:gd name="connsiteY39" fmla="*/ 170739 h 170739"/>
                <a:gd name="connsiteX40" fmla="*/ 1444889 w 2290600"/>
                <a:gd name="connsiteY40" fmla="*/ 147879 h 170739"/>
                <a:gd name="connsiteX41" fmla="*/ 1422029 w 2290600"/>
                <a:gd name="connsiteY41" fmla="*/ 170739 h 170739"/>
                <a:gd name="connsiteX42" fmla="*/ 1401477 w 2290600"/>
                <a:gd name="connsiteY42" fmla="*/ 170739 h 170739"/>
                <a:gd name="connsiteX43" fmla="*/ 1378617 w 2290600"/>
                <a:gd name="connsiteY43" fmla="*/ 147879 h 170739"/>
                <a:gd name="connsiteX44" fmla="*/ 1355757 w 2290600"/>
                <a:gd name="connsiteY44" fmla="*/ 170739 h 170739"/>
                <a:gd name="connsiteX45" fmla="*/ 1335205 w 2290600"/>
                <a:gd name="connsiteY45" fmla="*/ 170739 h 170739"/>
                <a:gd name="connsiteX46" fmla="*/ 1312345 w 2290600"/>
                <a:gd name="connsiteY46" fmla="*/ 147879 h 170739"/>
                <a:gd name="connsiteX47" fmla="*/ 1289485 w 2290600"/>
                <a:gd name="connsiteY47" fmla="*/ 170739 h 170739"/>
                <a:gd name="connsiteX48" fmla="*/ 1268933 w 2290600"/>
                <a:gd name="connsiteY48" fmla="*/ 170739 h 170739"/>
                <a:gd name="connsiteX49" fmla="*/ 1246073 w 2290600"/>
                <a:gd name="connsiteY49" fmla="*/ 147879 h 170739"/>
                <a:gd name="connsiteX50" fmla="*/ 1223213 w 2290600"/>
                <a:gd name="connsiteY50" fmla="*/ 170739 h 170739"/>
                <a:gd name="connsiteX51" fmla="*/ 1202661 w 2290600"/>
                <a:gd name="connsiteY51" fmla="*/ 170739 h 170739"/>
                <a:gd name="connsiteX52" fmla="*/ 1179801 w 2290600"/>
                <a:gd name="connsiteY52" fmla="*/ 147879 h 170739"/>
                <a:gd name="connsiteX53" fmla="*/ 1156941 w 2290600"/>
                <a:gd name="connsiteY53" fmla="*/ 170739 h 170739"/>
                <a:gd name="connsiteX54" fmla="*/ 1136389 w 2290600"/>
                <a:gd name="connsiteY54" fmla="*/ 170739 h 170739"/>
                <a:gd name="connsiteX55" fmla="*/ 1113529 w 2290600"/>
                <a:gd name="connsiteY55" fmla="*/ 147879 h 170739"/>
                <a:gd name="connsiteX56" fmla="*/ 1090669 w 2290600"/>
                <a:gd name="connsiteY56" fmla="*/ 170739 h 170739"/>
                <a:gd name="connsiteX57" fmla="*/ 1070117 w 2290600"/>
                <a:gd name="connsiteY57" fmla="*/ 170739 h 170739"/>
                <a:gd name="connsiteX58" fmla="*/ 1047257 w 2290600"/>
                <a:gd name="connsiteY58" fmla="*/ 147879 h 170739"/>
                <a:gd name="connsiteX59" fmla="*/ 1024397 w 2290600"/>
                <a:gd name="connsiteY59" fmla="*/ 170739 h 170739"/>
                <a:gd name="connsiteX60" fmla="*/ 1003845 w 2290600"/>
                <a:gd name="connsiteY60" fmla="*/ 170739 h 170739"/>
                <a:gd name="connsiteX61" fmla="*/ 980985 w 2290600"/>
                <a:gd name="connsiteY61" fmla="*/ 147879 h 170739"/>
                <a:gd name="connsiteX62" fmla="*/ 958125 w 2290600"/>
                <a:gd name="connsiteY62" fmla="*/ 170739 h 170739"/>
                <a:gd name="connsiteX63" fmla="*/ 937573 w 2290600"/>
                <a:gd name="connsiteY63" fmla="*/ 170739 h 170739"/>
                <a:gd name="connsiteX64" fmla="*/ 914713 w 2290600"/>
                <a:gd name="connsiteY64" fmla="*/ 147879 h 170739"/>
                <a:gd name="connsiteX65" fmla="*/ 891853 w 2290600"/>
                <a:gd name="connsiteY65" fmla="*/ 170739 h 170739"/>
                <a:gd name="connsiteX66" fmla="*/ 871301 w 2290600"/>
                <a:gd name="connsiteY66" fmla="*/ 170739 h 170739"/>
                <a:gd name="connsiteX67" fmla="*/ 848441 w 2290600"/>
                <a:gd name="connsiteY67" fmla="*/ 147879 h 170739"/>
                <a:gd name="connsiteX68" fmla="*/ 825581 w 2290600"/>
                <a:gd name="connsiteY68" fmla="*/ 170739 h 170739"/>
                <a:gd name="connsiteX69" fmla="*/ 805029 w 2290600"/>
                <a:gd name="connsiteY69" fmla="*/ 170739 h 170739"/>
                <a:gd name="connsiteX70" fmla="*/ 782169 w 2290600"/>
                <a:gd name="connsiteY70" fmla="*/ 147879 h 170739"/>
                <a:gd name="connsiteX71" fmla="*/ 759309 w 2290600"/>
                <a:gd name="connsiteY71" fmla="*/ 170739 h 170739"/>
                <a:gd name="connsiteX72" fmla="*/ 738757 w 2290600"/>
                <a:gd name="connsiteY72" fmla="*/ 170739 h 170739"/>
                <a:gd name="connsiteX73" fmla="*/ 715897 w 2290600"/>
                <a:gd name="connsiteY73" fmla="*/ 147879 h 170739"/>
                <a:gd name="connsiteX74" fmla="*/ 693037 w 2290600"/>
                <a:gd name="connsiteY74" fmla="*/ 170739 h 170739"/>
                <a:gd name="connsiteX75" fmla="*/ 672485 w 2290600"/>
                <a:gd name="connsiteY75" fmla="*/ 170739 h 170739"/>
                <a:gd name="connsiteX76" fmla="*/ 649625 w 2290600"/>
                <a:gd name="connsiteY76" fmla="*/ 147879 h 170739"/>
                <a:gd name="connsiteX77" fmla="*/ 626765 w 2290600"/>
                <a:gd name="connsiteY77" fmla="*/ 170739 h 170739"/>
                <a:gd name="connsiteX78" fmla="*/ 606213 w 2290600"/>
                <a:gd name="connsiteY78" fmla="*/ 170739 h 170739"/>
                <a:gd name="connsiteX79" fmla="*/ 583353 w 2290600"/>
                <a:gd name="connsiteY79" fmla="*/ 147879 h 170739"/>
                <a:gd name="connsiteX80" fmla="*/ 560493 w 2290600"/>
                <a:gd name="connsiteY80" fmla="*/ 170739 h 170739"/>
                <a:gd name="connsiteX81" fmla="*/ 539941 w 2290600"/>
                <a:gd name="connsiteY81" fmla="*/ 170739 h 170739"/>
                <a:gd name="connsiteX82" fmla="*/ 517081 w 2290600"/>
                <a:gd name="connsiteY82" fmla="*/ 147879 h 170739"/>
                <a:gd name="connsiteX83" fmla="*/ 494221 w 2290600"/>
                <a:gd name="connsiteY83" fmla="*/ 170739 h 170739"/>
                <a:gd name="connsiteX84" fmla="*/ 473669 w 2290600"/>
                <a:gd name="connsiteY84" fmla="*/ 170739 h 170739"/>
                <a:gd name="connsiteX85" fmla="*/ 450809 w 2290600"/>
                <a:gd name="connsiteY85" fmla="*/ 147879 h 170739"/>
                <a:gd name="connsiteX86" fmla="*/ 427949 w 2290600"/>
                <a:gd name="connsiteY86" fmla="*/ 170739 h 170739"/>
                <a:gd name="connsiteX87" fmla="*/ 407397 w 2290600"/>
                <a:gd name="connsiteY87" fmla="*/ 170739 h 170739"/>
                <a:gd name="connsiteX88" fmla="*/ 384537 w 2290600"/>
                <a:gd name="connsiteY88" fmla="*/ 147879 h 170739"/>
                <a:gd name="connsiteX89" fmla="*/ 361677 w 2290600"/>
                <a:gd name="connsiteY89" fmla="*/ 170739 h 170739"/>
                <a:gd name="connsiteX90" fmla="*/ 341125 w 2290600"/>
                <a:gd name="connsiteY90" fmla="*/ 170739 h 170739"/>
                <a:gd name="connsiteX91" fmla="*/ 318265 w 2290600"/>
                <a:gd name="connsiteY91" fmla="*/ 147879 h 170739"/>
                <a:gd name="connsiteX92" fmla="*/ 295405 w 2290600"/>
                <a:gd name="connsiteY92" fmla="*/ 170739 h 170739"/>
                <a:gd name="connsiteX93" fmla="*/ 274853 w 2290600"/>
                <a:gd name="connsiteY93" fmla="*/ 170739 h 170739"/>
                <a:gd name="connsiteX94" fmla="*/ 251993 w 2290600"/>
                <a:gd name="connsiteY94" fmla="*/ 147879 h 170739"/>
                <a:gd name="connsiteX95" fmla="*/ 229133 w 2290600"/>
                <a:gd name="connsiteY95" fmla="*/ 170739 h 170739"/>
                <a:gd name="connsiteX96" fmla="*/ 208581 w 2290600"/>
                <a:gd name="connsiteY96" fmla="*/ 170739 h 170739"/>
                <a:gd name="connsiteX97" fmla="*/ 185721 w 2290600"/>
                <a:gd name="connsiteY97" fmla="*/ 147879 h 170739"/>
                <a:gd name="connsiteX98" fmla="*/ 162861 w 2290600"/>
                <a:gd name="connsiteY98" fmla="*/ 170739 h 170739"/>
                <a:gd name="connsiteX99" fmla="*/ 142309 w 2290600"/>
                <a:gd name="connsiteY99" fmla="*/ 170739 h 170739"/>
                <a:gd name="connsiteX100" fmla="*/ 119449 w 2290600"/>
                <a:gd name="connsiteY100" fmla="*/ 147879 h 170739"/>
                <a:gd name="connsiteX101" fmla="*/ 96589 w 2290600"/>
                <a:gd name="connsiteY101" fmla="*/ 170739 h 170739"/>
                <a:gd name="connsiteX102" fmla="*/ 76037 w 2290600"/>
                <a:gd name="connsiteY102" fmla="*/ 170739 h 170739"/>
                <a:gd name="connsiteX103" fmla="*/ 53177 w 2290600"/>
                <a:gd name="connsiteY103" fmla="*/ 147879 h 170739"/>
                <a:gd name="connsiteX104" fmla="*/ 30317 w 2290600"/>
                <a:gd name="connsiteY104" fmla="*/ 170739 h 170739"/>
                <a:gd name="connsiteX105" fmla="*/ 0 w 2290600"/>
                <a:gd name="connsiteY105" fmla="*/ 170739 h 170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</a:cxnLst>
              <a:rect l="l" t="t" r="r" b="b"/>
              <a:pathLst>
                <a:path w="2290600" h="170739">
                  <a:moveTo>
                    <a:pt x="0" y="0"/>
                  </a:moveTo>
                  <a:lnTo>
                    <a:pt x="2290600" y="0"/>
                  </a:lnTo>
                  <a:lnTo>
                    <a:pt x="2290600" y="170739"/>
                  </a:lnTo>
                  <a:lnTo>
                    <a:pt x="2263013" y="170739"/>
                  </a:lnTo>
                  <a:cubicBezTo>
                    <a:pt x="2263013" y="158114"/>
                    <a:pt x="2252778" y="147879"/>
                    <a:pt x="2240153" y="147879"/>
                  </a:cubicBezTo>
                  <a:cubicBezTo>
                    <a:pt x="2227528" y="147879"/>
                    <a:pt x="2217293" y="158114"/>
                    <a:pt x="2217293" y="170739"/>
                  </a:cubicBezTo>
                  <a:lnTo>
                    <a:pt x="2196741" y="170739"/>
                  </a:lnTo>
                  <a:cubicBezTo>
                    <a:pt x="2196741" y="158114"/>
                    <a:pt x="2186506" y="147879"/>
                    <a:pt x="2173881" y="147879"/>
                  </a:cubicBezTo>
                  <a:cubicBezTo>
                    <a:pt x="2161256" y="147879"/>
                    <a:pt x="2151021" y="158114"/>
                    <a:pt x="2151021" y="170739"/>
                  </a:cubicBezTo>
                  <a:lnTo>
                    <a:pt x="2130469" y="170739"/>
                  </a:lnTo>
                  <a:cubicBezTo>
                    <a:pt x="2130469" y="158114"/>
                    <a:pt x="2120234" y="147879"/>
                    <a:pt x="2107609" y="147879"/>
                  </a:cubicBezTo>
                  <a:cubicBezTo>
                    <a:pt x="2094984" y="147879"/>
                    <a:pt x="2084749" y="158114"/>
                    <a:pt x="2084749" y="170739"/>
                  </a:cubicBezTo>
                  <a:lnTo>
                    <a:pt x="2064197" y="170739"/>
                  </a:lnTo>
                  <a:cubicBezTo>
                    <a:pt x="2064197" y="158114"/>
                    <a:pt x="2053962" y="147879"/>
                    <a:pt x="2041337" y="147879"/>
                  </a:cubicBezTo>
                  <a:cubicBezTo>
                    <a:pt x="2028712" y="147879"/>
                    <a:pt x="2018477" y="158114"/>
                    <a:pt x="2018477" y="170739"/>
                  </a:cubicBezTo>
                  <a:lnTo>
                    <a:pt x="1997925" y="170739"/>
                  </a:lnTo>
                  <a:cubicBezTo>
                    <a:pt x="1997925" y="158114"/>
                    <a:pt x="1987690" y="147879"/>
                    <a:pt x="1975065" y="147879"/>
                  </a:cubicBezTo>
                  <a:cubicBezTo>
                    <a:pt x="1962440" y="147879"/>
                    <a:pt x="1952205" y="158114"/>
                    <a:pt x="1952205" y="170739"/>
                  </a:cubicBezTo>
                  <a:lnTo>
                    <a:pt x="1931653" y="170739"/>
                  </a:lnTo>
                  <a:cubicBezTo>
                    <a:pt x="1931653" y="158114"/>
                    <a:pt x="1921418" y="147879"/>
                    <a:pt x="1908793" y="147879"/>
                  </a:cubicBezTo>
                  <a:cubicBezTo>
                    <a:pt x="1896168" y="147879"/>
                    <a:pt x="1885933" y="158114"/>
                    <a:pt x="1885933" y="170739"/>
                  </a:cubicBezTo>
                  <a:lnTo>
                    <a:pt x="1865381" y="170739"/>
                  </a:lnTo>
                  <a:cubicBezTo>
                    <a:pt x="1865381" y="158114"/>
                    <a:pt x="1855146" y="147879"/>
                    <a:pt x="1842521" y="147879"/>
                  </a:cubicBezTo>
                  <a:cubicBezTo>
                    <a:pt x="1829896" y="147879"/>
                    <a:pt x="1819661" y="158114"/>
                    <a:pt x="1819661" y="170739"/>
                  </a:cubicBezTo>
                  <a:lnTo>
                    <a:pt x="1799109" y="170739"/>
                  </a:lnTo>
                  <a:cubicBezTo>
                    <a:pt x="1799109" y="158114"/>
                    <a:pt x="1788874" y="147879"/>
                    <a:pt x="1776249" y="147879"/>
                  </a:cubicBezTo>
                  <a:cubicBezTo>
                    <a:pt x="1763624" y="147879"/>
                    <a:pt x="1753389" y="158114"/>
                    <a:pt x="1753389" y="170739"/>
                  </a:cubicBezTo>
                  <a:lnTo>
                    <a:pt x="1732837" y="170739"/>
                  </a:lnTo>
                  <a:cubicBezTo>
                    <a:pt x="1732837" y="158114"/>
                    <a:pt x="1722602" y="147879"/>
                    <a:pt x="1709977" y="147879"/>
                  </a:cubicBezTo>
                  <a:cubicBezTo>
                    <a:pt x="1697352" y="147879"/>
                    <a:pt x="1687117" y="158114"/>
                    <a:pt x="1687117" y="170739"/>
                  </a:cubicBezTo>
                  <a:lnTo>
                    <a:pt x="1666565" y="170739"/>
                  </a:lnTo>
                  <a:cubicBezTo>
                    <a:pt x="1666565" y="158114"/>
                    <a:pt x="1656330" y="147879"/>
                    <a:pt x="1643705" y="147879"/>
                  </a:cubicBezTo>
                  <a:cubicBezTo>
                    <a:pt x="1631080" y="147879"/>
                    <a:pt x="1620845" y="158114"/>
                    <a:pt x="1620845" y="170739"/>
                  </a:cubicBezTo>
                  <a:lnTo>
                    <a:pt x="1600293" y="170739"/>
                  </a:lnTo>
                  <a:cubicBezTo>
                    <a:pt x="1600293" y="158114"/>
                    <a:pt x="1590058" y="147879"/>
                    <a:pt x="1577433" y="147879"/>
                  </a:cubicBezTo>
                  <a:cubicBezTo>
                    <a:pt x="1564808" y="147879"/>
                    <a:pt x="1554573" y="158114"/>
                    <a:pt x="1554573" y="170739"/>
                  </a:cubicBezTo>
                  <a:lnTo>
                    <a:pt x="1534021" y="170739"/>
                  </a:lnTo>
                  <a:cubicBezTo>
                    <a:pt x="1534021" y="158114"/>
                    <a:pt x="1523786" y="147879"/>
                    <a:pt x="1511161" y="147879"/>
                  </a:cubicBezTo>
                  <a:cubicBezTo>
                    <a:pt x="1498536" y="147879"/>
                    <a:pt x="1488301" y="158114"/>
                    <a:pt x="1488301" y="170739"/>
                  </a:cubicBezTo>
                  <a:lnTo>
                    <a:pt x="1467749" y="170739"/>
                  </a:lnTo>
                  <a:cubicBezTo>
                    <a:pt x="1467749" y="158114"/>
                    <a:pt x="1457514" y="147879"/>
                    <a:pt x="1444889" y="147879"/>
                  </a:cubicBezTo>
                  <a:cubicBezTo>
                    <a:pt x="1432264" y="147879"/>
                    <a:pt x="1422029" y="158114"/>
                    <a:pt x="1422029" y="170739"/>
                  </a:cubicBezTo>
                  <a:lnTo>
                    <a:pt x="1401477" y="170739"/>
                  </a:lnTo>
                  <a:cubicBezTo>
                    <a:pt x="1401477" y="158114"/>
                    <a:pt x="1391242" y="147879"/>
                    <a:pt x="1378617" y="147879"/>
                  </a:cubicBezTo>
                  <a:cubicBezTo>
                    <a:pt x="1365992" y="147879"/>
                    <a:pt x="1355757" y="158114"/>
                    <a:pt x="1355757" y="170739"/>
                  </a:cubicBezTo>
                  <a:lnTo>
                    <a:pt x="1335205" y="170739"/>
                  </a:lnTo>
                  <a:cubicBezTo>
                    <a:pt x="1335205" y="158114"/>
                    <a:pt x="1324970" y="147879"/>
                    <a:pt x="1312345" y="147879"/>
                  </a:cubicBezTo>
                  <a:cubicBezTo>
                    <a:pt x="1299720" y="147879"/>
                    <a:pt x="1289485" y="158114"/>
                    <a:pt x="1289485" y="170739"/>
                  </a:cubicBezTo>
                  <a:lnTo>
                    <a:pt x="1268933" y="170739"/>
                  </a:lnTo>
                  <a:cubicBezTo>
                    <a:pt x="1268933" y="158114"/>
                    <a:pt x="1258698" y="147879"/>
                    <a:pt x="1246073" y="147879"/>
                  </a:cubicBezTo>
                  <a:cubicBezTo>
                    <a:pt x="1233448" y="147879"/>
                    <a:pt x="1223213" y="158114"/>
                    <a:pt x="1223213" y="170739"/>
                  </a:cubicBezTo>
                  <a:lnTo>
                    <a:pt x="1202661" y="170739"/>
                  </a:lnTo>
                  <a:cubicBezTo>
                    <a:pt x="1202661" y="158114"/>
                    <a:pt x="1192426" y="147879"/>
                    <a:pt x="1179801" y="147879"/>
                  </a:cubicBezTo>
                  <a:cubicBezTo>
                    <a:pt x="1167176" y="147879"/>
                    <a:pt x="1156941" y="158114"/>
                    <a:pt x="1156941" y="170739"/>
                  </a:cubicBezTo>
                  <a:lnTo>
                    <a:pt x="1136389" y="170739"/>
                  </a:lnTo>
                  <a:cubicBezTo>
                    <a:pt x="1136389" y="158114"/>
                    <a:pt x="1126154" y="147879"/>
                    <a:pt x="1113529" y="147879"/>
                  </a:cubicBezTo>
                  <a:cubicBezTo>
                    <a:pt x="1100904" y="147879"/>
                    <a:pt x="1090669" y="158114"/>
                    <a:pt x="1090669" y="170739"/>
                  </a:cubicBezTo>
                  <a:lnTo>
                    <a:pt x="1070117" y="170739"/>
                  </a:lnTo>
                  <a:cubicBezTo>
                    <a:pt x="1070117" y="158114"/>
                    <a:pt x="1059882" y="147879"/>
                    <a:pt x="1047257" y="147879"/>
                  </a:cubicBezTo>
                  <a:cubicBezTo>
                    <a:pt x="1034632" y="147879"/>
                    <a:pt x="1024397" y="158114"/>
                    <a:pt x="1024397" y="170739"/>
                  </a:cubicBezTo>
                  <a:lnTo>
                    <a:pt x="1003845" y="170739"/>
                  </a:lnTo>
                  <a:cubicBezTo>
                    <a:pt x="1003845" y="158114"/>
                    <a:pt x="993610" y="147879"/>
                    <a:pt x="980985" y="147879"/>
                  </a:cubicBezTo>
                  <a:cubicBezTo>
                    <a:pt x="968360" y="147879"/>
                    <a:pt x="958125" y="158114"/>
                    <a:pt x="958125" y="170739"/>
                  </a:cubicBezTo>
                  <a:lnTo>
                    <a:pt x="937573" y="170739"/>
                  </a:lnTo>
                  <a:cubicBezTo>
                    <a:pt x="937573" y="158114"/>
                    <a:pt x="927338" y="147879"/>
                    <a:pt x="914713" y="147879"/>
                  </a:cubicBezTo>
                  <a:cubicBezTo>
                    <a:pt x="902088" y="147879"/>
                    <a:pt x="891853" y="158114"/>
                    <a:pt x="891853" y="170739"/>
                  </a:cubicBezTo>
                  <a:lnTo>
                    <a:pt x="871301" y="170739"/>
                  </a:lnTo>
                  <a:cubicBezTo>
                    <a:pt x="871301" y="158114"/>
                    <a:pt x="861066" y="147879"/>
                    <a:pt x="848441" y="147879"/>
                  </a:cubicBezTo>
                  <a:cubicBezTo>
                    <a:pt x="835816" y="147879"/>
                    <a:pt x="825581" y="158114"/>
                    <a:pt x="825581" y="170739"/>
                  </a:cubicBezTo>
                  <a:lnTo>
                    <a:pt x="805029" y="170739"/>
                  </a:lnTo>
                  <a:cubicBezTo>
                    <a:pt x="805029" y="158114"/>
                    <a:pt x="794794" y="147879"/>
                    <a:pt x="782169" y="147879"/>
                  </a:cubicBezTo>
                  <a:cubicBezTo>
                    <a:pt x="769544" y="147879"/>
                    <a:pt x="759309" y="158114"/>
                    <a:pt x="759309" y="170739"/>
                  </a:cubicBezTo>
                  <a:lnTo>
                    <a:pt x="738757" y="170739"/>
                  </a:lnTo>
                  <a:cubicBezTo>
                    <a:pt x="738757" y="158114"/>
                    <a:pt x="728522" y="147879"/>
                    <a:pt x="715897" y="147879"/>
                  </a:cubicBezTo>
                  <a:cubicBezTo>
                    <a:pt x="703272" y="147879"/>
                    <a:pt x="693037" y="158114"/>
                    <a:pt x="693037" y="170739"/>
                  </a:cubicBezTo>
                  <a:lnTo>
                    <a:pt x="672485" y="170739"/>
                  </a:lnTo>
                  <a:cubicBezTo>
                    <a:pt x="672485" y="158114"/>
                    <a:pt x="662250" y="147879"/>
                    <a:pt x="649625" y="147879"/>
                  </a:cubicBezTo>
                  <a:cubicBezTo>
                    <a:pt x="637000" y="147879"/>
                    <a:pt x="626765" y="158114"/>
                    <a:pt x="626765" y="170739"/>
                  </a:cubicBezTo>
                  <a:lnTo>
                    <a:pt x="606213" y="170739"/>
                  </a:lnTo>
                  <a:cubicBezTo>
                    <a:pt x="606213" y="158114"/>
                    <a:pt x="595978" y="147879"/>
                    <a:pt x="583353" y="147879"/>
                  </a:cubicBezTo>
                  <a:cubicBezTo>
                    <a:pt x="570728" y="147879"/>
                    <a:pt x="560493" y="158114"/>
                    <a:pt x="560493" y="170739"/>
                  </a:cubicBezTo>
                  <a:lnTo>
                    <a:pt x="539941" y="170739"/>
                  </a:lnTo>
                  <a:cubicBezTo>
                    <a:pt x="539941" y="158114"/>
                    <a:pt x="529706" y="147879"/>
                    <a:pt x="517081" y="147879"/>
                  </a:cubicBezTo>
                  <a:cubicBezTo>
                    <a:pt x="504456" y="147879"/>
                    <a:pt x="494221" y="158114"/>
                    <a:pt x="494221" y="170739"/>
                  </a:cubicBezTo>
                  <a:lnTo>
                    <a:pt x="473669" y="170739"/>
                  </a:lnTo>
                  <a:cubicBezTo>
                    <a:pt x="473669" y="158114"/>
                    <a:pt x="463434" y="147879"/>
                    <a:pt x="450809" y="147879"/>
                  </a:cubicBezTo>
                  <a:cubicBezTo>
                    <a:pt x="438184" y="147879"/>
                    <a:pt x="427949" y="158114"/>
                    <a:pt x="427949" y="170739"/>
                  </a:cubicBezTo>
                  <a:lnTo>
                    <a:pt x="407397" y="170739"/>
                  </a:lnTo>
                  <a:cubicBezTo>
                    <a:pt x="407397" y="158114"/>
                    <a:pt x="397162" y="147879"/>
                    <a:pt x="384537" y="147879"/>
                  </a:cubicBezTo>
                  <a:cubicBezTo>
                    <a:pt x="371912" y="147879"/>
                    <a:pt x="361677" y="158114"/>
                    <a:pt x="361677" y="170739"/>
                  </a:cubicBezTo>
                  <a:lnTo>
                    <a:pt x="341125" y="170739"/>
                  </a:lnTo>
                  <a:cubicBezTo>
                    <a:pt x="341125" y="158114"/>
                    <a:pt x="330890" y="147879"/>
                    <a:pt x="318265" y="147879"/>
                  </a:cubicBezTo>
                  <a:cubicBezTo>
                    <a:pt x="305640" y="147879"/>
                    <a:pt x="295405" y="158114"/>
                    <a:pt x="295405" y="170739"/>
                  </a:cubicBezTo>
                  <a:lnTo>
                    <a:pt x="274853" y="170739"/>
                  </a:lnTo>
                  <a:cubicBezTo>
                    <a:pt x="274853" y="158114"/>
                    <a:pt x="264618" y="147879"/>
                    <a:pt x="251993" y="147879"/>
                  </a:cubicBezTo>
                  <a:cubicBezTo>
                    <a:pt x="239368" y="147879"/>
                    <a:pt x="229133" y="158114"/>
                    <a:pt x="229133" y="170739"/>
                  </a:cubicBezTo>
                  <a:lnTo>
                    <a:pt x="208581" y="170739"/>
                  </a:lnTo>
                  <a:cubicBezTo>
                    <a:pt x="208581" y="158114"/>
                    <a:pt x="198346" y="147879"/>
                    <a:pt x="185721" y="147879"/>
                  </a:cubicBezTo>
                  <a:cubicBezTo>
                    <a:pt x="173096" y="147879"/>
                    <a:pt x="162861" y="158114"/>
                    <a:pt x="162861" y="170739"/>
                  </a:cubicBezTo>
                  <a:lnTo>
                    <a:pt x="142309" y="170739"/>
                  </a:lnTo>
                  <a:cubicBezTo>
                    <a:pt x="142309" y="158114"/>
                    <a:pt x="132074" y="147879"/>
                    <a:pt x="119449" y="147879"/>
                  </a:cubicBezTo>
                  <a:cubicBezTo>
                    <a:pt x="106824" y="147879"/>
                    <a:pt x="96589" y="158114"/>
                    <a:pt x="96589" y="170739"/>
                  </a:cubicBezTo>
                  <a:lnTo>
                    <a:pt x="76037" y="170739"/>
                  </a:lnTo>
                  <a:cubicBezTo>
                    <a:pt x="76037" y="158114"/>
                    <a:pt x="65802" y="147879"/>
                    <a:pt x="53177" y="147879"/>
                  </a:cubicBezTo>
                  <a:cubicBezTo>
                    <a:pt x="40552" y="147879"/>
                    <a:pt x="30317" y="158114"/>
                    <a:pt x="30317" y="170739"/>
                  </a:cubicBezTo>
                  <a:lnTo>
                    <a:pt x="0" y="170739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37" name="矩形 1036">
              <a:extLst>
                <a:ext uri="{FF2B5EF4-FFF2-40B4-BE49-F238E27FC236}">
                  <a16:creationId xmlns:a16="http://schemas.microsoft.com/office/drawing/2014/main" id="{23856573-8488-1747-3D90-AFA8C1BFCC45}"/>
                </a:ext>
              </a:extLst>
            </p:cNvPr>
            <p:cNvSpPr/>
            <p:nvPr/>
          </p:nvSpPr>
          <p:spPr>
            <a:xfrm>
              <a:off x="10875800" y="-3123300"/>
              <a:ext cx="3289621" cy="3786119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8" name="文本框 1037">
              <a:extLst>
                <a:ext uri="{FF2B5EF4-FFF2-40B4-BE49-F238E27FC236}">
                  <a16:creationId xmlns:a16="http://schemas.microsoft.com/office/drawing/2014/main" id="{AC479F46-F4EF-2BCD-7D10-4FA718D03C5D}"/>
                </a:ext>
              </a:extLst>
            </p:cNvPr>
            <p:cNvSpPr txBox="1"/>
            <p:nvPr/>
          </p:nvSpPr>
          <p:spPr>
            <a:xfrm>
              <a:off x="11056992" y="-3191695"/>
              <a:ext cx="2927237" cy="35394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latin typeface="Tiger Expert" panose="02070300020205020404" pitchFamily="18" charset="0"/>
                  <a:cs typeface="Fira Code Medium" pitchFamily="1" charset="0"/>
                </a:rPr>
                <a:t>************************************</a:t>
              </a:r>
            </a:p>
            <a:p>
              <a:pPr algn="ctr"/>
              <a:r>
                <a:rPr lang="en-US" altLang="zh-CN" sz="2000" dirty="0">
                  <a:latin typeface="Tiger Expert" panose="02070300020205020404" pitchFamily="18" charset="0"/>
                  <a:cs typeface="Fira Code Medium" pitchFamily="1" charset="0"/>
                </a:rPr>
                <a:t>RECEIPT</a:t>
              </a:r>
            </a:p>
            <a:p>
              <a:pPr algn="ctr"/>
              <a:r>
                <a:rPr lang="en-US" altLang="zh-CN" sz="1200" dirty="0">
                  <a:latin typeface="Tiger Expert" panose="02070300020205020404" pitchFamily="18" charset="0"/>
                  <a:cs typeface="Fira Code Medium" pitchFamily="1" charset="0"/>
                </a:rPr>
                <a:t>************************************</a:t>
              </a:r>
            </a:p>
            <a:p>
              <a:pPr algn="ctr"/>
              <a:endParaRPr lang="en-US" altLang="zh-CN" sz="1200" dirty="0">
                <a:latin typeface="Tiger Expert" panose="02070300020205020404" pitchFamily="18" charset="0"/>
                <a:cs typeface="Fira Code Medium" pitchFamily="1" charset="0"/>
              </a:endParaRPr>
            </a:p>
            <a:p>
              <a:pPr algn="ctr"/>
              <a:r>
                <a:rPr lang="en-US" altLang="zh-CN" sz="1200" dirty="0">
                  <a:latin typeface="Tiger Expert" panose="02070300020205020404" pitchFamily="18" charset="0"/>
                  <a:cs typeface="Fira Code Medium" pitchFamily="1" charset="0"/>
                </a:rPr>
                <a:t>------------------------------------</a:t>
              </a:r>
            </a:p>
            <a:p>
              <a:pPr algn="ctr"/>
              <a:endParaRPr lang="en-US" altLang="zh-CN" sz="1200" dirty="0">
                <a:latin typeface="Tiger Expert" panose="02070300020205020404" pitchFamily="18" charset="0"/>
                <a:cs typeface="Fira Code Medium" pitchFamily="1" charset="0"/>
              </a:endParaRPr>
            </a:p>
            <a:p>
              <a:pPr algn="ctr"/>
              <a:endParaRPr lang="en-US" altLang="zh-CN" sz="1200" dirty="0">
                <a:latin typeface="Tiger Expert" panose="02070300020205020404" pitchFamily="18" charset="0"/>
                <a:cs typeface="Fira Code Medium" pitchFamily="1" charset="0"/>
              </a:endParaRPr>
            </a:p>
            <a:p>
              <a:pPr algn="ctr"/>
              <a:endParaRPr lang="en-US" altLang="zh-CN" sz="1200" dirty="0">
                <a:latin typeface="Tiger Expert" panose="02070300020205020404" pitchFamily="18" charset="0"/>
                <a:cs typeface="Fira Code Medium" pitchFamily="1" charset="0"/>
              </a:endParaRPr>
            </a:p>
            <a:p>
              <a:pPr algn="ctr"/>
              <a:r>
                <a:rPr lang="en-US" altLang="zh-CN" sz="1200" dirty="0">
                  <a:latin typeface="Tiger Expert" panose="02070300020205020404" pitchFamily="18" charset="0"/>
                  <a:cs typeface="Fira Code Medium" pitchFamily="1" charset="0"/>
                </a:rPr>
                <a:t>------------------------------------</a:t>
              </a:r>
            </a:p>
            <a:p>
              <a:pPr algn="ctr"/>
              <a:endParaRPr lang="en-US" altLang="zh-CN" sz="1200" dirty="0">
                <a:latin typeface="Tiger Expert" panose="02070300020205020404" pitchFamily="18" charset="0"/>
                <a:cs typeface="Fira Code Medium" pitchFamily="1" charset="0"/>
              </a:endParaRPr>
            </a:p>
            <a:p>
              <a:pPr algn="ctr"/>
              <a:endParaRPr lang="en-US" altLang="zh-CN" sz="1200" dirty="0">
                <a:latin typeface="Tiger Expert" panose="02070300020205020404" pitchFamily="18" charset="0"/>
                <a:cs typeface="Fira Code Medium" pitchFamily="1" charset="0"/>
              </a:endParaRPr>
            </a:p>
            <a:p>
              <a:pPr algn="ctr"/>
              <a:endParaRPr lang="en-US" altLang="zh-CN" sz="1200" dirty="0">
                <a:latin typeface="Tiger Expert" panose="02070300020205020404" pitchFamily="18" charset="0"/>
                <a:cs typeface="Fira Code Medium" pitchFamily="1" charset="0"/>
              </a:endParaRPr>
            </a:p>
            <a:p>
              <a:pPr algn="ctr"/>
              <a:endParaRPr lang="en-US" altLang="zh-CN" sz="1200" dirty="0">
                <a:latin typeface="Tiger Expert" panose="02070300020205020404" pitchFamily="18" charset="0"/>
                <a:cs typeface="Fira Code Medium" pitchFamily="1" charset="0"/>
              </a:endParaRPr>
            </a:p>
            <a:p>
              <a:pPr algn="ctr"/>
              <a:r>
                <a:rPr lang="en-US" altLang="zh-CN" sz="1200" dirty="0">
                  <a:latin typeface="Tiger Expert" panose="02070300020205020404" pitchFamily="18" charset="0"/>
                  <a:cs typeface="Fira Code Medium" pitchFamily="1" charset="0"/>
                </a:rPr>
                <a:t>------------------------------------</a:t>
              </a:r>
            </a:p>
            <a:p>
              <a:pPr algn="ctr"/>
              <a:endParaRPr lang="en-US" altLang="zh-CN" sz="1200" dirty="0">
                <a:latin typeface="Tiger Expert" panose="02070300020205020404" pitchFamily="18" charset="0"/>
                <a:cs typeface="Fira Code Medium" pitchFamily="1" charset="0"/>
              </a:endParaRPr>
            </a:p>
            <a:p>
              <a:pPr algn="ctr"/>
              <a:r>
                <a:rPr lang="en-US" altLang="zh-CN" sz="1200" dirty="0">
                  <a:latin typeface="Tiger Expert" panose="02070300020205020404" pitchFamily="18" charset="0"/>
                  <a:cs typeface="Fira Code Medium" pitchFamily="1" charset="0"/>
                </a:rPr>
                <a:t>*************THANK YOU!*************</a:t>
              </a:r>
            </a:p>
            <a:p>
              <a:pPr algn="ctr"/>
              <a:endParaRPr lang="en-US" altLang="zh-CN" sz="1200" dirty="0">
                <a:latin typeface="Tiger Expert" panose="02070300020205020404" pitchFamily="18" charset="0"/>
                <a:cs typeface="Fira Code Medium" pitchFamily="1" charset="0"/>
              </a:endParaRPr>
            </a:p>
            <a:p>
              <a:pPr algn="ctr"/>
              <a:endParaRPr lang="zh-CN" altLang="en-US" sz="1200" dirty="0">
                <a:latin typeface="Tiger Expert" panose="02070300020205020404" pitchFamily="18" charset="0"/>
                <a:cs typeface="Fira Code Medium" pitchFamily="1" charset="0"/>
              </a:endParaRPr>
            </a:p>
          </p:txBody>
        </p:sp>
        <p:pic>
          <p:nvPicPr>
            <p:cNvPr id="1039" name="图片 1038">
              <a:extLst>
                <a:ext uri="{FF2B5EF4-FFF2-40B4-BE49-F238E27FC236}">
                  <a16:creationId xmlns:a16="http://schemas.microsoft.com/office/drawing/2014/main" id="{E85B85FE-0827-F5B7-48A6-A265DC51EAD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13902"/>
            <a:stretch/>
          </p:blipFill>
          <p:spPr>
            <a:xfrm>
              <a:off x="11453885" y="93711"/>
              <a:ext cx="2133450" cy="397483"/>
            </a:xfrm>
            <a:prstGeom prst="rect">
              <a:avLst/>
            </a:prstGeom>
          </p:spPr>
        </p:pic>
        <p:sp>
          <p:nvSpPr>
            <p:cNvPr id="1040" name="任意多边形: 形状 1039">
              <a:extLst>
                <a:ext uri="{FF2B5EF4-FFF2-40B4-BE49-F238E27FC236}">
                  <a16:creationId xmlns:a16="http://schemas.microsoft.com/office/drawing/2014/main" id="{F01A2D3B-75E5-BE5C-D360-CE73B6899243}"/>
                </a:ext>
              </a:extLst>
            </p:cNvPr>
            <p:cNvSpPr/>
            <p:nvPr/>
          </p:nvSpPr>
          <p:spPr>
            <a:xfrm rot="10800000">
              <a:off x="7378633" y="-3368504"/>
              <a:ext cx="3289621" cy="245205"/>
            </a:xfrm>
            <a:custGeom>
              <a:avLst/>
              <a:gdLst>
                <a:gd name="connsiteX0" fmla="*/ 0 w 2290600"/>
                <a:gd name="connsiteY0" fmla="*/ 0 h 170739"/>
                <a:gd name="connsiteX1" fmla="*/ 2290600 w 2290600"/>
                <a:gd name="connsiteY1" fmla="*/ 0 h 170739"/>
                <a:gd name="connsiteX2" fmla="*/ 2290600 w 2290600"/>
                <a:gd name="connsiteY2" fmla="*/ 170739 h 170739"/>
                <a:gd name="connsiteX3" fmla="*/ 2263013 w 2290600"/>
                <a:gd name="connsiteY3" fmla="*/ 170739 h 170739"/>
                <a:gd name="connsiteX4" fmla="*/ 2240153 w 2290600"/>
                <a:gd name="connsiteY4" fmla="*/ 147879 h 170739"/>
                <a:gd name="connsiteX5" fmla="*/ 2217293 w 2290600"/>
                <a:gd name="connsiteY5" fmla="*/ 170739 h 170739"/>
                <a:gd name="connsiteX6" fmla="*/ 2196741 w 2290600"/>
                <a:gd name="connsiteY6" fmla="*/ 170739 h 170739"/>
                <a:gd name="connsiteX7" fmla="*/ 2173881 w 2290600"/>
                <a:gd name="connsiteY7" fmla="*/ 147879 h 170739"/>
                <a:gd name="connsiteX8" fmla="*/ 2151021 w 2290600"/>
                <a:gd name="connsiteY8" fmla="*/ 170739 h 170739"/>
                <a:gd name="connsiteX9" fmla="*/ 2130469 w 2290600"/>
                <a:gd name="connsiteY9" fmla="*/ 170739 h 170739"/>
                <a:gd name="connsiteX10" fmla="*/ 2107609 w 2290600"/>
                <a:gd name="connsiteY10" fmla="*/ 147879 h 170739"/>
                <a:gd name="connsiteX11" fmla="*/ 2084749 w 2290600"/>
                <a:gd name="connsiteY11" fmla="*/ 170739 h 170739"/>
                <a:gd name="connsiteX12" fmla="*/ 2064197 w 2290600"/>
                <a:gd name="connsiteY12" fmla="*/ 170739 h 170739"/>
                <a:gd name="connsiteX13" fmla="*/ 2041337 w 2290600"/>
                <a:gd name="connsiteY13" fmla="*/ 147879 h 170739"/>
                <a:gd name="connsiteX14" fmla="*/ 2018477 w 2290600"/>
                <a:gd name="connsiteY14" fmla="*/ 170739 h 170739"/>
                <a:gd name="connsiteX15" fmla="*/ 1997925 w 2290600"/>
                <a:gd name="connsiteY15" fmla="*/ 170739 h 170739"/>
                <a:gd name="connsiteX16" fmla="*/ 1975065 w 2290600"/>
                <a:gd name="connsiteY16" fmla="*/ 147879 h 170739"/>
                <a:gd name="connsiteX17" fmla="*/ 1952205 w 2290600"/>
                <a:gd name="connsiteY17" fmla="*/ 170739 h 170739"/>
                <a:gd name="connsiteX18" fmla="*/ 1931653 w 2290600"/>
                <a:gd name="connsiteY18" fmla="*/ 170739 h 170739"/>
                <a:gd name="connsiteX19" fmla="*/ 1908793 w 2290600"/>
                <a:gd name="connsiteY19" fmla="*/ 147879 h 170739"/>
                <a:gd name="connsiteX20" fmla="*/ 1885933 w 2290600"/>
                <a:gd name="connsiteY20" fmla="*/ 170739 h 170739"/>
                <a:gd name="connsiteX21" fmla="*/ 1865381 w 2290600"/>
                <a:gd name="connsiteY21" fmla="*/ 170739 h 170739"/>
                <a:gd name="connsiteX22" fmla="*/ 1842521 w 2290600"/>
                <a:gd name="connsiteY22" fmla="*/ 147879 h 170739"/>
                <a:gd name="connsiteX23" fmla="*/ 1819661 w 2290600"/>
                <a:gd name="connsiteY23" fmla="*/ 170739 h 170739"/>
                <a:gd name="connsiteX24" fmla="*/ 1799109 w 2290600"/>
                <a:gd name="connsiteY24" fmla="*/ 170739 h 170739"/>
                <a:gd name="connsiteX25" fmla="*/ 1776249 w 2290600"/>
                <a:gd name="connsiteY25" fmla="*/ 147879 h 170739"/>
                <a:gd name="connsiteX26" fmla="*/ 1753389 w 2290600"/>
                <a:gd name="connsiteY26" fmla="*/ 170739 h 170739"/>
                <a:gd name="connsiteX27" fmla="*/ 1732837 w 2290600"/>
                <a:gd name="connsiteY27" fmla="*/ 170739 h 170739"/>
                <a:gd name="connsiteX28" fmla="*/ 1709977 w 2290600"/>
                <a:gd name="connsiteY28" fmla="*/ 147879 h 170739"/>
                <a:gd name="connsiteX29" fmla="*/ 1687117 w 2290600"/>
                <a:gd name="connsiteY29" fmla="*/ 170739 h 170739"/>
                <a:gd name="connsiteX30" fmla="*/ 1666565 w 2290600"/>
                <a:gd name="connsiteY30" fmla="*/ 170739 h 170739"/>
                <a:gd name="connsiteX31" fmla="*/ 1643705 w 2290600"/>
                <a:gd name="connsiteY31" fmla="*/ 147879 h 170739"/>
                <a:gd name="connsiteX32" fmla="*/ 1620845 w 2290600"/>
                <a:gd name="connsiteY32" fmla="*/ 170739 h 170739"/>
                <a:gd name="connsiteX33" fmla="*/ 1600293 w 2290600"/>
                <a:gd name="connsiteY33" fmla="*/ 170739 h 170739"/>
                <a:gd name="connsiteX34" fmla="*/ 1577433 w 2290600"/>
                <a:gd name="connsiteY34" fmla="*/ 147879 h 170739"/>
                <a:gd name="connsiteX35" fmla="*/ 1554573 w 2290600"/>
                <a:gd name="connsiteY35" fmla="*/ 170739 h 170739"/>
                <a:gd name="connsiteX36" fmla="*/ 1534021 w 2290600"/>
                <a:gd name="connsiteY36" fmla="*/ 170739 h 170739"/>
                <a:gd name="connsiteX37" fmla="*/ 1511161 w 2290600"/>
                <a:gd name="connsiteY37" fmla="*/ 147879 h 170739"/>
                <a:gd name="connsiteX38" fmla="*/ 1488301 w 2290600"/>
                <a:gd name="connsiteY38" fmla="*/ 170739 h 170739"/>
                <a:gd name="connsiteX39" fmla="*/ 1467749 w 2290600"/>
                <a:gd name="connsiteY39" fmla="*/ 170739 h 170739"/>
                <a:gd name="connsiteX40" fmla="*/ 1444889 w 2290600"/>
                <a:gd name="connsiteY40" fmla="*/ 147879 h 170739"/>
                <a:gd name="connsiteX41" fmla="*/ 1422029 w 2290600"/>
                <a:gd name="connsiteY41" fmla="*/ 170739 h 170739"/>
                <a:gd name="connsiteX42" fmla="*/ 1401477 w 2290600"/>
                <a:gd name="connsiteY42" fmla="*/ 170739 h 170739"/>
                <a:gd name="connsiteX43" fmla="*/ 1378617 w 2290600"/>
                <a:gd name="connsiteY43" fmla="*/ 147879 h 170739"/>
                <a:gd name="connsiteX44" fmla="*/ 1355757 w 2290600"/>
                <a:gd name="connsiteY44" fmla="*/ 170739 h 170739"/>
                <a:gd name="connsiteX45" fmla="*/ 1335205 w 2290600"/>
                <a:gd name="connsiteY45" fmla="*/ 170739 h 170739"/>
                <a:gd name="connsiteX46" fmla="*/ 1312345 w 2290600"/>
                <a:gd name="connsiteY46" fmla="*/ 147879 h 170739"/>
                <a:gd name="connsiteX47" fmla="*/ 1289485 w 2290600"/>
                <a:gd name="connsiteY47" fmla="*/ 170739 h 170739"/>
                <a:gd name="connsiteX48" fmla="*/ 1268933 w 2290600"/>
                <a:gd name="connsiteY48" fmla="*/ 170739 h 170739"/>
                <a:gd name="connsiteX49" fmla="*/ 1246073 w 2290600"/>
                <a:gd name="connsiteY49" fmla="*/ 147879 h 170739"/>
                <a:gd name="connsiteX50" fmla="*/ 1223213 w 2290600"/>
                <a:gd name="connsiteY50" fmla="*/ 170739 h 170739"/>
                <a:gd name="connsiteX51" fmla="*/ 1202661 w 2290600"/>
                <a:gd name="connsiteY51" fmla="*/ 170739 h 170739"/>
                <a:gd name="connsiteX52" fmla="*/ 1179801 w 2290600"/>
                <a:gd name="connsiteY52" fmla="*/ 147879 h 170739"/>
                <a:gd name="connsiteX53" fmla="*/ 1156941 w 2290600"/>
                <a:gd name="connsiteY53" fmla="*/ 170739 h 170739"/>
                <a:gd name="connsiteX54" fmla="*/ 1136389 w 2290600"/>
                <a:gd name="connsiteY54" fmla="*/ 170739 h 170739"/>
                <a:gd name="connsiteX55" fmla="*/ 1113529 w 2290600"/>
                <a:gd name="connsiteY55" fmla="*/ 147879 h 170739"/>
                <a:gd name="connsiteX56" fmla="*/ 1090669 w 2290600"/>
                <a:gd name="connsiteY56" fmla="*/ 170739 h 170739"/>
                <a:gd name="connsiteX57" fmla="*/ 1070117 w 2290600"/>
                <a:gd name="connsiteY57" fmla="*/ 170739 h 170739"/>
                <a:gd name="connsiteX58" fmla="*/ 1047257 w 2290600"/>
                <a:gd name="connsiteY58" fmla="*/ 147879 h 170739"/>
                <a:gd name="connsiteX59" fmla="*/ 1024397 w 2290600"/>
                <a:gd name="connsiteY59" fmla="*/ 170739 h 170739"/>
                <a:gd name="connsiteX60" fmla="*/ 1003845 w 2290600"/>
                <a:gd name="connsiteY60" fmla="*/ 170739 h 170739"/>
                <a:gd name="connsiteX61" fmla="*/ 980985 w 2290600"/>
                <a:gd name="connsiteY61" fmla="*/ 147879 h 170739"/>
                <a:gd name="connsiteX62" fmla="*/ 958125 w 2290600"/>
                <a:gd name="connsiteY62" fmla="*/ 170739 h 170739"/>
                <a:gd name="connsiteX63" fmla="*/ 937573 w 2290600"/>
                <a:gd name="connsiteY63" fmla="*/ 170739 h 170739"/>
                <a:gd name="connsiteX64" fmla="*/ 914713 w 2290600"/>
                <a:gd name="connsiteY64" fmla="*/ 147879 h 170739"/>
                <a:gd name="connsiteX65" fmla="*/ 891853 w 2290600"/>
                <a:gd name="connsiteY65" fmla="*/ 170739 h 170739"/>
                <a:gd name="connsiteX66" fmla="*/ 871301 w 2290600"/>
                <a:gd name="connsiteY66" fmla="*/ 170739 h 170739"/>
                <a:gd name="connsiteX67" fmla="*/ 848441 w 2290600"/>
                <a:gd name="connsiteY67" fmla="*/ 147879 h 170739"/>
                <a:gd name="connsiteX68" fmla="*/ 825581 w 2290600"/>
                <a:gd name="connsiteY68" fmla="*/ 170739 h 170739"/>
                <a:gd name="connsiteX69" fmla="*/ 805029 w 2290600"/>
                <a:gd name="connsiteY69" fmla="*/ 170739 h 170739"/>
                <a:gd name="connsiteX70" fmla="*/ 782169 w 2290600"/>
                <a:gd name="connsiteY70" fmla="*/ 147879 h 170739"/>
                <a:gd name="connsiteX71" fmla="*/ 759309 w 2290600"/>
                <a:gd name="connsiteY71" fmla="*/ 170739 h 170739"/>
                <a:gd name="connsiteX72" fmla="*/ 738757 w 2290600"/>
                <a:gd name="connsiteY72" fmla="*/ 170739 h 170739"/>
                <a:gd name="connsiteX73" fmla="*/ 715897 w 2290600"/>
                <a:gd name="connsiteY73" fmla="*/ 147879 h 170739"/>
                <a:gd name="connsiteX74" fmla="*/ 693037 w 2290600"/>
                <a:gd name="connsiteY74" fmla="*/ 170739 h 170739"/>
                <a:gd name="connsiteX75" fmla="*/ 672485 w 2290600"/>
                <a:gd name="connsiteY75" fmla="*/ 170739 h 170739"/>
                <a:gd name="connsiteX76" fmla="*/ 649625 w 2290600"/>
                <a:gd name="connsiteY76" fmla="*/ 147879 h 170739"/>
                <a:gd name="connsiteX77" fmla="*/ 626765 w 2290600"/>
                <a:gd name="connsiteY77" fmla="*/ 170739 h 170739"/>
                <a:gd name="connsiteX78" fmla="*/ 606213 w 2290600"/>
                <a:gd name="connsiteY78" fmla="*/ 170739 h 170739"/>
                <a:gd name="connsiteX79" fmla="*/ 583353 w 2290600"/>
                <a:gd name="connsiteY79" fmla="*/ 147879 h 170739"/>
                <a:gd name="connsiteX80" fmla="*/ 560493 w 2290600"/>
                <a:gd name="connsiteY80" fmla="*/ 170739 h 170739"/>
                <a:gd name="connsiteX81" fmla="*/ 539941 w 2290600"/>
                <a:gd name="connsiteY81" fmla="*/ 170739 h 170739"/>
                <a:gd name="connsiteX82" fmla="*/ 517081 w 2290600"/>
                <a:gd name="connsiteY82" fmla="*/ 147879 h 170739"/>
                <a:gd name="connsiteX83" fmla="*/ 494221 w 2290600"/>
                <a:gd name="connsiteY83" fmla="*/ 170739 h 170739"/>
                <a:gd name="connsiteX84" fmla="*/ 473669 w 2290600"/>
                <a:gd name="connsiteY84" fmla="*/ 170739 h 170739"/>
                <a:gd name="connsiteX85" fmla="*/ 450809 w 2290600"/>
                <a:gd name="connsiteY85" fmla="*/ 147879 h 170739"/>
                <a:gd name="connsiteX86" fmla="*/ 427949 w 2290600"/>
                <a:gd name="connsiteY86" fmla="*/ 170739 h 170739"/>
                <a:gd name="connsiteX87" fmla="*/ 407397 w 2290600"/>
                <a:gd name="connsiteY87" fmla="*/ 170739 h 170739"/>
                <a:gd name="connsiteX88" fmla="*/ 384537 w 2290600"/>
                <a:gd name="connsiteY88" fmla="*/ 147879 h 170739"/>
                <a:gd name="connsiteX89" fmla="*/ 361677 w 2290600"/>
                <a:gd name="connsiteY89" fmla="*/ 170739 h 170739"/>
                <a:gd name="connsiteX90" fmla="*/ 341125 w 2290600"/>
                <a:gd name="connsiteY90" fmla="*/ 170739 h 170739"/>
                <a:gd name="connsiteX91" fmla="*/ 318265 w 2290600"/>
                <a:gd name="connsiteY91" fmla="*/ 147879 h 170739"/>
                <a:gd name="connsiteX92" fmla="*/ 295405 w 2290600"/>
                <a:gd name="connsiteY92" fmla="*/ 170739 h 170739"/>
                <a:gd name="connsiteX93" fmla="*/ 274853 w 2290600"/>
                <a:gd name="connsiteY93" fmla="*/ 170739 h 170739"/>
                <a:gd name="connsiteX94" fmla="*/ 251993 w 2290600"/>
                <a:gd name="connsiteY94" fmla="*/ 147879 h 170739"/>
                <a:gd name="connsiteX95" fmla="*/ 229133 w 2290600"/>
                <a:gd name="connsiteY95" fmla="*/ 170739 h 170739"/>
                <a:gd name="connsiteX96" fmla="*/ 208581 w 2290600"/>
                <a:gd name="connsiteY96" fmla="*/ 170739 h 170739"/>
                <a:gd name="connsiteX97" fmla="*/ 185721 w 2290600"/>
                <a:gd name="connsiteY97" fmla="*/ 147879 h 170739"/>
                <a:gd name="connsiteX98" fmla="*/ 162861 w 2290600"/>
                <a:gd name="connsiteY98" fmla="*/ 170739 h 170739"/>
                <a:gd name="connsiteX99" fmla="*/ 142309 w 2290600"/>
                <a:gd name="connsiteY99" fmla="*/ 170739 h 170739"/>
                <a:gd name="connsiteX100" fmla="*/ 119449 w 2290600"/>
                <a:gd name="connsiteY100" fmla="*/ 147879 h 170739"/>
                <a:gd name="connsiteX101" fmla="*/ 96589 w 2290600"/>
                <a:gd name="connsiteY101" fmla="*/ 170739 h 170739"/>
                <a:gd name="connsiteX102" fmla="*/ 76037 w 2290600"/>
                <a:gd name="connsiteY102" fmla="*/ 170739 h 170739"/>
                <a:gd name="connsiteX103" fmla="*/ 53177 w 2290600"/>
                <a:gd name="connsiteY103" fmla="*/ 147879 h 170739"/>
                <a:gd name="connsiteX104" fmla="*/ 30317 w 2290600"/>
                <a:gd name="connsiteY104" fmla="*/ 170739 h 170739"/>
                <a:gd name="connsiteX105" fmla="*/ 0 w 2290600"/>
                <a:gd name="connsiteY105" fmla="*/ 170739 h 170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</a:cxnLst>
              <a:rect l="l" t="t" r="r" b="b"/>
              <a:pathLst>
                <a:path w="2290600" h="170739">
                  <a:moveTo>
                    <a:pt x="0" y="0"/>
                  </a:moveTo>
                  <a:lnTo>
                    <a:pt x="2290600" y="0"/>
                  </a:lnTo>
                  <a:lnTo>
                    <a:pt x="2290600" y="170739"/>
                  </a:lnTo>
                  <a:lnTo>
                    <a:pt x="2263013" y="170739"/>
                  </a:lnTo>
                  <a:cubicBezTo>
                    <a:pt x="2263013" y="158114"/>
                    <a:pt x="2252778" y="147879"/>
                    <a:pt x="2240153" y="147879"/>
                  </a:cubicBezTo>
                  <a:cubicBezTo>
                    <a:pt x="2227528" y="147879"/>
                    <a:pt x="2217293" y="158114"/>
                    <a:pt x="2217293" y="170739"/>
                  </a:cubicBezTo>
                  <a:lnTo>
                    <a:pt x="2196741" y="170739"/>
                  </a:lnTo>
                  <a:cubicBezTo>
                    <a:pt x="2196741" y="158114"/>
                    <a:pt x="2186506" y="147879"/>
                    <a:pt x="2173881" y="147879"/>
                  </a:cubicBezTo>
                  <a:cubicBezTo>
                    <a:pt x="2161256" y="147879"/>
                    <a:pt x="2151021" y="158114"/>
                    <a:pt x="2151021" y="170739"/>
                  </a:cubicBezTo>
                  <a:lnTo>
                    <a:pt x="2130469" y="170739"/>
                  </a:lnTo>
                  <a:cubicBezTo>
                    <a:pt x="2130469" y="158114"/>
                    <a:pt x="2120234" y="147879"/>
                    <a:pt x="2107609" y="147879"/>
                  </a:cubicBezTo>
                  <a:cubicBezTo>
                    <a:pt x="2094984" y="147879"/>
                    <a:pt x="2084749" y="158114"/>
                    <a:pt x="2084749" y="170739"/>
                  </a:cubicBezTo>
                  <a:lnTo>
                    <a:pt x="2064197" y="170739"/>
                  </a:lnTo>
                  <a:cubicBezTo>
                    <a:pt x="2064197" y="158114"/>
                    <a:pt x="2053962" y="147879"/>
                    <a:pt x="2041337" y="147879"/>
                  </a:cubicBezTo>
                  <a:cubicBezTo>
                    <a:pt x="2028712" y="147879"/>
                    <a:pt x="2018477" y="158114"/>
                    <a:pt x="2018477" y="170739"/>
                  </a:cubicBezTo>
                  <a:lnTo>
                    <a:pt x="1997925" y="170739"/>
                  </a:lnTo>
                  <a:cubicBezTo>
                    <a:pt x="1997925" y="158114"/>
                    <a:pt x="1987690" y="147879"/>
                    <a:pt x="1975065" y="147879"/>
                  </a:cubicBezTo>
                  <a:cubicBezTo>
                    <a:pt x="1962440" y="147879"/>
                    <a:pt x="1952205" y="158114"/>
                    <a:pt x="1952205" y="170739"/>
                  </a:cubicBezTo>
                  <a:lnTo>
                    <a:pt x="1931653" y="170739"/>
                  </a:lnTo>
                  <a:cubicBezTo>
                    <a:pt x="1931653" y="158114"/>
                    <a:pt x="1921418" y="147879"/>
                    <a:pt x="1908793" y="147879"/>
                  </a:cubicBezTo>
                  <a:cubicBezTo>
                    <a:pt x="1896168" y="147879"/>
                    <a:pt x="1885933" y="158114"/>
                    <a:pt x="1885933" y="170739"/>
                  </a:cubicBezTo>
                  <a:lnTo>
                    <a:pt x="1865381" y="170739"/>
                  </a:lnTo>
                  <a:cubicBezTo>
                    <a:pt x="1865381" y="158114"/>
                    <a:pt x="1855146" y="147879"/>
                    <a:pt x="1842521" y="147879"/>
                  </a:cubicBezTo>
                  <a:cubicBezTo>
                    <a:pt x="1829896" y="147879"/>
                    <a:pt x="1819661" y="158114"/>
                    <a:pt x="1819661" y="170739"/>
                  </a:cubicBezTo>
                  <a:lnTo>
                    <a:pt x="1799109" y="170739"/>
                  </a:lnTo>
                  <a:cubicBezTo>
                    <a:pt x="1799109" y="158114"/>
                    <a:pt x="1788874" y="147879"/>
                    <a:pt x="1776249" y="147879"/>
                  </a:cubicBezTo>
                  <a:cubicBezTo>
                    <a:pt x="1763624" y="147879"/>
                    <a:pt x="1753389" y="158114"/>
                    <a:pt x="1753389" y="170739"/>
                  </a:cubicBezTo>
                  <a:lnTo>
                    <a:pt x="1732837" y="170739"/>
                  </a:lnTo>
                  <a:cubicBezTo>
                    <a:pt x="1732837" y="158114"/>
                    <a:pt x="1722602" y="147879"/>
                    <a:pt x="1709977" y="147879"/>
                  </a:cubicBezTo>
                  <a:cubicBezTo>
                    <a:pt x="1697352" y="147879"/>
                    <a:pt x="1687117" y="158114"/>
                    <a:pt x="1687117" y="170739"/>
                  </a:cubicBezTo>
                  <a:lnTo>
                    <a:pt x="1666565" y="170739"/>
                  </a:lnTo>
                  <a:cubicBezTo>
                    <a:pt x="1666565" y="158114"/>
                    <a:pt x="1656330" y="147879"/>
                    <a:pt x="1643705" y="147879"/>
                  </a:cubicBezTo>
                  <a:cubicBezTo>
                    <a:pt x="1631080" y="147879"/>
                    <a:pt x="1620845" y="158114"/>
                    <a:pt x="1620845" y="170739"/>
                  </a:cubicBezTo>
                  <a:lnTo>
                    <a:pt x="1600293" y="170739"/>
                  </a:lnTo>
                  <a:cubicBezTo>
                    <a:pt x="1600293" y="158114"/>
                    <a:pt x="1590058" y="147879"/>
                    <a:pt x="1577433" y="147879"/>
                  </a:cubicBezTo>
                  <a:cubicBezTo>
                    <a:pt x="1564808" y="147879"/>
                    <a:pt x="1554573" y="158114"/>
                    <a:pt x="1554573" y="170739"/>
                  </a:cubicBezTo>
                  <a:lnTo>
                    <a:pt x="1534021" y="170739"/>
                  </a:lnTo>
                  <a:cubicBezTo>
                    <a:pt x="1534021" y="158114"/>
                    <a:pt x="1523786" y="147879"/>
                    <a:pt x="1511161" y="147879"/>
                  </a:cubicBezTo>
                  <a:cubicBezTo>
                    <a:pt x="1498536" y="147879"/>
                    <a:pt x="1488301" y="158114"/>
                    <a:pt x="1488301" y="170739"/>
                  </a:cubicBezTo>
                  <a:lnTo>
                    <a:pt x="1467749" y="170739"/>
                  </a:lnTo>
                  <a:cubicBezTo>
                    <a:pt x="1467749" y="158114"/>
                    <a:pt x="1457514" y="147879"/>
                    <a:pt x="1444889" y="147879"/>
                  </a:cubicBezTo>
                  <a:cubicBezTo>
                    <a:pt x="1432264" y="147879"/>
                    <a:pt x="1422029" y="158114"/>
                    <a:pt x="1422029" y="170739"/>
                  </a:cubicBezTo>
                  <a:lnTo>
                    <a:pt x="1401477" y="170739"/>
                  </a:lnTo>
                  <a:cubicBezTo>
                    <a:pt x="1401477" y="158114"/>
                    <a:pt x="1391242" y="147879"/>
                    <a:pt x="1378617" y="147879"/>
                  </a:cubicBezTo>
                  <a:cubicBezTo>
                    <a:pt x="1365992" y="147879"/>
                    <a:pt x="1355757" y="158114"/>
                    <a:pt x="1355757" y="170739"/>
                  </a:cubicBezTo>
                  <a:lnTo>
                    <a:pt x="1335205" y="170739"/>
                  </a:lnTo>
                  <a:cubicBezTo>
                    <a:pt x="1335205" y="158114"/>
                    <a:pt x="1324970" y="147879"/>
                    <a:pt x="1312345" y="147879"/>
                  </a:cubicBezTo>
                  <a:cubicBezTo>
                    <a:pt x="1299720" y="147879"/>
                    <a:pt x="1289485" y="158114"/>
                    <a:pt x="1289485" y="170739"/>
                  </a:cubicBezTo>
                  <a:lnTo>
                    <a:pt x="1268933" y="170739"/>
                  </a:lnTo>
                  <a:cubicBezTo>
                    <a:pt x="1268933" y="158114"/>
                    <a:pt x="1258698" y="147879"/>
                    <a:pt x="1246073" y="147879"/>
                  </a:cubicBezTo>
                  <a:cubicBezTo>
                    <a:pt x="1233448" y="147879"/>
                    <a:pt x="1223213" y="158114"/>
                    <a:pt x="1223213" y="170739"/>
                  </a:cubicBezTo>
                  <a:lnTo>
                    <a:pt x="1202661" y="170739"/>
                  </a:lnTo>
                  <a:cubicBezTo>
                    <a:pt x="1202661" y="158114"/>
                    <a:pt x="1192426" y="147879"/>
                    <a:pt x="1179801" y="147879"/>
                  </a:cubicBezTo>
                  <a:cubicBezTo>
                    <a:pt x="1167176" y="147879"/>
                    <a:pt x="1156941" y="158114"/>
                    <a:pt x="1156941" y="170739"/>
                  </a:cubicBezTo>
                  <a:lnTo>
                    <a:pt x="1136389" y="170739"/>
                  </a:lnTo>
                  <a:cubicBezTo>
                    <a:pt x="1136389" y="158114"/>
                    <a:pt x="1126154" y="147879"/>
                    <a:pt x="1113529" y="147879"/>
                  </a:cubicBezTo>
                  <a:cubicBezTo>
                    <a:pt x="1100904" y="147879"/>
                    <a:pt x="1090669" y="158114"/>
                    <a:pt x="1090669" y="170739"/>
                  </a:cubicBezTo>
                  <a:lnTo>
                    <a:pt x="1070117" y="170739"/>
                  </a:lnTo>
                  <a:cubicBezTo>
                    <a:pt x="1070117" y="158114"/>
                    <a:pt x="1059882" y="147879"/>
                    <a:pt x="1047257" y="147879"/>
                  </a:cubicBezTo>
                  <a:cubicBezTo>
                    <a:pt x="1034632" y="147879"/>
                    <a:pt x="1024397" y="158114"/>
                    <a:pt x="1024397" y="170739"/>
                  </a:cubicBezTo>
                  <a:lnTo>
                    <a:pt x="1003845" y="170739"/>
                  </a:lnTo>
                  <a:cubicBezTo>
                    <a:pt x="1003845" y="158114"/>
                    <a:pt x="993610" y="147879"/>
                    <a:pt x="980985" y="147879"/>
                  </a:cubicBezTo>
                  <a:cubicBezTo>
                    <a:pt x="968360" y="147879"/>
                    <a:pt x="958125" y="158114"/>
                    <a:pt x="958125" y="170739"/>
                  </a:cubicBezTo>
                  <a:lnTo>
                    <a:pt x="937573" y="170739"/>
                  </a:lnTo>
                  <a:cubicBezTo>
                    <a:pt x="937573" y="158114"/>
                    <a:pt x="927338" y="147879"/>
                    <a:pt x="914713" y="147879"/>
                  </a:cubicBezTo>
                  <a:cubicBezTo>
                    <a:pt x="902088" y="147879"/>
                    <a:pt x="891853" y="158114"/>
                    <a:pt x="891853" y="170739"/>
                  </a:cubicBezTo>
                  <a:lnTo>
                    <a:pt x="871301" y="170739"/>
                  </a:lnTo>
                  <a:cubicBezTo>
                    <a:pt x="871301" y="158114"/>
                    <a:pt x="861066" y="147879"/>
                    <a:pt x="848441" y="147879"/>
                  </a:cubicBezTo>
                  <a:cubicBezTo>
                    <a:pt x="835816" y="147879"/>
                    <a:pt x="825581" y="158114"/>
                    <a:pt x="825581" y="170739"/>
                  </a:cubicBezTo>
                  <a:lnTo>
                    <a:pt x="805029" y="170739"/>
                  </a:lnTo>
                  <a:cubicBezTo>
                    <a:pt x="805029" y="158114"/>
                    <a:pt x="794794" y="147879"/>
                    <a:pt x="782169" y="147879"/>
                  </a:cubicBezTo>
                  <a:cubicBezTo>
                    <a:pt x="769544" y="147879"/>
                    <a:pt x="759309" y="158114"/>
                    <a:pt x="759309" y="170739"/>
                  </a:cubicBezTo>
                  <a:lnTo>
                    <a:pt x="738757" y="170739"/>
                  </a:lnTo>
                  <a:cubicBezTo>
                    <a:pt x="738757" y="158114"/>
                    <a:pt x="728522" y="147879"/>
                    <a:pt x="715897" y="147879"/>
                  </a:cubicBezTo>
                  <a:cubicBezTo>
                    <a:pt x="703272" y="147879"/>
                    <a:pt x="693037" y="158114"/>
                    <a:pt x="693037" y="170739"/>
                  </a:cubicBezTo>
                  <a:lnTo>
                    <a:pt x="672485" y="170739"/>
                  </a:lnTo>
                  <a:cubicBezTo>
                    <a:pt x="672485" y="158114"/>
                    <a:pt x="662250" y="147879"/>
                    <a:pt x="649625" y="147879"/>
                  </a:cubicBezTo>
                  <a:cubicBezTo>
                    <a:pt x="637000" y="147879"/>
                    <a:pt x="626765" y="158114"/>
                    <a:pt x="626765" y="170739"/>
                  </a:cubicBezTo>
                  <a:lnTo>
                    <a:pt x="606213" y="170739"/>
                  </a:lnTo>
                  <a:cubicBezTo>
                    <a:pt x="606213" y="158114"/>
                    <a:pt x="595978" y="147879"/>
                    <a:pt x="583353" y="147879"/>
                  </a:cubicBezTo>
                  <a:cubicBezTo>
                    <a:pt x="570728" y="147879"/>
                    <a:pt x="560493" y="158114"/>
                    <a:pt x="560493" y="170739"/>
                  </a:cubicBezTo>
                  <a:lnTo>
                    <a:pt x="539941" y="170739"/>
                  </a:lnTo>
                  <a:cubicBezTo>
                    <a:pt x="539941" y="158114"/>
                    <a:pt x="529706" y="147879"/>
                    <a:pt x="517081" y="147879"/>
                  </a:cubicBezTo>
                  <a:cubicBezTo>
                    <a:pt x="504456" y="147879"/>
                    <a:pt x="494221" y="158114"/>
                    <a:pt x="494221" y="170739"/>
                  </a:cubicBezTo>
                  <a:lnTo>
                    <a:pt x="473669" y="170739"/>
                  </a:lnTo>
                  <a:cubicBezTo>
                    <a:pt x="473669" y="158114"/>
                    <a:pt x="463434" y="147879"/>
                    <a:pt x="450809" y="147879"/>
                  </a:cubicBezTo>
                  <a:cubicBezTo>
                    <a:pt x="438184" y="147879"/>
                    <a:pt x="427949" y="158114"/>
                    <a:pt x="427949" y="170739"/>
                  </a:cubicBezTo>
                  <a:lnTo>
                    <a:pt x="407397" y="170739"/>
                  </a:lnTo>
                  <a:cubicBezTo>
                    <a:pt x="407397" y="158114"/>
                    <a:pt x="397162" y="147879"/>
                    <a:pt x="384537" y="147879"/>
                  </a:cubicBezTo>
                  <a:cubicBezTo>
                    <a:pt x="371912" y="147879"/>
                    <a:pt x="361677" y="158114"/>
                    <a:pt x="361677" y="170739"/>
                  </a:cubicBezTo>
                  <a:lnTo>
                    <a:pt x="341125" y="170739"/>
                  </a:lnTo>
                  <a:cubicBezTo>
                    <a:pt x="341125" y="158114"/>
                    <a:pt x="330890" y="147879"/>
                    <a:pt x="318265" y="147879"/>
                  </a:cubicBezTo>
                  <a:cubicBezTo>
                    <a:pt x="305640" y="147879"/>
                    <a:pt x="295405" y="158114"/>
                    <a:pt x="295405" y="170739"/>
                  </a:cubicBezTo>
                  <a:lnTo>
                    <a:pt x="274853" y="170739"/>
                  </a:lnTo>
                  <a:cubicBezTo>
                    <a:pt x="274853" y="158114"/>
                    <a:pt x="264618" y="147879"/>
                    <a:pt x="251993" y="147879"/>
                  </a:cubicBezTo>
                  <a:cubicBezTo>
                    <a:pt x="239368" y="147879"/>
                    <a:pt x="229133" y="158114"/>
                    <a:pt x="229133" y="170739"/>
                  </a:cubicBezTo>
                  <a:lnTo>
                    <a:pt x="208581" y="170739"/>
                  </a:lnTo>
                  <a:cubicBezTo>
                    <a:pt x="208581" y="158114"/>
                    <a:pt x="198346" y="147879"/>
                    <a:pt x="185721" y="147879"/>
                  </a:cubicBezTo>
                  <a:cubicBezTo>
                    <a:pt x="173096" y="147879"/>
                    <a:pt x="162861" y="158114"/>
                    <a:pt x="162861" y="170739"/>
                  </a:cubicBezTo>
                  <a:lnTo>
                    <a:pt x="142309" y="170739"/>
                  </a:lnTo>
                  <a:cubicBezTo>
                    <a:pt x="142309" y="158114"/>
                    <a:pt x="132074" y="147879"/>
                    <a:pt x="119449" y="147879"/>
                  </a:cubicBezTo>
                  <a:cubicBezTo>
                    <a:pt x="106824" y="147879"/>
                    <a:pt x="96589" y="158114"/>
                    <a:pt x="96589" y="170739"/>
                  </a:cubicBezTo>
                  <a:lnTo>
                    <a:pt x="76037" y="170739"/>
                  </a:lnTo>
                  <a:cubicBezTo>
                    <a:pt x="76037" y="158114"/>
                    <a:pt x="65802" y="147879"/>
                    <a:pt x="53177" y="147879"/>
                  </a:cubicBezTo>
                  <a:cubicBezTo>
                    <a:pt x="40552" y="147879"/>
                    <a:pt x="30317" y="158114"/>
                    <a:pt x="30317" y="170739"/>
                  </a:cubicBezTo>
                  <a:lnTo>
                    <a:pt x="0" y="170739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41" name="矩形 1040">
              <a:extLst>
                <a:ext uri="{FF2B5EF4-FFF2-40B4-BE49-F238E27FC236}">
                  <a16:creationId xmlns:a16="http://schemas.microsoft.com/office/drawing/2014/main" id="{523435C3-B7C0-B099-62CD-7B2B7A6C7A4B}"/>
                </a:ext>
              </a:extLst>
            </p:cNvPr>
            <p:cNvSpPr/>
            <p:nvPr/>
          </p:nvSpPr>
          <p:spPr>
            <a:xfrm>
              <a:off x="7378633" y="-3123300"/>
              <a:ext cx="3289621" cy="3786119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2" name="文本框 1041">
              <a:extLst>
                <a:ext uri="{FF2B5EF4-FFF2-40B4-BE49-F238E27FC236}">
                  <a16:creationId xmlns:a16="http://schemas.microsoft.com/office/drawing/2014/main" id="{AB5036AB-0B2B-4FCE-645E-3A04B7601A92}"/>
                </a:ext>
              </a:extLst>
            </p:cNvPr>
            <p:cNvSpPr txBox="1"/>
            <p:nvPr/>
          </p:nvSpPr>
          <p:spPr>
            <a:xfrm>
              <a:off x="7559825" y="-3191695"/>
              <a:ext cx="2927237" cy="35394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latin typeface="Tiger Expert" panose="02070300020205020404" pitchFamily="18" charset="0"/>
                  <a:cs typeface="Fira Code Medium" pitchFamily="1" charset="0"/>
                </a:rPr>
                <a:t>************************************</a:t>
              </a:r>
            </a:p>
            <a:p>
              <a:pPr algn="ctr"/>
              <a:r>
                <a:rPr lang="en-US" altLang="zh-CN" sz="2000" dirty="0">
                  <a:latin typeface="Tiger Expert" panose="02070300020205020404" pitchFamily="18" charset="0"/>
                  <a:cs typeface="Fira Code Medium" pitchFamily="1" charset="0"/>
                </a:rPr>
                <a:t>RECEIPT</a:t>
              </a:r>
            </a:p>
            <a:p>
              <a:pPr algn="ctr"/>
              <a:r>
                <a:rPr lang="en-US" altLang="zh-CN" sz="1200" dirty="0">
                  <a:latin typeface="Tiger Expert" panose="02070300020205020404" pitchFamily="18" charset="0"/>
                  <a:cs typeface="Fira Code Medium" pitchFamily="1" charset="0"/>
                </a:rPr>
                <a:t>************************************</a:t>
              </a:r>
            </a:p>
            <a:p>
              <a:pPr algn="ctr"/>
              <a:endParaRPr lang="en-US" altLang="zh-CN" sz="1200" dirty="0">
                <a:latin typeface="Tiger Expert" panose="02070300020205020404" pitchFamily="18" charset="0"/>
                <a:cs typeface="Fira Code Medium" pitchFamily="1" charset="0"/>
              </a:endParaRPr>
            </a:p>
            <a:p>
              <a:pPr algn="ctr"/>
              <a:r>
                <a:rPr lang="en-US" altLang="zh-CN" sz="1200" dirty="0">
                  <a:latin typeface="Tiger Expert" panose="02070300020205020404" pitchFamily="18" charset="0"/>
                  <a:cs typeface="Fira Code Medium" pitchFamily="1" charset="0"/>
                </a:rPr>
                <a:t>------------------------------------</a:t>
              </a:r>
            </a:p>
            <a:p>
              <a:pPr algn="ctr"/>
              <a:endParaRPr lang="en-US" altLang="zh-CN" sz="1200" dirty="0">
                <a:latin typeface="Tiger Expert" panose="02070300020205020404" pitchFamily="18" charset="0"/>
                <a:cs typeface="Fira Code Medium" pitchFamily="1" charset="0"/>
              </a:endParaRPr>
            </a:p>
            <a:p>
              <a:pPr algn="ctr"/>
              <a:endParaRPr lang="en-US" altLang="zh-CN" sz="1200" dirty="0">
                <a:latin typeface="Tiger Expert" panose="02070300020205020404" pitchFamily="18" charset="0"/>
                <a:cs typeface="Fira Code Medium" pitchFamily="1" charset="0"/>
              </a:endParaRPr>
            </a:p>
            <a:p>
              <a:pPr algn="ctr"/>
              <a:endParaRPr lang="en-US" altLang="zh-CN" sz="1200" dirty="0">
                <a:latin typeface="Tiger Expert" panose="02070300020205020404" pitchFamily="18" charset="0"/>
                <a:cs typeface="Fira Code Medium" pitchFamily="1" charset="0"/>
              </a:endParaRPr>
            </a:p>
            <a:p>
              <a:pPr algn="ctr"/>
              <a:r>
                <a:rPr lang="en-US" altLang="zh-CN" sz="1200" dirty="0">
                  <a:latin typeface="Tiger Expert" panose="02070300020205020404" pitchFamily="18" charset="0"/>
                  <a:cs typeface="Fira Code Medium" pitchFamily="1" charset="0"/>
                </a:rPr>
                <a:t>------------------------------------</a:t>
              </a:r>
            </a:p>
            <a:p>
              <a:pPr algn="ctr"/>
              <a:endParaRPr lang="en-US" altLang="zh-CN" sz="1200" dirty="0">
                <a:latin typeface="Tiger Expert" panose="02070300020205020404" pitchFamily="18" charset="0"/>
                <a:cs typeface="Fira Code Medium" pitchFamily="1" charset="0"/>
              </a:endParaRPr>
            </a:p>
            <a:p>
              <a:pPr algn="ctr"/>
              <a:endParaRPr lang="en-US" altLang="zh-CN" sz="1200" dirty="0">
                <a:latin typeface="Tiger Expert" panose="02070300020205020404" pitchFamily="18" charset="0"/>
                <a:cs typeface="Fira Code Medium" pitchFamily="1" charset="0"/>
              </a:endParaRPr>
            </a:p>
            <a:p>
              <a:pPr algn="ctr"/>
              <a:endParaRPr lang="en-US" altLang="zh-CN" sz="1200" dirty="0">
                <a:latin typeface="Tiger Expert" panose="02070300020205020404" pitchFamily="18" charset="0"/>
                <a:cs typeface="Fira Code Medium" pitchFamily="1" charset="0"/>
              </a:endParaRPr>
            </a:p>
            <a:p>
              <a:pPr algn="ctr"/>
              <a:endParaRPr lang="en-US" altLang="zh-CN" sz="1200" dirty="0">
                <a:latin typeface="Tiger Expert" panose="02070300020205020404" pitchFamily="18" charset="0"/>
                <a:cs typeface="Fira Code Medium" pitchFamily="1" charset="0"/>
              </a:endParaRPr>
            </a:p>
            <a:p>
              <a:pPr algn="ctr"/>
              <a:r>
                <a:rPr lang="en-US" altLang="zh-CN" sz="1200" dirty="0">
                  <a:latin typeface="Tiger Expert" panose="02070300020205020404" pitchFamily="18" charset="0"/>
                  <a:cs typeface="Fira Code Medium" pitchFamily="1" charset="0"/>
                </a:rPr>
                <a:t>------------------------------------</a:t>
              </a:r>
            </a:p>
            <a:p>
              <a:pPr algn="ctr"/>
              <a:endParaRPr lang="en-US" altLang="zh-CN" sz="1200" dirty="0">
                <a:latin typeface="Tiger Expert" panose="02070300020205020404" pitchFamily="18" charset="0"/>
                <a:cs typeface="Fira Code Medium" pitchFamily="1" charset="0"/>
              </a:endParaRPr>
            </a:p>
            <a:p>
              <a:pPr algn="ctr"/>
              <a:r>
                <a:rPr lang="en-US" altLang="zh-CN" sz="1200" dirty="0">
                  <a:latin typeface="Tiger Expert" panose="02070300020205020404" pitchFamily="18" charset="0"/>
                  <a:cs typeface="Fira Code Medium" pitchFamily="1" charset="0"/>
                </a:rPr>
                <a:t>*************THANK YOU!*************</a:t>
              </a:r>
            </a:p>
            <a:p>
              <a:pPr algn="ctr"/>
              <a:endParaRPr lang="en-US" altLang="zh-CN" sz="1200" dirty="0">
                <a:latin typeface="Tiger Expert" panose="02070300020205020404" pitchFamily="18" charset="0"/>
                <a:cs typeface="Fira Code Medium" pitchFamily="1" charset="0"/>
              </a:endParaRPr>
            </a:p>
            <a:p>
              <a:pPr algn="ctr"/>
              <a:endParaRPr lang="zh-CN" altLang="en-US" sz="1200" dirty="0">
                <a:latin typeface="Tiger Expert" panose="02070300020205020404" pitchFamily="18" charset="0"/>
                <a:cs typeface="Fira Code Medium" pitchFamily="1" charset="0"/>
              </a:endParaRPr>
            </a:p>
          </p:txBody>
        </p:sp>
        <p:sp>
          <p:nvSpPr>
            <p:cNvPr id="64" name="任意多边形: 形状 63">
              <a:extLst>
                <a:ext uri="{FF2B5EF4-FFF2-40B4-BE49-F238E27FC236}">
                  <a16:creationId xmlns:a16="http://schemas.microsoft.com/office/drawing/2014/main" id="{C7B240A7-9761-B8CA-1D5B-2AD96FCA664C}"/>
                </a:ext>
              </a:extLst>
            </p:cNvPr>
            <p:cNvSpPr/>
            <p:nvPr/>
          </p:nvSpPr>
          <p:spPr>
            <a:xfrm>
              <a:off x="7378633" y="662819"/>
              <a:ext cx="3289621" cy="245205"/>
            </a:xfrm>
            <a:custGeom>
              <a:avLst/>
              <a:gdLst>
                <a:gd name="connsiteX0" fmla="*/ 0 w 2290600"/>
                <a:gd name="connsiteY0" fmla="*/ 0 h 170739"/>
                <a:gd name="connsiteX1" fmla="*/ 2290600 w 2290600"/>
                <a:gd name="connsiteY1" fmla="*/ 0 h 170739"/>
                <a:gd name="connsiteX2" fmla="*/ 2290600 w 2290600"/>
                <a:gd name="connsiteY2" fmla="*/ 170739 h 170739"/>
                <a:gd name="connsiteX3" fmla="*/ 2263013 w 2290600"/>
                <a:gd name="connsiteY3" fmla="*/ 170739 h 170739"/>
                <a:gd name="connsiteX4" fmla="*/ 2240153 w 2290600"/>
                <a:gd name="connsiteY4" fmla="*/ 147879 h 170739"/>
                <a:gd name="connsiteX5" fmla="*/ 2217293 w 2290600"/>
                <a:gd name="connsiteY5" fmla="*/ 170739 h 170739"/>
                <a:gd name="connsiteX6" fmla="*/ 2196741 w 2290600"/>
                <a:gd name="connsiteY6" fmla="*/ 170739 h 170739"/>
                <a:gd name="connsiteX7" fmla="*/ 2173881 w 2290600"/>
                <a:gd name="connsiteY7" fmla="*/ 147879 h 170739"/>
                <a:gd name="connsiteX8" fmla="*/ 2151021 w 2290600"/>
                <a:gd name="connsiteY8" fmla="*/ 170739 h 170739"/>
                <a:gd name="connsiteX9" fmla="*/ 2130469 w 2290600"/>
                <a:gd name="connsiteY9" fmla="*/ 170739 h 170739"/>
                <a:gd name="connsiteX10" fmla="*/ 2107609 w 2290600"/>
                <a:gd name="connsiteY10" fmla="*/ 147879 h 170739"/>
                <a:gd name="connsiteX11" fmla="*/ 2084749 w 2290600"/>
                <a:gd name="connsiteY11" fmla="*/ 170739 h 170739"/>
                <a:gd name="connsiteX12" fmla="*/ 2064197 w 2290600"/>
                <a:gd name="connsiteY12" fmla="*/ 170739 h 170739"/>
                <a:gd name="connsiteX13" fmla="*/ 2041337 w 2290600"/>
                <a:gd name="connsiteY13" fmla="*/ 147879 h 170739"/>
                <a:gd name="connsiteX14" fmla="*/ 2018477 w 2290600"/>
                <a:gd name="connsiteY14" fmla="*/ 170739 h 170739"/>
                <a:gd name="connsiteX15" fmla="*/ 1997925 w 2290600"/>
                <a:gd name="connsiteY15" fmla="*/ 170739 h 170739"/>
                <a:gd name="connsiteX16" fmla="*/ 1975065 w 2290600"/>
                <a:gd name="connsiteY16" fmla="*/ 147879 h 170739"/>
                <a:gd name="connsiteX17" fmla="*/ 1952205 w 2290600"/>
                <a:gd name="connsiteY17" fmla="*/ 170739 h 170739"/>
                <a:gd name="connsiteX18" fmla="*/ 1931653 w 2290600"/>
                <a:gd name="connsiteY18" fmla="*/ 170739 h 170739"/>
                <a:gd name="connsiteX19" fmla="*/ 1908793 w 2290600"/>
                <a:gd name="connsiteY19" fmla="*/ 147879 h 170739"/>
                <a:gd name="connsiteX20" fmla="*/ 1885933 w 2290600"/>
                <a:gd name="connsiteY20" fmla="*/ 170739 h 170739"/>
                <a:gd name="connsiteX21" fmla="*/ 1865381 w 2290600"/>
                <a:gd name="connsiteY21" fmla="*/ 170739 h 170739"/>
                <a:gd name="connsiteX22" fmla="*/ 1842521 w 2290600"/>
                <a:gd name="connsiteY22" fmla="*/ 147879 h 170739"/>
                <a:gd name="connsiteX23" fmla="*/ 1819661 w 2290600"/>
                <a:gd name="connsiteY23" fmla="*/ 170739 h 170739"/>
                <a:gd name="connsiteX24" fmla="*/ 1799109 w 2290600"/>
                <a:gd name="connsiteY24" fmla="*/ 170739 h 170739"/>
                <a:gd name="connsiteX25" fmla="*/ 1776249 w 2290600"/>
                <a:gd name="connsiteY25" fmla="*/ 147879 h 170739"/>
                <a:gd name="connsiteX26" fmla="*/ 1753389 w 2290600"/>
                <a:gd name="connsiteY26" fmla="*/ 170739 h 170739"/>
                <a:gd name="connsiteX27" fmla="*/ 1732837 w 2290600"/>
                <a:gd name="connsiteY27" fmla="*/ 170739 h 170739"/>
                <a:gd name="connsiteX28" fmla="*/ 1709977 w 2290600"/>
                <a:gd name="connsiteY28" fmla="*/ 147879 h 170739"/>
                <a:gd name="connsiteX29" fmla="*/ 1687117 w 2290600"/>
                <a:gd name="connsiteY29" fmla="*/ 170739 h 170739"/>
                <a:gd name="connsiteX30" fmla="*/ 1666565 w 2290600"/>
                <a:gd name="connsiteY30" fmla="*/ 170739 h 170739"/>
                <a:gd name="connsiteX31" fmla="*/ 1643705 w 2290600"/>
                <a:gd name="connsiteY31" fmla="*/ 147879 h 170739"/>
                <a:gd name="connsiteX32" fmla="*/ 1620845 w 2290600"/>
                <a:gd name="connsiteY32" fmla="*/ 170739 h 170739"/>
                <a:gd name="connsiteX33" fmla="*/ 1600293 w 2290600"/>
                <a:gd name="connsiteY33" fmla="*/ 170739 h 170739"/>
                <a:gd name="connsiteX34" fmla="*/ 1577433 w 2290600"/>
                <a:gd name="connsiteY34" fmla="*/ 147879 h 170739"/>
                <a:gd name="connsiteX35" fmla="*/ 1554573 w 2290600"/>
                <a:gd name="connsiteY35" fmla="*/ 170739 h 170739"/>
                <a:gd name="connsiteX36" fmla="*/ 1534021 w 2290600"/>
                <a:gd name="connsiteY36" fmla="*/ 170739 h 170739"/>
                <a:gd name="connsiteX37" fmla="*/ 1511161 w 2290600"/>
                <a:gd name="connsiteY37" fmla="*/ 147879 h 170739"/>
                <a:gd name="connsiteX38" fmla="*/ 1488301 w 2290600"/>
                <a:gd name="connsiteY38" fmla="*/ 170739 h 170739"/>
                <a:gd name="connsiteX39" fmla="*/ 1467749 w 2290600"/>
                <a:gd name="connsiteY39" fmla="*/ 170739 h 170739"/>
                <a:gd name="connsiteX40" fmla="*/ 1444889 w 2290600"/>
                <a:gd name="connsiteY40" fmla="*/ 147879 h 170739"/>
                <a:gd name="connsiteX41" fmla="*/ 1422029 w 2290600"/>
                <a:gd name="connsiteY41" fmla="*/ 170739 h 170739"/>
                <a:gd name="connsiteX42" fmla="*/ 1401477 w 2290600"/>
                <a:gd name="connsiteY42" fmla="*/ 170739 h 170739"/>
                <a:gd name="connsiteX43" fmla="*/ 1378617 w 2290600"/>
                <a:gd name="connsiteY43" fmla="*/ 147879 h 170739"/>
                <a:gd name="connsiteX44" fmla="*/ 1355757 w 2290600"/>
                <a:gd name="connsiteY44" fmla="*/ 170739 h 170739"/>
                <a:gd name="connsiteX45" fmla="*/ 1335205 w 2290600"/>
                <a:gd name="connsiteY45" fmla="*/ 170739 h 170739"/>
                <a:gd name="connsiteX46" fmla="*/ 1312345 w 2290600"/>
                <a:gd name="connsiteY46" fmla="*/ 147879 h 170739"/>
                <a:gd name="connsiteX47" fmla="*/ 1289485 w 2290600"/>
                <a:gd name="connsiteY47" fmla="*/ 170739 h 170739"/>
                <a:gd name="connsiteX48" fmla="*/ 1268933 w 2290600"/>
                <a:gd name="connsiteY48" fmla="*/ 170739 h 170739"/>
                <a:gd name="connsiteX49" fmla="*/ 1246073 w 2290600"/>
                <a:gd name="connsiteY49" fmla="*/ 147879 h 170739"/>
                <a:gd name="connsiteX50" fmla="*/ 1223213 w 2290600"/>
                <a:gd name="connsiteY50" fmla="*/ 170739 h 170739"/>
                <a:gd name="connsiteX51" fmla="*/ 1202661 w 2290600"/>
                <a:gd name="connsiteY51" fmla="*/ 170739 h 170739"/>
                <a:gd name="connsiteX52" fmla="*/ 1179801 w 2290600"/>
                <a:gd name="connsiteY52" fmla="*/ 147879 h 170739"/>
                <a:gd name="connsiteX53" fmla="*/ 1156941 w 2290600"/>
                <a:gd name="connsiteY53" fmla="*/ 170739 h 170739"/>
                <a:gd name="connsiteX54" fmla="*/ 1136389 w 2290600"/>
                <a:gd name="connsiteY54" fmla="*/ 170739 h 170739"/>
                <a:gd name="connsiteX55" fmla="*/ 1113529 w 2290600"/>
                <a:gd name="connsiteY55" fmla="*/ 147879 h 170739"/>
                <a:gd name="connsiteX56" fmla="*/ 1090669 w 2290600"/>
                <a:gd name="connsiteY56" fmla="*/ 170739 h 170739"/>
                <a:gd name="connsiteX57" fmla="*/ 1070117 w 2290600"/>
                <a:gd name="connsiteY57" fmla="*/ 170739 h 170739"/>
                <a:gd name="connsiteX58" fmla="*/ 1047257 w 2290600"/>
                <a:gd name="connsiteY58" fmla="*/ 147879 h 170739"/>
                <a:gd name="connsiteX59" fmla="*/ 1024397 w 2290600"/>
                <a:gd name="connsiteY59" fmla="*/ 170739 h 170739"/>
                <a:gd name="connsiteX60" fmla="*/ 1003845 w 2290600"/>
                <a:gd name="connsiteY60" fmla="*/ 170739 h 170739"/>
                <a:gd name="connsiteX61" fmla="*/ 980985 w 2290600"/>
                <a:gd name="connsiteY61" fmla="*/ 147879 h 170739"/>
                <a:gd name="connsiteX62" fmla="*/ 958125 w 2290600"/>
                <a:gd name="connsiteY62" fmla="*/ 170739 h 170739"/>
                <a:gd name="connsiteX63" fmla="*/ 937573 w 2290600"/>
                <a:gd name="connsiteY63" fmla="*/ 170739 h 170739"/>
                <a:gd name="connsiteX64" fmla="*/ 914713 w 2290600"/>
                <a:gd name="connsiteY64" fmla="*/ 147879 h 170739"/>
                <a:gd name="connsiteX65" fmla="*/ 891853 w 2290600"/>
                <a:gd name="connsiteY65" fmla="*/ 170739 h 170739"/>
                <a:gd name="connsiteX66" fmla="*/ 871301 w 2290600"/>
                <a:gd name="connsiteY66" fmla="*/ 170739 h 170739"/>
                <a:gd name="connsiteX67" fmla="*/ 848441 w 2290600"/>
                <a:gd name="connsiteY67" fmla="*/ 147879 h 170739"/>
                <a:gd name="connsiteX68" fmla="*/ 825581 w 2290600"/>
                <a:gd name="connsiteY68" fmla="*/ 170739 h 170739"/>
                <a:gd name="connsiteX69" fmla="*/ 805029 w 2290600"/>
                <a:gd name="connsiteY69" fmla="*/ 170739 h 170739"/>
                <a:gd name="connsiteX70" fmla="*/ 782169 w 2290600"/>
                <a:gd name="connsiteY70" fmla="*/ 147879 h 170739"/>
                <a:gd name="connsiteX71" fmla="*/ 759309 w 2290600"/>
                <a:gd name="connsiteY71" fmla="*/ 170739 h 170739"/>
                <a:gd name="connsiteX72" fmla="*/ 738757 w 2290600"/>
                <a:gd name="connsiteY72" fmla="*/ 170739 h 170739"/>
                <a:gd name="connsiteX73" fmla="*/ 715897 w 2290600"/>
                <a:gd name="connsiteY73" fmla="*/ 147879 h 170739"/>
                <a:gd name="connsiteX74" fmla="*/ 693037 w 2290600"/>
                <a:gd name="connsiteY74" fmla="*/ 170739 h 170739"/>
                <a:gd name="connsiteX75" fmla="*/ 672485 w 2290600"/>
                <a:gd name="connsiteY75" fmla="*/ 170739 h 170739"/>
                <a:gd name="connsiteX76" fmla="*/ 649625 w 2290600"/>
                <a:gd name="connsiteY76" fmla="*/ 147879 h 170739"/>
                <a:gd name="connsiteX77" fmla="*/ 626765 w 2290600"/>
                <a:gd name="connsiteY77" fmla="*/ 170739 h 170739"/>
                <a:gd name="connsiteX78" fmla="*/ 606213 w 2290600"/>
                <a:gd name="connsiteY78" fmla="*/ 170739 h 170739"/>
                <a:gd name="connsiteX79" fmla="*/ 583353 w 2290600"/>
                <a:gd name="connsiteY79" fmla="*/ 147879 h 170739"/>
                <a:gd name="connsiteX80" fmla="*/ 560493 w 2290600"/>
                <a:gd name="connsiteY80" fmla="*/ 170739 h 170739"/>
                <a:gd name="connsiteX81" fmla="*/ 539941 w 2290600"/>
                <a:gd name="connsiteY81" fmla="*/ 170739 h 170739"/>
                <a:gd name="connsiteX82" fmla="*/ 517081 w 2290600"/>
                <a:gd name="connsiteY82" fmla="*/ 147879 h 170739"/>
                <a:gd name="connsiteX83" fmla="*/ 494221 w 2290600"/>
                <a:gd name="connsiteY83" fmla="*/ 170739 h 170739"/>
                <a:gd name="connsiteX84" fmla="*/ 473669 w 2290600"/>
                <a:gd name="connsiteY84" fmla="*/ 170739 h 170739"/>
                <a:gd name="connsiteX85" fmla="*/ 450809 w 2290600"/>
                <a:gd name="connsiteY85" fmla="*/ 147879 h 170739"/>
                <a:gd name="connsiteX86" fmla="*/ 427949 w 2290600"/>
                <a:gd name="connsiteY86" fmla="*/ 170739 h 170739"/>
                <a:gd name="connsiteX87" fmla="*/ 407397 w 2290600"/>
                <a:gd name="connsiteY87" fmla="*/ 170739 h 170739"/>
                <a:gd name="connsiteX88" fmla="*/ 384537 w 2290600"/>
                <a:gd name="connsiteY88" fmla="*/ 147879 h 170739"/>
                <a:gd name="connsiteX89" fmla="*/ 361677 w 2290600"/>
                <a:gd name="connsiteY89" fmla="*/ 170739 h 170739"/>
                <a:gd name="connsiteX90" fmla="*/ 341125 w 2290600"/>
                <a:gd name="connsiteY90" fmla="*/ 170739 h 170739"/>
                <a:gd name="connsiteX91" fmla="*/ 318265 w 2290600"/>
                <a:gd name="connsiteY91" fmla="*/ 147879 h 170739"/>
                <a:gd name="connsiteX92" fmla="*/ 295405 w 2290600"/>
                <a:gd name="connsiteY92" fmla="*/ 170739 h 170739"/>
                <a:gd name="connsiteX93" fmla="*/ 274853 w 2290600"/>
                <a:gd name="connsiteY93" fmla="*/ 170739 h 170739"/>
                <a:gd name="connsiteX94" fmla="*/ 251993 w 2290600"/>
                <a:gd name="connsiteY94" fmla="*/ 147879 h 170739"/>
                <a:gd name="connsiteX95" fmla="*/ 229133 w 2290600"/>
                <a:gd name="connsiteY95" fmla="*/ 170739 h 170739"/>
                <a:gd name="connsiteX96" fmla="*/ 208581 w 2290600"/>
                <a:gd name="connsiteY96" fmla="*/ 170739 h 170739"/>
                <a:gd name="connsiteX97" fmla="*/ 185721 w 2290600"/>
                <a:gd name="connsiteY97" fmla="*/ 147879 h 170739"/>
                <a:gd name="connsiteX98" fmla="*/ 162861 w 2290600"/>
                <a:gd name="connsiteY98" fmla="*/ 170739 h 170739"/>
                <a:gd name="connsiteX99" fmla="*/ 142309 w 2290600"/>
                <a:gd name="connsiteY99" fmla="*/ 170739 h 170739"/>
                <a:gd name="connsiteX100" fmla="*/ 119449 w 2290600"/>
                <a:gd name="connsiteY100" fmla="*/ 147879 h 170739"/>
                <a:gd name="connsiteX101" fmla="*/ 96589 w 2290600"/>
                <a:gd name="connsiteY101" fmla="*/ 170739 h 170739"/>
                <a:gd name="connsiteX102" fmla="*/ 76037 w 2290600"/>
                <a:gd name="connsiteY102" fmla="*/ 170739 h 170739"/>
                <a:gd name="connsiteX103" fmla="*/ 53177 w 2290600"/>
                <a:gd name="connsiteY103" fmla="*/ 147879 h 170739"/>
                <a:gd name="connsiteX104" fmla="*/ 30317 w 2290600"/>
                <a:gd name="connsiteY104" fmla="*/ 170739 h 170739"/>
                <a:gd name="connsiteX105" fmla="*/ 0 w 2290600"/>
                <a:gd name="connsiteY105" fmla="*/ 170739 h 170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</a:cxnLst>
              <a:rect l="l" t="t" r="r" b="b"/>
              <a:pathLst>
                <a:path w="2290600" h="170739">
                  <a:moveTo>
                    <a:pt x="0" y="0"/>
                  </a:moveTo>
                  <a:lnTo>
                    <a:pt x="2290600" y="0"/>
                  </a:lnTo>
                  <a:lnTo>
                    <a:pt x="2290600" y="170739"/>
                  </a:lnTo>
                  <a:lnTo>
                    <a:pt x="2263013" y="170739"/>
                  </a:lnTo>
                  <a:cubicBezTo>
                    <a:pt x="2263013" y="158114"/>
                    <a:pt x="2252778" y="147879"/>
                    <a:pt x="2240153" y="147879"/>
                  </a:cubicBezTo>
                  <a:cubicBezTo>
                    <a:pt x="2227528" y="147879"/>
                    <a:pt x="2217293" y="158114"/>
                    <a:pt x="2217293" y="170739"/>
                  </a:cubicBezTo>
                  <a:lnTo>
                    <a:pt x="2196741" y="170739"/>
                  </a:lnTo>
                  <a:cubicBezTo>
                    <a:pt x="2196741" y="158114"/>
                    <a:pt x="2186506" y="147879"/>
                    <a:pt x="2173881" y="147879"/>
                  </a:cubicBezTo>
                  <a:cubicBezTo>
                    <a:pt x="2161256" y="147879"/>
                    <a:pt x="2151021" y="158114"/>
                    <a:pt x="2151021" y="170739"/>
                  </a:cubicBezTo>
                  <a:lnTo>
                    <a:pt x="2130469" y="170739"/>
                  </a:lnTo>
                  <a:cubicBezTo>
                    <a:pt x="2130469" y="158114"/>
                    <a:pt x="2120234" y="147879"/>
                    <a:pt x="2107609" y="147879"/>
                  </a:cubicBezTo>
                  <a:cubicBezTo>
                    <a:pt x="2094984" y="147879"/>
                    <a:pt x="2084749" y="158114"/>
                    <a:pt x="2084749" y="170739"/>
                  </a:cubicBezTo>
                  <a:lnTo>
                    <a:pt x="2064197" y="170739"/>
                  </a:lnTo>
                  <a:cubicBezTo>
                    <a:pt x="2064197" y="158114"/>
                    <a:pt x="2053962" y="147879"/>
                    <a:pt x="2041337" y="147879"/>
                  </a:cubicBezTo>
                  <a:cubicBezTo>
                    <a:pt x="2028712" y="147879"/>
                    <a:pt x="2018477" y="158114"/>
                    <a:pt x="2018477" y="170739"/>
                  </a:cubicBezTo>
                  <a:lnTo>
                    <a:pt x="1997925" y="170739"/>
                  </a:lnTo>
                  <a:cubicBezTo>
                    <a:pt x="1997925" y="158114"/>
                    <a:pt x="1987690" y="147879"/>
                    <a:pt x="1975065" y="147879"/>
                  </a:cubicBezTo>
                  <a:cubicBezTo>
                    <a:pt x="1962440" y="147879"/>
                    <a:pt x="1952205" y="158114"/>
                    <a:pt x="1952205" y="170739"/>
                  </a:cubicBezTo>
                  <a:lnTo>
                    <a:pt x="1931653" y="170739"/>
                  </a:lnTo>
                  <a:cubicBezTo>
                    <a:pt x="1931653" y="158114"/>
                    <a:pt x="1921418" y="147879"/>
                    <a:pt x="1908793" y="147879"/>
                  </a:cubicBezTo>
                  <a:cubicBezTo>
                    <a:pt x="1896168" y="147879"/>
                    <a:pt x="1885933" y="158114"/>
                    <a:pt x="1885933" y="170739"/>
                  </a:cubicBezTo>
                  <a:lnTo>
                    <a:pt x="1865381" y="170739"/>
                  </a:lnTo>
                  <a:cubicBezTo>
                    <a:pt x="1865381" y="158114"/>
                    <a:pt x="1855146" y="147879"/>
                    <a:pt x="1842521" y="147879"/>
                  </a:cubicBezTo>
                  <a:cubicBezTo>
                    <a:pt x="1829896" y="147879"/>
                    <a:pt x="1819661" y="158114"/>
                    <a:pt x="1819661" y="170739"/>
                  </a:cubicBezTo>
                  <a:lnTo>
                    <a:pt x="1799109" y="170739"/>
                  </a:lnTo>
                  <a:cubicBezTo>
                    <a:pt x="1799109" y="158114"/>
                    <a:pt x="1788874" y="147879"/>
                    <a:pt x="1776249" y="147879"/>
                  </a:cubicBezTo>
                  <a:cubicBezTo>
                    <a:pt x="1763624" y="147879"/>
                    <a:pt x="1753389" y="158114"/>
                    <a:pt x="1753389" y="170739"/>
                  </a:cubicBezTo>
                  <a:lnTo>
                    <a:pt x="1732837" y="170739"/>
                  </a:lnTo>
                  <a:cubicBezTo>
                    <a:pt x="1732837" y="158114"/>
                    <a:pt x="1722602" y="147879"/>
                    <a:pt x="1709977" y="147879"/>
                  </a:cubicBezTo>
                  <a:cubicBezTo>
                    <a:pt x="1697352" y="147879"/>
                    <a:pt x="1687117" y="158114"/>
                    <a:pt x="1687117" y="170739"/>
                  </a:cubicBezTo>
                  <a:lnTo>
                    <a:pt x="1666565" y="170739"/>
                  </a:lnTo>
                  <a:cubicBezTo>
                    <a:pt x="1666565" y="158114"/>
                    <a:pt x="1656330" y="147879"/>
                    <a:pt x="1643705" y="147879"/>
                  </a:cubicBezTo>
                  <a:cubicBezTo>
                    <a:pt x="1631080" y="147879"/>
                    <a:pt x="1620845" y="158114"/>
                    <a:pt x="1620845" y="170739"/>
                  </a:cubicBezTo>
                  <a:lnTo>
                    <a:pt x="1600293" y="170739"/>
                  </a:lnTo>
                  <a:cubicBezTo>
                    <a:pt x="1600293" y="158114"/>
                    <a:pt x="1590058" y="147879"/>
                    <a:pt x="1577433" y="147879"/>
                  </a:cubicBezTo>
                  <a:cubicBezTo>
                    <a:pt x="1564808" y="147879"/>
                    <a:pt x="1554573" y="158114"/>
                    <a:pt x="1554573" y="170739"/>
                  </a:cubicBezTo>
                  <a:lnTo>
                    <a:pt x="1534021" y="170739"/>
                  </a:lnTo>
                  <a:cubicBezTo>
                    <a:pt x="1534021" y="158114"/>
                    <a:pt x="1523786" y="147879"/>
                    <a:pt x="1511161" y="147879"/>
                  </a:cubicBezTo>
                  <a:cubicBezTo>
                    <a:pt x="1498536" y="147879"/>
                    <a:pt x="1488301" y="158114"/>
                    <a:pt x="1488301" y="170739"/>
                  </a:cubicBezTo>
                  <a:lnTo>
                    <a:pt x="1467749" y="170739"/>
                  </a:lnTo>
                  <a:cubicBezTo>
                    <a:pt x="1467749" y="158114"/>
                    <a:pt x="1457514" y="147879"/>
                    <a:pt x="1444889" y="147879"/>
                  </a:cubicBezTo>
                  <a:cubicBezTo>
                    <a:pt x="1432264" y="147879"/>
                    <a:pt x="1422029" y="158114"/>
                    <a:pt x="1422029" y="170739"/>
                  </a:cubicBezTo>
                  <a:lnTo>
                    <a:pt x="1401477" y="170739"/>
                  </a:lnTo>
                  <a:cubicBezTo>
                    <a:pt x="1401477" y="158114"/>
                    <a:pt x="1391242" y="147879"/>
                    <a:pt x="1378617" y="147879"/>
                  </a:cubicBezTo>
                  <a:cubicBezTo>
                    <a:pt x="1365992" y="147879"/>
                    <a:pt x="1355757" y="158114"/>
                    <a:pt x="1355757" y="170739"/>
                  </a:cubicBezTo>
                  <a:lnTo>
                    <a:pt x="1335205" y="170739"/>
                  </a:lnTo>
                  <a:cubicBezTo>
                    <a:pt x="1335205" y="158114"/>
                    <a:pt x="1324970" y="147879"/>
                    <a:pt x="1312345" y="147879"/>
                  </a:cubicBezTo>
                  <a:cubicBezTo>
                    <a:pt x="1299720" y="147879"/>
                    <a:pt x="1289485" y="158114"/>
                    <a:pt x="1289485" y="170739"/>
                  </a:cubicBezTo>
                  <a:lnTo>
                    <a:pt x="1268933" y="170739"/>
                  </a:lnTo>
                  <a:cubicBezTo>
                    <a:pt x="1268933" y="158114"/>
                    <a:pt x="1258698" y="147879"/>
                    <a:pt x="1246073" y="147879"/>
                  </a:cubicBezTo>
                  <a:cubicBezTo>
                    <a:pt x="1233448" y="147879"/>
                    <a:pt x="1223213" y="158114"/>
                    <a:pt x="1223213" y="170739"/>
                  </a:cubicBezTo>
                  <a:lnTo>
                    <a:pt x="1202661" y="170739"/>
                  </a:lnTo>
                  <a:cubicBezTo>
                    <a:pt x="1202661" y="158114"/>
                    <a:pt x="1192426" y="147879"/>
                    <a:pt x="1179801" y="147879"/>
                  </a:cubicBezTo>
                  <a:cubicBezTo>
                    <a:pt x="1167176" y="147879"/>
                    <a:pt x="1156941" y="158114"/>
                    <a:pt x="1156941" y="170739"/>
                  </a:cubicBezTo>
                  <a:lnTo>
                    <a:pt x="1136389" y="170739"/>
                  </a:lnTo>
                  <a:cubicBezTo>
                    <a:pt x="1136389" y="158114"/>
                    <a:pt x="1126154" y="147879"/>
                    <a:pt x="1113529" y="147879"/>
                  </a:cubicBezTo>
                  <a:cubicBezTo>
                    <a:pt x="1100904" y="147879"/>
                    <a:pt x="1090669" y="158114"/>
                    <a:pt x="1090669" y="170739"/>
                  </a:cubicBezTo>
                  <a:lnTo>
                    <a:pt x="1070117" y="170739"/>
                  </a:lnTo>
                  <a:cubicBezTo>
                    <a:pt x="1070117" y="158114"/>
                    <a:pt x="1059882" y="147879"/>
                    <a:pt x="1047257" y="147879"/>
                  </a:cubicBezTo>
                  <a:cubicBezTo>
                    <a:pt x="1034632" y="147879"/>
                    <a:pt x="1024397" y="158114"/>
                    <a:pt x="1024397" y="170739"/>
                  </a:cubicBezTo>
                  <a:lnTo>
                    <a:pt x="1003845" y="170739"/>
                  </a:lnTo>
                  <a:cubicBezTo>
                    <a:pt x="1003845" y="158114"/>
                    <a:pt x="993610" y="147879"/>
                    <a:pt x="980985" y="147879"/>
                  </a:cubicBezTo>
                  <a:cubicBezTo>
                    <a:pt x="968360" y="147879"/>
                    <a:pt x="958125" y="158114"/>
                    <a:pt x="958125" y="170739"/>
                  </a:cubicBezTo>
                  <a:lnTo>
                    <a:pt x="937573" y="170739"/>
                  </a:lnTo>
                  <a:cubicBezTo>
                    <a:pt x="937573" y="158114"/>
                    <a:pt x="927338" y="147879"/>
                    <a:pt x="914713" y="147879"/>
                  </a:cubicBezTo>
                  <a:cubicBezTo>
                    <a:pt x="902088" y="147879"/>
                    <a:pt x="891853" y="158114"/>
                    <a:pt x="891853" y="170739"/>
                  </a:cubicBezTo>
                  <a:lnTo>
                    <a:pt x="871301" y="170739"/>
                  </a:lnTo>
                  <a:cubicBezTo>
                    <a:pt x="871301" y="158114"/>
                    <a:pt x="861066" y="147879"/>
                    <a:pt x="848441" y="147879"/>
                  </a:cubicBezTo>
                  <a:cubicBezTo>
                    <a:pt x="835816" y="147879"/>
                    <a:pt x="825581" y="158114"/>
                    <a:pt x="825581" y="170739"/>
                  </a:cubicBezTo>
                  <a:lnTo>
                    <a:pt x="805029" y="170739"/>
                  </a:lnTo>
                  <a:cubicBezTo>
                    <a:pt x="805029" y="158114"/>
                    <a:pt x="794794" y="147879"/>
                    <a:pt x="782169" y="147879"/>
                  </a:cubicBezTo>
                  <a:cubicBezTo>
                    <a:pt x="769544" y="147879"/>
                    <a:pt x="759309" y="158114"/>
                    <a:pt x="759309" y="170739"/>
                  </a:cubicBezTo>
                  <a:lnTo>
                    <a:pt x="738757" y="170739"/>
                  </a:lnTo>
                  <a:cubicBezTo>
                    <a:pt x="738757" y="158114"/>
                    <a:pt x="728522" y="147879"/>
                    <a:pt x="715897" y="147879"/>
                  </a:cubicBezTo>
                  <a:cubicBezTo>
                    <a:pt x="703272" y="147879"/>
                    <a:pt x="693037" y="158114"/>
                    <a:pt x="693037" y="170739"/>
                  </a:cubicBezTo>
                  <a:lnTo>
                    <a:pt x="672485" y="170739"/>
                  </a:lnTo>
                  <a:cubicBezTo>
                    <a:pt x="672485" y="158114"/>
                    <a:pt x="662250" y="147879"/>
                    <a:pt x="649625" y="147879"/>
                  </a:cubicBezTo>
                  <a:cubicBezTo>
                    <a:pt x="637000" y="147879"/>
                    <a:pt x="626765" y="158114"/>
                    <a:pt x="626765" y="170739"/>
                  </a:cubicBezTo>
                  <a:lnTo>
                    <a:pt x="606213" y="170739"/>
                  </a:lnTo>
                  <a:cubicBezTo>
                    <a:pt x="606213" y="158114"/>
                    <a:pt x="595978" y="147879"/>
                    <a:pt x="583353" y="147879"/>
                  </a:cubicBezTo>
                  <a:cubicBezTo>
                    <a:pt x="570728" y="147879"/>
                    <a:pt x="560493" y="158114"/>
                    <a:pt x="560493" y="170739"/>
                  </a:cubicBezTo>
                  <a:lnTo>
                    <a:pt x="539941" y="170739"/>
                  </a:lnTo>
                  <a:cubicBezTo>
                    <a:pt x="539941" y="158114"/>
                    <a:pt x="529706" y="147879"/>
                    <a:pt x="517081" y="147879"/>
                  </a:cubicBezTo>
                  <a:cubicBezTo>
                    <a:pt x="504456" y="147879"/>
                    <a:pt x="494221" y="158114"/>
                    <a:pt x="494221" y="170739"/>
                  </a:cubicBezTo>
                  <a:lnTo>
                    <a:pt x="473669" y="170739"/>
                  </a:lnTo>
                  <a:cubicBezTo>
                    <a:pt x="473669" y="158114"/>
                    <a:pt x="463434" y="147879"/>
                    <a:pt x="450809" y="147879"/>
                  </a:cubicBezTo>
                  <a:cubicBezTo>
                    <a:pt x="438184" y="147879"/>
                    <a:pt x="427949" y="158114"/>
                    <a:pt x="427949" y="170739"/>
                  </a:cubicBezTo>
                  <a:lnTo>
                    <a:pt x="407397" y="170739"/>
                  </a:lnTo>
                  <a:cubicBezTo>
                    <a:pt x="407397" y="158114"/>
                    <a:pt x="397162" y="147879"/>
                    <a:pt x="384537" y="147879"/>
                  </a:cubicBezTo>
                  <a:cubicBezTo>
                    <a:pt x="371912" y="147879"/>
                    <a:pt x="361677" y="158114"/>
                    <a:pt x="361677" y="170739"/>
                  </a:cubicBezTo>
                  <a:lnTo>
                    <a:pt x="341125" y="170739"/>
                  </a:lnTo>
                  <a:cubicBezTo>
                    <a:pt x="341125" y="158114"/>
                    <a:pt x="330890" y="147879"/>
                    <a:pt x="318265" y="147879"/>
                  </a:cubicBezTo>
                  <a:cubicBezTo>
                    <a:pt x="305640" y="147879"/>
                    <a:pt x="295405" y="158114"/>
                    <a:pt x="295405" y="170739"/>
                  </a:cubicBezTo>
                  <a:lnTo>
                    <a:pt x="274853" y="170739"/>
                  </a:lnTo>
                  <a:cubicBezTo>
                    <a:pt x="274853" y="158114"/>
                    <a:pt x="264618" y="147879"/>
                    <a:pt x="251993" y="147879"/>
                  </a:cubicBezTo>
                  <a:cubicBezTo>
                    <a:pt x="239368" y="147879"/>
                    <a:pt x="229133" y="158114"/>
                    <a:pt x="229133" y="170739"/>
                  </a:cubicBezTo>
                  <a:lnTo>
                    <a:pt x="208581" y="170739"/>
                  </a:lnTo>
                  <a:cubicBezTo>
                    <a:pt x="208581" y="158114"/>
                    <a:pt x="198346" y="147879"/>
                    <a:pt x="185721" y="147879"/>
                  </a:cubicBezTo>
                  <a:cubicBezTo>
                    <a:pt x="173096" y="147879"/>
                    <a:pt x="162861" y="158114"/>
                    <a:pt x="162861" y="170739"/>
                  </a:cubicBezTo>
                  <a:lnTo>
                    <a:pt x="142309" y="170739"/>
                  </a:lnTo>
                  <a:cubicBezTo>
                    <a:pt x="142309" y="158114"/>
                    <a:pt x="132074" y="147879"/>
                    <a:pt x="119449" y="147879"/>
                  </a:cubicBezTo>
                  <a:cubicBezTo>
                    <a:pt x="106824" y="147879"/>
                    <a:pt x="96589" y="158114"/>
                    <a:pt x="96589" y="170739"/>
                  </a:cubicBezTo>
                  <a:lnTo>
                    <a:pt x="76037" y="170739"/>
                  </a:lnTo>
                  <a:cubicBezTo>
                    <a:pt x="76037" y="158114"/>
                    <a:pt x="65802" y="147879"/>
                    <a:pt x="53177" y="147879"/>
                  </a:cubicBezTo>
                  <a:cubicBezTo>
                    <a:pt x="40552" y="147879"/>
                    <a:pt x="30317" y="158114"/>
                    <a:pt x="30317" y="170739"/>
                  </a:cubicBezTo>
                  <a:lnTo>
                    <a:pt x="0" y="170739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pic>
          <p:nvPicPr>
            <p:cNvPr id="65" name="图片 64">
              <a:extLst>
                <a:ext uri="{FF2B5EF4-FFF2-40B4-BE49-F238E27FC236}">
                  <a16:creationId xmlns:a16="http://schemas.microsoft.com/office/drawing/2014/main" id="{E6208FFE-7A8A-8BC3-07A3-D46C79751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13902"/>
            <a:stretch/>
          </p:blipFill>
          <p:spPr>
            <a:xfrm>
              <a:off x="7956718" y="93711"/>
              <a:ext cx="2133450" cy="397483"/>
            </a:xfrm>
            <a:prstGeom prst="rect">
              <a:avLst/>
            </a:prstGeom>
          </p:spPr>
        </p:pic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C1F1B93D-CA68-F6B2-31DE-FC25641126A1}"/>
                </a:ext>
              </a:extLst>
            </p:cNvPr>
            <p:cNvSpPr txBox="1"/>
            <p:nvPr/>
          </p:nvSpPr>
          <p:spPr>
            <a:xfrm>
              <a:off x="10875799" y="-4061001"/>
              <a:ext cx="3289620" cy="6463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$5</a:t>
              </a:r>
            </a:p>
            <a:p>
              <a:pPr algn="ctr"/>
              <a:r>
                <a:rPr lang="zh-CN" altLang="en-US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小额交易 </a:t>
              </a:r>
              <a:r>
                <a: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4%</a:t>
              </a:r>
              <a:endParaRPr lang="zh-CN" altLang="en-US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FCCBC64B-4359-ED57-D6F8-78A51EDD8855}"/>
                </a:ext>
              </a:extLst>
            </p:cNvPr>
            <p:cNvSpPr txBox="1"/>
            <p:nvPr/>
          </p:nvSpPr>
          <p:spPr>
            <a:xfrm>
              <a:off x="7378634" y="-4061001"/>
              <a:ext cx="3289620" cy="6463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$6200000</a:t>
              </a:r>
            </a:p>
            <a:p>
              <a:pPr algn="ctr"/>
              <a:r>
                <a:rPr lang="zh-CN" altLang="en-US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大额交易 </a:t>
              </a:r>
              <a:r>
                <a: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2%</a:t>
              </a:r>
              <a:endParaRPr lang="zh-CN" altLang="en-US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045" name="组合 1044">
              <a:extLst>
                <a:ext uri="{FF2B5EF4-FFF2-40B4-BE49-F238E27FC236}">
                  <a16:creationId xmlns:a16="http://schemas.microsoft.com/office/drawing/2014/main" id="{4F33A10D-4EAE-D2FD-9A74-40ADE898B43A}"/>
                </a:ext>
              </a:extLst>
            </p:cNvPr>
            <p:cNvGrpSpPr/>
            <p:nvPr/>
          </p:nvGrpSpPr>
          <p:grpSpPr>
            <a:xfrm>
              <a:off x="7559825" y="-2511493"/>
              <a:ext cx="2927238" cy="1754326"/>
              <a:chOff x="7999463" y="6121733"/>
              <a:chExt cx="2927238" cy="1754326"/>
            </a:xfrm>
          </p:grpSpPr>
          <p:sp>
            <p:nvSpPr>
              <p:cNvPr id="1044" name="文本框 1043">
                <a:extLst>
                  <a:ext uri="{FF2B5EF4-FFF2-40B4-BE49-F238E27FC236}">
                    <a16:creationId xmlns:a16="http://schemas.microsoft.com/office/drawing/2014/main" id="{49699F9C-BA7B-C914-049F-C9796186B1B8}"/>
                  </a:ext>
                </a:extLst>
              </p:cNvPr>
              <p:cNvSpPr txBox="1"/>
              <p:nvPr/>
            </p:nvSpPr>
            <p:spPr>
              <a:xfrm>
                <a:off x="7999463" y="6121733"/>
                <a:ext cx="2927237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1200" dirty="0">
                    <a:latin typeface="Tiger Expert" panose="02070300020205020404" pitchFamily="18" charset="0"/>
                    <a:cs typeface="Fira Code Medium" pitchFamily="1" charset="0"/>
                  </a:rPr>
                  <a:t>02-30-2026 10:01AM</a:t>
                </a:r>
              </a:p>
              <a:p>
                <a:pPr algn="r"/>
                <a:endParaRPr lang="en-US" altLang="zh-CN" sz="1200" dirty="0">
                  <a:latin typeface="Tiger Expert" panose="02070300020205020404" pitchFamily="18" charset="0"/>
                  <a:cs typeface="Fira Code Medium" pitchFamily="1" charset="0"/>
                </a:endParaRPr>
              </a:p>
              <a:p>
                <a:pPr algn="r"/>
                <a:endParaRPr lang="en-US" altLang="zh-CN" sz="1200" dirty="0">
                  <a:latin typeface="Tiger Expert" panose="02070300020205020404" pitchFamily="18" charset="0"/>
                  <a:cs typeface="Fira Code Medium" pitchFamily="1" charset="0"/>
                </a:endParaRPr>
              </a:p>
              <a:p>
                <a:pPr algn="r"/>
                <a:endParaRPr lang="en-US" altLang="zh-CN" sz="1200" dirty="0">
                  <a:latin typeface="Tiger Expert" panose="02070300020205020404" pitchFamily="18" charset="0"/>
                  <a:cs typeface="Fira Code Medium" pitchFamily="1" charset="0"/>
                </a:endParaRPr>
              </a:p>
              <a:p>
                <a:pPr algn="r"/>
                <a:endParaRPr lang="en-US" altLang="zh-CN" sz="1200" dirty="0">
                  <a:latin typeface="Tiger Expert" panose="02070300020205020404" pitchFamily="18" charset="0"/>
                  <a:cs typeface="Fira Code Medium" pitchFamily="1" charset="0"/>
                </a:endParaRPr>
              </a:p>
              <a:p>
                <a:pPr algn="r"/>
                <a:endParaRPr lang="en-US" altLang="zh-CN" sz="1200" dirty="0">
                  <a:latin typeface="Tiger Expert" panose="02070300020205020404" pitchFamily="18" charset="0"/>
                  <a:cs typeface="Fira Code Medium" pitchFamily="1" charset="0"/>
                </a:endParaRPr>
              </a:p>
              <a:p>
                <a:pPr algn="r"/>
                <a:endParaRPr lang="en-US" altLang="zh-CN" sz="1200" dirty="0">
                  <a:latin typeface="Tiger Expert" panose="02070300020205020404" pitchFamily="18" charset="0"/>
                  <a:cs typeface="Fira Code Medium" pitchFamily="1" charset="0"/>
                </a:endParaRPr>
              </a:p>
              <a:p>
                <a:pPr algn="r"/>
                <a:r>
                  <a:rPr lang="en-US" altLang="zh-CN" sz="1200" dirty="0">
                    <a:latin typeface="Tiger Expert" panose="02070300020205020404" pitchFamily="18" charset="0"/>
                    <a:cs typeface="Fira Code Medium" pitchFamily="1" charset="0"/>
                  </a:rPr>
                  <a:t>$6,200,000</a:t>
                </a:r>
              </a:p>
              <a:p>
                <a:pPr algn="r"/>
                <a:r>
                  <a:rPr lang="en-US" altLang="zh-CN" sz="1200" dirty="0">
                    <a:latin typeface="Tiger Expert" panose="02070300020205020404" pitchFamily="18" charset="0"/>
                    <a:cs typeface="Fira Code Medium" pitchFamily="1" charset="0"/>
                  </a:rPr>
                  <a:t>$124,000.1(2%)</a:t>
                </a:r>
              </a:p>
            </p:txBody>
          </p:sp>
          <p:sp>
            <p:nvSpPr>
              <p:cNvPr id="1043" name="文本框 1042">
                <a:extLst>
                  <a:ext uri="{FF2B5EF4-FFF2-40B4-BE49-F238E27FC236}">
                    <a16:creationId xmlns:a16="http://schemas.microsoft.com/office/drawing/2014/main" id="{B30C34FC-5DD7-E094-1CB5-969755AA2995}"/>
                  </a:ext>
                </a:extLst>
              </p:cNvPr>
              <p:cNvSpPr txBox="1"/>
              <p:nvPr/>
            </p:nvSpPr>
            <p:spPr>
              <a:xfrm>
                <a:off x="7999464" y="6121733"/>
                <a:ext cx="2927237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latin typeface="Tiger Expert" panose="02070300020205020404" pitchFamily="18" charset="0"/>
                    <a:cs typeface="Fira Code Medium" pitchFamily="1" charset="0"/>
                  </a:rPr>
                  <a:t>Terminal#1</a:t>
                </a:r>
              </a:p>
              <a:p>
                <a:endParaRPr lang="en-US" altLang="zh-CN" sz="1200" dirty="0">
                  <a:latin typeface="Tiger Expert" panose="02070300020205020404" pitchFamily="18" charset="0"/>
                  <a:cs typeface="Fira Code Medium" pitchFamily="1" charset="0"/>
                </a:endParaRPr>
              </a:p>
              <a:p>
                <a:endParaRPr lang="en-US" altLang="zh-CN" sz="1200" dirty="0">
                  <a:latin typeface="Tiger Expert" panose="02070300020205020404" pitchFamily="18" charset="0"/>
                  <a:cs typeface="Fira Code Medium" pitchFamily="1" charset="0"/>
                </a:endParaRPr>
              </a:p>
              <a:p>
                <a:endParaRPr lang="en-US" altLang="zh-CN" sz="1200" dirty="0">
                  <a:latin typeface="Tiger Expert" panose="02070300020205020404" pitchFamily="18" charset="0"/>
                  <a:cs typeface="Fira Code Medium" pitchFamily="1" charset="0"/>
                </a:endParaRPr>
              </a:p>
              <a:p>
                <a:endParaRPr lang="en-US" altLang="zh-CN" sz="1200" dirty="0">
                  <a:latin typeface="Tiger Expert" panose="02070300020205020404" pitchFamily="18" charset="0"/>
                  <a:cs typeface="Fira Code Medium" pitchFamily="1" charset="0"/>
                </a:endParaRPr>
              </a:p>
              <a:p>
                <a:endParaRPr lang="en-US" altLang="zh-CN" sz="1200" dirty="0">
                  <a:latin typeface="Tiger Expert" panose="02070300020205020404" pitchFamily="18" charset="0"/>
                  <a:cs typeface="Fira Code Medium" pitchFamily="1" charset="0"/>
                </a:endParaRPr>
              </a:p>
              <a:p>
                <a:endParaRPr lang="en-US" altLang="zh-CN" sz="1200" dirty="0">
                  <a:latin typeface="Tiger Expert" panose="02070300020205020404" pitchFamily="18" charset="0"/>
                  <a:cs typeface="Fira Code Medium" pitchFamily="1" charset="0"/>
                </a:endParaRPr>
              </a:p>
              <a:p>
                <a:r>
                  <a:rPr lang="en-US" altLang="zh-CN" sz="1200" dirty="0">
                    <a:latin typeface="Tiger Expert" panose="02070300020205020404" pitchFamily="18" charset="0"/>
                    <a:cs typeface="Fira Code Medium" pitchFamily="1" charset="0"/>
                  </a:rPr>
                  <a:t>TOTAL</a:t>
                </a:r>
              </a:p>
              <a:p>
                <a:r>
                  <a:rPr lang="en-US" altLang="zh-CN" sz="1200" dirty="0">
                    <a:latin typeface="Tiger Expert" panose="02070300020205020404" pitchFamily="18" charset="0"/>
                    <a:cs typeface="Fira Code Medium" pitchFamily="1" charset="0"/>
                  </a:rPr>
                  <a:t>FEES</a:t>
                </a:r>
              </a:p>
            </p:txBody>
          </p:sp>
        </p:grpSp>
        <p:grpSp>
          <p:nvGrpSpPr>
            <p:cNvPr id="1049" name="组合 1048">
              <a:extLst>
                <a:ext uri="{FF2B5EF4-FFF2-40B4-BE49-F238E27FC236}">
                  <a16:creationId xmlns:a16="http://schemas.microsoft.com/office/drawing/2014/main" id="{EE3FDB1C-CBA8-BA57-D7F4-FE0AF3D183FC}"/>
                </a:ext>
              </a:extLst>
            </p:cNvPr>
            <p:cNvGrpSpPr/>
            <p:nvPr/>
          </p:nvGrpSpPr>
          <p:grpSpPr>
            <a:xfrm>
              <a:off x="11056992" y="-2511493"/>
              <a:ext cx="2935470" cy="1754326"/>
              <a:chOff x="7970199" y="4429941"/>
              <a:chExt cx="2935470" cy="1754326"/>
            </a:xfrm>
          </p:grpSpPr>
          <p:sp>
            <p:nvSpPr>
              <p:cNvPr id="1047" name="文本框 1046">
                <a:extLst>
                  <a:ext uri="{FF2B5EF4-FFF2-40B4-BE49-F238E27FC236}">
                    <a16:creationId xmlns:a16="http://schemas.microsoft.com/office/drawing/2014/main" id="{2A4AB7E0-5C7A-E0F5-0E1F-19AFAA0A228F}"/>
                  </a:ext>
                </a:extLst>
              </p:cNvPr>
              <p:cNvSpPr txBox="1"/>
              <p:nvPr/>
            </p:nvSpPr>
            <p:spPr>
              <a:xfrm>
                <a:off x="7978432" y="4429941"/>
                <a:ext cx="2927237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1200" dirty="0">
                    <a:latin typeface="Tiger Expert" panose="02070300020205020404" pitchFamily="18" charset="0"/>
                    <a:cs typeface="Fira Code Medium" pitchFamily="1" charset="0"/>
                  </a:rPr>
                  <a:t>02-30-2026 10:01AM</a:t>
                </a:r>
              </a:p>
              <a:p>
                <a:pPr algn="r"/>
                <a:endParaRPr lang="en-US" altLang="zh-CN" sz="1200" dirty="0">
                  <a:latin typeface="Tiger Expert" panose="02070300020205020404" pitchFamily="18" charset="0"/>
                  <a:cs typeface="Fira Code Medium" pitchFamily="1" charset="0"/>
                </a:endParaRPr>
              </a:p>
              <a:p>
                <a:pPr algn="r"/>
                <a:endParaRPr lang="en-US" altLang="zh-CN" sz="1200" dirty="0">
                  <a:latin typeface="Tiger Expert" panose="02070300020205020404" pitchFamily="18" charset="0"/>
                  <a:cs typeface="Fira Code Medium" pitchFamily="1" charset="0"/>
                </a:endParaRPr>
              </a:p>
              <a:p>
                <a:pPr algn="r"/>
                <a:endParaRPr lang="en-US" altLang="zh-CN" sz="1200" dirty="0">
                  <a:latin typeface="Tiger Expert" panose="02070300020205020404" pitchFamily="18" charset="0"/>
                  <a:cs typeface="Fira Code Medium" pitchFamily="1" charset="0"/>
                </a:endParaRPr>
              </a:p>
              <a:p>
                <a:pPr algn="r"/>
                <a:endParaRPr lang="en-US" altLang="zh-CN" sz="1200" dirty="0">
                  <a:latin typeface="Tiger Expert" panose="02070300020205020404" pitchFamily="18" charset="0"/>
                  <a:cs typeface="Fira Code Medium" pitchFamily="1" charset="0"/>
                </a:endParaRPr>
              </a:p>
              <a:p>
                <a:pPr algn="r"/>
                <a:endParaRPr lang="en-US" altLang="zh-CN" sz="1200" dirty="0">
                  <a:latin typeface="Tiger Expert" panose="02070300020205020404" pitchFamily="18" charset="0"/>
                  <a:cs typeface="Fira Code Medium" pitchFamily="1" charset="0"/>
                </a:endParaRPr>
              </a:p>
              <a:p>
                <a:pPr algn="r"/>
                <a:endParaRPr lang="en-US" altLang="zh-CN" sz="1200" dirty="0">
                  <a:latin typeface="Tiger Expert" panose="02070300020205020404" pitchFamily="18" charset="0"/>
                  <a:cs typeface="Fira Code Medium" pitchFamily="1" charset="0"/>
                </a:endParaRPr>
              </a:p>
              <a:p>
                <a:pPr algn="r"/>
                <a:r>
                  <a:rPr lang="en-US" altLang="zh-CN" sz="1200" dirty="0">
                    <a:latin typeface="Tiger Expert" panose="02070300020205020404" pitchFamily="18" charset="0"/>
                    <a:cs typeface="Fira Code Medium" pitchFamily="1" charset="0"/>
                  </a:rPr>
                  <a:t>$5.00</a:t>
                </a:r>
              </a:p>
              <a:p>
                <a:pPr algn="r"/>
                <a:r>
                  <a:rPr lang="en-US" altLang="zh-CN" sz="1200" dirty="0">
                    <a:latin typeface="Tiger Expert" panose="02070300020205020404" pitchFamily="18" charset="0"/>
                    <a:cs typeface="Fira Code Medium" pitchFamily="1" charset="0"/>
                  </a:rPr>
                  <a:t>$0.2(4%)</a:t>
                </a:r>
              </a:p>
            </p:txBody>
          </p:sp>
          <p:sp>
            <p:nvSpPr>
              <p:cNvPr id="1048" name="文本框 1047">
                <a:extLst>
                  <a:ext uri="{FF2B5EF4-FFF2-40B4-BE49-F238E27FC236}">
                    <a16:creationId xmlns:a16="http://schemas.microsoft.com/office/drawing/2014/main" id="{DE4B9579-CE1B-8B67-F275-110DE0DDA5F6}"/>
                  </a:ext>
                </a:extLst>
              </p:cNvPr>
              <p:cNvSpPr txBox="1"/>
              <p:nvPr/>
            </p:nvSpPr>
            <p:spPr>
              <a:xfrm>
                <a:off x="7970199" y="4429941"/>
                <a:ext cx="2927237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latin typeface="Tiger Expert" panose="02070300020205020404" pitchFamily="18" charset="0"/>
                    <a:cs typeface="Fira Code Medium" pitchFamily="1" charset="0"/>
                  </a:rPr>
                  <a:t>Terminal#2</a:t>
                </a:r>
              </a:p>
              <a:p>
                <a:endParaRPr lang="en-US" altLang="zh-CN" sz="1200" dirty="0">
                  <a:latin typeface="Tiger Expert" panose="02070300020205020404" pitchFamily="18" charset="0"/>
                  <a:cs typeface="Fira Code Medium" pitchFamily="1" charset="0"/>
                </a:endParaRPr>
              </a:p>
              <a:p>
                <a:endParaRPr lang="en-US" altLang="zh-CN" sz="1200" dirty="0">
                  <a:latin typeface="Tiger Expert" panose="02070300020205020404" pitchFamily="18" charset="0"/>
                  <a:cs typeface="Fira Code Medium" pitchFamily="1" charset="0"/>
                </a:endParaRPr>
              </a:p>
              <a:p>
                <a:endParaRPr lang="en-US" altLang="zh-CN" sz="1200" dirty="0">
                  <a:latin typeface="Tiger Expert" panose="02070300020205020404" pitchFamily="18" charset="0"/>
                  <a:cs typeface="Fira Code Medium" pitchFamily="1" charset="0"/>
                </a:endParaRPr>
              </a:p>
              <a:p>
                <a:endParaRPr lang="en-US" altLang="zh-CN" sz="1200" dirty="0">
                  <a:latin typeface="Tiger Expert" panose="02070300020205020404" pitchFamily="18" charset="0"/>
                  <a:cs typeface="Fira Code Medium" pitchFamily="1" charset="0"/>
                </a:endParaRPr>
              </a:p>
              <a:p>
                <a:endParaRPr lang="en-US" altLang="zh-CN" sz="1200" dirty="0">
                  <a:latin typeface="Tiger Expert" panose="02070300020205020404" pitchFamily="18" charset="0"/>
                  <a:cs typeface="Fira Code Medium" pitchFamily="1" charset="0"/>
                </a:endParaRPr>
              </a:p>
              <a:p>
                <a:endParaRPr lang="en-US" altLang="zh-CN" sz="1200" dirty="0">
                  <a:latin typeface="Tiger Expert" panose="02070300020205020404" pitchFamily="18" charset="0"/>
                  <a:cs typeface="Fira Code Medium" pitchFamily="1" charset="0"/>
                </a:endParaRPr>
              </a:p>
              <a:p>
                <a:r>
                  <a:rPr lang="en-US" altLang="zh-CN" sz="1200" dirty="0">
                    <a:latin typeface="Tiger Expert" panose="02070300020205020404" pitchFamily="18" charset="0"/>
                    <a:cs typeface="Fira Code Medium" pitchFamily="1" charset="0"/>
                  </a:rPr>
                  <a:t>TOTAL</a:t>
                </a:r>
              </a:p>
              <a:p>
                <a:r>
                  <a:rPr lang="en-US" altLang="zh-CN" sz="1200" dirty="0">
                    <a:latin typeface="Tiger Expert" panose="02070300020205020404" pitchFamily="18" charset="0"/>
                    <a:cs typeface="Fira Code Medium" pitchFamily="1" charset="0"/>
                  </a:rPr>
                  <a:t>FEES</a:t>
                </a:r>
              </a:p>
            </p:txBody>
          </p:sp>
        </p:grpSp>
        <p:grpSp>
          <p:nvGrpSpPr>
            <p:cNvPr id="1060" name="组合 1059">
              <a:extLst>
                <a:ext uri="{FF2B5EF4-FFF2-40B4-BE49-F238E27FC236}">
                  <a16:creationId xmlns:a16="http://schemas.microsoft.com/office/drawing/2014/main" id="{8BE93363-DB65-023A-CCC6-ABDF01EF7CC1}"/>
                </a:ext>
              </a:extLst>
            </p:cNvPr>
            <p:cNvGrpSpPr/>
            <p:nvPr/>
          </p:nvGrpSpPr>
          <p:grpSpPr>
            <a:xfrm>
              <a:off x="7862805" y="-1958479"/>
              <a:ext cx="2321276" cy="279325"/>
              <a:chOff x="7970199" y="1172679"/>
              <a:chExt cx="2321276" cy="279325"/>
            </a:xfrm>
          </p:grpSpPr>
          <p:sp>
            <p:nvSpPr>
              <p:cNvPr id="1055" name="文本框 1054">
                <a:extLst>
                  <a:ext uri="{FF2B5EF4-FFF2-40B4-BE49-F238E27FC236}">
                    <a16:creationId xmlns:a16="http://schemas.microsoft.com/office/drawing/2014/main" id="{8D8CA3F3-92E1-C4E2-026F-85FF10EB7D46}"/>
                  </a:ext>
                </a:extLst>
              </p:cNvPr>
              <p:cNvSpPr txBox="1"/>
              <p:nvPr/>
            </p:nvSpPr>
            <p:spPr>
              <a:xfrm>
                <a:off x="7970199" y="1172679"/>
                <a:ext cx="232127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ger Expert" panose="02070300020205020404" pitchFamily="18" charset="0"/>
                    <a:ea typeface="等线" panose="02010600030101010101" pitchFamily="2" charset="-122"/>
                    <a:cs typeface="Fira Code Medium" pitchFamily="1" charset="0"/>
                  </a:rPr>
                  <a:t>1 x Banana</a:t>
                </a:r>
              </a:p>
            </p:txBody>
          </p:sp>
          <p:sp>
            <p:nvSpPr>
              <p:cNvPr id="1056" name="文本框 1055">
                <a:extLst>
                  <a:ext uri="{FF2B5EF4-FFF2-40B4-BE49-F238E27FC236}">
                    <a16:creationId xmlns:a16="http://schemas.microsoft.com/office/drawing/2014/main" id="{D9C687F1-0E54-4929-97CE-5609C3649FA8}"/>
                  </a:ext>
                </a:extLst>
              </p:cNvPr>
              <p:cNvSpPr txBox="1"/>
              <p:nvPr/>
            </p:nvSpPr>
            <p:spPr>
              <a:xfrm>
                <a:off x="7970199" y="1175005"/>
                <a:ext cx="232127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ger Expert" panose="02070300020205020404" pitchFamily="18" charset="0"/>
                    <a:ea typeface="等线" panose="02010600030101010101" pitchFamily="2" charset="-122"/>
                    <a:cs typeface="Fira Code Medium" pitchFamily="1" charset="0"/>
                  </a:rPr>
                  <a:t>$6,200,000</a:t>
                </a:r>
              </a:p>
            </p:txBody>
          </p:sp>
        </p:grpSp>
        <p:grpSp>
          <p:nvGrpSpPr>
            <p:cNvPr id="1059" name="组合 1058">
              <a:extLst>
                <a:ext uri="{FF2B5EF4-FFF2-40B4-BE49-F238E27FC236}">
                  <a16:creationId xmlns:a16="http://schemas.microsoft.com/office/drawing/2014/main" id="{EED9382F-4C3D-0A27-58E1-F9E926432233}"/>
                </a:ext>
              </a:extLst>
            </p:cNvPr>
            <p:cNvGrpSpPr/>
            <p:nvPr/>
          </p:nvGrpSpPr>
          <p:grpSpPr>
            <a:xfrm>
              <a:off x="11368205" y="-1958480"/>
              <a:ext cx="2321276" cy="276999"/>
              <a:chOff x="7978432" y="1422881"/>
              <a:chExt cx="2321276" cy="276999"/>
            </a:xfrm>
          </p:grpSpPr>
          <p:sp>
            <p:nvSpPr>
              <p:cNvPr id="1057" name="文本框 1056">
                <a:extLst>
                  <a:ext uri="{FF2B5EF4-FFF2-40B4-BE49-F238E27FC236}">
                    <a16:creationId xmlns:a16="http://schemas.microsoft.com/office/drawing/2014/main" id="{3ACEEBEE-42AB-764C-2106-4CC297EEA7DC}"/>
                  </a:ext>
                </a:extLst>
              </p:cNvPr>
              <p:cNvSpPr txBox="1"/>
              <p:nvPr/>
            </p:nvSpPr>
            <p:spPr>
              <a:xfrm>
                <a:off x="7978432" y="1422881"/>
                <a:ext cx="232127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ger Expert" panose="02070300020205020404" pitchFamily="18" charset="0"/>
                    <a:ea typeface="等线" panose="02010600030101010101" pitchFamily="2" charset="-122"/>
                    <a:cs typeface="Fira Code Medium" pitchFamily="1" charset="0"/>
                  </a:rPr>
                  <a:t>1 x Nail Clipper</a:t>
                </a:r>
              </a:p>
            </p:txBody>
          </p:sp>
          <p:sp>
            <p:nvSpPr>
              <p:cNvPr id="1058" name="文本框 1057">
                <a:extLst>
                  <a:ext uri="{FF2B5EF4-FFF2-40B4-BE49-F238E27FC236}">
                    <a16:creationId xmlns:a16="http://schemas.microsoft.com/office/drawing/2014/main" id="{BD4F6080-EC9C-6D9D-3A5A-675BBDB2C269}"/>
                  </a:ext>
                </a:extLst>
              </p:cNvPr>
              <p:cNvSpPr txBox="1"/>
              <p:nvPr/>
            </p:nvSpPr>
            <p:spPr>
              <a:xfrm>
                <a:off x="7978432" y="1422881"/>
                <a:ext cx="232127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ger Expert" panose="02070300020205020404" pitchFamily="18" charset="0"/>
                    <a:ea typeface="等线" panose="02010600030101010101" pitchFamily="2" charset="-122"/>
                    <a:cs typeface="Fira Code Medium" pitchFamily="1" charset="0"/>
                  </a:rPr>
                  <a:t>$5.00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5201855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组合 62">
            <a:extLst>
              <a:ext uri="{FF2B5EF4-FFF2-40B4-BE49-F238E27FC236}">
                <a16:creationId xmlns:a16="http://schemas.microsoft.com/office/drawing/2014/main" id="{CC32CC31-9469-39B7-FE90-8033A9003F9E}"/>
              </a:ext>
            </a:extLst>
          </p:cNvPr>
          <p:cNvGrpSpPr/>
          <p:nvPr/>
        </p:nvGrpSpPr>
        <p:grpSpPr>
          <a:xfrm>
            <a:off x="147797" y="109537"/>
            <a:ext cx="7105038" cy="3555840"/>
            <a:chOff x="1119347" y="357187"/>
            <a:chExt cx="7105038" cy="3555840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B0459E51-0D30-31F1-7061-D509494053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6016" b="16016"/>
            <a:stretch/>
          </p:blipFill>
          <p:spPr>
            <a:xfrm>
              <a:off x="1840789" y="772506"/>
              <a:ext cx="1261239" cy="857249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17B76CD0-EE29-0843-6842-514D0AE822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664" t="9961" r="5664" b="9961"/>
            <a:stretch/>
          </p:blipFill>
          <p:spPr>
            <a:xfrm flipH="1">
              <a:off x="4501114" y="357187"/>
              <a:ext cx="1687551" cy="1524000"/>
            </a:xfrm>
            <a:prstGeom prst="rect">
              <a:avLst/>
            </a:prstGeom>
          </p:spPr>
        </p:pic>
        <p:pic>
          <p:nvPicPr>
            <p:cNvPr id="35" name="图片 34">
              <a:extLst>
                <a:ext uri="{FF2B5EF4-FFF2-40B4-BE49-F238E27FC236}">
                  <a16:creationId xmlns:a16="http://schemas.microsoft.com/office/drawing/2014/main" id="{91036FCA-52D3-0969-459A-C24A376193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083" t="24479" r="2083" b="24479"/>
            <a:stretch/>
          </p:blipFill>
          <p:spPr>
            <a:xfrm>
              <a:off x="3219503" y="1048731"/>
              <a:ext cx="1176202" cy="304800"/>
            </a:xfrm>
            <a:prstGeom prst="rect">
              <a:avLst/>
            </a:prstGeom>
          </p:spPr>
        </p:pic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DB73BC7B-260B-07CA-0815-A4457C884A21}"/>
                </a:ext>
              </a:extLst>
            </p:cNvPr>
            <p:cNvSpPr txBox="1"/>
            <p:nvPr/>
          </p:nvSpPr>
          <p:spPr>
            <a:xfrm>
              <a:off x="1119347" y="3266696"/>
              <a:ext cx="1181916" cy="6463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AID</a:t>
              </a:r>
            </a:p>
            <a:p>
              <a:pPr algn="ctr"/>
              <a:r>
                <a:rPr lang="zh-CN" altLang="en-US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支付应用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D4558DF8-9F73-DB4C-E6C2-9FBD3F1A112B}"/>
                </a:ext>
              </a:extLst>
            </p:cNvPr>
            <p:cNvSpPr txBox="1"/>
            <p:nvPr/>
          </p:nvSpPr>
          <p:spPr>
            <a:xfrm>
              <a:off x="2446527" y="3266696"/>
              <a:ext cx="1949178" cy="6463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PAN / BIN</a:t>
              </a:r>
            </a:p>
            <a:p>
              <a:pPr algn="ctr"/>
              <a:r>
                <a:rPr lang="zh-CN" altLang="en-US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账户和发卡侧</a:t>
              </a: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2A0C623D-2838-9CF4-9987-41AB241BEBAB}"/>
                </a:ext>
              </a:extLst>
            </p:cNvPr>
            <p:cNvSpPr txBox="1"/>
            <p:nvPr/>
          </p:nvSpPr>
          <p:spPr>
            <a:xfrm>
              <a:off x="4340218" y="3266696"/>
              <a:ext cx="2022203" cy="6463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ARQC</a:t>
              </a:r>
            </a:p>
            <a:p>
              <a:pPr algn="ctr"/>
              <a:r>
                <a:rPr lang="zh-CN" altLang="en-US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密码属于本次交易</a:t>
              </a: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78B6A82A-A659-2261-B173-D22AB4BBA83C}"/>
                </a:ext>
              </a:extLst>
            </p:cNvPr>
            <p:cNvSpPr txBox="1"/>
            <p:nvPr/>
          </p:nvSpPr>
          <p:spPr>
            <a:xfrm>
              <a:off x="6338661" y="3266696"/>
              <a:ext cx="1885724" cy="6463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CVM</a:t>
              </a:r>
            </a:p>
            <a:p>
              <a:pPr algn="ctr"/>
              <a:r>
                <a:rPr lang="zh-CN" altLang="en-US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持卡人验证方式</a:t>
              </a:r>
            </a:p>
          </p:txBody>
        </p:sp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76E79992-4F6D-3417-0082-9096BFE2CAE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30508" y="2631696"/>
              <a:ext cx="635000" cy="635000"/>
            </a:xfrm>
            <a:prstGeom prst="rect">
              <a:avLst/>
            </a:prstGeom>
          </p:spPr>
        </p:pic>
        <p:pic>
          <p:nvPicPr>
            <p:cNvPr id="46" name="图片 45">
              <a:extLst>
                <a:ext uri="{FF2B5EF4-FFF2-40B4-BE49-F238E27FC236}">
                  <a16:creationId xmlns:a16="http://schemas.microsoft.com/office/drawing/2014/main" id="{4E524471-9D6B-B684-C04C-EF6CE8CA200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92805" y="2631696"/>
              <a:ext cx="635000" cy="635000"/>
            </a:xfrm>
            <a:prstGeom prst="rect">
              <a:avLst/>
            </a:prstGeom>
          </p:spPr>
        </p:pic>
        <p:pic>
          <p:nvPicPr>
            <p:cNvPr id="48" name="图片 47">
              <a:extLst>
                <a:ext uri="{FF2B5EF4-FFF2-40B4-BE49-F238E27FC236}">
                  <a16:creationId xmlns:a16="http://schemas.microsoft.com/office/drawing/2014/main" id="{93550847-1E9C-1B9D-62E1-CD361E33ED9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944839" y="2631696"/>
              <a:ext cx="635000" cy="635000"/>
            </a:xfrm>
            <a:prstGeom prst="rect">
              <a:avLst/>
            </a:prstGeom>
          </p:spPr>
        </p:pic>
        <p:pic>
          <p:nvPicPr>
            <p:cNvPr id="50" name="图片 49">
              <a:extLst>
                <a:ext uri="{FF2B5EF4-FFF2-40B4-BE49-F238E27FC236}">
                  <a16:creationId xmlns:a16="http://schemas.microsoft.com/office/drawing/2014/main" id="{8ED5D6B3-3605-49DD-1D08-A529DD4B7B8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102028" y="2631696"/>
              <a:ext cx="635000" cy="635000"/>
            </a:xfrm>
            <a:prstGeom prst="rect">
              <a:avLst/>
            </a:prstGeom>
          </p:spPr>
        </p:pic>
        <p:cxnSp>
          <p:nvCxnSpPr>
            <p:cNvPr id="51" name="连接符: 肘形 50">
              <a:extLst>
                <a:ext uri="{FF2B5EF4-FFF2-40B4-BE49-F238E27FC236}">
                  <a16:creationId xmlns:a16="http://schemas.microsoft.com/office/drawing/2014/main" id="{F4629B67-717C-5E8D-B879-D1ECC63A7BC1}"/>
                </a:ext>
              </a:extLst>
            </p:cNvPr>
            <p:cNvCxnSpPr>
              <a:cxnSpLocks/>
              <a:stCxn id="5" idx="2"/>
              <a:endCxn id="46" idx="0"/>
            </p:cNvCxnSpPr>
            <p:nvPr/>
          </p:nvCxnSpPr>
          <p:spPr>
            <a:xfrm rot="5400000">
              <a:off x="3152343" y="439149"/>
              <a:ext cx="750509" cy="3634584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5D1709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连接符: 肘形 53">
              <a:extLst>
                <a:ext uri="{FF2B5EF4-FFF2-40B4-BE49-F238E27FC236}">
                  <a16:creationId xmlns:a16="http://schemas.microsoft.com/office/drawing/2014/main" id="{3ADE8576-6D89-2B2B-01F6-A1090730DF82}"/>
                </a:ext>
              </a:extLst>
            </p:cNvPr>
            <p:cNvCxnSpPr>
              <a:cxnSpLocks/>
              <a:stCxn id="5" idx="2"/>
              <a:endCxn id="50" idx="0"/>
            </p:cNvCxnSpPr>
            <p:nvPr/>
          </p:nvCxnSpPr>
          <p:spPr>
            <a:xfrm rot="5400000">
              <a:off x="4006955" y="1293761"/>
              <a:ext cx="750509" cy="1925361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5D1709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连接符: 肘形 56">
              <a:extLst>
                <a:ext uri="{FF2B5EF4-FFF2-40B4-BE49-F238E27FC236}">
                  <a16:creationId xmlns:a16="http://schemas.microsoft.com/office/drawing/2014/main" id="{3F9914FA-D6F5-EF5E-57C8-A099707571E7}"/>
                </a:ext>
              </a:extLst>
            </p:cNvPr>
            <p:cNvCxnSpPr>
              <a:cxnSpLocks/>
              <a:stCxn id="5" idx="2"/>
              <a:endCxn id="48" idx="0"/>
            </p:cNvCxnSpPr>
            <p:nvPr/>
          </p:nvCxnSpPr>
          <p:spPr>
            <a:xfrm rot="16200000" flipH="1">
              <a:off x="5928360" y="1297716"/>
              <a:ext cx="750509" cy="1917450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5D1709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E333A971-81D2-7019-0486-69EFDAD7165D}"/>
                </a:ext>
              </a:extLst>
            </p:cNvPr>
            <p:cNvCxnSpPr>
              <a:cxnSpLocks/>
              <a:stCxn id="5" idx="2"/>
              <a:endCxn id="44" idx="0"/>
            </p:cNvCxnSpPr>
            <p:nvPr/>
          </p:nvCxnSpPr>
          <p:spPr>
            <a:xfrm>
              <a:off x="5344889" y="1881187"/>
              <a:ext cx="3119" cy="750509"/>
            </a:xfrm>
            <a:prstGeom prst="straightConnector1">
              <a:avLst/>
            </a:prstGeom>
            <a:ln w="25400">
              <a:solidFill>
                <a:srgbClr val="5D1709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B5CCE39F-7830-326B-BCEE-2F6635E81C3D}"/>
              </a:ext>
            </a:extLst>
          </p:cNvPr>
          <p:cNvGrpSpPr/>
          <p:nvPr/>
        </p:nvGrpSpPr>
        <p:grpSpPr>
          <a:xfrm>
            <a:off x="5495478" y="3950688"/>
            <a:ext cx="6517592" cy="2547552"/>
            <a:chOff x="1009203" y="668723"/>
            <a:chExt cx="6517592" cy="2547552"/>
          </a:xfrm>
        </p:grpSpPr>
        <p:pic>
          <p:nvPicPr>
            <p:cNvPr id="64" name="图片 63">
              <a:extLst>
                <a:ext uri="{FF2B5EF4-FFF2-40B4-BE49-F238E27FC236}">
                  <a16:creationId xmlns:a16="http://schemas.microsoft.com/office/drawing/2014/main" id="{B51C001D-8698-7A82-C06B-B5B51F396F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664" t="9961" r="5664" b="9961"/>
            <a:stretch/>
          </p:blipFill>
          <p:spPr>
            <a:xfrm flipH="1">
              <a:off x="1009203" y="668723"/>
              <a:ext cx="864625" cy="780829"/>
            </a:xfrm>
            <a:prstGeom prst="rect">
              <a:avLst/>
            </a:prstGeom>
          </p:spPr>
        </p:pic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EFB7BC4B-1FF9-7C03-1D90-5F0A2DEA2781}"/>
                </a:ext>
              </a:extLst>
            </p:cNvPr>
            <p:cNvSpPr txBox="1"/>
            <p:nvPr/>
          </p:nvSpPr>
          <p:spPr>
            <a:xfrm>
              <a:off x="1009203" y="1449552"/>
              <a:ext cx="864624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POS</a:t>
              </a:r>
              <a:endParaRPr lang="zh-CN" altLang="en-US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66" name="直接箭头连接符 65">
              <a:extLst>
                <a:ext uri="{FF2B5EF4-FFF2-40B4-BE49-F238E27FC236}">
                  <a16:creationId xmlns:a16="http://schemas.microsoft.com/office/drawing/2014/main" id="{5FC398D4-C51E-24F0-037E-B1209F876C98}"/>
                </a:ext>
              </a:extLst>
            </p:cNvPr>
            <p:cNvCxnSpPr>
              <a:cxnSpLocks/>
              <a:stCxn id="65" idx="2"/>
            </p:cNvCxnSpPr>
            <p:nvPr/>
          </p:nvCxnSpPr>
          <p:spPr>
            <a:xfrm>
              <a:off x="1441515" y="1818884"/>
              <a:ext cx="0" cy="1397391"/>
            </a:xfrm>
            <a:prstGeom prst="straightConnector1">
              <a:avLst/>
            </a:prstGeom>
            <a:ln w="25400">
              <a:solidFill>
                <a:srgbClr val="F8CCB9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7" name="图形 66">
              <a:extLst>
                <a:ext uri="{FF2B5EF4-FFF2-40B4-BE49-F238E27FC236}">
                  <a16:creationId xmlns:a16="http://schemas.microsoft.com/office/drawing/2014/main" id="{7D939C93-C120-DBB5-1334-0DED95B1503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677537" y="823628"/>
              <a:ext cx="870438" cy="471017"/>
            </a:xfrm>
            <a:prstGeom prst="rect">
              <a:avLst/>
            </a:prstGeom>
          </p:spPr>
        </p:pic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65E9D0B9-0BB4-F007-1580-D95CC2068EF1}"/>
                </a:ext>
              </a:extLst>
            </p:cNvPr>
            <p:cNvSpPr txBox="1"/>
            <p:nvPr/>
          </p:nvSpPr>
          <p:spPr>
            <a:xfrm>
              <a:off x="2448394" y="1449552"/>
              <a:ext cx="132291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收单组织</a:t>
              </a:r>
            </a:p>
          </p:txBody>
        </p:sp>
        <p:cxnSp>
          <p:nvCxnSpPr>
            <p:cNvPr id="69" name="直接箭头连接符 68">
              <a:extLst>
                <a:ext uri="{FF2B5EF4-FFF2-40B4-BE49-F238E27FC236}">
                  <a16:creationId xmlns:a16="http://schemas.microsoft.com/office/drawing/2014/main" id="{0DE57517-FAF8-5F02-7757-DFFE77F22A80}"/>
                </a:ext>
              </a:extLst>
            </p:cNvPr>
            <p:cNvCxnSpPr>
              <a:cxnSpLocks/>
            </p:cNvCxnSpPr>
            <p:nvPr/>
          </p:nvCxnSpPr>
          <p:spPr>
            <a:xfrm>
              <a:off x="3109849" y="1818884"/>
              <a:ext cx="0" cy="1397391"/>
            </a:xfrm>
            <a:prstGeom prst="straightConnector1">
              <a:avLst/>
            </a:prstGeom>
            <a:ln w="25400">
              <a:solidFill>
                <a:srgbClr val="F8CCB9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0" name="图形 69">
              <a:extLst>
                <a:ext uri="{FF2B5EF4-FFF2-40B4-BE49-F238E27FC236}">
                  <a16:creationId xmlns:a16="http://schemas.microsoft.com/office/drawing/2014/main" id="{B74C080E-CF00-A552-41BC-AD4C388B1D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549680" y="823627"/>
              <a:ext cx="762162" cy="471017"/>
            </a:xfrm>
            <a:prstGeom prst="rect">
              <a:avLst/>
            </a:prstGeom>
          </p:spPr>
        </p:pic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85EEE899-2151-8D03-6FC5-F333C62B25EE}"/>
                </a:ext>
              </a:extLst>
            </p:cNvPr>
            <p:cNvSpPr txBox="1"/>
            <p:nvPr/>
          </p:nvSpPr>
          <p:spPr>
            <a:xfrm>
              <a:off x="4345870" y="1449552"/>
              <a:ext cx="116978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卡组织</a:t>
              </a:r>
            </a:p>
          </p:txBody>
        </p:sp>
        <p:cxnSp>
          <p:nvCxnSpPr>
            <p:cNvPr id="72" name="直接箭头连接符 71">
              <a:extLst>
                <a:ext uri="{FF2B5EF4-FFF2-40B4-BE49-F238E27FC236}">
                  <a16:creationId xmlns:a16="http://schemas.microsoft.com/office/drawing/2014/main" id="{2815CA20-77AB-F2A2-8E05-BB22AF4AD7B4}"/>
                </a:ext>
              </a:extLst>
            </p:cNvPr>
            <p:cNvCxnSpPr>
              <a:cxnSpLocks/>
            </p:cNvCxnSpPr>
            <p:nvPr/>
          </p:nvCxnSpPr>
          <p:spPr>
            <a:xfrm>
              <a:off x="4930761" y="1818884"/>
              <a:ext cx="0" cy="1397391"/>
            </a:xfrm>
            <a:prstGeom prst="straightConnector1">
              <a:avLst/>
            </a:prstGeom>
            <a:ln w="25400">
              <a:solidFill>
                <a:srgbClr val="F8CCB9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3" name="图形 72">
              <a:extLst>
                <a:ext uri="{FF2B5EF4-FFF2-40B4-BE49-F238E27FC236}">
                  <a16:creationId xmlns:a16="http://schemas.microsoft.com/office/drawing/2014/main" id="{346BA7E9-9938-8046-937E-ED1DBCD006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313546" y="824614"/>
              <a:ext cx="723125" cy="470030"/>
            </a:xfrm>
            <a:prstGeom prst="rect">
              <a:avLst/>
            </a:prstGeom>
          </p:spPr>
        </p:pic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58AA7EB5-57DB-2D3D-44D6-B1C4B304F57E}"/>
                </a:ext>
              </a:extLst>
            </p:cNvPr>
            <p:cNvSpPr txBox="1"/>
            <p:nvPr/>
          </p:nvSpPr>
          <p:spPr>
            <a:xfrm>
              <a:off x="6090217" y="1449161"/>
              <a:ext cx="116978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发卡组织</a:t>
              </a:r>
            </a:p>
          </p:txBody>
        </p:sp>
        <p:cxnSp>
          <p:nvCxnSpPr>
            <p:cNvPr id="75" name="直接箭头连接符 74">
              <a:extLst>
                <a:ext uri="{FF2B5EF4-FFF2-40B4-BE49-F238E27FC236}">
                  <a16:creationId xmlns:a16="http://schemas.microsoft.com/office/drawing/2014/main" id="{43DA7290-43CA-0EB5-EA80-A7E729F55097}"/>
                </a:ext>
              </a:extLst>
            </p:cNvPr>
            <p:cNvCxnSpPr>
              <a:cxnSpLocks/>
            </p:cNvCxnSpPr>
            <p:nvPr/>
          </p:nvCxnSpPr>
          <p:spPr>
            <a:xfrm>
              <a:off x="6675108" y="1818884"/>
              <a:ext cx="0" cy="1391041"/>
            </a:xfrm>
            <a:prstGeom prst="straightConnector1">
              <a:avLst/>
            </a:prstGeom>
            <a:ln w="25400">
              <a:solidFill>
                <a:srgbClr val="F8CCB9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箭头连接符 75">
              <a:extLst>
                <a:ext uri="{FF2B5EF4-FFF2-40B4-BE49-F238E27FC236}">
                  <a16:creationId xmlns:a16="http://schemas.microsoft.com/office/drawing/2014/main" id="{9B5C3257-0045-B6A3-D43D-4D881A33E943}"/>
                </a:ext>
              </a:extLst>
            </p:cNvPr>
            <p:cNvCxnSpPr>
              <a:cxnSpLocks/>
            </p:cNvCxnSpPr>
            <p:nvPr/>
          </p:nvCxnSpPr>
          <p:spPr>
            <a:xfrm>
              <a:off x="1441515" y="2123464"/>
              <a:ext cx="1668334" cy="0"/>
            </a:xfrm>
            <a:prstGeom prst="straightConnector1">
              <a:avLst/>
            </a:prstGeom>
            <a:ln w="25400">
              <a:solidFill>
                <a:srgbClr val="5D1709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箭头连接符 76">
              <a:extLst>
                <a:ext uri="{FF2B5EF4-FFF2-40B4-BE49-F238E27FC236}">
                  <a16:creationId xmlns:a16="http://schemas.microsoft.com/office/drawing/2014/main" id="{3AFC03BE-B6AC-4F3C-C391-AE37B07C8031}"/>
                </a:ext>
              </a:extLst>
            </p:cNvPr>
            <p:cNvCxnSpPr>
              <a:cxnSpLocks/>
            </p:cNvCxnSpPr>
            <p:nvPr/>
          </p:nvCxnSpPr>
          <p:spPr>
            <a:xfrm>
              <a:off x="3109849" y="2123464"/>
              <a:ext cx="1820912" cy="0"/>
            </a:xfrm>
            <a:prstGeom prst="straightConnector1">
              <a:avLst/>
            </a:prstGeom>
            <a:ln w="25400">
              <a:solidFill>
                <a:srgbClr val="5D1709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箭头连接符 78">
              <a:extLst>
                <a:ext uri="{FF2B5EF4-FFF2-40B4-BE49-F238E27FC236}">
                  <a16:creationId xmlns:a16="http://schemas.microsoft.com/office/drawing/2014/main" id="{A132245F-E9A9-DB56-588E-D65A2EA32C0C}"/>
                </a:ext>
              </a:extLst>
            </p:cNvPr>
            <p:cNvCxnSpPr>
              <a:cxnSpLocks/>
            </p:cNvCxnSpPr>
            <p:nvPr/>
          </p:nvCxnSpPr>
          <p:spPr>
            <a:xfrm>
              <a:off x="4930761" y="2123464"/>
              <a:ext cx="1744347" cy="0"/>
            </a:xfrm>
            <a:prstGeom prst="straightConnector1">
              <a:avLst/>
            </a:prstGeom>
            <a:ln w="25400">
              <a:solidFill>
                <a:srgbClr val="5D1709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箭头连接符 79">
              <a:extLst>
                <a:ext uri="{FF2B5EF4-FFF2-40B4-BE49-F238E27FC236}">
                  <a16:creationId xmlns:a16="http://schemas.microsoft.com/office/drawing/2014/main" id="{8D20CC24-9CC9-6222-7C51-13C217A07F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30761" y="2668237"/>
              <a:ext cx="1744347" cy="0"/>
            </a:xfrm>
            <a:prstGeom prst="straightConnector1">
              <a:avLst/>
            </a:prstGeom>
            <a:ln w="25400">
              <a:solidFill>
                <a:srgbClr val="5D1709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箭头连接符 80">
              <a:extLst>
                <a:ext uri="{FF2B5EF4-FFF2-40B4-BE49-F238E27FC236}">
                  <a16:creationId xmlns:a16="http://schemas.microsoft.com/office/drawing/2014/main" id="{37549F75-1E11-11F7-4950-69E3CE0C7D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09849" y="2668237"/>
              <a:ext cx="1820912" cy="0"/>
            </a:xfrm>
            <a:prstGeom prst="straightConnector1">
              <a:avLst/>
            </a:prstGeom>
            <a:ln w="25400">
              <a:solidFill>
                <a:srgbClr val="5D1709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箭头连接符 81">
              <a:extLst>
                <a:ext uri="{FF2B5EF4-FFF2-40B4-BE49-F238E27FC236}">
                  <a16:creationId xmlns:a16="http://schemas.microsoft.com/office/drawing/2014/main" id="{4443D1A8-FC1F-D9A2-87C1-2019E52587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73630" y="2668237"/>
              <a:ext cx="736219" cy="0"/>
            </a:xfrm>
            <a:prstGeom prst="straightConnector1">
              <a:avLst/>
            </a:prstGeom>
            <a:ln w="25400">
              <a:solidFill>
                <a:srgbClr val="5D1709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连接符: 肘形 82">
              <a:extLst>
                <a:ext uri="{FF2B5EF4-FFF2-40B4-BE49-F238E27FC236}">
                  <a16:creationId xmlns:a16="http://schemas.microsoft.com/office/drawing/2014/main" id="{DC030210-C155-2318-C678-A6868896D8D3}"/>
                </a:ext>
              </a:extLst>
            </p:cNvPr>
            <p:cNvCxnSpPr>
              <a:cxnSpLocks/>
              <a:stCxn id="84" idx="3"/>
              <a:endCxn id="85" idx="3"/>
            </p:cNvCxnSpPr>
            <p:nvPr/>
          </p:nvCxnSpPr>
          <p:spPr>
            <a:xfrm>
              <a:off x="6664590" y="2123464"/>
              <a:ext cx="8020" cy="544773"/>
            </a:xfrm>
            <a:prstGeom prst="bentConnector3">
              <a:avLst>
                <a:gd name="adj1" fmla="val 2950374"/>
              </a:avLst>
            </a:prstGeom>
            <a:ln w="25400">
              <a:solidFill>
                <a:srgbClr val="5D1709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A62EAB74-652A-B6A1-8321-3A5B3FB49E50}"/>
                </a:ext>
              </a:extLst>
            </p:cNvPr>
            <p:cNvSpPr/>
            <p:nvPr/>
          </p:nvSpPr>
          <p:spPr>
            <a:xfrm>
              <a:off x="6451236" y="2020594"/>
              <a:ext cx="213354" cy="2057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C3F53705-FF1F-A57C-4A3C-4D2DA3F5A335}"/>
                </a:ext>
              </a:extLst>
            </p:cNvPr>
            <p:cNvSpPr/>
            <p:nvPr/>
          </p:nvSpPr>
          <p:spPr>
            <a:xfrm>
              <a:off x="6459256" y="2565367"/>
              <a:ext cx="213354" cy="2057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6" name="图形 85" descr="问号 纯色填充">
              <a:extLst>
                <a:ext uri="{FF2B5EF4-FFF2-40B4-BE49-F238E27FC236}">
                  <a16:creationId xmlns:a16="http://schemas.microsoft.com/office/drawing/2014/main" id="{04DC47B6-70B2-383F-95C0-2BC0667590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 rot="864370">
              <a:off x="1168675" y="2389313"/>
              <a:ext cx="545680" cy="545680"/>
            </a:xfrm>
            <a:prstGeom prst="rect">
              <a:avLst/>
            </a:prstGeom>
          </p:spPr>
        </p:pic>
        <p:pic>
          <p:nvPicPr>
            <p:cNvPr id="87" name="图形 86" descr="复选标记 纯色填充">
              <a:extLst>
                <a:ext uri="{FF2B5EF4-FFF2-40B4-BE49-F238E27FC236}">
                  <a16:creationId xmlns:a16="http://schemas.microsoft.com/office/drawing/2014/main" id="{C088EDD4-5095-1E1B-32E3-4A5CD3B40D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6981115" y="2122557"/>
              <a:ext cx="545680" cy="545680"/>
            </a:xfrm>
            <a:prstGeom prst="rect">
              <a:avLst/>
            </a:prstGeom>
          </p:spPr>
        </p:pic>
        <p:pic>
          <p:nvPicPr>
            <p:cNvPr id="88" name="图形 87" descr="关闭 纯色填充">
              <a:extLst>
                <a:ext uri="{FF2B5EF4-FFF2-40B4-BE49-F238E27FC236}">
                  <a16:creationId xmlns:a16="http://schemas.microsoft.com/office/drawing/2014/main" id="{D65C11E9-BA4B-844A-1C15-769F24E2D6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990984" y="2389314"/>
              <a:ext cx="545680" cy="545680"/>
            </a:xfrm>
            <a:prstGeom prst="rect">
              <a:avLst/>
            </a:prstGeom>
          </p:spPr>
        </p:pic>
      </p:grpSp>
      <p:grpSp>
        <p:nvGrpSpPr>
          <p:cNvPr id="115" name="组合 114">
            <a:extLst>
              <a:ext uri="{FF2B5EF4-FFF2-40B4-BE49-F238E27FC236}">
                <a16:creationId xmlns:a16="http://schemas.microsoft.com/office/drawing/2014/main" id="{9612C258-0421-8C2A-0273-430210065910}"/>
              </a:ext>
            </a:extLst>
          </p:cNvPr>
          <p:cNvGrpSpPr/>
          <p:nvPr/>
        </p:nvGrpSpPr>
        <p:grpSpPr>
          <a:xfrm>
            <a:off x="7859013" y="181152"/>
            <a:ext cx="5642800" cy="3074696"/>
            <a:chOff x="453200" y="682347"/>
            <a:chExt cx="5642800" cy="3074696"/>
          </a:xfrm>
        </p:grpSpPr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180E9364-0E2A-5116-F8C2-CDA297B94318}"/>
                </a:ext>
              </a:extLst>
            </p:cNvPr>
            <p:cNvSpPr/>
            <p:nvPr/>
          </p:nvSpPr>
          <p:spPr>
            <a:xfrm>
              <a:off x="3100387" y="1136405"/>
              <a:ext cx="737691" cy="75414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176E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143073EC-3858-0D22-3932-C1E7067419E5}"/>
                </a:ext>
              </a:extLst>
            </p:cNvPr>
            <p:cNvSpPr/>
            <p:nvPr/>
          </p:nvSpPr>
          <p:spPr>
            <a:xfrm>
              <a:off x="2711121" y="1137403"/>
              <a:ext cx="1022680" cy="75414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176E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$29.99</a:t>
              </a:r>
              <a:endParaRPr lang="zh-CN" altLang="en-US" b="1" dirty="0">
                <a:solidFill>
                  <a:srgbClr val="176E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20115FA1-1083-8183-85E6-71AFF348B675}"/>
                </a:ext>
              </a:extLst>
            </p:cNvPr>
            <p:cNvSpPr/>
            <p:nvPr/>
          </p:nvSpPr>
          <p:spPr>
            <a:xfrm>
              <a:off x="2711119" y="1891547"/>
              <a:ext cx="1130957" cy="1865496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5D17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$970.01</a:t>
              </a:r>
              <a:endParaRPr lang="zh-CN" altLang="en-US" b="1" dirty="0">
                <a:solidFill>
                  <a:srgbClr val="5D170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91" name="图片 90">
              <a:extLst>
                <a:ext uri="{FF2B5EF4-FFF2-40B4-BE49-F238E27FC236}">
                  <a16:creationId xmlns:a16="http://schemas.microsoft.com/office/drawing/2014/main" id="{2B05C038-C479-51EA-F77E-E94F54FDEA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3599364" y="1195388"/>
              <a:ext cx="183828" cy="183828"/>
            </a:xfrm>
            <a:prstGeom prst="rect">
              <a:avLst/>
            </a:prstGeom>
          </p:spPr>
        </p:pic>
        <p:pic>
          <p:nvPicPr>
            <p:cNvPr id="92" name="图形 91">
              <a:extLst>
                <a:ext uri="{FF2B5EF4-FFF2-40B4-BE49-F238E27FC236}">
                  <a16:creationId xmlns:a16="http://schemas.microsoft.com/office/drawing/2014/main" id="{861495F8-2775-BFD6-1BD7-D73EF15DD3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5107595" y="1275759"/>
              <a:ext cx="422926" cy="475437"/>
            </a:xfrm>
            <a:prstGeom prst="rect">
              <a:avLst/>
            </a:prstGeom>
          </p:spPr>
        </p:pic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D3E3D320-347E-52D2-4334-3580000228C2}"/>
                </a:ext>
              </a:extLst>
            </p:cNvPr>
            <p:cNvSpPr/>
            <p:nvPr/>
          </p:nvSpPr>
          <p:spPr>
            <a:xfrm>
              <a:off x="4965043" y="1891546"/>
              <a:ext cx="1130957" cy="1865496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5D17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$970.01</a:t>
              </a:r>
              <a:endParaRPr lang="zh-CN" altLang="en-US" b="1" dirty="0">
                <a:solidFill>
                  <a:srgbClr val="5D170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2F05B580-A2E8-7673-E38E-99CE69440879}"/>
                </a:ext>
              </a:extLst>
            </p:cNvPr>
            <p:cNvSpPr/>
            <p:nvPr/>
          </p:nvSpPr>
          <p:spPr>
            <a:xfrm>
              <a:off x="453200" y="1137403"/>
              <a:ext cx="1130957" cy="2619639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5D17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$1000</a:t>
              </a:r>
              <a:endParaRPr lang="zh-CN" altLang="en-US" b="1" dirty="0">
                <a:solidFill>
                  <a:srgbClr val="5D170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95" name="直接箭头连接符 94">
              <a:extLst>
                <a:ext uri="{FF2B5EF4-FFF2-40B4-BE49-F238E27FC236}">
                  <a16:creationId xmlns:a16="http://schemas.microsoft.com/office/drawing/2014/main" id="{8DE2E74F-1C25-6495-738B-EAF9745C06F5}"/>
                </a:ext>
              </a:extLst>
            </p:cNvPr>
            <p:cNvCxnSpPr>
              <a:cxnSpLocks/>
              <a:stCxn id="94" idx="3"/>
            </p:cNvCxnSpPr>
            <p:nvPr/>
          </p:nvCxnSpPr>
          <p:spPr>
            <a:xfrm>
              <a:off x="1584157" y="2447223"/>
              <a:ext cx="1126962" cy="0"/>
            </a:xfrm>
            <a:prstGeom prst="straightConnector1">
              <a:avLst/>
            </a:prstGeom>
            <a:ln w="25400">
              <a:solidFill>
                <a:srgbClr val="5D1709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箭头连接符 95">
              <a:extLst>
                <a:ext uri="{FF2B5EF4-FFF2-40B4-BE49-F238E27FC236}">
                  <a16:creationId xmlns:a16="http://schemas.microsoft.com/office/drawing/2014/main" id="{ACB741F7-FA43-5A88-91D8-719B25D60D4E}"/>
                </a:ext>
              </a:extLst>
            </p:cNvPr>
            <p:cNvCxnSpPr>
              <a:cxnSpLocks/>
              <a:stCxn id="90" idx="3"/>
              <a:endCxn id="93" idx="1"/>
            </p:cNvCxnSpPr>
            <p:nvPr/>
          </p:nvCxnSpPr>
          <p:spPr>
            <a:xfrm flipV="1">
              <a:off x="3842076" y="2824294"/>
              <a:ext cx="1122967" cy="1"/>
            </a:xfrm>
            <a:prstGeom prst="straightConnector1">
              <a:avLst/>
            </a:prstGeom>
            <a:ln w="25400">
              <a:solidFill>
                <a:srgbClr val="5D1709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箭头连接符 96">
              <a:extLst>
                <a:ext uri="{FF2B5EF4-FFF2-40B4-BE49-F238E27FC236}">
                  <a16:creationId xmlns:a16="http://schemas.microsoft.com/office/drawing/2014/main" id="{0A74F66F-C6B8-CBF8-C267-137934963B5D}"/>
                </a:ext>
              </a:extLst>
            </p:cNvPr>
            <p:cNvCxnSpPr>
              <a:cxnSpLocks/>
              <a:stCxn id="113" idx="3"/>
            </p:cNvCxnSpPr>
            <p:nvPr/>
          </p:nvCxnSpPr>
          <p:spPr>
            <a:xfrm>
              <a:off x="3838078" y="1513477"/>
              <a:ext cx="1120862" cy="998"/>
            </a:xfrm>
            <a:prstGeom prst="straightConnector1">
              <a:avLst/>
            </a:prstGeom>
            <a:ln w="25400">
              <a:solidFill>
                <a:srgbClr val="5D1709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文本框 108">
              <a:extLst>
                <a:ext uri="{FF2B5EF4-FFF2-40B4-BE49-F238E27FC236}">
                  <a16:creationId xmlns:a16="http://schemas.microsoft.com/office/drawing/2014/main" id="{05F8DE77-A78D-5181-C152-31064A75FD8E}"/>
                </a:ext>
              </a:extLst>
            </p:cNvPr>
            <p:cNvSpPr txBox="1"/>
            <p:nvPr/>
          </p:nvSpPr>
          <p:spPr>
            <a:xfrm>
              <a:off x="1784499" y="686925"/>
              <a:ext cx="726278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授权</a:t>
              </a:r>
            </a:p>
          </p:txBody>
        </p: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7504A20E-35E5-1BF2-797F-A431E52FD146}"/>
                </a:ext>
              </a:extLst>
            </p:cNvPr>
            <p:cNvSpPr txBox="1"/>
            <p:nvPr/>
          </p:nvSpPr>
          <p:spPr>
            <a:xfrm>
              <a:off x="4037369" y="682347"/>
              <a:ext cx="726278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清算</a:t>
              </a:r>
            </a:p>
          </p:txBody>
        </p:sp>
      </p:grpSp>
      <p:grpSp>
        <p:nvGrpSpPr>
          <p:cNvPr id="130" name="组合 129">
            <a:extLst>
              <a:ext uri="{FF2B5EF4-FFF2-40B4-BE49-F238E27FC236}">
                <a16:creationId xmlns:a16="http://schemas.microsoft.com/office/drawing/2014/main" id="{C0A0AF8F-1AF4-607C-4677-B11ED7B9B2F6}"/>
              </a:ext>
            </a:extLst>
          </p:cNvPr>
          <p:cNvGrpSpPr/>
          <p:nvPr/>
        </p:nvGrpSpPr>
        <p:grpSpPr>
          <a:xfrm>
            <a:off x="195168" y="4341100"/>
            <a:ext cx="4372040" cy="1608286"/>
            <a:chOff x="3923069" y="4499501"/>
            <a:chExt cx="4372040" cy="1608286"/>
          </a:xfrm>
        </p:grpSpPr>
        <p:pic>
          <p:nvPicPr>
            <p:cNvPr id="116" name="图形 115">
              <a:extLst>
                <a:ext uri="{FF2B5EF4-FFF2-40B4-BE49-F238E27FC236}">
                  <a16:creationId xmlns:a16="http://schemas.microsoft.com/office/drawing/2014/main" id="{7065C1F5-CD2A-10C0-000F-AEABC6FDBDB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923069" y="4735695"/>
              <a:ext cx="870438" cy="471017"/>
            </a:xfrm>
            <a:prstGeom prst="rect">
              <a:avLst/>
            </a:prstGeom>
          </p:spPr>
        </p:pic>
        <p:pic>
          <p:nvPicPr>
            <p:cNvPr id="117" name="图形 116">
              <a:extLst>
                <a:ext uri="{FF2B5EF4-FFF2-40B4-BE49-F238E27FC236}">
                  <a16:creationId xmlns:a16="http://schemas.microsoft.com/office/drawing/2014/main" id="{6F19FCF9-9015-C79A-0277-A953F2807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571984" y="4735695"/>
              <a:ext cx="723125" cy="470030"/>
            </a:xfrm>
            <a:prstGeom prst="rect">
              <a:avLst/>
            </a:prstGeom>
          </p:spPr>
        </p:pic>
        <p:cxnSp>
          <p:nvCxnSpPr>
            <p:cNvPr id="118" name="直接箭头连接符 117">
              <a:extLst>
                <a:ext uri="{FF2B5EF4-FFF2-40B4-BE49-F238E27FC236}">
                  <a16:creationId xmlns:a16="http://schemas.microsoft.com/office/drawing/2014/main" id="{71FEAAD4-A5E3-64FB-A8AF-D1590DE0DFA7}"/>
                </a:ext>
              </a:extLst>
            </p:cNvPr>
            <p:cNvCxnSpPr>
              <a:cxnSpLocks/>
            </p:cNvCxnSpPr>
            <p:nvPr/>
          </p:nvCxnSpPr>
          <p:spPr>
            <a:xfrm>
              <a:off x="4920599" y="4868832"/>
              <a:ext cx="2562393" cy="0"/>
            </a:xfrm>
            <a:prstGeom prst="straightConnector1">
              <a:avLst/>
            </a:prstGeom>
            <a:ln w="25400">
              <a:solidFill>
                <a:srgbClr val="F0835C"/>
              </a:solidFill>
              <a:prstDash val="sysDash"/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箭头连接符 119">
              <a:extLst>
                <a:ext uri="{FF2B5EF4-FFF2-40B4-BE49-F238E27FC236}">
                  <a16:creationId xmlns:a16="http://schemas.microsoft.com/office/drawing/2014/main" id="{4ECB88A0-CF27-EBD4-6344-B7DF2A0BBD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1549" y="5021232"/>
              <a:ext cx="2562393" cy="0"/>
            </a:xfrm>
            <a:prstGeom prst="straightConnector1">
              <a:avLst/>
            </a:prstGeom>
            <a:ln w="25400">
              <a:solidFill>
                <a:srgbClr val="F0835C"/>
              </a:solidFill>
              <a:prstDash val="sysDash"/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文本框 123">
              <a:extLst>
                <a:ext uri="{FF2B5EF4-FFF2-40B4-BE49-F238E27FC236}">
                  <a16:creationId xmlns:a16="http://schemas.microsoft.com/office/drawing/2014/main" id="{0206032D-1EB8-A034-F4A9-8ED63F815E33}"/>
                </a:ext>
              </a:extLst>
            </p:cNvPr>
            <p:cNvSpPr txBox="1"/>
            <p:nvPr/>
          </p:nvSpPr>
          <p:spPr>
            <a:xfrm>
              <a:off x="5475740" y="4499501"/>
              <a:ext cx="145211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F0835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$120,000</a:t>
              </a:r>
              <a:endParaRPr lang="zh-CN" altLang="en-US" b="1" dirty="0">
                <a:solidFill>
                  <a:srgbClr val="F0835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9819A6AA-CFDD-91CC-D861-6E5A3D2200D5}"/>
                </a:ext>
              </a:extLst>
            </p:cNvPr>
            <p:cNvSpPr txBox="1"/>
            <p:nvPr/>
          </p:nvSpPr>
          <p:spPr>
            <a:xfrm>
              <a:off x="5475740" y="5021232"/>
              <a:ext cx="145211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F0835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$100,000</a:t>
              </a:r>
              <a:endParaRPr lang="zh-CN" altLang="en-US" b="1" dirty="0">
                <a:solidFill>
                  <a:srgbClr val="F0835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26" name="直接箭头连接符 125">
              <a:extLst>
                <a:ext uri="{FF2B5EF4-FFF2-40B4-BE49-F238E27FC236}">
                  <a16:creationId xmlns:a16="http://schemas.microsoft.com/office/drawing/2014/main" id="{809A8EE4-7AAB-58E7-EA2A-BB9378A5F35F}"/>
                </a:ext>
              </a:extLst>
            </p:cNvPr>
            <p:cNvCxnSpPr>
              <a:cxnSpLocks/>
            </p:cNvCxnSpPr>
            <p:nvPr/>
          </p:nvCxnSpPr>
          <p:spPr>
            <a:xfrm>
              <a:off x="4930123" y="6096728"/>
              <a:ext cx="2543343" cy="0"/>
            </a:xfrm>
            <a:prstGeom prst="straightConnector1">
              <a:avLst/>
            </a:prstGeom>
            <a:ln w="25400">
              <a:solidFill>
                <a:srgbClr val="5D1709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C98A8A44-AA40-F144-73D9-771FF2B3D790}"/>
                </a:ext>
              </a:extLst>
            </p:cNvPr>
            <p:cNvSpPr txBox="1"/>
            <p:nvPr/>
          </p:nvSpPr>
          <p:spPr>
            <a:xfrm>
              <a:off x="5475740" y="5738455"/>
              <a:ext cx="145211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$20,000</a:t>
              </a:r>
              <a:endParaRPr lang="zh-CN" altLang="en-US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" name="箭头: 下 128">
              <a:extLst>
                <a:ext uri="{FF2B5EF4-FFF2-40B4-BE49-F238E27FC236}">
                  <a16:creationId xmlns:a16="http://schemas.microsoft.com/office/drawing/2014/main" id="{7AEF65D7-2AA8-4B55-DF1C-961720A71BAF}"/>
                </a:ext>
              </a:extLst>
            </p:cNvPr>
            <p:cNvSpPr/>
            <p:nvPr/>
          </p:nvSpPr>
          <p:spPr>
            <a:xfrm>
              <a:off x="5447414" y="5390564"/>
              <a:ext cx="1508760" cy="279095"/>
            </a:xfrm>
            <a:prstGeom prst="downArrow">
              <a:avLst>
                <a:gd name="adj1" fmla="val 50000"/>
                <a:gd name="adj2" fmla="val 62225"/>
              </a:avLst>
            </a:prstGeom>
            <a:solidFill>
              <a:srgbClr val="F083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9428839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8D105420-78B8-8AEB-F4C4-5F494F6C6F51}"/>
              </a:ext>
            </a:extLst>
          </p:cNvPr>
          <p:cNvGrpSpPr/>
          <p:nvPr/>
        </p:nvGrpSpPr>
        <p:grpSpPr>
          <a:xfrm>
            <a:off x="306236" y="238061"/>
            <a:ext cx="8723464" cy="4393804"/>
            <a:chOff x="306236" y="238061"/>
            <a:chExt cx="8723464" cy="4393804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172817F0-692A-E247-F867-949269AE7792}"/>
                </a:ext>
              </a:extLst>
            </p:cNvPr>
            <p:cNvSpPr/>
            <p:nvPr/>
          </p:nvSpPr>
          <p:spPr>
            <a:xfrm>
              <a:off x="1825685" y="3022834"/>
              <a:ext cx="7204015" cy="1609031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51DB54-19FE-E71A-E3F7-82C271494915}"/>
                </a:ext>
              </a:extLst>
            </p:cNvPr>
            <p:cNvSpPr/>
            <p:nvPr/>
          </p:nvSpPr>
          <p:spPr>
            <a:xfrm>
              <a:off x="1825685" y="1266825"/>
              <a:ext cx="7204015" cy="1609031"/>
            </a:xfrm>
            <a:prstGeom prst="rect">
              <a:avLst/>
            </a:prstGeom>
            <a:solidFill>
              <a:srgbClr val="FDE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03" name="组合 102">
              <a:extLst>
                <a:ext uri="{FF2B5EF4-FFF2-40B4-BE49-F238E27FC236}">
                  <a16:creationId xmlns:a16="http://schemas.microsoft.com/office/drawing/2014/main" id="{3B258CC1-1F93-E7BB-B2FA-D85E7B424DFC}"/>
                </a:ext>
              </a:extLst>
            </p:cNvPr>
            <p:cNvGrpSpPr/>
            <p:nvPr/>
          </p:nvGrpSpPr>
          <p:grpSpPr>
            <a:xfrm>
              <a:off x="4326967" y="981822"/>
              <a:ext cx="278808" cy="3650043"/>
              <a:chOff x="4365067" y="981822"/>
              <a:chExt cx="278808" cy="3650043"/>
            </a:xfrm>
          </p:grpSpPr>
          <p:cxnSp>
            <p:nvCxnSpPr>
              <p:cNvPr id="90" name="直接箭头连接符 89">
                <a:extLst>
                  <a:ext uri="{FF2B5EF4-FFF2-40B4-BE49-F238E27FC236}">
                    <a16:creationId xmlns:a16="http://schemas.microsoft.com/office/drawing/2014/main" id="{407BD717-0EDE-44C0-825E-C39CE34476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65067" y="981822"/>
                <a:ext cx="272225" cy="256263"/>
              </a:xfrm>
              <a:prstGeom prst="straightConnector1">
                <a:avLst/>
              </a:prstGeom>
              <a:ln w="25400">
                <a:solidFill>
                  <a:srgbClr val="F8CCB9"/>
                </a:solidFill>
                <a:prstDash val="sysDash"/>
                <a:headEnd type="none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接箭头连接符 98">
                <a:extLst>
                  <a:ext uri="{FF2B5EF4-FFF2-40B4-BE49-F238E27FC236}">
                    <a16:creationId xmlns:a16="http://schemas.microsoft.com/office/drawing/2014/main" id="{2CA3C3FC-A295-035E-9F20-33C9A86A9B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37292" y="1238085"/>
                <a:ext cx="6583" cy="3393780"/>
              </a:xfrm>
              <a:prstGeom prst="straightConnector1">
                <a:avLst/>
              </a:prstGeom>
              <a:ln w="25400">
                <a:solidFill>
                  <a:srgbClr val="F8CCB9"/>
                </a:solidFill>
                <a:prstDash val="sysDash"/>
                <a:headEnd type="none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0" name="组合 109">
              <a:extLst>
                <a:ext uri="{FF2B5EF4-FFF2-40B4-BE49-F238E27FC236}">
                  <a16:creationId xmlns:a16="http://schemas.microsoft.com/office/drawing/2014/main" id="{A5F46E39-4064-3DBA-13F5-EB462D288C9E}"/>
                </a:ext>
              </a:extLst>
            </p:cNvPr>
            <p:cNvGrpSpPr/>
            <p:nvPr/>
          </p:nvGrpSpPr>
          <p:grpSpPr>
            <a:xfrm>
              <a:off x="5188062" y="981822"/>
              <a:ext cx="278808" cy="3650043"/>
              <a:chOff x="4365067" y="981822"/>
              <a:chExt cx="278808" cy="3650043"/>
            </a:xfrm>
          </p:grpSpPr>
          <p:cxnSp>
            <p:nvCxnSpPr>
              <p:cNvPr id="111" name="直接箭头连接符 110">
                <a:extLst>
                  <a:ext uri="{FF2B5EF4-FFF2-40B4-BE49-F238E27FC236}">
                    <a16:creationId xmlns:a16="http://schemas.microsoft.com/office/drawing/2014/main" id="{686618CD-F573-15A1-6D89-C082945678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65067" y="981822"/>
                <a:ext cx="272225" cy="256263"/>
              </a:xfrm>
              <a:prstGeom prst="straightConnector1">
                <a:avLst/>
              </a:prstGeom>
              <a:ln w="25400">
                <a:solidFill>
                  <a:srgbClr val="F8CCB9"/>
                </a:solidFill>
                <a:prstDash val="sysDash"/>
                <a:headEnd type="none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直接箭头连接符 111">
                <a:extLst>
                  <a:ext uri="{FF2B5EF4-FFF2-40B4-BE49-F238E27FC236}">
                    <a16:creationId xmlns:a16="http://schemas.microsoft.com/office/drawing/2014/main" id="{FFACCE70-A830-A492-5B04-BA85A3C1AD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37292" y="1238085"/>
                <a:ext cx="6583" cy="3393780"/>
              </a:xfrm>
              <a:prstGeom prst="straightConnector1">
                <a:avLst/>
              </a:prstGeom>
              <a:ln w="25400">
                <a:solidFill>
                  <a:srgbClr val="F8CCB9"/>
                </a:solidFill>
                <a:prstDash val="sysDash"/>
                <a:headEnd type="none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3" name="组合 112">
              <a:extLst>
                <a:ext uri="{FF2B5EF4-FFF2-40B4-BE49-F238E27FC236}">
                  <a16:creationId xmlns:a16="http://schemas.microsoft.com/office/drawing/2014/main" id="{0DD2DBA9-E1E0-14B1-E7F6-CA5C46F4FD79}"/>
                </a:ext>
              </a:extLst>
            </p:cNvPr>
            <p:cNvGrpSpPr/>
            <p:nvPr/>
          </p:nvGrpSpPr>
          <p:grpSpPr>
            <a:xfrm>
              <a:off x="6049157" y="981822"/>
              <a:ext cx="278808" cy="3650043"/>
              <a:chOff x="4365067" y="981822"/>
              <a:chExt cx="278808" cy="3650043"/>
            </a:xfrm>
          </p:grpSpPr>
          <p:cxnSp>
            <p:nvCxnSpPr>
              <p:cNvPr id="114" name="直接箭头连接符 113">
                <a:extLst>
                  <a:ext uri="{FF2B5EF4-FFF2-40B4-BE49-F238E27FC236}">
                    <a16:creationId xmlns:a16="http://schemas.microsoft.com/office/drawing/2014/main" id="{EE520455-0D8B-30F0-CEE2-0A4157C835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65067" y="981822"/>
                <a:ext cx="272225" cy="256263"/>
              </a:xfrm>
              <a:prstGeom prst="straightConnector1">
                <a:avLst/>
              </a:prstGeom>
              <a:ln w="25400">
                <a:solidFill>
                  <a:srgbClr val="F8CCB9"/>
                </a:solidFill>
                <a:prstDash val="sysDash"/>
                <a:headEnd type="none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直接箭头连接符 114">
                <a:extLst>
                  <a:ext uri="{FF2B5EF4-FFF2-40B4-BE49-F238E27FC236}">
                    <a16:creationId xmlns:a16="http://schemas.microsoft.com/office/drawing/2014/main" id="{491ABAB0-76E4-089C-3FED-FEA807C8B5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37292" y="1238085"/>
                <a:ext cx="6583" cy="3393780"/>
              </a:xfrm>
              <a:prstGeom prst="straightConnector1">
                <a:avLst/>
              </a:prstGeom>
              <a:ln w="25400">
                <a:solidFill>
                  <a:srgbClr val="F8CCB9"/>
                </a:solidFill>
                <a:prstDash val="sysDash"/>
                <a:headEnd type="none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6" name="组合 115">
              <a:extLst>
                <a:ext uri="{FF2B5EF4-FFF2-40B4-BE49-F238E27FC236}">
                  <a16:creationId xmlns:a16="http://schemas.microsoft.com/office/drawing/2014/main" id="{44F23A21-2F3D-80FA-1E75-57CA502DC651}"/>
                </a:ext>
              </a:extLst>
            </p:cNvPr>
            <p:cNvGrpSpPr/>
            <p:nvPr/>
          </p:nvGrpSpPr>
          <p:grpSpPr>
            <a:xfrm>
              <a:off x="6910252" y="981822"/>
              <a:ext cx="278808" cy="3650043"/>
              <a:chOff x="4365067" y="981822"/>
              <a:chExt cx="278808" cy="3650043"/>
            </a:xfrm>
          </p:grpSpPr>
          <p:cxnSp>
            <p:nvCxnSpPr>
              <p:cNvPr id="117" name="直接箭头连接符 116">
                <a:extLst>
                  <a:ext uri="{FF2B5EF4-FFF2-40B4-BE49-F238E27FC236}">
                    <a16:creationId xmlns:a16="http://schemas.microsoft.com/office/drawing/2014/main" id="{77007FD8-40C8-4455-B41D-135BE2E5AD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65067" y="981822"/>
                <a:ext cx="272225" cy="256263"/>
              </a:xfrm>
              <a:prstGeom prst="straightConnector1">
                <a:avLst/>
              </a:prstGeom>
              <a:ln w="25400">
                <a:solidFill>
                  <a:srgbClr val="F8CCB9"/>
                </a:solidFill>
                <a:prstDash val="sysDash"/>
                <a:headEnd type="none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直接箭头连接符 117">
                <a:extLst>
                  <a:ext uri="{FF2B5EF4-FFF2-40B4-BE49-F238E27FC236}">
                    <a16:creationId xmlns:a16="http://schemas.microsoft.com/office/drawing/2014/main" id="{250E381E-DE30-1FB8-335D-2F7D5977D9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37292" y="1238085"/>
                <a:ext cx="6583" cy="3393780"/>
              </a:xfrm>
              <a:prstGeom prst="straightConnector1">
                <a:avLst/>
              </a:prstGeom>
              <a:ln w="25400">
                <a:solidFill>
                  <a:srgbClr val="F8CCB9"/>
                </a:solidFill>
                <a:prstDash val="sysDash"/>
                <a:headEnd type="none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9" name="组合 118">
              <a:extLst>
                <a:ext uri="{FF2B5EF4-FFF2-40B4-BE49-F238E27FC236}">
                  <a16:creationId xmlns:a16="http://schemas.microsoft.com/office/drawing/2014/main" id="{82DB84EE-1B8A-C291-2F88-9767DD66180B}"/>
                </a:ext>
              </a:extLst>
            </p:cNvPr>
            <p:cNvGrpSpPr/>
            <p:nvPr/>
          </p:nvGrpSpPr>
          <p:grpSpPr>
            <a:xfrm>
              <a:off x="7771346" y="981822"/>
              <a:ext cx="278808" cy="3650043"/>
              <a:chOff x="4365067" y="981822"/>
              <a:chExt cx="278808" cy="3650043"/>
            </a:xfrm>
          </p:grpSpPr>
          <p:cxnSp>
            <p:nvCxnSpPr>
              <p:cNvPr id="120" name="直接箭头连接符 119">
                <a:extLst>
                  <a:ext uri="{FF2B5EF4-FFF2-40B4-BE49-F238E27FC236}">
                    <a16:creationId xmlns:a16="http://schemas.microsoft.com/office/drawing/2014/main" id="{883DCADA-BB56-D079-4FF5-750787F5AD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65067" y="981822"/>
                <a:ext cx="272225" cy="256263"/>
              </a:xfrm>
              <a:prstGeom prst="straightConnector1">
                <a:avLst/>
              </a:prstGeom>
              <a:ln w="25400">
                <a:solidFill>
                  <a:srgbClr val="F8CCB9"/>
                </a:solidFill>
                <a:prstDash val="sysDash"/>
                <a:headEnd type="none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直接箭头连接符 120">
                <a:extLst>
                  <a:ext uri="{FF2B5EF4-FFF2-40B4-BE49-F238E27FC236}">
                    <a16:creationId xmlns:a16="http://schemas.microsoft.com/office/drawing/2014/main" id="{C6C97E5F-2566-7A86-C2A6-A412D16DFA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37292" y="1238085"/>
                <a:ext cx="6583" cy="3393780"/>
              </a:xfrm>
              <a:prstGeom prst="straightConnector1">
                <a:avLst/>
              </a:prstGeom>
              <a:ln w="25400">
                <a:solidFill>
                  <a:srgbClr val="F8CCB9"/>
                </a:solidFill>
                <a:prstDash val="sysDash"/>
                <a:headEnd type="none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38BC12BD-5B77-0F0C-7F13-01C5BE6BC403}"/>
                </a:ext>
              </a:extLst>
            </p:cNvPr>
            <p:cNvGrpSpPr/>
            <p:nvPr/>
          </p:nvGrpSpPr>
          <p:grpSpPr>
            <a:xfrm>
              <a:off x="2116658" y="2175905"/>
              <a:ext cx="1659546" cy="475439"/>
              <a:chOff x="6642938" y="1387747"/>
              <a:chExt cx="1659546" cy="475439"/>
            </a:xfrm>
          </p:grpSpPr>
          <p:pic>
            <p:nvPicPr>
              <p:cNvPr id="3" name="图形 2">
                <a:extLst>
                  <a:ext uri="{FF2B5EF4-FFF2-40B4-BE49-F238E27FC236}">
                    <a16:creationId xmlns:a16="http://schemas.microsoft.com/office/drawing/2014/main" id="{47C91BAE-80BD-932A-D9E3-5CC70EC6E4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l="12053" t="4884" r="11696" b="4610"/>
              <a:stretch/>
            </p:blipFill>
            <p:spPr>
              <a:xfrm>
                <a:off x="6642938" y="1387747"/>
                <a:ext cx="534072" cy="475439"/>
              </a:xfrm>
              <a:prstGeom prst="rect">
                <a:avLst/>
              </a:prstGeom>
            </p:spPr>
          </p:pic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2CE2E26E-5E01-AF21-5B7B-CDB076538977}"/>
                  </a:ext>
                </a:extLst>
              </p:cNvPr>
              <p:cNvSpPr txBox="1"/>
              <p:nvPr/>
            </p:nvSpPr>
            <p:spPr>
              <a:xfrm>
                <a:off x="7177010" y="1440802"/>
                <a:ext cx="1125474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zh-CN" altLang="en-US" b="1" dirty="0">
                    <a:solidFill>
                      <a:srgbClr val="09BB0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微信零钱</a:t>
                </a:r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3A465311-E7AB-A859-FA81-283E7C744A7B}"/>
                </a:ext>
              </a:extLst>
            </p:cNvPr>
            <p:cNvGrpSpPr/>
            <p:nvPr/>
          </p:nvGrpSpPr>
          <p:grpSpPr>
            <a:xfrm>
              <a:off x="2175291" y="1477842"/>
              <a:ext cx="1600913" cy="475439"/>
              <a:chOff x="2175291" y="1477842"/>
              <a:chExt cx="1600913" cy="475439"/>
            </a:xfrm>
          </p:grpSpPr>
          <p:pic>
            <p:nvPicPr>
              <p:cNvPr id="7" name="图形 6">
                <a:extLst>
                  <a:ext uri="{FF2B5EF4-FFF2-40B4-BE49-F238E27FC236}">
                    <a16:creationId xmlns:a16="http://schemas.microsoft.com/office/drawing/2014/main" id="{13ABA90B-E509-F68A-6F9C-78D79DE3AF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2175291" y="1477842"/>
                <a:ext cx="475439" cy="475439"/>
              </a:xfrm>
              <a:prstGeom prst="rect">
                <a:avLst/>
              </a:prstGeom>
            </p:spPr>
          </p:pic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F20B70A-0BEC-7889-E562-6D64BBFF6899}"/>
                  </a:ext>
                </a:extLst>
              </p:cNvPr>
              <p:cNvSpPr txBox="1"/>
              <p:nvPr/>
            </p:nvSpPr>
            <p:spPr>
              <a:xfrm>
                <a:off x="2650730" y="1530896"/>
                <a:ext cx="1125474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zh-CN" altLang="en-US" b="1" dirty="0">
                    <a:solidFill>
                      <a:srgbClr val="B1120D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银行账户</a:t>
                </a: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A9FAE4EE-9F2B-DA01-5D84-2644BE3D3FDB}"/>
                </a:ext>
              </a:extLst>
            </p:cNvPr>
            <p:cNvGrpSpPr/>
            <p:nvPr/>
          </p:nvGrpSpPr>
          <p:grpSpPr>
            <a:xfrm>
              <a:off x="2116658" y="3263243"/>
              <a:ext cx="1659546" cy="475439"/>
              <a:chOff x="6642938" y="1387747"/>
              <a:chExt cx="1659546" cy="475439"/>
            </a:xfrm>
          </p:grpSpPr>
          <p:pic>
            <p:nvPicPr>
              <p:cNvPr id="11" name="图形 10">
                <a:extLst>
                  <a:ext uri="{FF2B5EF4-FFF2-40B4-BE49-F238E27FC236}">
                    <a16:creationId xmlns:a16="http://schemas.microsoft.com/office/drawing/2014/main" id="{AD49E230-3826-F429-E1B6-A5FA781C81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l="12053" t="4884" r="11696" b="4610"/>
              <a:stretch/>
            </p:blipFill>
            <p:spPr>
              <a:xfrm>
                <a:off x="6642938" y="1387747"/>
                <a:ext cx="534072" cy="475439"/>
              </a:xfrm>
              <a:prstGeom prst="rect">
                <a:avLst/>
              </a:prstGeom>
            </p:spPr>
          </p:pic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26996251-B189-3CB6-6A78-B99035B90E61}"/>
                  </a:ext>
                </a:extLst>
              </p:cNvPr>
              <p:cNvSpPr txBox="1"/>
              <p:nvPr/>
            </p:nvSpPr>
            <p:spPr>
              <a:xfrm>
                <a:off x="7177010" y="1440802"/>
                <a:ext cx="1125474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zh-CN" altLang="en-US" b="1" dirty="0">
                    <a:solidFill>
                      <a:srgbClr val="09BB0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微信零钱</a:t>
                </a:r>
              </a:p>
            </p:txBody>
          </p:sp>
        </p:grpSp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865E3702-AEBC-7E5E-30D0-1DA818CE2AD3}"/>
                </a:ext>
              </a:extLst>
            </p:cNvPr>
            <p:cNvGrpSpPr/>
            <p:nvPr/>
          </p:nvGrpSpPr>
          <p:grpSpPr>
            <a:xfrm>
              <a:off x="2175291" y="3919780"/>
              <a:ext cx="1600913" cy="478123"/>
              <a:chOff x="3036379" y="5312930"/>
              <a:chExt cx="1600913" cy="478123"/>
            </a:xfrm>
          </p:grpSpPr>
          <p:pic>
            <p:nvPicPr>
              <p:cNvPr id="80" name="图形 79">
                <a:extLst>
                  <a:ext uri="{FF2B5EF4-FFF2-40B4-BE49-F238E27FC236}">
                    <a16:creationId xmlns:a16="http://schemas.microsoft.com/office/drawing/2014/main" id="{8121E529-DAEE-623A-2BD8-DBBD8D46C2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rcRect l="66854"/>
              <a:stretch/>
            </p:blipFill>
            <p:spPr>
              <a:xfrm>
                <a:off x="3036379" y="5312930"/>
                <a:ext cx="475439" cy="478123"/>
              </a:xfrm>
              <a:prstGeom prst="rect">
                <a:avLst/>
              </a:prstGeom>
            </p:spPr>
          </p:pic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EB6A82B-0677-0D71-D2F7-5CF7756F1A96}"/>
                  </a:ext>
                </a:extLst>
              </p:cNvPr>
              <p:cNvSpPr txBox="1"/>
              <p:nvPr/>
            </p:nvSpPr>
            <p:spPr>
              <a:xfrm>
                <a:off x="3511818" y="5368668"/>
                <a:ext cx="1125474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zh-CN" altLang="en-US" b="1" dirty="0">
                    <a:solidFill>
                      <a:srgbClr val="CB020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银行账户</a:t>
                </a:r>
              </a:p>
            </p:txBody>
          </p:sp>
        </p:grp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AC4D5046-19C6-8878-2D2F-BFEBDBB51A4B}"/>
                </a:ext>
              </a:extLst>
            </p:cNvPr>
            <p:cNvGrpSpPr/>
            <p:nvPr/>
          </p:nvGrpSpPr>
          <p:grpSpPr>
            <a:xfrm>
              <a:off x="306236" y="1701603"/>
              <a:ext cx="1504912" cy="643824"/>
              <a:chOff x="4025363" y="173529"/>
              <a:chExt cx="1504912" cy="643824"/>
            </a:xfrm>
          </p:grpSpPr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104D942-8890-DD8F-4578-9C32B3BBFB0A}"/>
                  </a:ext>
                </a:extLst>
              </p:cNvPr>
              <p:cNvSpPr txBox="1"/>
              <p:nvPr/>
            </p:nvSpPr>
            <p:spPr>
              <a:xfrm>
                <a:off x="4630790" y="310775"/>
                <a:ext cx="899485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zh-CN" altLang="en-US" b="1" dirty="0">
                    <a:solidFill>
                      <a:srgbClr val="34297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消费者</a:t>
                </a:r>
              </a:p>
            </p:txBody>
          </p:sp>
          <p:pic>
            <p:nvPicPr>
              <p:cNvPr id="17" name="图片 16">
                <a:extLst>
                  <a:ext uri="{FF2B5EF4-FFF2-40B4-BE49-F238E27FC236}">
                    <a16:creationId xmlns:a16="http://schemas.microsoft.com/office/drawing/2014/main" id="{1925801F-ED80-75AB-22F1-6183846F0C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25363" y="173529"/>
                <a:ext cx="643824" cy="643824"/>
              </a:xfrm>
              <a:prstGeom prst="rect">
                <a:avLst/>
              </a:prstGeom>
            </p:spPr>
          </p:pic>
        </p:grp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55E093B2-F3F4-D4CA-1031-767885383A17}"/>
                </a:ext>
              </a:extLst>
            </p:cNvPr>
            <p:cNvGrpSpPr/>
            <p:nvPr/>
          </p:nvGrpSpPr>
          <p:grpSpPr>
            <a:xfrm>
              <a:off x="325433" y="3437241"/>
              <a:ext cx="1249254" cy="643825"/>
              <a:chOff x="9712533" y="176442"/>
              <a:chExt cx="1249254" cy="643825"/>
            </a:xfrm>
          </p:grpSpPr>
          <p:pic>
            <p:nvPicPr>
              <p:cNvPr id="18" name="图片 17">
                <a:extLst>
                  <a:ext uri="{FF2B5EF4-FFF2-40B4-BE49-F238E27FC236}">
                    <a16:creationId xmlns:a16="http://schemas.microsoft.com/office/drawing/2014/main" id="{43FF5C31-FFAF-CDDC-759A-431496FB85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712533" y="176442"/>
                <a:ext cx="643825" cy="643825"/>
              </a:xfrm>
              <a:prstGeom prst="rect">
                <a:avLst/>
              </a:prstGeom>
            </p:spPr>
          </p:pic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044F3E62-ED64-E02E-E42A-A193209C0031}"/>
                  </a:ext>
                </a:extLst>
              </p:cNvPr>
              <p:cNvSpPr txBox="1"/>
              <p:nvPr/>
            </p:nvSpPr>
            <p:spPr>
              <a:xfrm>
                <a:off x="10317962" y="313688"/>
                <a:ext cx="643825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zh-CN" altLang="en-US" b="1" dirty="0">
                    <a:solidFill>
                      <a:srgbClr val="BE173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商家</a:t>
                </a:r>
              </a:p>
            </p:txBody>
          </p:sp>
        </p:grp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7D71AE8C-9D59-6F7D-40C1-26E702BCE9D7}"/>
                </a:ext>
              </a:extLst>
            </p:cNvPr>
            <p:cNvSpPr txBox="1"/>
            <p:nvPr/>
          </p:nvSpPr>
          <p:spPr>
            <a:xfrm>
              <a:off x="3776204" y="1536203"/>
              <a:ext cx="769016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100</a:t>
              </a:r>
              <a:endParaRPr lang="zh-CN" altLang="en-US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3A60CF2F-F2C8-101D-115C-341FC76705E5}"/>
                </a:ext>
              </a:extLst>
            </p:cNvPr>
            <p:cNvSpPr txBox="1"/>
            <p:nvPr/>
          </p:nvSpPr>
          <p:spPr>
            <a:xfrm>
              <a:off x="3776204" y="2228960"/>
              <a:ext cx="769016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617989C2-210C-EFDB-DD71-F3240CFB6F5E}"/>
                </a:ext>
              </a:extLst>
            </p:cNvPr>
            <p:cNvSpPr txBox="1"/>
            <p:nvPr/>
          </p:nvSpPr>
          <p:spPr>
            <a:xfrm>
              <a:off x="3776204" y="3320772"/>
              <a:ext cx="769016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77544963-A44F-CE4D-270D-C2F7CC62E8CD}"/>
                </a:ext>
              </a:extLst>
            </p:cNvPr>
            <p:cNvSpPr txBox="1"/>
            <p:nvPr/>
          </p:nvSpPr>
          <p:spPr>
            <a:xfrm>
              <a:off x="3776204" y="3982144"/>
              <a:ext cx="769016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FF514D07-CED8-E399-4C17-2A658B034182}"/>
                </a:ext>
              </a:extLst>
            </p:cNvPr>
            <p:cNvSpPr txBox="1"/>
            <p:nvPr/>
          </p:nvSpPr>
          <p:spPr>
            <a:xfrm>
              <a:off x="4649902" y="2228960"/>
              <a:ext cx="769016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100</a:t>
              </a:r>
              <a:endParaRPr lang="zh-CN" altLang="en-US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00450685-D6C6-53CC-461D-BF7EFC20DC52}"/>
                </a:ext>
              </a:extLst>
            </p:cNvPr>
            <p:cNvSpPr txBox="1"/>
            <p:nvPr/>
          </p:nvSpPr>
          <p:spPr>
            <a:xfrm>
              <a:off x="4649902" y="1536203"/>
              <a:ext cx="769016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235B8FDA-F3A9-F4FD-4EFA-D8708161C30F}"/>
                </a:ext>
              </a:extLst>
            </p:cNvPr>
            <p:cNvSpPr txBox="1"/>
            <p:nvPr/>
          </p:nvSpPr>
          <p:spPr>
            <a:xfrm>
              <a:off x="5523600" y="2228960"/>
              <a:ext cx="769016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80</a:t>
              </a:r>
              <a:endParaRPr lang="zh-CN" altLang="en-US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B2FFF0D8-0159-64AB-475B-B5961636018F}"/>
                </a:ext>
              </a:extLst>
            </p:cNvPr>
            <p:cNvSpPr txBox="1"/>
            <p:nvPr/>
          </p:nvSpPr>
          <p:spPr>
            <a:xfrm>
              <a:off x="5523600" y="3320772"/>
              <a:ext cx="769016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</a:t>
              </a:r>
              <a:endParaRPr lang="zh-CN" altLang="en-US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A8208B35-3C05-34F3-3358-F4A98C7FBD2C}"/>
                </a:ext>
              </a:extLst>
            </p:cNvPr>
            <p:cNvSpPr txBox="1"/>
            <p:nvPr/>
          </p:nvSpPr>
          <p:spPr>
            <a:xfrm>
              <a:off x="6397298" y="2228960"/>
              <a:ext cx="769016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70</a:t>
              </a:r>
              <a:endParaRPr lang="zh-CN" altLang="en-US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E3EE1068-032F-BF68-6FE0-235549619A7A}"/>
                </a:ext>
              </a:extLst>
            </p:cNvPr>
            <p:cNvSpPr txBox="1"/>
            <p:nvPr/>
          </p:nvSpPr>
          <p:spPr>
            <a:xfrm>
              <a:off x="6397298" y="3320772"/>
              <a:ext cx="769016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30</a:t>
              </a:r>
              <a:endParaRPr lang="zh-CN" altLang="en-US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52297560-303F-9F4B-D269-31D09A671329}"/>
                </a:ext>
              </a:extLst>
            </p:cNvPr>
            <p:cNvSpPr txBox="1"/>
            <p:nvPr/>
          </p:nvSpPr>
          <p:spPr>
            <a:xfrm>
              <a:off x="7270996" y="2228960"/>
              <a:ext cx="769016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90</a:t>
              </a:r>
              <a:endParaRPr lang="zh-CN" altLang="en-US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B1F066AB-FBF1-C58A-1F66-E7AB43440F85}"/>
                </a:ext>
              </a:extLst>
            </p:cNvPr>
            <p:cNvSpPr txBox="1"/>
            <p:nvPr/>
          </p:nvSpPr>
          <p:spPr>
            <a:xfrm>
              <a:off x="7270996" y="3320772"/>
              <a:ext cx="769016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endParaRPr lang="zh-CN" altLang="en-US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F201C488-9DDD-F4D9-86DA-7B9288218CC1}"/>
                </a:ext>
              </a:extLst>
            </p:cNvPr>
            <p:cNvSpPr txBox="1"/>
            <p:nvPr/>
          </p:nvSpPr>
          <p:spPr>
            <a:xfrm>
              <a:off x="8144694" y="2228960"/>
              <a:ext cx="769016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9ABD663C-44E6-6A84-7BC1-723DA6772205}"/>
                </a:ext>
              </a:extLst>
            </p:cNvPr>
            <p:cNvSpPr txBox="1"/>
            <p:nvPr/>
          </p:nvSpPr>
          <p:spPr>
            <a:xfrm>
              <a:off x="8144694" y="1536203"/>
              <a:ext cx="769016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100</a:t>
              </a:r>
              <a:endParaRPr lang="zh-CN" altLang="en-US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58BB69EC-08DA-8062-ACA0-1666CC659759}"/>
                </a:ext>
              </a:extLst>
            </p:cNvPr>
            <p:cNvSpPr txBox="1"/>
            <p:nvPr/>
          </p:nvSpPr>
          <p:spPr>
            <a:xfrm>
              <a:off x="8144694" y="3982144"/>
              <a:ext cx="769016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endParaRPr lang="zh-CN" altLang="en-US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D058F777-86D5-9483-3589-D9F1FFDA3BB6}"/>
                </a:ext>
              </a:extLst>
            </p:cNvPr>
            <p:cNvSpPr txBox="1"/>
            <p:nvPr/>
          </p:nvSpPr>
          <p:spPr>
            <a:xfrm>
              <a:off x="4649902" y="3320772"/>
              <a:ext cx="769016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112BFCFE-5E20-E4B0-E2C0-36CBB3F8D806}"/>
                </a:ext>
              </a:extLst>
            </p:cNvPr>
            <p:cNvSpPr txBox="1"/>
            <p:nvPr/>
          </p:nvSpPr>
          <p:spPr>
            <a:xfrm>
              <a:off x="4649902" y="3982144"/>
              <a:ext cx="769016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F1F0704E-A8F8-C666-0F86-E59FE3A86AE4}"/>
                </a:ext>
              </a:extLst>
            </p:cNvPr>
            <p:cNvSpPr txBox="1"/>
            <p:nvPr/>
          </p:nvSpPr>
          <p:spPr>
            <a:xfrm>
              <a:off x="5523600" y="3982144"/>
              <a:ext cx="769016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95BAAA1-A39E-DD2B-244C-834AD935ED88}"/>
                </a:ext>
              </a:extLst>
            </p:cNvPr>
            <p:cNvSpPr txBox="1"/>
            <p:nvPr/>
          </p:nvSpPr>
          <p:spPr>
            <a:xfrm>
              <a:off x="6397298" y="3982144"/>
              <a:ext cx="769016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4B8448D0-D832-9C92-6BFC-9EF73E564457}"/>
                </a:ext>
              </a:extLst>
            </p:cNvPr>
            <p:cNvSpPr txBox="1"/>
            <p:nvPr/>
          </p:nvSpPr>
          <p:spPr>
            <a:xfrm>
              <a:off x="7270996" y="3982144"/>
              <a:ext cx="769016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EAD161DF-4EC4-2EB2-D6CB-28DF6CBC3B73}"/>
                </a:ext>
              </a:extLst>
            </p:cNvPr>
            <p:cNvSpPr txBox="1"/>
            <p:nvPr/>
          </p:nvSpPr>
          <p:spPr>
            <a:xfrm>
              <a:off x="8144694" y="3320772"/>
              <a:ext cx="769016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A9EA35D7-8168-6E4D-9B07-D58F27B40325}"/>
                </a:ext>
              </a:extLst>
            </p:cNvPr>
            <p:cNvSpPr txBox="1"/>
            <p:nvPr/>
          </p:nvSpPr>
          <p:spPr>
            <a:xfrm>
              <a:off x="5523600" y="1536203"/>
              <a:ext cx="769016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4ED4CD3C-82F6-3B68-CCCE-C3F9FA425EDE}"/>
                </a:ext>
              </a:extLst>
            </p:cNvPr>
            <p:cNvSpPr txBox="1"/>
            <p:nvPr/>
          </p:nvSpPr>
          <p:spPr>
            <a:xfrm>
              <a:off x="6397298" y="1536203"/>
              <a:ext cx="769016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CB92E5F9-A63A-A6BB-1D7B-2FC6ACD0638C}"/>
                </a:ext>
              </a:extLst>
            </p:cNvPr>
            <p:cNvSpPr txBox="1"/>
            <p:nvPr/>
          </p:nvSpPr>
          <p:spPr>
            <a:xfrm>
              <a:off x="7270996" y="1536203"/>
              <a:ext cx="769016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b="1" dirty="0">
                <a:solidFill>
                  <a:srgbClr val="D7451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57294BD0-B9F3-B0D9-FE47-B773D73FCDC9}"/>
                </a:ext>
              </a:extLst>
            </p:cNvPr>
            <p:cNvCxnSpPr>
              <a:cxnSpLocks/>
            </p:cNvCxnSpPr>
            <p:nvPr/>
          </p:nvCxnSpPr>
          <p:spPr>
            <a:xfrm>
              <a:off x="4379460" y="1819270"/>
              <a:ext cx="522218" cy="479430"/>
            </a:xfrm>
            <a:prstGeom prst="straightConnector1">
              <a:avLst/>
            </a:prstGeom>
            <a:ln w="25400">
              <a:solidFill>
                <a:srgbClr val="5D1709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9A511C4D-313F-30E2-6153-10ECC3746EAB}"/>
                </a:ext>
              </a:extLst>
            </p:cNvPr>
            <p:cNvCxnSpPr>
              <a:cxnSpLocks/>
            </p:cNvCxnSpPr>
            <p:nvPr/>
          </p:nvCxnSpPr>
          <p:spPr>
            <a:xfrm>
              <a:off x="5281382" y="2413624"/>
              <a:ext cx="430649" cy="0"/>
            </a:xfrm>
            <a:prstGeom prst="straightConnector1">
              <a:avLst/>
            </a:prstGeom>
            <a:ln w="25400">
              <a:solidFill>
                <a:srgbClr val="5D1709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3074F4F4-A38A-749A-1305-605A067C19DF}"/>
                </a:ext>
              </a:extLst>
            </p:cNvPr>
            <p:cNvCxnSpPr>
              <a:cxnSpLocks/>
            </p:cNvCxnSpPr>
            <p:nvPr/>
          </p:nvCxnSpPr>
          <p:spPr>
            <a:xfrm>
              <a:off x="5197954" y="2523992"/>
              <a:ext cx="612296" cy="859953"/>
            </a:xfrm>
            <a:prstGeom prst="straightConnector1">
              <a:avLst/>
            </a:prstGeom>
            <a:ln w="25400">
              <a:solidFill>
                <a:srgbClr val="5D1709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C33195D1-CEC1-7E96-F187-2A5C5F5CF864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406844"/>
              <a:ext cx="521494" cy="6780"/>
            </a:xfrm>
            <a:prstGeom prst="straightConnector1">
              <a:avLst/>
            </a:prstGeom>
            <a:ln w="25400">
              <a:solidFill>
                <a:srgbClr val="5D1709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箭头连接符 63">
              <a:extLst>
                <a:ext uri="{FF2B5EF4-FFF2-40B4-BE49-F238E27FC236}">
                  <a16:creationId xmlns:a16="http://schemas.microsoft.com/office/drawing/2014/main" id="{3E9FDE70-BD25-9289-A7BA-E955AC96AE89}"/>
                </a:ext>
              </a:extLst>
            </p:cNvPr>
            <p:cNvCxnSpPr>
              <a:cxnSpLocks/>
            </p:cNvCxnSpPr>
            <p:nvPr/>
          </p:nvCxnSpPr>
          <p:spPr>
            <a:xfrm>
              <a:off x="6022999" y="2502568"/>
              <a:ext cx="632196" cy="873191"/>
            </a:xfrm>
            <a:prstGeom prst="straightConnector1">
              <a:avLst/>
            </a:prstGeom>
            <a:ln w="25400">
              <a:solidFill>
                <a:srgbClr val="5D1709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4063AFA1-B378-1202-5EA3-99CB7FD84C51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3502489"/>
              <a:ext cx="559195" cy="0"/>
            </a:xfrm>
            <a:prstGeom prst="straightConnector1">
              <a:avLst/>
            </a:prstGeom>
            <a:ln w="25400">
              <a:solidFill>
                <a:srgbClr val="5D1709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箭头连接符 69">
              <a:extLst>
                <a:ext uri="{FF2B5EF4-FFF2-40B4-BE49-F238E27FC236}">
                  <a16:creationId xmlns:a16="http://schemas.microsoft.com/office/drawing/2014/main" id="{0EC3B392-9675-C883-00FC-B19F38B08DD8}"/>
                </a:ext>
              </a:extLst>
            </p:cNvPr>
            <p:cNvCxnSpPr>
              <a:cxnSpLocks/>
            </p:cNvCxnSpPr>
            <p:nvPr/>
          </p:nvCxnSpPr>
          <p:spPr>
            <a:xfrm>
              <a:off x="6958013" y="2406844"/>
              <a:ext cx="535106" cy="6780"/>
            </a:xfrm>
            <a:prstGeom prst="straightConnector1">
              <a:avLst/>
            </a:prstGeom>
            <a:ln w="25400">
              <a:solidFill>
                <a:srgbClr val="5D1709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箭头连接符 72">
              <a:extLst>
                <a:ext uri="{FF2B5EF4-FFF2-40B4-BE49-F238E27FC236}">
                  <a16:creationId xmlns:a16="http://schemas.microsoft.com/office/drawing/2014/main" id="{25169CA8-D6AD-F80B-9D4B-DF0A92957C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8417" y="2502568"/>
              <a:ext cx="603205" cy="881377"/>
            </a:xfrm>
            <a:prstGeom prst="straightConnector1">
              <a:avLst/>
            </a:prstGeom>
            <a:ln w="25400">
              <a:solidFill>
                <a:srgbClr val="5D1709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箭头连接符 75">
              <a:extLst>
                <a:ext uri="{FF2B5EF4-FFF2-40B4-BE49-F238E27FC236}">
                  <a16:creationId xmlns:a16="http://schemas.microsoft.com/office/drawing/2014/main" id="{BC5245EC-9516-1B5B-434A-EB0F96DD3E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9386" y="1817187"/>
              <a:ext cx="558088" cy="492088"/>
            </a:xfrm>
            <a:prstGeom prst="straightConnector1">
              <a:avLst/>
            </a:prstGeom>
            <a:ln w="25400">
              <a:solidFill>
                <a:srgbClr val="5D1709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箭头连接符 81">
              <a:extLst>
                <a:ext uri="{FF2B5EF4-FFF2-40B4-BE49-F238E27FC236}">
                  <a16:creationId xmlns:a16="http://schemas.microsoft.com/office/drawing/2014/main" id="{32B1F4A2-7389-ADE8-D6E7-6E31D95CB56E}"/>
                </a:ext>
              </a:extLst>
            </p:cNvPr>
            <p:cNvCxnSpPr>
              <a:cxnSpLocks/>
            </p:cNvCxnSpPr>
            <p:nvPr/>
          </p:nvCxnSpPr>
          <p:spPr>
            <a:xfrm>
              <a:off x="6943430" y="3502489"/>
              <a:ext cx="568192" cy="0"/>
            </a:xfrm>
            <a:prstGeom prst="straightConnector1">
              <a:avLst/>
            </a:prstGeom>
            <a:ln w="25400">
              <a:solidFill>
                <a:srgbClr val="5D1709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箭头连接符 84">
              <a:extLst>
                <a:ext uri="{FF2B5EF4-FFF2-40B4-BE49-F238E27FC236}">
                  <a16:creationId xmlns:a16="http://schemas.microsoft.com/office/drawing/2014/main" id="{3AAFA6B4-A60A-3B8B-439A-7914FED47475}"/>
                </a:ext>
              </a:extLst>
            </p:cNvPr>
            <p:cNvCxnSpPr>
              <a:cxnSpLocks/>
            </p:cNvCxnSpPr>
            <p:nvPr/>
          </p:nvCxnSpPr>
          <p:spPr>
            <a:xfrm>
              <a:off x="7799386" y="3574487"/>
              <a:ext cx="606427" cy="506579"/>
            </a:xfrm>
            <a:prstGeom prst="straightConnector1">
              <a:avLst/>
            </a:prstGeom>
            <a:ln w="25400">
              <a:solidFill>
                <a:srgbClr val="5D1709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2A5AB4E7-330C-27D6-F916-F1A60DC82227}"/>
                </a:ext>
              </a:extLst>
            </p:cNvPr>
            <p:cNvSpPr txBox="1"/>
            <p:nvPr/>
          </p:nvSpPr>
          <p:spPr>
            <a:xfrm rot="18831152">
              <a:off x="3760203" y="606818"/>
              <a:ext cx="1106846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zh-CN" altLang="en-US" b="1" dirty="0">
                  <a:solidFill>
                    <a:srgbClr val="F0835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充值</a:t>
              </a:r>
              <a:r>
                <a:rPr lang="en-US" altLang="zh-CN" b="1" dirty="0">
                  <a:solidFill>
                    <a:srgbClr val="F0835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100</a:t>
              </a:r>
              <a:endParaRPr lang="zh-CN" altLang="en-US" b="1" dirty="0">
                <a:solidFill>
                  <a:srgbClr val="F0835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文本框 121">
              <a:extLst>
                <a:ext uri="{FF2B5EF4-FFF2-40B4-BE49-F238E27FC236}">
                  <a16:creationId xmlns:a16="http://schemas.microsoft.com/office/drawing/2014/main" id="{A75CC183-6CEC-2D7E-791A-BDDEC91F0B77}"/>
                </a:ext>
              </a:extLst>
            </p:cNvPr>
            <p:cNvSpPr txBox="1"/>
            <p:nvPr/>
          </p:nvSpPr>
          <p:spPr>
            <a:xfrm rot="18831152">
              <a:off x="4651263" y="670949"/>
              <a:ext cx="928983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zh-CN" altLang="en-US" b="1" dirty="0">
                  <a:solidFill>
                    <a:srgbClr val="F0835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消费</a:t>
              </a:r>
              <a:r>
                <a:rPr lang="en-US" altLang="zh-CN" b="1" dirty="0">
                  <a:solidFill>
                    <a:srgbClr val="F0835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</a:t>
              </a:r>
              <a:endParaRPr lang="zh-CN" altLang="en-US" b="1" dirty="0">
                <a:solidFill>
                  <a:srgbClr val="F0835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文本框 122">
              <a:extLst>
                <a:ext uri="{FF2B5EF4-FFF2-40B4-BE49-F238E27FC236}">
                  <a16:creationId xmlns:a16="http://schemas.microsoft.com/office/drawing/2014/main" id="{12D7F90C-24B5-72C7-4C93-44C29D308B98}"/>
                </a:ext>
              </a:extLst>
            </p:cNvPr>
            <p:cNvSpPr txBox="1"/>
            <p:nvPr/>
          </p:nvSpPr>
          <p:spPr>
            <a:xfrm rot="18831152">
              <a:off x="5515004" y="670949"/>
              <a:ext cx="928983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zh-CN" altLang="en-US" b="1" dirty="0">
                  <a:solidFill>
                    <a:srgbClr val="F0835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消费</a:t>
              </a:r>
              <a:r>
                <a:rPr lang="en-US" altLang="zh-CN" b="1" dirty="0">
                  <a:solidFill>
                    <a:srgbClr val="F0835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endParaRPr lang="zh-CN" altLang="en-US" b="1" dirty="0">
                <a:solidFill>
                  <a:srgbClr val="F0835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文本框 123">
              <a:extLst>
                <a:ext uri="{FF2B5EF4-FFF2-40B4-BE49-F238E27FC236}">
                  <a16:creationId xmlns:a16="http://schemas.microsoft.com/office/drawing/2014/main" id="{5FA708D7-4566-8905-820F-DCBCB6118FC1}"/>
                </a:ext>
              </a:extLst>
            </p:cNvPr>
            <p:cNvSpPr txBox="1"/>
            <p:nvPr/>
          </p:nvSpPr>
          <p:spPr>
            <a:xfrm rot="18831152">
              <a:off x="6378745" y="670949"/>
              <a:ext cx="928983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zh-CN" altLang="en-US" b="1" dirty="0">
                  <a:solidFill>
                    <a:srgbClr val="F0835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退款</a:t>
              </a:r>
              <a:r>
                <a:rPr lang="en-US" altLang="zh-CN" b="1" dirty="0">
                  <a:solidFill>
                    <a:srgbClr val="F0835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</a:t>
              </a:r>
              <a:endParaRPr lang="zh-CN" altLang="en-US" b="1" dirty="0">
                <a:solidFill>
                  <a:srgbClr val="F0835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384092FF-A3D7-ECB1-544B-F499A9D3B315}"/>
                </a:ext>
              </a:extLst>
            </p:cNvPr>
            <p:cNvSpPr txBox="1"/>
            <p:nvPr/>
          </p:nvSpPr>
          <p:spPr>
            <a:xfrm rot="18831152">
              <a:off x="7242484" y="670949"/>
              <a:ext cx="928983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zh-CN" altLang="en-US" b="1" dirty="0">
                  <a:solidFill>
                    <a:srgbClr val="F0835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提现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1011764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表格 31">
            <a:extLst>
              <a:ext uri="{FF2B5EF4-FFF2-40B4-BE49-F238E27FC236}">
                <a16:creationId xmlns:a16="http://schemas.microsoft.com/office/drawing/2014/main" id="{75E4C706-02D4-04D8-63E9-2D91239E74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0245868"/>
              </p:ext>
            </p:extLst>
          </p:nvPr>
        </p:nvGraphicFramePr>
        <p:xfrm>
          <a:off x="2955202" y="1807140"/>
          <a:ext cx="23625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580">
                  <a:extLst>
                    <a:ext uri="{9D8B030D-6E8A-4147-A177-3AD203B41FA5}">
                      <a16:colId xmlns:a16="http://schemas.microsoft.com/office/drawing/2014/main" val="41000776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2536********8023</a:t>
                      </a:r>
                      <a:endParaRPr lang="zh-CN" altLang="en-US" b="1" dirty="0">
                        <a:solidFill>
                          <a:srgbClr val="D7451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28575" cap="flat" cmpd="sng" algn="ctr">
                      <a:solidFill>
                        <a:srgbClr val="D745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45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45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45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2141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D7451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2663********0137</a:t>
                      </a:r>
                      <a:endParaRPr lang="zh-CN" altLang="en-US" b="1" dirty="0">
                        <a:solidFill>
                          <a:srgbClr val="D7451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28575" cap="flat" cmpd="sng" algn="ctr">
                      <a:solidFill>
                        <a:srgbClr val="D745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45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45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45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140280"/>
                  </a:ext>
                </a:extLst>
              </a:tr>
            </a:tbl>
          </a:graphicData>
        </a:graphic>
      </p:graphicFrame>
      <p:grpSp>
        <p:nvGrpSpPr>
          <p:cNvPr id="53" name="组合 52">
            <a:extLst>
              <a:ext uri="{FF2B5EF4-FFF2-40B4-BE49-F238E27FC236}">
                <a16:creationId xmlns:a16="http://schemas.microsoft.com/office/drawing/2014/main" id="{F8729133-459E-3D7F-69CF-CE63FF2EA455}"/>
              </a:ext>
            </a:extLst>
          </p:cNvPr>
          <p:cNvGrpSpPr/>
          <p:nvPr/>
        </p:nvGrpSpPr>
        <p:grpSpPr>
          <a:xfrm>
            <a:off x="0" y="193680"/>
            <a:ext cx="7290055" cy="4068524"/>
            <a:chOff x="1959508" y="1400180"/>
            <a:chExt cx="7290055" cy="4068524"/>
          </a:xfrm>
        </p:grpSpPr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5BFBDBD3-6F11-4E1F-865E-4CF4A035253F}"/>
                </a:ext>
              </a:extLst>
            </p:cNvPr>
            <p:cNvSpPr/>
            <p:nvPr/>
          </p:nvSpPr>
          <p:spPr>
            <a:xfrm>
              <a:off x="2321381" y="2893942"/>
              <a:ext cx="1547014" cy="981075"/>
            </a:xfrm>
            <a:prstGeom prst="roundRect">
              <a:avLst>
                <a:gd name="adj" fmla="val 6230"/>
              </a:avLst>
            </a:prstGeom>
            <a:blipFill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FCA82105-7E70-4C33-0579-ECFEACF73632}"/>
                </a:ext>
              </a:extLst>
            </p:cNvPr>
            <p:cNvGrpSpPr/>
            <p:nvPr/>
          </p:nvGrpSpPr>
          <p:grpSpPr>
            <a:xfrm>
              <a:off x="1959508" y="1400180"/>
              <a:ext cx="7290055" cy="4068524"/>
              <a:chOff x="1959508" y="1400180"/>
              <a:chExt cx="7290055" cy="4068524"/>
            </a:xfrm>
          </p:grpSpPr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EFF3316C-DF31-12F1-1481-775585BA37DD}"/>
                  </a:ext>
                </a:extLst>
              </p:cNvPr>
              <p:cNvGrpSpPr/>
              <p:nvPr/>
            </p:nvGrpSpPr>
            <p:grpSpPr>
              <a:xfrm>
                <a:off x="8265448" y="1400180"/>
                <a:ext cx="983249" cy="2001524"/>
                <a:chOff x="3670425" y="1282696"/>
                <a:chExt cx="1869950" cy="3806513"/>
              </a:xfrm>
            </p:grpSpPr>
            <p:grpSp>
              <p:nvGrpSpPr>
                <p:cNvPr id="14" name="组合 13">
                  <a:extLst>
                    <a:ext uri="{FF2B5EF4-FFF2-40B4-BE49-F238E27FC236}">
                      <a16:creationId xmlns:a16="http://schemas.microsoft.com/office/drawing/2014/main" id="{87C3A899-2DF4-EBC7-4A44-28FC9A957B00}"/>
                    </a:ext>
                  </a:extLst>
                </p:cNvPr>
                <p:cNvGrpSpPr/>
                <p:nvPr/>
              </p:nvGrpSpPr>
              <p:grpSpPr>
                <a:xfrm>
                  <a:off x="3670425" y="1282696"/>
                  <a:ext cx="1869950" cy="3806513"/>
                  <a:chOff x="3670425" y="1282696"/>
                  <a:chExt cx="1869950" cy="3806513"/>
                </a:xfrm>
              </p:grpSpPr>
              <p:sp>
                <p:nvSpPr>
                  <p:cNvPr id="7" name="矩形: 圆角 6">
                    <a:extLst>
                      <a:ext uri="{FF2B5EF4-FFF2-40B4-BE49-F238E27FC236}">
                        <a16:creationId xmlns:a16="http://schemas.microsoft.com/office/drawing/2014/main" id="{600D745C-14CE-0F2A-9D26-AEB6540DED37}"/>
                      </a:ext>
                    </a:extLst>
                  </p:cNvPr>
                  <p:cNvSpPr/>
                  <p:nvPr/>
                </p:nvSpPr>
                <p:spPr>
                  <a:xfrm>
                    <a:off x="3762387" y="1365569"/>
                    <a:ext cx="1682737" cy="3178913"/>
                  </a:xfrm>
                  <a:prstGeom prst="roundRect">
                    <a:avLst>
                      <a:gd name="adj" fmla="val 13554"/>
                    </a:avLst>
                  </a:prstGeom>
                  <a:blipFill>
                    <a:blip r:embed="rId3"/>
                    <a:stretch>
                      <a:fillRect/>
                    </a:stretch>
                  </a:blip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" name="矩形: 圆角 7">
                    <a:extLst>
                      <a:ext uri="{FF2B5EF4-FFF2-40B4-BE49-F238E27FC236}">
                        <a16:creationId xmlns:a16="http://schemas.microsoft.com/office/drawing/2014/main" id="{8988E4AC-1A63-47F0-B260-BF64B4236E4C}"/>
                      </a:ext>
                    </a:extLst>
                  </p:cNvPr>
                  <p:cNvSpPr/>
                  <p:nvPr/>
                </p:nvSpPr>
                <p:spPr>
                  <a:xfrm>
                    <a:off x="3762387" y="3532338"/>
                    <a:ext cx="1682737" cy="1472202"/>
                  </a:xfrm>
                  <a:prstGeom prst="roundRect">
                    <a:avLst>
                      <a:gd name="adj" fmla="val 16165"/>
                    </a:avLst>
                  </a:prstGeom>
                  <a:blipFill>
                    <a:blip r:embed="rId4"/>
                    <a:stretch>
                      <a:fillRect/>
                    </a:stretch>
                  </a:blip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pic>
                <p:nvPicPr>
                  <p:cNvPr id="3" name="图片 2">
                    <a:extLst>
                      <a:ext uri="{FF2B5EF4-FFF2-40B4-BE49-F238E27FC236}">
                        <a16:creationId xmlns:a16="http://schemas.microsoft.com/office/drawing/2014/main" id="{ECC59B83-239D-E95E-0B1B-35030AB15F7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670425" y="1282696"/>
                    <a:ext cx="1869950" cy="3806513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5" name="矩形: 圆角 14">
                  <a:extLst>
                    <a:ext uri="{FF2B5EF4-FFF2-40B4-BE49-F238E27FC236}">
                      <a16:creationId xmlns:a16="http://schemas.microsoft.com/office/drawing/2014/main" id="{5DF9FC1E-5B82-F431-42A6-61123BD6D817}"/>
                    </a:ext>
                  </a:extLst>
                </p:cNvPr>
                <p:cNvSpPr/>
                <p:nvPr/>
              </p:nvSpPr>
              <p:spPr>
                <a:xfrm>
                  <a:off x="3832230" y="1890713"/>
                  <a:ext cx="1547014" cy="981075"/>
                </a:xfrm>
                <a:prstGeom prst="roundRect">
                  <a:avLst>
                    <a:gd name="adj" fmla="val 6230"/>
                  </a:avLst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5" name="组合 24">
                <a:extLst>
                  <a:ext uri="{FF2B5EF4-FFF2-40B4-BE49-F238E27FC236}">
                    <a16:creationId xmlns:a16="http://schemas.microsoft.com/office/drawing/2014/main" id="{DAFFA969-553F-7C23-44FF-C589B7493D46}"/>
                  </a:ext>
                </a:extLst>
              </p:cNvPr>
              <p:cNvGrpSpPr/>
              <p:nvPr/>
            </p:nvGrpSpPr>
            <p:grpSpPr>
              <a:xfrm>
                <a:off x="8266314" y="3467180"/>
                <a:ext cx="983249" cy="2001524"/>
                <a:chOff x="5971665" y="1282696"/>
                <a:chExt cx="1869950" cy="3806513"/>
              </a:xfrm>
            </p:grpSpPr>
            <p:grpSp>
              <p:nvGrpSpPr>
                <p:cNvPr id="18" name="组合 17">
                  <a:extLst>
                    <a:ext uri="{FF2B5EF4-FFF2-40B4-BE49-F238E27FC236}">
                      <a16:creationId xmlns:a16="http://schemas.microsoft.com/office/drawing/2014/main" id="{14D721C7-511E-FE36-C736-E5DD71D178CB}"/>
                    </a:ext>
                  </a:extLst>
                </p:cNvPr>
                <p:cNvGrpSpPr/>
                <p:nvPr/>
              </p:nvGrpSpPr>
              <p:grpSpPr>
                <a:xfrm>
                  <a:off x="5971665" y="1282696"/>
                  <a:ext cx="1869950" cy="3806513"/>
                  <a:chOff x="3670425" y="1282696"/>
                  <a:chExt cx="1869950" cy="3806513"/>
                </a:xfrm>
              </p:grpSpPr>
              <p:sp>
                <p:nvSpPr>
                  <p:cNvPr id="20" name="矩形: 圆角 19">
                    <a:extLst>
                      <a:ext uri="{FF2B5EF4-FFF2-40B4-BE49-F238E27FC236}">
                        <a16:creationId xmlns:a16="http://schemas.microsoft.com/office/drawing/2014/main" id="{27C5F2BD-3F1B-9D0F-CBD2-14461EE152F2}"/>
                      </a:ext>
                    </a:extLst>
                  </p:cNvPr>
                  <p:cNvSpPr/>
                  <p:nvPr/>
                </p:nvSpPr>
                <p:spPr>
                  <a:xfrm>
                    <a:off x="3762387" y="1365569"/>
                    <a:ext cx="1682737" cy="3178913"/>
                  </a:xfrm>
                  <a:prstGeom prst="roundRect">
                    <a:avLst>
                      <a:gd name="adj" fmla="val 13554"/>
                    </a:avLst>
                  </a:prstGeom>
                  <a:blipFill>
                    <a:blip r:embed="rId3"/>
                    <a:stretch>
                      <a:fillRect/>
                    </a:stretch>
                  </a:blip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" name="矩形: 圆角 20">
                    <a:extLst>
                      <a:ext uri="{FF2B5EF4-FFF2-40B4-BE49-F238E27FC236}">
                        <a16:creationId xmlns:a16="http://schemas.microsoft.com/office/drawing/2014/main" id="{0BA4A4E3-B664-45FC-C82C-8A253A9BB990}"/>
                      </a:ext>
                    </a:extLst>
                  </p:cNvPr>
                  <p:cNvSpPr/>
                  <p:nvPr/>
                </p:nvSpPr>
                <p:spPr>
                  <a:xfrm>
                    <a:off x="3762387" y="3532338"/>
                    <a:ext cx="1682737" cy="1472202"/>
                  </a:xfrm>
                  <a:prstGeom prst="roundRect">
                    <a:avLst>
                      <a:gd name="adj" fmla="val 16165"/>
                    </a:avLst>
                  </a:prstGeom>
                  <a:blipFill>
                    <a:blip r:embed="rId4"/>
                    <a:stretch>
                      <a:fillRect/>
                    </a:stretch>
                  </a:blip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pic>
                <p:nvPicPr>
                  <p:cNvPr id="19" name="图片 18">
                    <a:extLst>
                      <a:ext uri="{FF2B5EF4-FFF2-40B4-BE49-F238E27FC236}">
                        <a16:creationId xmlns:a16="http://schemas.microsoft.com/office/drawing/2014/main" id="{311582A0-B2C4-1C5D-F55C-D07E178F4E1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670425" y="1282696"/>
                    <a:ext cx="1869950" cy="3806513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22" name="矩形: 圆角 21">
                  <a:extLst>
                    <a:ext uri="{FF2B5EF4-FFF2-40B4-BE49-F238E27FC236}">
                      <a16:creationId xmlns:a16="http://schemas.microsoft.com/office/drawing/2014/main" id="{9BB86B3C-09F7-0D56-0D79-1EFBAA2771ED}"/>
                    </a:ext>
                  </a:extLst>
                </p:cNvPr>
                <p:cNvSpPr/>
                <p:nvPr/>
              </p:nvSpPr>
              <p:spPr>
                <a:xfrm>
                  <a:off x="6133470" y="1890713"/>
                  <a:ext cx="1547014" cy="981075"/>
                </a:xfrm>
                <a:prstGeom prst="roundRect">
                  <a:avLst>
                    <a:gd name="adj" fmla="val 6230"/>
                  </a:avLst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3" name="组合 32">
                <a:extLst>
                  <a:ext uri="{FF2B5EF4-FFF2-40B4-BE49-F238E27FC236}">
                    <a16:creationId xmlns:a16="http://schemas.microsoft.com/office/drawing/2014/main" id="{3C02EC45-0897-464F-B74F-EBF4A8DD49D5}"/>
                  </a:ext>
                </a:extLst>
              </p:cNvPr>
              <p:cNvGrpSpPr/>
              <p:nvPr/>
            </p:nvGrpSpPr>
            <p:grpSpPr>
              <a:xfrm>
                <a:off x="5662258" y="2296738"/>
                <a:ext cx="867484" cy="689011"/>
                <a:chOff x="6266400" y="680106"/>
                <a:chExt cx="867484" cy="689011"/>
              </a:xfrm>
            </p:grpSpPr>
            <p:pic>
              <p:nvPicPr>
                <p:cNvPr id="29" name="图片 28">
                  <a:extLst>
                    <a:ext uri="{FF2B5EF4-FFF2-40B4-BE49-F238E27FC236}">
                      <a16:creationId xmlns:a16="http://schemas.microsoft.com/office/drawing/2014/main" id="{0307EDCB-E0B7-36CE-0D9E-77B29C287C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266400" y="680106"/>
                  <a:ext cx="504345" cy="504345"/>
                </a:xfrm>
                <a:prstGeom prst="rect">
                  <a:avLst/>
                </a:prstGeom>
              </p:spPr>
            </p:pic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DF80FA07-9D2C-D92E-6AEA-B0A9F182CCC3}"/>
                    </a:ext>
                  </a:extLst>
                </p:cNvPr>
                <p:cNvSpPr txBox="1"/>
                <p:nvPr/>
              </p:nvSpPr>
              <p:spPr>
                <a:xfrm>
                  <a:off x="6407606" y="999785"/>
                  <a:ext cx="726278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D7451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TSP</a:t>
                  </a:r>
                  <a:endParaRPr lang="zh-CN" altLang="en-US" b="1" dirty="0">
                    <a:solidFill>
                      <a:srgbClr val="D7451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cxnSp>
            <p:nvCxnSpPr>
              <p:cNvPr id="34" name="连接符: 肘形 33">
                <a:extLst>
                  <a:ext uri="{FF2B5EF4-FFF2-40B4-BE49-F238E27FC236}">
                    <a16:creationId xmlns:a16="http://schemas.microsoft.com/office/drawing/2014/main" id="{2B72D9C2-EB32-32C7-2DAE-8650F8C1233A}"/>
                  </a:ext>
                </a:extLst>
              </p:cNvPr>
              <p:cNvCxnSpPr>
                <a:cxnSpLocks/>
                <a:endCxn id="7" idx="1"/>
              </p:cNvCxnSpPr>
              <p:nvPr/>
            </p:nvCxnSpPr>
            <p:spPr>
              <a:xfrm flipV="1">
                <a:off x="7277290" y="2279517"/>
                <a:ext cx="1036513" cy="920883"/>
              </a:xfrm>
              <a:prstGeom prst="bentConnector3">
                <a:avLst>
                  <a:gd name="adj1" fmla="val 50000"/>
                </a:avLst>
              </a:prstGeom>
              <a:ln w="25400">
                <a:solidFill>
                  <a:srgbClr val="5D1709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连接符: 肘形 38">
                <a:extLst>
                  <a:ext uri="{FF2B5EF4-FFF2-40B4-BE49-F238E27FC236}">
                    <a16:creationId xmlns:a16="http://schemas.microsoft.com/office/drawing/2014/main" id="{C331111E-3601-B4F6-FA28-1886E4F3EE72}"/>
                  </a:ext>
                </a:extLst>
              </p:cNvPr>
              <p:cNvCxnSpPr>
                <a:cxnSpLocks/>
                <a:endCxn id="19" idx="1"/>
              </p:cNvCxnSpPr>
              <p:nvPr/>
            </p:nvCxnSpPr>
            <p:spPr>
              <a:xfrm>
                <a:off x="7277290" y="3589361"/>
                <a:ext cx="989024" cy="878581"/>
              </a:xfrm>
              <a:prstGeom prst="bentConnector3">
                <a:avLst>
                  <a:gd name="adj1" fmla="val 50000"/>
                </a:avLst>
              </a:prstGeom>
              <a:ln w="25400">
                <a:solidFill>
                  <a:srgbClr val="5D1709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箭头连接符 43">
                <a:extLst>
                  <a:ext uri="{FF2B5EF4-FFF2-40B4-BE49-F238E27FC236}">
                    <a16:creationId xmlns:a16="http://schemas.microsoft.com/office/drawing/2014/main" id="{E590AA7A-B9FF-74EE-C02F-2BC761FF8522}"/>
                  </a:ext>
                </a:extLst>
              </p:cNvPr>
              <p:cNvCxnSpPr>
                <a:cxnSpLocks/>
                <a:stCxn id="23" idx="3"/>
                <a:endCxn id="32" idx="1"/>
              </p:cNvCxnSpPr>
              <p:nvPr/>
            </p:nvCxnSpPr>
            <p:spPr>
              <a:xfrm>
                <a:off x="3868395" y="3384480"/>
                <a:ext cx="1046315" cy="0"/>
              </a:xfrm>
              <a:prstGeom prst="straightConnector1">
                <a:avLst/>
              </a:prstGeom>
              <a:ln w="25400">
                <a:solidFill>
                  <a:srgbClr val="5D1709"/>
                </a:solidFill>
                <a:headEnd type="non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C7849404-08A3-806C-6283-485E06A40040}"/>
                  </a:ext>
                </a:extLst>
              </p:cNvPr>
              <p:cNvSpPr txBox="1"/>
              <p:nvPr/>
            </p:nvSpPr>
            <p:spPr>
              <a:xfrm>
                <a:off x="1959508" y="3876525"/>
                <a:ext cx="227076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74514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2300********1143</a:t>
                </a: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D74514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D0903EF9-18AF-EAFA-DDE0-19327F94992C}"/>
              </a:ext>
            </a:extLst>
          </p:cNvPr>
          <p:cNvGrpSpPr/>
          <p:nvPr/>
        </p:nvGrpSpPr>
        <p:grpSpPr>
          <a:xfrm>
            <a:off x="607413" y="4773868"/>
            <a:ext cx="7925641" cy="1334525"/>
            <a:chOff x="2421639" y="4606260"/>
            <a:chExt cx="7925641" cy="1334525"/>
          </a:xfrm>
        </p:grpSpPr>
        <p:pic>
          <p:nvPicPr>
            <p:cNvPr id="73" name="图片 72">
              <a:extLst>
                <a:ext uri="{FF2B5EF4-FFF2-40B4-BE49-F238E27FC236}">
                  <a16:creationId xmlns:a16="http://schemas.microsoft.com/office/drawing/2014/main" id="{BEB91C77-C8B2-78B5-04FD-0BB535F17EE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21639" y="5136274"/>
              <a:ext cx="643824" cy="643824"/>
            </a:xfrm>
            <a:prstGeom prst="rect">
              <a:avLst/>
            </a:prstGeom>
          </p:spPr>
        </p:pic>
        <p:cxnSp>
          <p:nvCxnSpPr>
            <p:cNvPr id="74" name="直接箭头连接符 73">
              <a:extLst>
                <a:ext uri="{FF2B5EF4-FFF2-40B4-BE49-F238E27FC236}">
                  <a16:creationId xmlns:a16="http://schemas.microsoft.com/office/drawing/2014/main" id="{7C9AC966-EDEC-E58C-E854-3B7BE18B91DD}"/>
                </a:ext>
              </a:extLst>
            </p:cNvPr>
            <p:cNvCxnSpPr>
              <a:cxnSpLocks/>
              <a:stCxn id="73" idx="3"/>
            </p:cNvCxnSpPr>
            <p:nvPr/>
          </p:nvCxnSpPr>
          <p:spPr>
            <a:xfrm>
              <a:off x="3065463" y="5458186"/>
              <a:ext cx="1138830" cy="0"/>
            </a:xfrm>
            <a:prstGeom prst="straightConnector1">
              <a:avLst/>
            </a:prstGeom>
            <a:ln w="25400">
              <a:solidFill>
                <a:srgbClr val="5D1709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3" name="组合 92">
              <a:extLst>
                <a:ext uri="{FF2B5EF4-FFF2-40B4-BE49-F238E27FC236}">
                  <a16:creationId xmlns:a16="http://schemas.microsoft.com/office/drawing/2014/main" id="{74CB08B4-5829-38BA-4DD2-978664AA62BA}"/>
                </a:ext>
              </a:extLst>
            </p:cNvPr>
            <p:cNvGrpSpPr/>
            <p:nvPr/>
          </p:nvGrpSpPr>
          <p:grpSpPr>
            <a:xfrm>
              <a:off x="6268043" y="5185342"/>
              <a:ext cx="1109131" cy="545680"/>
              <a:chOff x="6886467" y="5185342"/>
              <a:chExt cx="1109131" cy="545680"/>
            </a:xfrm>
          </p:grpSpPr>
          <p:cxnSp>
            <p:nvCxnSpPr>
              <p:cNvPr id="77" name="直接箭头连接符 76">
                <a:extLst>
                  <a:ext uri="{FF2B5EF4-FFF2-40B4-BE49-F238E27FC236}">
                    <a16:creationId xmlns:a16="http://schemas.microsoft.com/office/drawing/2014/main" id="{E1C5F692-E751-0F6D-BD15-5FCBCFD750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86467" y="5458186"/>
                <a:ext cx="1109131" cy="0"/>
              </a:xfrm>
              <a:prstGeom prst="straightConnector1">
                <a:avLst/>
              </a:prstGeom>
              <a:ln w="25400">
                <a:solidFill>
                  <a:srgbClr val="5D1709"/>
                </a:solidFill>
                <a:headEnd type="non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86" name="图形 85" descr="复选标记 纯色填充">
                <a:extLst>
                  <a:ext uri="{FF2B5EF4-FFF2-40B4-BE49-F238E27FC236}">
                    <a16:creationId xmlns:a16="http://schemas.microsoft.com/office/drawing/2014/main" id="{CDDE7DF4-27D7-F5A5-64BC-F1F908B53B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7178939" y="5185342"/>
                <a:ext cx="545680" cy="545680"/>
              </a:xfrm>
              <a:prstGeom prst="rect">
                <a:avLst/>
              </a:prstGeom>
            </p:spPr>
          </p:pic>
        </p:grpSp>
        <p:grpSp>
          <p:nvGrpSpPr>
            <p:cNvPr id="94" name="组合 93">
              <a:extLst>
                <a:ext uri="{FF2B5EF4-FFF2-40B4-BE49-F238E27FC236}">
                  <a16:creationId xmlns:a16="http://schemas.microsoft.com/office/drawing/2014/main" id="{B3FB81CB-8302-0701-E92C-769468E0C446}"/>
                </a:ext>
              </a:extLst>
            </p:cNvPr>
            <p:cNvGrpSpPr/>
            <p:nvPr/>
          </p:nvGrpSpPr>
          <p:grpSpPr>
            <a:xfrm>
              <a:off x="9440924" y="5185342"/>
              <a:ext cx="906356" cy="545680"/>
              <a:chOff x="8549973" y="5185342"/>
              <a:chExt cx="906356" cy="545680"/>
            </a:xfrm>
          </p:grpSpPr>
          <p:cxnSp>
            <p:nvCxnSpPr>
              <p:cNvPr id="82" name="直接箭头连接符 81">
                <a:extLst>
                  <a:ext uri="{FF2B5EF4-FFF2-40B4-BE49-F238E27FC236}">
                    <a16:creationId xmlns:a16="http://schemas.microsoft.com/office/drawing/2014/main" id="{10088ECC-9EAA-8B06-AD88-47096EFCC2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49973" y="5458182"/>
                <a:ext cx="510150" cy="0"/>
              </a:xfrm>
              <a:prstGeom prst="straightConnector1">
                <a:avLst/>
              </a:prstGeom>
              <a:ln w="25400">
                <a:solidFill>
                  <a:srgbClr val="5D1709"/>
                </a:solidFill>
                <a:headEnd type="non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88" name="图形 87" descr="关闭 纯色填充">
                <a:extLst>
                  <a:ext uri="{FF2B5EF4-FFF2-40B4-BE49-F238E27FC236}">
                    <a16:creationId xmlns:a16="http://schemas.microsoft.com/office/drawing/2014/main" id="{B831DC15-00C5-F3B7-76FD-B218DBE141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8910649" y="5185342"/>
                <a:ext cx="545680" cy="545680"/>
              </a:xfrm>
              <a:prstGeom prst="rect">
                <a:avLst/>
              </a:prstGeom>
            </p:spPr>
          </p:pic>
        </p:grp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E618989C-75D9-D4BA-3B41-A22BA7FCEC78}"/>
                </a:ext>
              </a:extLst>
            </p:cNvPr>
            <p:cNvSpPr txBox="1"/>
            <p:nvPr/>
          </p:nvSpPr>
          <p:spPr>
            <a:xfrm>
              <a:off x="4873029" y="4612165"/>
              <a:ext cx="726278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认证</a:t>
              </a:r>
            </a:p>
          </p:txBody>
        </p:sp>
        <p:grpSp>
          <p:nvGrpSpPr>
            <p:cNvPr id="92" name="组合 91">
              <a:extLst>
                <a:ext uri="{FF2B5EF4-FFF2-40B4-BE49-F238E27FC236}">
                  <a16:creationId xmlns:a16="http://schemas.microsoft.com/office/drawing/2014/main" id="{30CA0A69-B096-9FE4-CDB7-2277FA40AF51}"/>
                </a:ext>
              </a:extLst>
            </p:cNvPr>
            <p:cNvGrpSpPr/>
            <p:nvPr/>
          </p:nvGrpSpPr>
          <p:grpSpPr>
            <a:xfrm>
              <a:off x="4204293" y="4983279"/>
              <a:ext cx="2063750" cy="957506"/>
              <a:chOff x="4032250" y="4983273"/>
              <a:chExt cx="2063750" cy="957506"/>
            </a:xfrm>
          </p:grpSpPr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C2068526-ED2F-37ED-B41D-61F5EA5E42BD}"/>
                  </a:ext>
                </a:extLst>
              </p:cNvPr>
              <p:cNvSpPr/>
              <p:nvPr/>
            </p:nvSpPr>
            <p:spPr>
              <a:xfrm>
                <a:off x="4032250" y="4983273"/>
                <a:ext cx="2063750" cy="957506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69" name="图形 68">
                <a:extLst>
                  <a:ext uri="{FF2B5EF4-FFF2-40B4-BE49-F238E27FC236}">
                    <a16:creationId xmlns:a16="http://schemas.microsoft.com/office/drawing/2014/main" id="{323D32B3-AD81-7EA3-1B14-6D34CE3A39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4204293" y="5136274"/>
                <a:ext cx="643824" cy="643824"/>
              </a:xfrm>
              <a:prstGeom prst="rect">
                <a:avLst/>
              </a:prstGeom>
            </p:spPr>
          </p:pic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2915F857-79B9-3670-0D17-0E3DC9DC255F}"/>
                  </a:ext>
                </a:extLst>
              </p:cNvPr>
              <p:cNvSpPr txBox="1"/>
              <p:nvPr/>
            </p:nvSpPr>
            <p:spPr>
              <a:xfrm>
                <a:off x="4909773" y="5273516"/>
                <a:ext cx="1109131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zh-CN" altLang="en-US" b="1" dirty="0">
                    <a:solidFill>
                      <a:srgbClr val="FEF8F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人脸识别</a:t>
                </a:r>
              </a:p>
            </p:txBody>
          </p:sp>
        </p:grp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FD28EBBE-329B-F285-7DF7-57460E55E326}"/>
                </a:ext>
              </a:extLst>
            </p:cNvPr>
            <p:cNvSpPr txBox="1"/>
            <p:nvPr/>
          </p:nvSpPr>
          <p:spPr>
            <a:xfrm>
              <a:off x="8045910" y="4606260"/>
              <a:ext cx="726278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D7451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授权</a:t>
              </a:r>
            </a:p>
          </p:txBody>
        </p:sp>
        <p:grpSp>
          <p:nvGrpSpPr>
            <p:cNvPr id="108" name="组合 107">
              <a:extLst>
                <a:ext uri="{FF2B5EF4-FFF2-40B4-BE49-F238E27FC236}">
                  <a16:creationId xmlns:a16="http://schemas.microsoft.com/office/drawing/2014/main" id="{36781322-469E-75D7-D119-26C29BC1CAE9}"/>
                </a:ext>
              </a:extLst>
            </p:cNvPr>
            <p:cNvGrpSpPr/>
            <p:nvPr/>
          </p:nvGrpSpPr>
          <p:grpSpPr>
            <a:xfrm>
              <a:off x="7377174" y="4983279"/>
              <a:ext cx="2063750" cy="957506"/>
              <a:chOff x="7377174" y="4983279"/>
              <a:chExt cx="2063750" cy="957506"/>
            </a:xfrm>
          </p:grpSpPr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577EC483-D964-57B0-78C1-7D0B41F3F7CB}"/>
                  </a:ext>
                </a:extLst>
              </p:cNvPr>
              <p:cNvSpPr/>
              <p:nvPr/>
            </p:nvSpPr>
            <p:spPr>
              <a:xfrm>
                <a:off x="7377174" y="4983279"/>
                <a:ext cx="2063750" cy="957506"/>
              </a:xfrm>
              <a:prstGeom prst="rect">
                <a:avLst/>
              </a:prstGeom>
              <a:solidFill>
                <a:srgbClr val="D745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ECDBFE8F-3DF1-925E-6578-CDF8A6E2ED0B}"/>
                  </a:ext>
                </a:extLst>
              </p:cNvPr>
              <p:cNvSpPr txBox="1"/>
              <p:nvPr/>
            </p:nvSpPr>
            <p:spPr>
              <a:xfrm>
                <a:off x="8254697" y="5273522"/>
                <a:ext cx="1109131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zh-CN" altLang="en-US" b="1" dirty="0">
                    <a:solidFill>
                      <a:srgbClr val="FEF8F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余额检查</a:t>
                </a:r>
              </a:p>
            </p:txBody>
          </p:sp>
          <p:pic>
            <p:nvPicPr>
              <p:cNvPr id="107" name="图片 106">
                <a:extLst>
                  <a:ext uri="{FF2B5EF4-FFF2-40B4-BE49-F238E27FC236}">
                    <a16:creationId xmlns:a16="http://schemas.microsoft.com/office/drawing/2014/main" id="{5D0A101B-19F7-A198-E543-AB1D3B136C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536583" y="5136274"/>
                <a:ext cx="643816" cy="64381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420530024"/>
      </p:ext>
    </p:extLst>
  </p:cSld>
  <p:clrMapOvr>
    <a:masterClrMapping/>
  </p:clrMapOvr>
</p:sld>
</file>

<file path=ppt/theme/theme1.xml><?xml version="1.0" encoding="utf-8"?>
<a:theme xmlns:a="http://schemas.openxmlformats.org/drawingml/2006/main" name="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5902</TotalTime>
  <Words>6347</Words>
  <Application>Microsoft Office PowerPoint</Application>
  <PresentationFormat>宽屏</PresentationFormat>
  <Paragraphs>3983</Paragraphs>
  <Slides>95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95</vt:i4>
      </vt:variant>
    </vt:vector>
  </HeadingPairs>
  <TitlesOfParts>
    <vt:vector size="107" baseType="lpstr">
      <vt:lpstr>等线</vt:lpstr>
      <vt:lpstr>微软雅黑</vt:lpstr>
      <vt:lpstr>Arial</vt:lpstr>
      <vt:lpstr>Bahnschrift Light Condensed</vt:lpstr>
      <vt:lpstr>Cambria Math</vt:lpstr>
      <vt:lpstr>Courier New</vt:lpstr>
      <vt:lpstr>JetBrains Mono</vt:lpstr>
      <vt:lpstr>Lucida Console</vt:lpstr>
      <vt:lpstr>Segoe UI Variable Small</vt:lpstr>
      <vt:lpstr>Tiger Expert</vt:lpstr>
      <vt:lpstr>Times New Roman</vt:lpstr>
      <vt:lpstr>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王晨阳</dc:creator>
  <cp:lastModifiedBy>晨阳 王</cp:lastModifiedBy>
  <cp:revision>313</cp:revision>
  <dcterms:created xsi:type="dcterms:W3CDTF">2025-07-12T06:23:34Z</dcterms:created>
  <dcterms:modified xsi:type="dcterms:W3CDTF">2026-09-05T10:07:41Z</dcterms:modified>
</cp:coreProperties>
</file>